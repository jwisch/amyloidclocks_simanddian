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3429000" y="1234281"/>
            <a:ext cx="8229600" cy="8229600"/>
            <a:chOff x="3429000" y="1234281"/>
            <a:chExt cx="8229600" cy="8229600"/>
          </a:xfrm>
        </p:grpSpPr>
        <p:sp>
          <p:nvSpPr>
            <p:cNvPr id="3" name="rc3"/>
            <p:cNvSpPr/>
            <p:nvPr/>
          </p:nvSpPr>
          <p:spPr>
            <a:xfrm>
              <a:off x="3429000" y="1234281"/>
              <a:ext cx="8229600" cy="8229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3429000" y="1234281"/>
              <a:ext cx="8229599" cy="8229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789819" y="1529513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789819" y="204441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789819" y="186073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789819" y="167706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11267" y="152951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038546" y="152951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5824" y="152951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293103" y="152951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789819" y="213625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789819" y="195257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789819" y="176890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789819" y="158522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847627" y="152951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974906" y="152951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102185" y="152951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4229464" y="152951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4356743" y="152951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3818239" y="1558405"/>
              <a:ext cx="568401" cy="577847"/>
            </a:xfrm>
            <a:custGeom>
              <a:avLst/>
              <a:pathLst>
                <a:path w="568401" h="577847">
                  <a:moveTo>
                    <a:pt x="0" y="372747"/>
                  </a:moveTo>
                  <a:lnTo>
                    <a:pt x="1112" y="356217"/>
                  </a:lnTo>
                  <a:lnTo>
                    <a:pt x="2224" y="339046"/>
                  </a:lnTo>
                  <a:lnTo>
                    <a:pt x="3336" y="321238"/>
                  </a:lnTo>
                  <a:lnTo>
                    <a:pt x="4449" y="302994"/>
                  </a:lnTo>
                  <a:lnTo>
                    <a:pt x="5561" y="284379"/>
                  </a:lnTo>
                  <a:lnTo>
                    <a:pt x="6673" y="265463"/>
                  </a:lnTo>
                  <a:lnTo>
                    <a:pt x="7786" y="246311"/>
                  </a:lnTo>
                  <a:lnTo>
                    <a:pt x="8898" y="227051"/>
                  </a:lnTo>
                  <a:lnTo>
                    <a:pt x="10010" y="207825"/>
                  </a:lnTo>
                  <a:lnTo>
                    <a:pt x="11123" y="188728"/>
                  </a:lnTo>
                  <a:lnTo>
                    <a:pt x="12235" y="169856"/>
                  </a:lnTo>
                  <a:lnTo>
                    <a:pt x="13347" y="151366"/>
                  </a:lnTo>
                  <a:lnTo>
                    <a:pt x="14460" y="133482"/>
                  </a:lnTo>
                  <a:lnTo>
                    <a:pt x="15572" y="116231"/>
                  </a:lnTo>
                  <a:lnTo>
                    <a:pt x="16684" y="99712"/>
                  </a:lnTo>
                  <a:lnTo>
                    <a:pt x="17797" y="84025"/>
                  </a:lnTo>
                  <a:lnTo>
                    <a:pt x="18909" y="69395"/>
                  </a:lnTo>
                  <a:lnTo>
                    <a:pt x="20021" y="56078"/>
                  </a:lnTo>
                  <a:lnTo>
                    <a:pt x="21134" y="43949"/>
                  </a:lnTo>
                  <a:lnTo>
                    <a:pt x="22246" y="33080"/>
                  </a:lnTo>
                  <a:lnTo>
                    <a:pt x="23358" y="23541"/>
                  </a:lnTo>
                  <a:lnTo>
                    <a:pt x="24471" y="15581"/>
                  </a:lnTo>
                  <a:lnTo>
                    <a:pt x="25583" y="9398"/>
                  </a:lnTo>
                  <a:lnTo>
                    <a:pt x="26695" y="4727"/>
                  </a:lnTo>
                  <a:lnTo>
                    <a:pt x="27808" y="1590"/>
                  </a:lnTo>
                  <a:lnTo>
                    <a:pt x="28920" y="0"/>
                  </a:lnTo>
                  <a:lnTo>
                    <a:pt x="30032" y="170"/>
                  </a:lnTo>
                  <a:lnTo>
                    <a:pt x="31145" y="2176"/>
                  </a:lnTo>
                  <a:lnTo>
                    <a:pt x="32257" y="5677"/>
                  </a:lnTo>
                  <a:lnTo>
                    <a:pt x="33369" y="10632"/>
                  </a:lnTo>
                  <a:lnTo>
                    <a:pt x="34482" y="16997"/>
                  </a:lnTo>
                  <a:lnTo>
                    <a:pt x="35594" y="24899"/>
                  </a:lnTo>
                  <a:lnTo>
                    <a:pt x="36706" y="34283"/>
                  </a:lnTo>
                  <a:lnTo>
                    <a:pt x="37819" y="44812"/>
                  </a:lnTo>
                  <a:lnTo>
                    <a:pt x="38931" y="56403"/>
                  </a:lnTo>
                  <a:lnTo>
                    <a:pt x="40043" y="68972"/>
                  </a:lnTo>
                  <a:lnTo>
                    <a:pt x="41156" y="82538"/>
                  </a:lnTo>
                  <a:lnTo>
                    <a:pt x="42268" y="96961"/>
                  </a:lnTo>
                  <a:lnTo>
                    <a:pt x="43380" y="111984"/>
                  </a:lnTo>
                  <a:lnTo>
                    <a:pt x="44493" y="127512"/>
                  </a:lnTo>
                  <a:lnTo>
                    <a:pt x="45605" y="143447"/>
                  </a:lnTo>
                  <a:lnTo>
                    <a:pt x="46717" y="159720"/>
                  </a:lnTo>
                  <a:lnTo>
                    <a:pt x="47830" y="176172"/>
                  </a:lnTo>
                  <a:lnTo>
                    <a:pt x="48942" y="192669"/>
                  </a:lnTo>
                  <a:lnTo>
                    <a:pt x="50054" y="209129"/>
                  </a:lnTo>
                  <a:lnTo>
                    <a:pt x="51167" y="225473"/>
                  </a:lnTo>
                  <a:lnTo>
                    <a:pt x="52279" y="241577"/>
                  </a:lnTo>
                  <a:lnTo>
                    <a:pt x="53391" y="257326"/>
                  </a:lnTo>
                  <a:lnTo>
                    <a:pt x="54504" y="272701"/>
                  </a:lnTo>
                  <a:lnTo>
                    <a:pt x="55616" y="287654"/>
                  </a:lnTo>
                  <a:lnTo>
                    <a:pt x="56728" y="302139"/>
                  </a:lnTo>
                  <a:lnTo>
                    <a:pt x="57841" y="316016"/>
                  </a:lnTo>
                  <a:lnTo>
                    <a:pt x="58953" y="329244"/>
                  </a:lnTo>
                  <a:lnTo>
                    <a:pt x="60065" y="341886"/>
                  </a:lnTo>
                  <a:lnTo>
                    <a:pt x="61178" y="353925"/>
                  </a:lnTo>
                  <a:lnTo>
                    <a:pt x="62290" y="365351"/>
                  </a:lnTo>
                  <a:lnTo>
                    <a:pt x="63402" y="376040"/>
                  </a:lnTo>
                  <a:lnTo>
                    <a:pt x="64515" y="386014"/>
                  </a:lnTo>
                  <a:lnTo>
                    <a:pt x="65627" y="395375"/>
                  </a:lnTo>
                  <a:lnTo>
                    <a:pt x="66739" y="404131"/>
                  </a:lnTo>
                  <a:lnTo>
                    <a:pt x="67852" y="412295"/>
                  </a:lnTo>
                  <a:lnTo>
                    <a:pt x="68964" y="419774"/>
                  </a:lnTo>
                  <a:lnTo>
                    <a:pt x="70076" y="426628"/>
                  </a:lnTo>
                  <a:lnTo>
                    <a:pt x="71189" y="432959"/>
                  </a:lnTo>
                  <a:lnTo>
                    <a:pt x="72301" y="438790"/>
                  </a:lnTo>
                  <a:lnTo>
                    <a:pt x="73413" y="444141"/>
                  </a:lnTo>
                  <a:lnTo>
                    <a:pt x="74526" y="448953"/>
                  </a:lnTo>
                  <a:lnTo>
                    <a:pt x="75638" y="453294"/>
                  </a:lnTo>
                  <a:lnTo>
                    <a:pt x="76750" y="457249"/>
                  </a:lnTo>
                  <a:lnTo>
                    <a:pt x="77863" y="460841"/>
                  </a:lnTo>
                  <a:lnTo>
                    <a:pt x="78975" y="464092"/>
                  </a:lnTo>
                  <a:lnTo>
                    <a:pt x="80087" y="466966"/>
                  </a:lnTo>
                  <a:lnTo>
                    <a:pt x="81200" y="469524"/>
                  </a:lnTo>
                  <a:lnTo>
                    <a:pt x="82312" y="471825"/>
                  </a:lnTo>
                  <a:lnTo>
                    <a:pt x="83424" y="473887"/>
                  </a:lnTo>
                  <a:lnTo>
                    <a:pt x="84537" y="475730"/>
                  </a:lnTo>
                  <a:lnTo>
                    <a:pt x="85649" y="477333"/>
                  </a:lnTo>
                  <a:lnTo>
                    <a:pt x="86761" y="478742"/>
                  </a:lnTo>
                  <a:lnTo>
                    <a:pt x="87874" y="479994"/>
                  </a:lnTo>
                  <a:lnTo>
                    <a:pt x="88986" y="481102"/>
                  </a:lnTo>
                  <a:lnTo>
                    <a:pt x="90098" y="482081"/>
                  </a:lnTo>
                  <a:lnTo>
                    <a:pt x="91211" y="482919"/>
                  </a:lnTo>
                  <a:lnTo>
                    <a:pt x="92323" y="483648"/>
                  </a:lnTo>
                  <a:lnTo>
                    <a:pt x="93435" y="484290"/>
                  </a:lnTo>
                  <a:lnTo>
                    <a:pt x="94548" y="484855"/>
                  </a:lnTo>
                  <a:lnTo>
                    <a:pt x="95660" y="485350"/>
                  </a:lnTo>
                  <a:lnTo>
                    <a:pt x="96772" y="485773"/>
                  </a:lnTo>
                  <a:lnTo>
                    <a:pt x="97885" y="486144"/>
                  </a:lnTo>
                  <a:lnTo>
                    <a:pt x="98997" y="486475"/>
                  </a:lnTo>
                  <a:lnTo>
                    <a:pt x="100109" y="486771"/>
                  </a:lnTo>
                  <a:lnTo>
                    <a:pt x="101222" y="487039"/>
                  </a:lnTo>
                  <a:lnTo>
                    <a:pt x="102334" y="487281"/>
                  </a:lnTo>
                  <a:lnTo>
                    <a:pt x="103446" y="487507"/>
                  </a:lnTo>
                  <a:lnTo>
                    <a:pt x="104559" y="487723"/>
                  </a:lnTo>
                  <a:lnTo>
                    <a:pt x="105671" y="487933"/>
                  </a:lnTo>
                  <a:lnTo>
                    <a:pt x="106783" y="488141"/>
                  </a:lnTo>
                  <a:lnTo>
                    <a:pt x="107896" y="488351"/>
                  </a:lnTo>
                  <a:lnTo>
                    <a:pt x="109008" y="488567"/>
                  </a:lnTo>
                  <a:lnTo>
                    <a:pt x="110120" y="488792"/>
                  </a:lnTo>
                  <a:lnTo>
                    <a:pt x="111233" y="489028"/>
                  </a:lnTo>
                  <a:lnTo>
                    <a:pt x="112345" y="489275"/>
                  </a:lnTo>
                  <a:lnTo>
                    <a:pt x="113457" y="489540"/>
                  </a:lnTo>
                  <a:lnTo>
                    <a:pt x="114570" y="489823"/>
                  </a:lnTo>
                  <a:lnTo>
                    <a:pt x="115682" y="490122"/>
                  </a:lnTo>
                  <a:lnTo>
                    <a:pt x="116794" y="490438"/>
                  </a:lnTo>
                  <a:lnTo>
                    <a:pt x="117907" y="490772"/>
                  </a:lnTo>
                  <a:lnTo>
                    <a:pt x="119019" y="491129"/>
                  </a:lnTo>
                  <a:lnTo>
                    <a:pt x="120131" y="491506"/>
                  </a:lnTo>
                  <a:lnTo>
                    <a:pt x="121244" y="491902"/>
                  </a:lnTo>
                  <a:lnTo>
                    <a:pt x="122356" y="492315"/>
                  </a:lnTo>
                  <a:lnTo>
                    <a:pt x="123468" y="492747"/>
                  </a:lnTo>
                  <a:lnTo>
                    <a:pt x="124581" y="493202"/>
                  </a:lnTo>
                  <a:lnTo>
                    <a:pt x="125693" y="493675"/>
                  </a:lnTo>
                  <a:lnTo>
                    <a:pt x="126805" y="494166"/>
                  </a:lnTo>
                  <a:lnTo>
                    <a:pt x="127918" y="494673"/>
                  </a:lnTo>
                  <a:lnTo>
                    <a:pt x="129030" y="495198"/>
                  </a:lnTo>
                  <a:lnTo>
                    <a:pt x="130142" y="495744"/>
                  </a:lnTo>
                  <a:lnTo>
                    <a:pt x="131255" y="496308"/>
                  </a:lnTo>
                  <a:lnTo>
                    <a:pt x="132367" y="496888"/>
                  </a:lnTo>
                  <a:lnTo>
                    <a:pt x="133479" y="497484"/>
                  </a:lnTo>
                  <a:lnTo>
                    <a:pt x="134592" y="498097"/>
                  </a:lnTo>
                  <a:lnTo>
                    <a:pt x="135704" y="498731"/>
                  </a:lnTo>
                  <a:lnTo>
                    <a:pt x="136816" y="499384"/>
                  </a:lnTo>
                  <a:lnTo>
                    <a:pt x="137929" y="500053"/>
                  </a:lnTo>
                  <a:lnTo>
                    <a:pt x="139041" y="500740"/>
                  </a:lnTo>
                  <a:lnTo>
                    <a:pt x="140153" y="501444"/>
                  </a:lnTo>
                  <a:lnTo>
                    <a:pt x="141266" y="502171"/>
                  </a:lnTo>
                  <a:lnTo>
                    <a:pt x="142378" y="502917"/>
                  </a:lnTo>
                  <a:lnTo>
                    <a:pt x="143490" y="503681"/>
                  </a:lnTo>
                  <a:lnTo>
                    <a:pt x="144603" y="504465"/>
                  </a:lnTo>
                  <a:lnTo>
                    <a:pt x="145715" y="505266"/>
                  </a:lnTo>
                  <a:lnTo>
                    <a:pt x="146827" y="506092"/>
                  </a:lnTo>
                  <a:lnTo>
                    <a:pt x="147940" y="506938"/>
                  </a:lnTo>
                  <a:lnTo>
                    <a:pt x="149052" y="507802"/>
                  </a:lnTo>
                  <a:lnTo>
                    <a:pt x="150164" y="508684"/>
                  </a:lnTo>
                  <a:lnTo>
                    <a:pt x="151277" y="509584"/>
                  </a:lnTo>
                  <a:lnTo>
                    <a:pt x="152389" y="510507"/>
                  </a:lnTo>
                  <a:lnTo>
                    <a:pt x="153501" y="511447"/>
                  </a:lnTo>
                  <a:lnTo>
                    <a:pt x="154614" y="512403"/>
                  </a:lnTo>
                  <a:lnTo>
                    <a:pt x="155726" y="513373"/>
                  </a:lnTo>
                  <a:lnTo>
                    <a:pt x="156838" y="514357"/>
                  </a:lnTo>
                  <a:lnTo>
                    <a:pt x="157951" y="515356"/>
                  </a:lnTo>
                  <a:lnTo>
                    <a:pt x="159063" y="516366"/>
                  </a:lnTo>
                  <a:lnTo>
                    <a:pt x="160175" y="517384"/>
                  </a:lnTo>
                  <a:lnTo>
                    <a:pt x="161288" y="518408"/>
                  </a:lnTo>
                  <a:lnTo>
                    <a:pt x="162400" y="519437"/>
                  </a:lnTo>
                  <a:lnTo>
                    <a:pt x="163512" y="520469"/>
                  </a:lnTo>
                  <a:lnTo>
                    <a:pt x="164625" y="521499"/>
                  </a:lnTo>
                  <a:lnTo>
                    <a:pt x="165737" y="522526"/>
                  </a:lnTo>
                  <a:lnTo>
                    <a:pt x="166849" y="523548"/>
                  </a:lnTo>
                  <a:lnTo>
                    <a:pt x="167962" y="524561"/>
                  </a:lnTo>
                  <a:lnTo>
                    <a:pt x="169074" y="525560"/>
                  </a:lnTo>
                  <a:lnTo>
                    <a:pt x="170186" y="526544"/>
                  </a:lnTo>
                  <a:lnTo>
                    <a:pt x="171299" y="527511"/>
                  </a:lnTo>
                  <a:lnTo>
                    <a:pt x="172411" y="528460"/>
                  </a:lnTo>
                  <a:lnTo>
                    <a:pt x="173523" y="529386"/>
                  </a:lnTo>
                  <a:lnTo>
                    <a:pt x="174636" y="530281"/>
                  </a:lnTo>
                  <a:lnTo>
                    <a:pt x="175748" y="531149"/>
                  </a:lnTo>
                  <a:lnTo>
                    <a:pt x="176860" y="531988"/>
                  </a:lnTo>
                  <a:lnTo>
                    <a:pt x="177973" y="532798"/>
                  </a:lnTo>
                  <a:lnTo>
                    <a:pt x="179085" y="533576"/>
                  </a:lnTo>
                  <a:lnTo>
                    <a:pt x="180197" y="534310"/>
                  </a:lnTo>
                  <a:lnTo>
                    <a:pt x="181310" y="535011"/>
                  </a:lnTo>
                  <a:lnTo>
                    <a:pt x="182422" y="535677"/>
                  </a:lnTo>
                  <a:lnTo>
                    <a:pt x="183534" y="536308"/>
                  </a:lnTo>
                  <a:lnTo>
                    <a:pt x="184647" y="536903"/>
                  </a:lnTo>
                  <a:lnTo>
                    <a:pt x="185759" y="537453"/>
                  </a:lnTo>
                  <a:lnTo>
                    <a:pt x="186871" y="537968"/>
                  </a:lnTo>
                  <a:lnTo>
                    <a:pt x="187984" y="538450"/>
                  </a:lnTo>
                  <a:lnTo>
                    <a:pt x="189096" y="538898"/>
                  </a:lnTo>
                  <a:lnTo>
                    <a:pt x="190208" y="539314"/>
                  </a:lnTo>
                  <a:lnTo>
                    <a:pt x="191321" y="539689"/>
                  </a:lnTo>
                  <a:lnTo>
                    <a:pt x="192433" y="540035"/>
                  </a:lnTo>
                  <a:lnTo>
                    <a:pt x="193545" y="540354"/>
                  </a:lnTo>
                  <a:lnTo>
                    <a:pt x="194658" y="540647"/>
                  </a:lnTo>
                  <a:lnTo>
                    <a:pt x="195770" y="540913"/>
                  </a:lnTo>
                  <a:lnTo>
                    <a:pt x="196882" y="541150"/>
                  </a:lnTo>
                  <a:lnTo>
                    <a:pt x="197995" y="541366"/>
                  </a:lnTo>
                  <a:lnTo>
                    <a:pt x="199107" y="541562"/>
                  </a:lnTo>
                  <a:lnTo>
                    <a:pt x="200219" y="541741"/>
                  </a:lnTo>
                  <a:lnTo>
                    <a:pt x="201332" y="541902"/>
                  </a:lnTo>
                  <a:lnTo>
                    <a:pt x="202444" y="542044"/>
                  </a:lnTo>
                  <a:lnTo>
                    <a:pt x="203556" y="542174"/>
                  </a:lnTo>
                  <a:lnTo>
                    <a:pt x="204669" y="542291"/>
                  </a:lnTo>
                  <a:lnTo>
                    <a:pt x="205781" y="542399"/>
                  </a:lnTo>
                  <a:lnTo>
                    <a:pt x="206893" y="542496"/>
                  </a:lnTo>
                  <a:lnTo>
                    <a:pt x="208006" y="542583"/>
                  </a:lnTo>
                  <a:lnTo>
                    <a:pt x="209118" y="542664"/>
                  </a:lnTo>
                  <a:lnTo>
                    <a:pt x="210230" y="542739"/>
                  </a:lnTo>
                  <a:lnTo>
                    <a:pt x="211343" y="542809"/>
                  </a:lnTo>
                  <a:lnTo>
                    <a:pt x="212455" y="542874"/>
                  </a:lnTo>
                  <a:lnTo>
                    <a:pt x="213567" y="542935"/>
                  </a:lnTo>
                  <a:lnTo>
                    <a:pt x="214680" y="542993"/>
                  </a:lnTo>
                  <a:lnTo>
                    <a:pt x="215792" y="543049"/>
                  </a:lnTo>
                  <a:lnTo>
                    <a:pt x="216904" y="543102"/>
                  </a:lnTo>
                  <a:lnTo>
                    <a:pt x="218017" y="543154"/>
                  </a:lnTo>
                  <a:lnTo>
                    <a:pt x="219129" y="543204"/>
                  </a:lnTo>
                  <a:lnTo>
                    <a:pt x="220241" y="543253"/>
                  </a:lnTo>
                  <a:lnTo>
                    <a:pt x="221354" y="543300"/>
                  </a:lnTo>
                  <a:lnTo>
                    <a:pt x="222466" y="543346"/>
                  </a:lnTo>
                  <a:lnTo>
                    <a:pt x="223578" y="543390"/>
                  </a:lnTo>
                  <a:lnTo>
                    <a:pt x="224691" y="543432"/>
                  </a:lnTo>
                  <a:lnTo>
                    <a:pt x="225803" y="543471"/>
                  </a:lnTo>
                  <a:lnTo>
                    <a:pt x="226915" y="543508"/>
                  </a:lnTo>
                  <a:lnTo>
                    <a:pt x="228028" y="543542"/>
                  </a:lnTo>
                  <a:lnTo>
                    <a:pt x="229140" y="543572"/>
                  </a:lnTo>
                  <a:lnTo>
                    <a:pt x="230252" y="543596"/>
                  </a:lnTo>
                  <a:lnTo>
                    <a:pt x="231365" y="543616"/>
                  </a:lnTo>
                  <a:lnTo>
                    <a:pt x="232477" y="543630"/>
                  </a:lnTo>
                  <a:lnTo>
                    <a:pt x="233589" y="543639"/>
                  </a:lnTo>
                  <a:lnTo>
                    <a:pt x="234702" y="543641"/>
                  </a:lnTo>
                  <a:lnTo>
                    <a:pt x="235814" y="543635"/>
                  </a:lnTo>
                  <a:lnTo>
                    <a:pt x="236926" y="543622"/>
                  </a:lnTo>
                  <a:lnTo>
                    <a:pt x="238039" y="543601"/>
                  </a:lnTo>
                  <a:lnTo>
                    <a:pt x="239151" y="543574"/>
                  </a:lnTo>
                  <a:lnTo>
                    <a:pt x="240263" y="543538"/>
                  </a:lnTo>
                  <a:lnTo>
                    <a:pt x="241376" y="543494"/>
                  </a:lnTo>
                  <a:lnTo>
                    <a:pt x="242488" y="543443"/>
                  </a:lnTo>
                  <a:lnTo>
                    <a:pt x="243600" y="543386"/>
                  </a:lnTo>
                  <a:lnTo>
                    <a:pt x="244713" y="543323"/>
                  </a:lnTo>
                  <a:lnTo>
                    <a:pt x="245825" y="543255"/>
                  </a:lnTo>
                  <a:lnTo>
                    <a:pt x="246937" y="543182"/>
                  </a:lnTo>
                  <a:lnTo>
                    <a:pt x="248049" y="543106"/>
                  </a:lnTo>
                  <a:lnTo>
                    <a:pt x="249162" y="543029"/>
                  </a:lnTo>
                  <a:lnTo>
                    <a:pt x="250274" y="542950"/>
                  </a:lnTo>
                  <a:lnTo>
                    <a:pt x="251386" y="542873"/>
                  </a:lnTo>
                  <a:lnTo>
                    <a:pt x="252499" y="542798"/>
                  </a:lnTo>
                  <a:lnTo>
                    <a:pt x="253611" y="542727"/>
                  </a:lnTo>
                  <a:lnTo>
                    <a:pt x="254723" y="542661"/>
                  </a:lnTo>
                  <a:lnTo>
                    <a:pt x="255836" y="542601"/>
                  </a:lnTo>
                  <a:lnTo>
                    <a:pt x="256948" y="542550"/>
                  </a:lnTo>
                  <a:lnTo>
                    <a:pt x="258060" y="542509"/>
                  </a:lnTo>
                  <a:lnTo>
                    <a:pt x="259173" y="542479"/>
                  </a:lnTo>
                  <a:lnTo>
                    <a:pt x="260285" y="542461"/>
                  </a:lnTo>
                  <a:lnTo>
                    <a:pt x="261397" y="542455"/>
                  </a:lnTo>
                  <a:lnTo>
                    <a:pt x="262510" y="542463"/>
                  </a:lnTo>
                  <a:lnTo>
                    <a:pt x="263622" y="542488"/>
                  </a:lnTo>
                  <a:lnTo>
                    <a:pt x="264734" y="542528"/>
                  </a:lnTo>
                  <a:lnTo>
                    <a:pt x="265847" y="542583"/>
                  </a:lnTo>
                  <a:lnTo>
                    <a:pt x="266959" y="542652"/>
                  </a:lnTo>
                  <a:lnTo>
                    <a:pt x="268071" y="542739"/>
                  </a:lnTo>
                  <a:lnTo>
                    <a:pt x="269184" y="542843"/>
                  </a:lnTo>
                  <a:lnTo>
                    <a:pt x="270296" y="542961"/>
                  </a:lnTo>
                  <a:lnTo>
                    <a:pt x="271408" y="543093"/>
                  </a:lnTo>
                  <a:lnTo>
                    <a:pt x="272521" y="543238"/>
                  </a:lnTo>
                  <a:lnTo>
                    <a:pt x="273633" y="543397"/>
                  </a:lnTo>
                  <a:lnTo>
                    <a:pt x="274745" y="543569"/>
                  </a:lnTo>
                  <a:lnTo>
                    <a:pt x="275858" y="543751"/>
                  </a:lnTo>
                  <a:lnTo>
                    <a:pt x="276970" y="543941"/>
                  </a:lnTo>
                  <a:lnTo>
                    <a:pt x="278082" y="544138"/>
                  </a:lnTo>
                  <a:lnTo>
                    <a:pt x="279195" y="544342"/>
                  </a:lnTo>
                  <a:lnTo>
                    <a:pt x="280307" y="544552"/>
                  </a:lnTo>
                  <a:lnTo>
                    <a:pt x="281419" y="544763"/>
                  </a:lnTo>
                  <a:lnTo>
                    <a:pt x="282532" y="544977"/>
                  </a:lnTo>
                  <a:lnTo>
                    <a:pt x="283644" y="545190"/>
                  </a:lnTo>
                  <a:lnTo>
                    <a:pt x="284756" y="545403"/>
                  </a:lnTo>
                  <a:lnTo>
                    <a:pt x="285869" y="545612"/>
                  </a:lnTo>
                  <a:lnTo>
                    <a:pt x="286981" y="545818"/>
                  </a:lnTo>
                  <a:lnTo>
                    <a:pt x="288093" y="546020"/>
                  </a:lnTo>
                  <a:lnTo>
                    <a:pt x="289206" y="546218"/>
                  </a:lnTo>
                  <a:lnTo>
                    <a:pt x="290318" y="546410"/>
                  </a:lnTo>
                  <a:lnTo>
                    <a:pt x="291430" y="546595"/>
                  </a:lnTo>
                  <a:lnTo>
                    <a:pt x="292543" y="546776"/>
                  </a:lnTo>
                  <a:lnTo>
                    <a:pt x="293655" y="546952"/>
                  </a:lnTo>
                  <a:lnTo>
                    <a:pt x="294767" y="547123"/>
                  </a:lnTo>
                  <a:lnTo>
                    <a:pt x="295880" y="547290"/>
                  </a:lnTo>
                  <a:lnTo>
                    <a:pt x="296992" y="547455"/>
                  </a:lnTo>
                  <a:lnTo>
                    <a:pt x="298104" y="547618"/>
                  </a:lnTo>
                  <a:lnTo>
                    <a:pt x="299217" y="547781"/>
                  </a:lnTo>
                  <a:lnTo>
                    <a:pt x="300329" y="547946"/>
                  </a:lnTo>
                  <a:lnTo>
                    <a:pt x="301441" y="548114"/>
                  </a:lnTo>
                  <a:lnTo>
                    <a:pt x="302554" y="548288"/>
                  </a:lnTo>
                  <a:lnTo>
                    <a:pt x="303666" y="548469"/>
                  </a:lnTo>
                  <a:lnTo>
                    <a:pt x="304778" y="548657"/>
                  </a:lnTo>
                  <a:lnTo>
                    <a:pt x="305891" y="548856"/>
                  </a:lnTo>
                  <a:lnTo>
                    <a:pt x="307003" y="549067"/>
                  </a:lnTo>
                  <a:lnTo>
                    <a:pt x="308115" y="549294"/>
                  </a:lnTo>
                  <a:lnTo>
                    <a:pt x="309228" y="549534"/>
                  </a:lnTo>
                  <a:lnTo>
                    <a:pt x="310340" y="549789"/>
                  </a:lnTo>
                  <a:lnTo>
                    <a:pt x="311452" y="550060"/>
                  </a:lnTo>
                  <a:lnTo>
                    <a:pt x="312565" y="550351"/>
                  </a:lnTo>
                  <a:lnTo>
                    <a:pt x="313677" y="550660"/>
                  </a:lnTo>
                  <a:lnTo>
                    <a:pt x="314789" y="550985"/>
                  </a:lnTo>
                  <a:lnTo>
                    <a:pt x="315902" y="551327"/>
                  </a:lnTo>
                  <a:lnTo>
                    <a:pt x="317014" y="551684"/>
                  </a:lnTo>
                  <a:lnTo>
                    <a:pt x="318126" y="552059"/>
                  </a:lnTo>
                  <a:lnTo>
                    <a:pt x="319239" y="552449"/>
                  </a:lnTo>
                  <a:lnTo>
                    <a:pt x="320351" y="552851"/>
                  </a:lnTo>
                  <a:lnTo>
                    <a:pt x="321463" y="553263"/>
                  </a:lnTo>
                  <a:lnTo>
                    <a:pt x="322576" y="553684"/>
                  </a:lnTo>
                  <a:lnTo>
                    <a:pt x="323688" y="554114"/>
                  </a:lnTo>
                  <a:lnTo>
                    <a:pt x="324800" y="554547"/>
                  </a:lnTo>
                  <a:lnTo>
                    <a:pt x="325913" y="554983"/>
                  </a:lnTo>
                  <a:lnTo>
                    <a:pt x="327025" y="555419"/>
                  </a:lnTo>
                  <a:lnTo>
                    <a:pt x="328137" y="555853"/>
                  </a:lnTo>
                  <a:lnTo>
                    <a:pt x="329250" y="556280"/>
                  </a:lnTo>
                  <a:lnTo>
                    <a:pt x="330362" y="556700"/>
                  </a:lnTo>
                  <a:lnTo>
                    <a:pt x="331474" y="557110"/>
                  </a:lnTo>
                  <a:lnTo>
                    <a:pt x="332587" y="557508"/>
                  </a:lnTo>
                  <a:lnTo>
                    <a:pt x="333699" y="557893"/>
                  </a:lnTo>
                  <a:lnTo>
                    <a:pt x="334811" y="558259"/>
                  </a:lnTo>
                  <a:lnTo>
                    <a:pt x="335924" y="558605"/>
                  </a:lnTo>
                  <a:lnTo>
                    <a:pt x="337036" y="558932"/>
                  </a:lnTo>
                  <a:lnTo>
                    <a:pt x="338148" y="559239"/>
                  </a:lnTo>
                  <a:lnTo>
                    <a:pt x="339261" y="559525"/>
                  </a:lnTo>
                  <a:lnTo>
                    <a:pt x="340373" y="559783"/>
                  </a:lnTo>
                  <a:lnTo>
                    <a:pt x="341485" y="560015"/>
                  </a:lnTo>
                  <a:lnTo>
                    <a:pt x="342598" y="560223"/>
                  </a:lnTo>
                  <a:lnTo>
                    <a:pt x="343710" y="560407"/>
                  </a:lnTo>
                  <a:lnTo>
                    <a:pt x="344822" y="560567"/>
                  </a:lnTo>
                  <a:lnTo>
                    <a:pt x="345935" y="560695"/>
                  </a:lnTo>
                  <a:lnTo>
                    <a:pt x="347047" y="560798"/>
                  </a:lnTo>
                  <a:lnTo>
                    <a:pt x="348159" y="560876"/>
                  </a:lnTo>
                  <a:lnTo>
                    <a:pt x="349272" y="560931"/>
                  </a:lnTo>
                  <a:lnTo>
                    <a:pt x="350384" y="560964"/>
                  </a:lnTo>
                  <a:lnTo>
                    <a:pt x="351496" y="560969"/>
                  </a:lnTo>
                  <a:lnTo>
                    <a:pt x="352609" y="560952"/>
                  </a:lnTo>
                  <a:lnTo>
                    <a:pt x="353721" y="560916"/>
                  </a:lnTo>
                  <a:lnTo>
                    <a:pt x="354833" y="560863"/>
                  </a:lnTo>
                  <a:lnTo>
                    <a:pt x="355946" y="560793"/>
                  </a:lnTo>
                  <a:lnTo>
                    <a:pt x="357058" y="560705"/>
                  </a:lnTo>
                  <a:lnTo>
                    <a:pt x="358170" y="560605"/>
                  </a:lnTo>
                  <a:lnTo>
                    <a:pt x="359283" y="560494"/>
                  </a:lnTo>
                  <a:lnTo>
                    <a:pt x="360395" y="560376"/>
                  </a:lnTo>
                  <a:lnTo>
                    <a:pt x="361507" y="560252"/>
                  </a:lnTo>
                  <a:lnTo>
                    <a:pt x="362620" y="560124"/>
                  </a:lnTo>
                  <a:lnTo>
                    <a:pt x="363732" y="559997"/>
                  </a:lnTo>
                  <a:lnTo>
                    <a:pt x="364844" y="559872"/>
                  </a:lnTo>
                  <a:lnTo>
                    <a:pt x="365957" y="559753"/>
                  </a:lnTo>
                  <a:lnTo>
                    <a:pt x="367069" y="559641"/>
                  </a:lnTo>
                  <a:lnTo>
                    <a:pt x="368181" y="559542"/>
                  </a:lnTo>
                  <a:lnTo>
                    <a:pt x="369294" y="559458"/>
                  </a:lnTo>
                  <a:lnTo>
                    <a:pt x="370406" y="559390"/>
                  </a:lnTo>
                  <a:lnTo>
                    <a:pt x="371518" y="559340"/>
                  </a:lnTo>
                  <a:lnTo>
                    <a:pt x="372631" y="559310"/>
                  </a:lnTo>
                  <a:lnTo>
                    <a:pt x="373743" y="559310"/>
                  </a:lnTo>
                  <a:lnTo>
                    <a:pt x="374855" y="559335"/>
                  </a:lnTo>
                  <a:lnTo>
                    <a:pt x="375968" y="559387"/>
                  </a:lnTo>
                  <a:lnTo>
                    <a:pt x="377080" y="559466"/>
                  </a:lnTo>
                  <a:lnTo>
                    <a:pt x="378192" y="559573"/>
                  </a:lnTo>
                  <a:lnTo>
                    <a:pt x="379305" y="559717"/>
                  </a:lnTo>
                  <a:lnTo>
                    <a:pt x="380417" y="559891"/>
                  </a:lnTo>
                  <a:lnTo>
                    <a:pt x="381529" y="560093"/>
                  </a:lnTo>
                  <a:lnTo>
                    <a:pt x="382642" y="560323"/>
                  </a:lnTo>
                  <a:lnTo>
                    <a:pt x="383754" y="560579"/>
                  </a:lnTo>
                  <a:lnTo>
                    <a:pt x="384866" y="560869"/>
                  </a:lnTo>
                  <a:lnTo>
                    <a:pt x="385979" y="561182"/>
                  </a:lnTo>
                  <a:lnTo>
                    <a:pt x="387091" y="561516"/>
                  </a:lnTo>
                  <a:lnTo>
                    <a:pt x="388203" y="561868"/>
                  </a:lnTo>
                  <a:lnTo>
                    <a:pt x="389316" y="562236"/>
                  </a:lnTo>
                  <a:lnTo>
                    <a:pt x="390428" y="562620"/>
                  </a:lnTo>
                  <a:lnTo>
                    <a:pt x="391540" y="563012"/>
                  </a:lnTo>
                  <a:lnTo>
                    <a:pt x="392653" y="563408"/>
                  </a:lnTo>
                  <a:lnTo>
                    <a:pt x="393765" y="563806"/>
                  </a:lnTo>
                  <a:lnTo>
                    <a:pt x="394877" y="564202"/>
                  </a:lnTo>
                  <a:lnTo>
                    <a:pt x="395990" y="564589"/>
                  </a:lnTo>
                  <a:lnTo>
                    <a:pt x="397102" y="564964"/>
                  </a:lnTo>
                  <a:lnTo>
                    <a:pt x="398214" y="565324"/>
                  </a:lnTo>
                  <a:lnTo>
                    <a:pt x="399327" y="565667"/>
                  </a:lnTo>
                  <a:lnTo>
                    <a:pt x="400439" y="565989"/>
                  </a:lnTo>
                  <a:lnTo>
                    <a:pt x="401551" y="566278"/>
                  </a:lnTo>
                  <a:lnTo>
                    <a:pt x="402664" y="566539"/>
                  </a:lnTo>
                  <a:lnTo>
                    <a:pt x="403776" y="566769"/>
                  </a:lnTo>
                  <a:lnTo>
                    <a:pt x="404888" y="566968"/>
                  </a:lnTo>
                  <a:lnTo>
                    <a:pt x="406001" y="567133"/>
                  </a:lnTo>
                  <a:lnTo>
                    <a:pt x="407113" y="567250"/>
                  </a:lnTo>
                  <a:lnTo>
                    <a:pt x="408225" y="567331"/>
                  </a:lnTo>
                  <a:lnTo>
                    <a:pt x="409338" y="567375"/>
                  </a:lnTo>
                  <a:lnTo>
                    <a:pt x="410450" y="567383"/>
                  </a:lnTo>
                  <a:lnTo>
                    <a:pt x="411562" y="567353"/>
                  </a:lnTo>
                  <a:lnTo>
                    <a:pt x="412675" y="567277"/>
                  </a:lnTo>
                  <a:lnTo>
                    <a:pt x="413787" y="567167"/>
                  </a:lnTo>
                  <a:lnTo>
                    <a:pt x="414899" y="567024"/>
                  </a:lnTo>
                  <a:lnTo>
                    <a:pt x="416012" y="566851"/>
                  </a:lnTo>
                  <a:lnTo>
                    <a:pt x="417124" y="566648"/>
                  </a:lnTo>
                  <a:lnTo>
                    <a:pt x="418236" y="566412"/>
                  </a:lnTo>
                  <a:lnTo>
                    <a:pt x="419349" y="566154"/>
                  </a:lnTo>
                  <a:lnTo>
                    <a:pt x="420461" y="565877"/>
                  </a:lnTo>
                  <a:lnTo>
                    <a:pt x="421573" y="565585"/>
                  </a:lnTo>
                  <a:lnTo>
                    <a:pt x="422686" y="565278"/>
                  </a:lnTo>
                  <a:lnTo>
                    <a:pt x="423798" y="564960"/>
                  </a:lnTo>
                  <a:lnTo>
                    <a:pt x="424910" y="564638"/>
                  </a:lnTo>
                  <a:lnTo>
                    <a:pt x="426023" y="564314"/>
                  </a:lnTo>
                  <a:lnTo>
                    <a:pt x="427135" y="563991"/>
                  </a:lnTo>
                  <a:lnTo>
                    <a:pt x="428247" y="563674"/>
                  </a:lnTo>
                  <a:lnTo>
                    <a:pt x="429360" y="563368"/>
                  </a:lnTo>
                  <a:lnTo>
                    <a:pt x="430472" y="563074"/>
                  </a:lnTo>
                  <a:lnTo>
                    <a:pt x="431584" y="562795"/>
                  </a:lnTo>
                  <a:lnTo>
                    <a:pt x="432697" y="562533"/>
                  </a:lnTo>
                  <a:lnTo>
                    <a:pt x="433809" y="562292"/>
                  </a:lnTo>
                  <a:lnTo>
                    <a:pt x="434921" y="562079"/>
                  </a:lnTo>
                  <a:lnTo>
                    <a:pt x="436034" y="561890"/>
                  </a:lnTo>
                  <a:lnTo>
                    <a:pt x="437146" y="561727"/>
                  </a:lnTo>
                  <a:lnTo>
                    <a:pt x="438258" y="561591"/>
                  </a:lnTo>
                  <a:lnTo>
                    <a:pt x="439371" y="561484"/>
                  </a:lnTo>
                  <a:lnTo>
                    <a:pt x="440483" y="561413"/>
                  </a:lnTo>
                  <a:lnTo>
                    <a:pt x="441595" y="561370"/>
                  </a:lnTo>
                  <a:lnTo>
                    <a:pt x="442708" y="561356"/>
                  </a:lnTo>
                  <a:lnTo>
                    <a:pt x="443820" y="561371"/>
                  </a:lnTo>
                  <a:lnTo>
                    <a:pt x="444932" y="561415"/>
                  </a:lnTo>
                  <a:lnTo>
                    <a:pt x="446045" y="561494"/>
                  </a:lnTo>
                  <a:lnTo>
                    <a:pt x="447157" y="561598"/>
                  </a:lnTo>
                  <a:lnTo>
                    <a:pt x="448269" y="561727"/>
                  </a:lnTo>
                  <a:lnTo>
                    <a:pt x="449382" y="561879"/>
                  </a:lnTo>
                  <a:lnTo>
                    <a:pt x="450494" y="562054"/>
                  </a:lnTo>
                  <a:lnTo>
                    <a:pt x="451606" y="562255"/>
                  </a:lnTo>
                  <a:lnTo>
                    <a:pt x="452719" y="562473"/>
                  </a:lnTo>
                  <a:lnTo>
                    <a:pt x="453831" y="562706"/>
                  </a:lnTo>
                  <a:lnTo>
                    <a:pt x="454943" y="562954"/>
                  </a:lnTo>
                  <a:lnTo>
                    <a:pt x="456056" y="563215"/>
                  </a:lnTo>
                  <a:lnTo>
                    <a:pt x="457168" y="563489"/>
                  </a:lnTo>
                  <a:lnTo>
                    <a:pt x="458280" y="563770"/>
                  </a:lnTo>
                  <a:lnTo>
                    <a:pt x="459393" y="564057"/>
                  </a:lnTo>
                  <a:lnTo>
                    <a:pt x="460505" y="564348"/>
                  </a:lnTo>
                  <a:lnTo>
                    <a:pt x="461617" y="564642"/>
                  </a:lnTo>
                  <a:lnTo>
                    <a:pt x="462730" y="564937"/>
                  </a:lnTo>
                  <a:lnTo>
                    <a:pt x="463842" y="565232"/>
                  </a:lnTo>
                  <a:lnTo>
                    <a:pt x="464954" y="565524"/>
                  </a:lnTo>
                  <a:lnTo>
                    <a:pt x="466067" y="565813"/>
                  </a:lnTo>
                  <a:lnTo>
                    <a:pt x="467179" y="566098"/>
                  </a:lnTo>
                  <a:lnTo>
                    <a:pt x="468291" y="566377"/>
                  </a:lnTo>
                  <a:lnTo>
                    <a:pt x="469404" y="566651"/>
                  </a:lnTo>
                  <a:lnTo>
                    <a:pt x="470516" y="566918"/>
                  </a:lnTo>
                  <a:lnTo>
                    <a:pt x="471628" y="567180"/>
                  </a:lnTo>
                  <a:lnTo>
                    <a:pt x="472741" y="567434"/>
                  </a:lnTo>
                  <a:lnTo>
                    <a:pt x="473853" y="567682"/>
                  </a:lnTo>
                  <a:lnTo>
                    <a:pt x="474965" y="567923"/>
                  </a:lnTo>
                  <a:lnTo>
                    <a:pt x="476078" y="568159"/>
                  </a:lnTo>
                  <a:lnTo>
                    <a:pt x="477190" y="568389"/>
                  </a:lnTo>
                  <a:lnTo>
                    <a:pt x="478302" y="568614"/>
                  </a:lnTo>
                  <a:lnTo>
                    <a:pt x="479415" y="568835"/>
                  </a:lnTo>
                  <a:lnTo>
                    <a:pt x="480527" y="569052"/>
                  </a:lnTo>
                  <a:lnTo>
                    <a:pt x="481639" y="569267"/>
                  </a:lnTo>
                  <a:lnTo>
                    <a:pt x="482752" y="569479"/>
                  </a:lnTo>
                  <a:lnTo>
                    <a:pt x="483864" y="569690"/>
                  </a:lnTo>
                  <a:lnTo>
                    <a:pt x="484976" y="569899"/>
                  </a:lnTo>
                  <a:lnTo>
                    <a:pt x="486089" y="570109"/>
                  </a:lnTo>
                  <a:lnTo>
                    <a:pt x="487201" y="570318"/>
                  </a:lnTo>
                  <a:lnTo>
                    <a:pt x="488313" y="570528"/>
                  </a:lnTo>
                  <a:lnTo>
                    <a:pt x="489426" y="570739"/>
                  </a:lnTo>
                  <a:lnTo>
                    <a:pt x="490538" y="570950"/>
                  </a:lnTo>
                  <a:lnTo>
                    <a:pt x="491650" y="571163"/>
                  </a:lnTo>
                  <a:lnTo>
                    <a:pt x="492762" y="571376"/>
                  </a:lnTo>
                  <a:lnTo>
                    <a:pt x="493875" y="571589"/>
                  </a:lnTo>
                  <a:lnTo>
                    <a:pt x="494987" y="571803"/>
                  </a:lnTo>
                  <a:lnTo>
                    <a:pt x="496099" y="572016"/>
                  </a:lnTo>
                  <a:lnTo>
                    <a:pt x="497212" y="572228"/>
                  </a:lnTo>
                  <a:lnTo>
                    <a:pt x="498324" y="572439"/>
                  </a:lnTo>
                  <a:lnTo>
                    <a:pt x="499436" y="572647"/>
                  </a:lnTo>
                  <a:lnTo>
                    <a:pt x="500549" y="572852"/>
                  </a:lnTo>
                  <a:lnTo>
                    <a:pt x="501661" y="573053"/>
                  </a:lnTo>
                  <a:lnTo>
                    <a:pt x="502773" y="573248"/>
                  </a:lnTo>
                  <a:lnTo>
                    <a:pt x="503886" y="573438"/>
                  </a:lnTo>
                  <a:lnTo>
                    <a:pt x="504998" y="573622"/>
                  </a:lnTo>
                  <a:lnTo>
                    <a:pt x="506110" y="573798"/>
                  </a:lnTo>
                  <a:lnTo>
                    <a:pt x="507223" y="573965"/>
                  </a:lnTo>
                  <a:lnTo>
                    <a:pt x="508335" y="574123"/>
                  </a:lnTo>
                  <a:lnTo>
                    <a:pt x="509447" y="574273"/>
                  </a:lnTo>
                  <a:lnTo>
                    <a:pt x="510560" y="574413"/>
                  </a:lnTo>
                  <a:lnTo>
                    <a:pt x="511672" y="574542"/>
                  </a:lnTo>
                  <a:lnTo>
                    <a:pt x="512784" y="574658"/>
                  </a:lnTo>
                  <a:lnTo>
                    <a:pt x="513897" y="574765"/>
                  </a:lnTo>
                  <a:lnTo>
                    <a:pt x="515009" y="574861"/>
                  </a:lnTo>
                  <a:lnTo>
                    <a:pt x="516121" y="574947"/>
                  </a:lnTo>
                  <a:lnTo>
                    <a:pt x="517234" y="575021"/>
                  </a:lnTo>
                  <a:lnTo>
                    <a:pt x="518346" y="575084"/>
                  </a:lnTo>
                  <a:lnTo>
                    <a:pt x="519458" y="575137"/>
                  </a:lnTo>
                  <a:lnTo>
                    <a:pt x="520571" y="575181"/>
                  </a:lnTo>
                  <a:lnTo>
                    <a:pt x="521683" y="575215"/>
                  </a:lnTo>
                  <a:lnTo>
                    <a:pt x="522795" y="575240"/>
                  </a:lnTo>
                  <a:lnTo>
                    <a:pt x="523908" y="575256"/>
                  </a:lnTo>
                  <a:lnTo>
                    <a:pt x="525020" y="575265"/>
                  </a:lnTo>
                  <a:lnTo>
                    <a:pt x="526132" y="575267"/>
                  </a:lnTo>
                  <a:lnTo>
                    <a:pt x="527245" y="575262"/>
                  </a:lnTo>
                  <a:lnTo>
                    <a:pt x="528357" y="575251"/>
                  </a:lnTo>
                  <a:lnTo>
                    <a:pt x="529469" y="575233"/>
                  </a:lnTo>
                  <a:lnTo>
                    <a:pt x="530582" y="575211"/>
                  </a:lnTo>
                  <a:lnTo>
                    <a:pt x="531694" y="575185"/>
                  </a:lnTo>
                  <a:lnTo>
                    <a:pt x="532806" y="575154"/>
                  </a:lnTo>
                  <a:lnTo>
                    <a:pt x="533919" y="575119"/>
                  </a:lnTo>
                  <a:lnTo>
                    <a:pt x="535031" y="575080"/>
                  </a:lnTo>
                  <a:lnTo>
                    <a:pt x="536143" y="575038"/>
                  </a:lnTo>
                  <a:lnTo>
                    <a:pt x="537256" y="574993"/>
                  </a:lnTo>
                  <a:lnTo>
                    <a:pt x="538368" y="574945"/>
                  </a:lnTo>
                  <a:lnTo>
                    <a:pt x="539480" y="574894"/>
                  </a:lnTo>
                  <a:lnTo>
                    <a:pt x="540593" y="574840"/>
                  </a:lnTo>
                  <a:lnTo>
                    <a:pt x="541705" y="574784"/>
                  </a:lnTo>
                  <a:lnTo>
                    <a:pt x="542817" y="574726"/>
                  </a:lnTo>
                  <a:lnTo>
                    <a:pt x="543930" y="574666"/>
                  </a:lnTo>
                  <a:lnTo>
                    <a:pt x="545042" y="574604"/>
                  </a:lnTo>
                  <a:lnTo>
                    <a:pt x="546154" y="574540"/>
                  </a:lnTo>
                  <a:lnTo>
                    <a:pt x="547267" y="574475"/>
                  </a:lnTo>
                  <a:lnTo>
                    <a:pt x="548379" y="574410"/>
                  </a:lnTo>
                  <a:lnTo>
                    <a:pt x="549491" y="574345"/>
                  </a:lnTo>
                  <a:lnTo>
                    <a:pt x="550604" y="574280"/>
                  </a:lnTo>
                  <a:lnTo>
                    <a:pt x="551716" y="574216"/>
                  </a:lnTo>
                  <a:lnTo>
                    <a:pt x="552828" y="574154"/>
                  </a:lnTo>
                  <a:lnTo>
                    <a:pt x="553941" y="574094"/>
                  </a:lnTo>
                  <a:lnTo>
                    <a:pt x="555053" y="574037"/>
                  </a:lnTo>
                  <a:lnTo>
                    <a:pt x="556165" y="573984"/>
                  </a:lnTo>
                  <a:lnTo>
                    <a:pt x="557278" y="573937"/>
                  </a:lnTo>
                  <a:lnTo>
                    <a:pt x="558390" y="573896"/>
                  </a:lnTo>
                  <a:lnTo>
                    <a:pt x="559502" y="573861"/>
                  </a:lnTo>
                  <a:lnTo>
                    <a:pt x="560615" y="573832"/>
                  </a:lnTo>
                  <a:lnTo>
                    <a:pt x="561727" y="573813"/>
                  </a:lnTo>
                  <a:lnTo>
                    <a:pt x="562839" y="573804"/>
                  </a:lnTo>
                  <a:lnTo>
                    <a:pt x="563952" y="573803"/>
                  </a:lnTo>
                  <a:lnTo>
                    <a:pt x="565064" y="573812"/>
                  </a:lnTo>
                  <a:lnTo>
                    <a:pt x="566176" y="573830"/>
                  </a:lnTo>
                  <a:lnTo>
                    <a:pt x="567289" y="573862"/>
                  </a:lnTo>
                  <a:lnTo>
                    <a:pt x="568401" y="573904"/>
                  </a:lnTo>
                  <a:lnTo>
                    <a:pt x="568401" y="577847"/>
                  </a:lnTo>
                  <a:lnTo>
                    <a:pt x="567289" y="577847"/>
                  </a:lnTo>
                  <a:lnTo>
                    <a:pt x="566176" y="577847"/>
                  </a:lnTo>
                  <a:lnTo>
                    <a:pt x="565064" y="577847"/>
                  </a:lnTo>
                  <a:lnTo>
                    <a:pt x="563952" y="577847"/>
                  </a:lnTo>
                  <a:lnTo>
                    <a:pt x="562839" y="577847"/>
                  </a:lnTo>
                  <a:lnTo>
                    <a:pt x="561727" y="577847"/>
                  </a:lnTo>
                  <a:lnTo>
                    <a:pt x="560615" y="577847"/>
                  </a:lnTo>
                  <a:lnTo>
                    <a:pt x="559502" y="577847"/>
                  </a:lnTo>
                  <a:lnTo>
                    <a:pt x="558390" y="577847"/>
                  </a:lnTo>
                  <a:lnTo>
                    <a:pt x="557278" y="577847"/>
                  </a:lnTo>
                  <a:lnTo>
                    <a:pt x="556165" y="577847"/>
                  </a:lnTo>
                  <a:lnTo>
                    <a:pt x="555053" y="577847"/>
                  </a:lnTo>
                  <a:lnTo>
                    <a:pt x="553941" y="577847"/>
                  </a:lnTo>
                  <a:lnTo>
                    <a:pt x="552828" y="577847"/>
                  </a:lnTo>
                  <a:lnTo>
                    <a:pt x="551716" y="577847"/>
                  </a:lnTo>
                  <a:lnTo>
                    <a:pt x="550604" y="577847"/>
                  </a:lnTo>
                  <a:lnTo>
                    <a:pt x="549491" y="577847"/>
                  </a:lnTo>
                  <a:lnTo>
                    <a:pt x="548379" y="577847"/>
                  </a:lnTo>
                  <a:lnTo>
                    <a:pt x="547267" y="577847"/>
                  </a:lnTo>
                  <a:lnTo>
                    <a:pt x="546154" y="577847"/>
                  </a:lnTo>
                  <a:lnTo>
                    <a:pt x="545042" y="577847"/>
                  </a:lnTo>
                  <a:lnTo>
                    <a:pt x="543930" y="577847"/>
                  </a:lnTo>
                  <a:lnTo>
                    <a:pt x="542817" y="577847"/>
                  </a:lnTo>
                  <a:lnTo>
                    <a:pt x="541705" y="577847"/>
                  </a:lnTo>
                  <a:lnTo>
                    <a:pt x="540593" y="577847"/>
                  </a:lnTo>
                  <a:lnTo>
                    <a:pt x="539480" y="577847"/>
                  </a:lnTo>
                  <a:lnTo>
                    <a:pt x="538368" y="577847"/>
                  </a:lnTo>
                  <a:lnTo>
                    <a:pt x="537256" y="577847"/>
                  </a:lnTo>
                  <a:lnTo>
                    <a:pt x="536143" y="577847"/>
                  </a:lnTo>
                  <a:lnTo>
                    <a:pt x="535031" y="577847"/>
                  </a:lnTo>
                  <a:lnTo>
                    <a:pt x="533919" y="577847"/>
                  </a:lnTo>
                  <a:lnTo>
                    <a:pt x="532806" y="577847"/>
                  </a:lnTo>
                  <a:lnTo>
                    <a:pt x="531694" y="577847"/>
                  </a:lnTo>
                  <a:lnTo>
                    <a:pt x="530582" y="577847"/>
                  </a:lnTo>
                  <a:lnTo>
                    <a:pt x="529469" y="577847"/>
                  </a:lnTo>
                  <a:lnTo>
                    <a:pt x="528357" y="577847"/>
                  </a:lnTo>
                  <a:lnTo>
                    <a:pt x="527245" y="577847"/>
                  </a:lnTo>
                  <a:lnTo>
                    <a:pt x="526132" y="577847"/>
                  </a:lnTo>
                  <a:lnTo>
                    <a:pt x="525020" y="577847"/>
                  </a:lnTo>
                  <a:lnTo>
                    <a:pt x="523908" y="577847"/>
                  </a:lnTo>
                  <a:lnTo>
                    <a:pt x="522795" y="577847"/>
                  </a:lnTo>
                  <a:lnTo>
                    <a:pt x="521683" y="577847"/>
                  </a:lnTo>
                  <a:lnTo>
                    <a:pt x="520571" y="577847"/>
                  </a:lnTo>
                  <a:lnTo>
                    <a:pt x="519458" y="577847"/>
                  </a:lnTo>
                  <a:lnTo>
                    <a:pt x="518346" y="577847"/>
                  </a:lnTo>
                  <a:lnTo>
                    <a:pt x="517234" y="577847"/>
                  </a:lnTo>
                  <a:lnTo>
                    <a:pt x="516121" y="577847"/>
                  </a:lnTo>
                  <a:lnTo>
                    <a:pt x="515009" y="577847"/>
                  </a:lnTo>
                  <a:lnTo>
                    <a:pt x="513897" y="577847"/>
                  </a:lnTo>
                  <a:lnTo>
                    <a:pt x="512784" y="577847"/>
                  </a:lnTo>
                  <a:lnTo>
                    <a:pt x="511672" y="577847"/>
                  </a:lnTo>
                  <a:lnTo>
                    <a:pt x="510560" y="577847"/>
                  </a:lnTo>
                  <a:lnTo>
                    <a:pt x="509447" y="577847"/>
                  </a:lnTo>
                  <a:lnTo>
                    <a:pt x="508335" y="577847"/>
                  </a:lnTo>
                  <a:lnTo>
                    <a:pt x="507223" y="577847"/>
                  </a:lnTo>
                  <a:lnTo>
                    <a:pt x="506110" y="577847"/>
                  </a:lnTo>
                  <a:lnTo>
                    <a:pt x="504998" y="577847"/>
                  </a:lnTo>
                  <a:lnTo>
                    <a:pt x="503886" y="577847"/>
                  </a:lnTo>
                  <a:lnTo>
                    <a:pt x="502773" y="577847"/>
                  </a:lnTo>
                  <a:lnTo>
                    <a:pt x="501661" y="577847"/>
                  </a:lnTo>
                  <a:lnTo>
                    <a:pt x="500549" y="577847"/>
                  </a:lnTo>
                  <a:lnTo>
                    <a:pt x="499436" y="577847"/>
                  </a:lnTo>
                  <a:lnTo>
                    <a:pt x="498324" y="577847"/>
                  </a:lnTo>
                  <a:lnTo>
                    <a:pt x="497212" y="577847"/>
                  </a:lnTo>
                  <a:lnTo>
                    <a:pt x="496099" y="577847"/>
                  </a:lnTo>
                  <a:lnTo>
                    <a:pt x="494987" y="577847"/>
                  </a:lnTo>
                  <a:lnTo>
                    <a:pt x="493875" y="577847"/>
                  </a:lnTo>
                  <a:lnTo>
                    <a:pt x="492762" y="577847"/>
                  </a:lnTo>
                  <a:lnTo>
                    <a:pt x="491650" y="577847"/>
                  </a:lnTo>
                  <a:lnTo>
                    <a:pt x="490538" y="577847"/>
                  </a:lnTo>
                  <a:lnTo>
                    <a:pt x="489426" y="577847"/>
                  </a:lnTo>
                  <a:lnTo>
                    <a:pt x="488313" y="577847"/>
                  </a:lnTo>
                  <a:lnTo>
                    <a:pt x="487201" y="577847"/>
                  </a:lnTo>
                  <a:lnTo>
                    <a:pt x="486089" y="577847"/>
                  </a:lnTo>
                  <a:lnTo>
                    <a:pt x="484976" y="577847"/>
                  </a:lnTo>
                  <a:lnTo>
                    <a:pt x="483864" y="577847"/>
                  </a:lnTo>
                  <a:lnTo>
                    <a:pt x="482752" y="577847"/>
                  </a:lnTo>
                  <a:lnTo>
                    <a:pt x="481639" y="577847"/>
                  </a:lnTo>
                  <a:lnTo>
                    <a:pt x="480527" y="577847"/>
                  </a:lnTo>
                  <a:lnTo>
                    <a:pt x="479415" y="577847"/>
                  </a:lnTo>
                  <a:lnTo>
                    <a:pt x="478302" y="577847"/>
                  </a:lnTo>
                  <a:lnTo>
                    <a:pt x="477190" y="577847"/>
                  </a:lnTo>
                  <a:lnTo>
                    <a:pt x="476078" y="577847"/>
                  </a:lnTo>
                  <a:lnTo>
                    <a:pt x="474965" y="577847"/>
                  </a:lnTo>
                  <a:lnTo>
                    <a:pt x="473853" y="577847"/>
                  </a:lnTo>
                  <a:lnTo>
                    <a:pt x="472741" y="577847"/>
                  </a:lnTo>
                  <a:lnTo>
                    <a:pt x="471628" y="577847"/>
                  </a:lnTo>
                  <a:lnTo>
                    <a:pt x="470516" y="577847"/>
                  </a:lnTo>
                  <a:lnTo>
                    <a:pt x="469404" y="577847"/>
                  </a:lnTo>
                  <a:lnTo>
                    <a:pt x="468291" y="577847"/>
                  </a:lnTo>
                  <a:lnTo>
                    <a:pt x="467179" y="577847"/>
                  </a:lnTo>
                  <a:lnTo>
                    <a:pt x="466067" y="577847"/>
                  </a:lnTo>
                  <a:lnTo>
                    <a:pt x="464954" y="577847"/>
                  </a:lnTo>
                  <a:lnTo>
                    <a:pt x="463842" y="577847"/>
                  </a:lnTo>
                  <a:lnTo>
                    <a:pt x="462730" y="577847"/>
                  </a:lnTo>
                  <a:lnTo>
                    <a:pt x="461617" y="577847"/>
                  </a:lnTo>
                  <a:lnTo>
                    <a:pt x="460505" y="577847"/>
                  </a:lnTo>
                  <a:lnTo>
                    <a:pt x="459393" y="577847"/>
                  </a:lnTo>
                  <a:lnTo>
                    <a:pt x="458280" y="577847"/>
                  </a:lnTo>
                  <a:lnTo>
                    <a:pt x="457168" y="577847"/>
                  </a:lnTo>
                  <a:lnTo>
                    <a:pt x="456056" y="577847"/>
                  </a:lnTo>
                  <a:lnTo>
                    <a:pt x="454943" y="577847"/>
                  </a:lnTo>
                  <a:lnTo>
                    <a:pt x="453831" y="577847"/>
                  </a:lnTo>
                  <a:lnTo>
                    <a:pt x="452719" y="577847"/>
                  </a:lnTo>
                  <a:lnTo>
                    <a:pt x="451606" y="577847"/>
                  </a:lnTo>
                  <a:lnTo>
                    <a:pt x="450494" y="577847"/>
                  </a:lnTo>
                  <a:lnTo>
                    <a:pt x="449382" y="577847"/>
                  </a:lnTo>
                  <a:lnTo>
                    <a:pt x="448269" y="577847"/>
                  </a:lnTo>
                  <a:lnTo>
                    <a:pt x="447157" y="577847"/>
                  </a:lnTo>
                  <a:lnTo>
                    <a:pt x="446045" y="577847"/>
                  </a:lnTo>
                  <a:lnTo>
                    <a:pt x="444932" y="577847"/>
                  </a:lnTo>
                  <a:lnTo>
                    <a:pt x="443820" y="577847"/>
                  </a:lnTo>
                  <a:lnTo>
                    <a:pt x="442708" y="577847"/>
                  </a:lnTo>
                  <a:lnTo>
                    <a:pt x="441595" y="577847"/>
                  </a:lnTo>
                  <a:lnTo>
                    <a:pt x="440483" y="577847"/>
                  </a:lnTo>
                  <a:lnTo>
                    <a:pt x="439371" y="577847"/>
                  </a:lnTo>
                  <a:lnTo>
                    <a:pt x="438258" y="577847"/>
                  </a:lnTo>
                  <a:lnTo>
                    <a:pt x="437146" y="577847"/>
                  </a:lnTo>
                  <a:lnTo>
                    <a:pt x="436034" y="577847"/>
                  </a:lnTo>
                  <a:lnTo>
                    <a:pt x="434921" y="577847"/>
                  </a:lnTo>
                  <a:lnTo>
                    <a:pt x="433809" y="577847"/>
                  </a:lnTo>
                  <a:lnTo>
                    <a:pt x="432697" y="577847"/>
                  </a:lnTo>
                  <a:lnTo>
                    <a:pt x="431584" y="577847"/>
                  </a:lnTo>
                  <a:lnTo>
                    <a:pt x="430472" y="577847"/>
                  </a:lnTo>
                  <a:lnTo>
                    <a:pt x="429360" y="577847"/>
                  </a:lnTo>
                  <a:lnTo>
                    <a:pt x="428247" y="577847"/>
                  </a:lnTo>
                  <a:lnTo>
                    <a:pt x="427135" y="577847"/>
                  </a:lnTo>
                  <a:lnTo>
                    <a:pt x="426023" y="577847"/>
                  </a:lnTo>
                  <a:lnTo>
                    <a:pt x="424910" y="577847"/>
                  </a:lnTo>
                  <a:lnTo>
                    <a:pt x="423798" y="577847"/>
                  </a:lnTo>
                  <a:lnTo>
                    <a:pt x="422686" y="577847"/>
                  </a:lnTo>
                  <a:lnTo>
                    <a:pt x="421573" y="577847"/>
                  </a:lnTo>
                  <a:lnTo>
                    <a:pt x="420461" y="577847"/>
                  </a:lnTo>
                  <a:lnTo>
                    <a:pt x="419349" y="577847"/>
                  </a:lnTo>
                  <a:lnTo>
                    <a:pt x="418236" y="577847"/>
                  </a:lnTo>
                  <a:lnTo>
                    <a:pt x="417124" y="577847"/>
                  </a:lnTo>
                  <a:lnTo>
                    <a:pt x="416012" y="577847"/>
                  </a:lnTo>
                  <a:lnTo>
                    <a:pt x="414899" y="577847"/>
                  </a:lnTo>
                  <a:lnTo>
                    <a:pt x="413787" y="577847"/>
                  </a:lnTo>
                  <a:lnTo>
                    <a:pt x="412675" y="577847"/>
                  </a:lnTo>
                  <a:lnTo>
                    <a:pt x="411562" y="577847"/>
                  </a:lnTo>
                  <a:lnTo>
                    <a:pt x="410450" y="577847"/>
                  </a:lnTo>
                  <a:lnTo>
                    <a:pt x="409338" y="577847"/>
                  </a:lnTo>
                  <a:lnTo>
                    <a:pt x="408225" y="577847"/>
                  </a:lnTo>
                  <a:lnTo>
                    <a:pt x="407113" y="577847"/>
                  </a:lnTo>
                  <a:lnTo>
                    <a:pt x="406001" y="577847"/>
                  </a:lnTo>
                  <a:lnTo>
                    <a:pt x="404888" y="577847"/>
                  </a:lnTo>
                  <a:lnTo>
                    <a:pt x="403776" y="577847"/>
                  </a:lnTo>
                  <a:lnTo>
                    <a:pt x="402664" y="577847"/>
                  </a:lnTo>
                  <a:lnTo>
                    <a:pt x="401551" y="577847"/>
                  </a:lnTo>
                  <a:lnTo>
                    <a:pt x="400439" y="577847"/>
                  </a:lnTo>
                  <a:lnTo>
                    <a:pt x="399327" y="577847"/>
                  </a:lnTo>
                  <a:lnTo>
                    <a:pt x="398214" y="577847"/>
                  </a:lnTo>
                  <a:lnTo>
                    <a:pt x="397102" y="577847"/>
                  </a:lnTo>
                  <a:lnTo>
                    <a:pt x="395990" y="577847"/>
                  </a:lnTo>
                  <a:lnTo>
                    <a:pt x="394877" y="577847"/>
                  </a:lnTo>
                  <a:lnTo>
                    <a:pt x="393765" y="577847"/>
                  </a:lnTo>
                  <a:lnTo>
                    <a:pt x="392653" y="577847"/>
                  </a:lnTo>
                  <a:lnTo>
                    <a:pt x="391540" y="577847"/>
                  </a:lnTo>
                  <a:lnTo>
                    <a:pt x="390428" y="577847"/>
                  </a:lnTo>
                  <a:lnTo>
                    <a:pt x="389316" y="577847"/>
                  </a:lnTo>
                  <a:lnTo>
                    <a:pt x="388203" y="577847"/>
                  </a:lnTo>
                  <a:lnTo>
                    <a:pt x="387091" y="577847"/>
                  </a:lnTo>
                  <a:lnTo>
                    <a:pt x="385979" y="577847"/>
                  </a:lnTo>
                  <a:lnTo>
                    <a:pt x="384866" y="577847"/>
                  </a:lnTo>
                  <a:lnTo>
                    <a:pt x="383754" y="577847"/>
                  </a:lnTo>
                  <a:lnTo>
                    <a:pt x="382642" y="577847"/>
                  </a:lnTo>
                  <a:lnTo>
                    <a:pt x="381529" y="577847"/>
                  </a:lnTo>
                  <a:lnTo>
                    <a:pt x="380417" y="577847"/>
                  </a:lnTo>
                  <a:lnTo>
                    <a:pt x="379305" y="577847"/>
                  </a:lnTo>
                  <a:lnTo>
                    <a:pt x="378192" y="577847"/>
                  </a:lnTo>
                  <a:lnTo>
                    <a:pt x="377080" y="577847"/>
                  </a:lnTo>
                  <a:lnTo>
                    <a:pt x="375968" y="577847"/>
                  </a:lnTo>
                  <a:lnTo>
                    <a:pt x="374855" y="577847"/>
                  </a:lnTo>
                  <a:lnTo>
                    <a:pt x="373743" y="577847"/>
                  </a:lnTo>
                  <a:lnTo>
                    <a:pt x="372631" y="577847"/>
                  </a:lnTo>
                  <a:lnTo>
                    <a:pt x="371518" y="577847"/>
                  </a:lnTo>
                  <a:lnTo>
                    <a:pt x="370406" y="577847"/>
                  </a:lnTo>
                  <a:lnTo>
                    <a:pt x="369294" y="577847"/>
                  </a:lnTo>
                  <a:lnTo>
                    <a:pt x="368181" y="577847"/>
                  </a:lnTo>
                  <a:lnTo>
                    <a:pt x="367069" y="577847"/>
                  </a:lnTo>
                  <a:lnTo>
                    <a:pt x="365957" y="577847"/>
                  </a:lnTo>
                  <a:lnTo>
                    <a:pt x="364844" y="577847"/>
                  </a:lnTo>
                  <a:lnTo>
                    <a:pt x="363732" y="577847"/>
                  </a:lnTo>
                  <a:lnTo>
                    <a:pt x="362620" y="577847"/>
                  </a:lnTo>
                  <a:lnTo>
                    <a:pt x="361507" y="577847"/>
                  </a:lnTo>
                  <a:lnTo>
                    <a:pt x="360395" y="577847"/>
                  </a:lnTo>
                  <a:lnTo>
                    <a:pt x="359283" y="577847"/>
                  </a:lnTo>
                  <a:lnTo>
                    <a:pt x="358170" y="577847"/>
                  </a:lnTo>
                  <a:lnTo>
                    <a:pt x="357058" y="577847"/>
                  </a:lnTo>
                  <a:lnTo>
                    <a:pt x="355946" y="577847"/>
                  </a:lnTo>
                  <a:lnTo>
                    <a:pt x="354833" y="577847"/>
                  </a:lnTo>
                  <a:lnTo>
                    <a:pt x="353721" y="577847"/>
                  </a:lnTo>
                  <a:lnTo>
                    <a:pt x="352609" y="577847"/>
                  </a:lnTo>
                  <a:lnTo>
                    <a:pt x="351496" y="577847"/>
                  </a:lnTo>
                  <a:lnTo>
                    <a:pt x="350384" y="577847"/>
                  </a:lnTo>
                  <a:lnTo>
                    <a:pt x="349272" y="577847"/>
                  </a:lnTo>
                  <a:lnTo>
                    <a:pt x="348159" y="577847"/>
                  </a:lnTo>
                  <a:lnTo>
                    <a:pt x="347047" y="577847"/>
                  </a:lnTo>
                  <a:lnTo>
                    <a:pt x="345935" y="577847"/>
                  </a:lnTo>
                  <a:lnTo>
                    <a:pt x="344822" y="577847"/>
                  </a:lnTo>
                  <a:lnTo>
                    <a:pt x="343710" y="577847"/>
                  </a:lnTo>
                  <a:lnTo>
                    <a:pt x="342598" y="577847"/>
                  </a:lnTo>
                  <a:lnTo>
                    <a:pt x="341485" y="577847"/>
                  </a:lnTo>
                  <a:lnTo>
                    <a:pt x="340373" y="577847"/>
                  </a:lnTo>
                  <a:lnTo>
                    <a:pt x="339261" y="577847"/>
                  </a:lnTo>
                  <a:lnTo>
                    <a:pt x="338148" y="577847"/>
                  </a:lnTo>
                  <a:lnTo>
                    <a:pt x="337036" y="577847"/>
                  </a:lnTo>
                  <a:lnTo>
                    <a:pt x="335924" y="577847"/>
                  </a:lnTo>
                  <a:lnTo>
                    <a:pt x="334811" y="577847"/>
                  </a:lnTo>
                  <a:lnTo>
                    <a:pt x="333699" y="577847"/>
                  </a:lnTo>
                  <a:lnTo>
                    <a:pt x="332587" y="577847"/>
                  </a:lnTo>
                  <a:lnTo>
                    <a:pt x="331474" y="577847"/>
                  </a:lnTo>
                  <a:lnTo>
                    <a:pt x="330362" y="577847"/>
                  </a:lnTo>
                  <a:lnTo>
                    <a:pt x="329250" y="577847"/>
                  </a:lnTo>
                  <a:lnTo>
                    <a:pt x="328137" y="577847"/>
                  </a:lnTo>
                  <a:lnTo>
                    <a:pt x="327025" y="577847"/>
                  </a:lnTo>
                  <a:lnTo>
                    <a:pt x="325913" y="577847"/>
                  </a:lnTo>
                  <a:lnTo>
                    <a:pt x="324800" y="577847"/>
                  </a:lnTo>
                  <a:lnTo>
                    <a:pt x="323688" y="577847"/>
                  </a:lnTo>
                  <a:lnTo>
                    <a:pt x="322576" y="577847"/>
                  </a:lnTo>
                  <a:lnTo>
                    <a:pt x="321463" y="577847"/>
                  </a:lnTo>
                  <a:lnTo>
                    <a:pt x="320351" y="577847"/>
                  </a:lnTo>
                  <a:lnTo>
                    <a:pt x="319239" y="577847"/>
                  </a:lnTo>
                  <a:lnTo>
                    <a:pt x="318126" y="577847"/>
                  </a:lnTo>
                  <a:lnTo>
                    <a:pt x="317014" y="577847"/>
                  </a:lnTo>
                  <a:lnTo>
                    <a:pt x="315902" y="577847"/>
                  </a:lnTo>
                  <a:lnTo>
                    <a:pt x="314789" y="577847"/>
                  </a:lnTo>
                  <a:lnTo>
                    <a:pt x="313677" y="577847"/>
                  </a:lnTo>
                  <a:lnTo>
                    <a:pt x="312565" y="577847"/>
                  </a:lnTo>
                  <a:lnTo>
                    <a:pt x="311452" y="577847"/>
                  </a:lnTo>
                  <a:lnTo>
                    <a:pt x="310340" y="577847"/>
                  </a:lnTo>
                  <a:lnTo>
                    <a:pt x="309228" y="577847"/>
                  </a:lnTo>
                  <a:lnTo>
                    <a:pt x="308115" y="577847"/>
                  </a:lnTo>
                  <a:lnTo>
                    <a:pt x="307003" y="577847"/>
                  </a:lnTo>
                  <a:lnTo>
                    <a:pt x="305891" y="577847"/>
                  </a:lnTo>
                  <a:lnTo>
                    <a:pt x="304778" y="577847"/>
                  </a:lnTo>
                  <a:lnTo>
                    <a:pt x="303666" y="577847"/>
                  </a:lnTo>
                  <a:lnTo>
                    <a:pt x="302554" y="577847"/>
                  </a:lnTo>
                  <a:lnTo>
                    <a:pt x="301441" y="577847"/>
                  </a:lnTo>
                  <a:lnTo>
                    <a:pt x="300329" y="577847"/>
                  </a:lnTo>
                  <a:lnTo>
                    <a:pt x="299217" y="577847"/>
                  </a:lnTo>
                  <a:lnTo>
                    <a:pt x="298104" y="577847"/>
                  </a:lnTo>
                  <a:lnTo>
                    <a:pt x="296992" y="577847"/>
                  </a:lnTo>
                  <a:lnTo>
                    <a:pt x="295880" y="577847"/>
                  </a:lnTo>
                  <a:lnTo>
                    <a:pt x="294767" y="577847"/>
                  </a:lnTo>
                  <a:lnTo>
                    <a:pt x="293655" y="577847"/>
                  </a:lnTo>
                  <a:lnTo>
                    <a:pt x="292543" y="577847"/>
                  </a:lnTo>
                  <a:lnTo>
                    <a:pt x="291430" y="577847"/>
                  </a:lnTo>
                  <a:lnTo>
                    <a:pt x="290318" y="577847"/>
                  </a:lnTo>
                  <a:lnTo>
                    <a:pt x="289206" y="577847"/>
                  </a:lnTo>
                  <a:lnTo>
                    <a:pt x="288093" y="577847"/>
                  </a:lnTo>
                  <a:lnTo>
                    <a:pt x="286981" y="577847"/>
                  </a:lnTo>
                  <a:lnTo>
                    <a:pt x="285869" y="577847"/>
                  </a:lnTo>
                  <a:lnTo>
                    <a:pt x="284756" y="577847"/>
                  </a:lnTo>
                  <a:lnTo>
                    <a:pt x="283644" y="577847"/>
                  </a:lnTo>
                  <a:lnTo>
                    <a:pt x="282532" y="577847"/>
                  </a:lnTo>
                  <a:lnTo>
                    <a:pt x="281419" y="577847"/>
                  </a:lnTo>
                  <a:lnTo>
                    <a:pt x="280307" y="577847"/>
                  </a:lnTo>
                  <a:lnTo>
                    <a:pt x="279195" y="577847"/>
                  </a:lnTo>
                  <a:lnTo>
                    <a:pt x="278082" y="577847"/>
                  </a:lnTo>
                  <a:lnTo>
                    <a:pt x="276970" y="577847"/>
                  </a:lnTo>
                  <a:lnTo>
                    <a:pt x="275858" y="577847"/>
                  </a:lnTo>
                  <a:lnTo>
                    <a:pt x="274745" y="577847"/>
                  </a:lnTo>
                  <a:lnTo>
                    <a:pt x="273633" y="577847"/>
                  </a:lnTo>
                  <a:lnTo>
                    <a:pt x="272521" y="577847"/>
                  </a:lnTo>
                  <a:lnTo>
                    <a:pt x="271408" y="577847"/>
                  </a:lnTo>
                  <a:lnTo>
                    <a:pt x="270296" y="577847"/>
                  </a:lnTo>
                  <a:lnTo>
                    <a:pt x="269184" y="577847"/>
                  </a:lnTo>
                  <a:lnTo>
                    <a:pt x="268071" y="577847"/>
                  </a:lnTo>
                  <a:lnTo>
                    <a:pt x="266959" y="577847"/>
                  </a:lnTo>
                  <a:lnTo>
                    <a:pt x="265847" y="577847"/>
                  </a:lnTo>
                  <a:lnTo>
                    <a:pt x="264734" y="577847"/>
                  </a:lnTo>
                  <a:lnTo>
                    <a:pt x="263622" y="577847"/>
                  </a:lnTo>
                  <a:lnTo>
                    <a:pt x="262510" y="577847"/>
                  </a:lnTo>
                  <a:lnTo>
                    <a:pt x="261397" y="577847"/>
                  </a:lnTo>
                  <a:lnTo>
                    <a:pt x="260285" y="577847"/>
                  </a:lnTo>
                  <a:lnTo>
                    <a:pt x="259173" y="577847"/>
                  </a:lnTo>
                  <a:lnTo>
                    <a:pt x="258060" y="577847"/>
                  </a:lnTo>
                  <a:lnTo>
                    <a:pt x="256948" y="577847"/>
                  </a:lnTo>
                  <a:lnTo>
                    <a:pt x="255836" y="577847"/>
                  </a:lnTo>
                  <a:lnTo>
                    <a:pt x="254723" y="577847"/>
                  </a:lnTo>
                  <a:lnTo>
                    <a:pt x="253611" y="577847"/>
                  </a:lnTo>
                  <a:lnTo>
                    <a:pt x="252499" y="577847"/>
                  </a:lnTo>
                  <a:lnTo>
                    <a:pt x="251386" y="577847"/>
                  </a:lnTo>
                  <a:lnTo>
                    <a:pt x="250274" y="577847"/>
                  </a:lnTo>
                  <a:lnTo>
                    <a:pt x="249162" y="577847"/>
                  </a:lnTo>
                  <a:lnTo>
                    <a:pt x="248049" y="577847"/>
                  </a:lnTo>
                  <a:lnTo>
                    <a:pt x="246937" y="577847"/>
                  </a:lnTo>
                  <a:lnTo>
                    <a:pt x="245825" y="577847"/>
                  </a:lnTo>
                  <a:lnTo>
                    <a:pt x="244713" y="577847"/>
                  </a:lnTo>
                  <a:lnTo>
                    <a:pt x="243600" y="577847"/>
                  </a:lnTo>
                  <a:lnTo>
                    <a:pt x="242488" y="577847"/>
                  </a:lnTo>
                  <a:lnTo>
                    <a:pt x="241376" y="577847"/>
                  </a:lnTo>
                  <a:lnTo>
                    <a:pt x="240263" y="577847"/>
                  </a:lnTo>
                  <a:lnTo>
                    <a:pt x="239151" y="577847"/>
                  </a:lnTo>
                  <a:lnTo>
                    <a:pt x="238039" y="577847"/>
                  </a:lnTo>
                  <a:lnTo>
                    <a:pt x="236926" y="577847"/>
                  </a:lnTo>
                  <a:lnTo>
                    <a:pt x="235814" y="577847"/>
                  </a:lnTo>
                  <a:lnTo>
                    <a:pt x="234702" y="577847"/>
                  </a:lnTo>
                  <a:lnTo>
                    <a:pt x="233589" y="577847"/>
                  </a:lnTo>
                  <a:lnTo>
                    <a:pt x="232477" y="577847"/>
                  </a:lnTo>
                  <a:lnTo>
                    <a:pt x="231365" y="577847"/>
                  </a:lnTo>
                  <a:lnTo>
                    <a:pt x="230252" y="577847"/>
                  </a:lnTo>
                  <a:lnTo>
                    <a:pt x="229140" y="577847"/>
                  </a:lnTo>
                  <a:lnTo>
                    <a:pt x="228028" y="577847"/>
                  </a:lnTo>
                  <a:lnTo>
                    <a:pt x="226915" y="577847"/>
                  </a:lnTo>
                  <a:lnTo>
                    <a:pt x="225803" y="577847"/>
                  </a:lnTo>
                  <a:lnTo>
                    <a:pt x="224691" y="577847"/>
                  </a:lnTo>
                  <a:lnTo>
                    <a:pt x="223578" y="577847"/>
                  </a:lnTo>
                  <a:lnTo>
                    <a:pt x="222466" y="577847"/>
                  </a:lnTo>
                  <a:lnTo>
                    <a:pt x="221354" y="577847"/>
                  </a:lnTo>
                  <a:lnTo>
                    <a:pt x="220241" y="577847"/>
                  </a:lnTo>
                  <a:lnTo>
                    <a:pt x="219129" y="577847"/>
                  </a:lnTo>
                  <a:lnTo>
                    <a:pt x="218017" y="577847"/>
                  </a:lnTo>
                  <a:lnTo>
                    <a:pt x="216904" y="577847"/>
                  </a:lnTo>
                  <a:lnTo>
                    <a:pt x="215792" y="577847"/>
                  </a:lnTo>
                  <a:lnTo>
                    <a:pt x="214680" y="577847"/>
                  </a:lnTo>
                  <a:lnTo>
                    <a:pt x="213567" y="577847"/>
                  </a:lnTo>
                  <a:lnTo>
                    <a:pt x="212455" y="577847"/>
                  </a:lnTo>
                  <a:lnTo>
                    <a:pt x="211343" y="577847"/>
                  </a:lnTo>
                  <a:lnTo>
                    <a:pt x="210230" y="577847"/>
                  </a:lnTo>
                  <a:lnTo>
                    <a:pt x="209118" y="577847"/>
                  </a:lnTo>
                  <a:lnTo>
                    <a:pt x="208006" y="577847"/>
                  </a:lnTo>
                  <a:lnTo>
                    <a:pt x="206893" y="577847"/>
                  </a:lnTo>
                  <a:lnTo>
                    <a:pt x="205781" y="577847"/>
                  </a:lnTo>
                  <a:lnTo>
                    <a:pt x="204669" y="577847"/>
                  </a:lnTo>
                  <a:lnTo>
                    <a:pt x="203556" y="577847"/>
                  </a:lnTo>
                  <a:lnTo>
                    <a:pt x="202444" y="577847"/>
                  </a:lnTo>
                  <a:lnTo>
                    <a:pt x="201332" y="577847"/>
                  </a:lnTo>
                  <a:lnTo>
                    <a:pt x="200219" y="577847"/>
                  </a:lnTo>
                  <a:lnTo>
                    <a:pt x="199107" y="577847"/>
                  </a:lnTo>
                  <a:lnTo>
                    <a:pt x="197995" y="577847"/>
                  </a:lnTo>
                  <a:lnTo>
                    <a:pt x="196882" y="577847"/>
                  </a:lnTo>
                  <a:lnTo>
                    <a:pt x="195770" y="577847"/>
                  </a:lnTo>
                  <a:lnTo>
                    <a:pt x="194658" y="577847"/>
                  </a:lnTo>
                  <a:lnTo>
                    <a:pt x="193545" y="577847"/>
                  </a:lnTo>
                  <a:lnTo>
                    <a:pt x="192433" y="577847"/>
                  </a:lnTo>
                  <a:lnTo>
                    <a:pt x="191321" y="577847"/>
                  </a:lnTo>
                  <a:lnTo>
                    <a:pt x="190208" y="577847"/>
                  </a:lnTo>
                  <a:lnTo>
                    <a:pt x="189096" y="577847"/>
                  </a:lnTo>
                  <a:lnTo>
                    <a:pt x="187984" y="577847"/>
                  </a:lnTo>
                  <a:lnTo>
                    <a:pt x="186871" y="577847"/>
                  </a:lnTo>
                  <a:lnTo>
                    <a:pt x="185759" y="577847"/>
                  </a:lnTo>
                  <a:lnTo>
                    <a:pt x="184647" y="577847"/>
                  </a:lnTo>
                  <a:lnTo>
                    <a:pt x="183534" y="577847"/>
                  </a:lnTo>
                  <a:lnTo>
                    <a:pt x="182422" y="577847"/>
                  </a:lnTo>
                  <a:lnTo>
                    <a:pt x="181310" y="577847"/>
                  </a:lnTo>
                  <a:lnTo>
                    <a:pt x="180197" y="577847"/>
                  </a:lnTo>
                  <a:lnTo>
                    <a:pt x="179085" y="577847"/>
                  </a:lnTo>
                  <a:lnTo>
                    <a:pt x="177973" y="577847"/>
                  </a:lnTo>
                  <a:lnTo>
                    <a:pt x="176860" y="577847"/>
                  </a:lnTo>
                  <a:lnTo>
                    <a:pt x="175748" y="577847"/>
                  </a:lnTo>
                  <a:lnTo>
                    <a:pt x="174636" y="577847"/>
                  </a:lnTo>
                  <a:lnTo>
                    <a:pt x="173523" y="577847"/>
                  </a:lnTo>
                  <a:lnTo>
                    <a:pt x="172411" y="577847"/>
                  </a:lnTo>
                  <a:lnTo>
                    <a:pt x="171299" y="577847"/>
                  </a:lnTo>
                  <a:lnTo>
                    <a:pt x="170186" y="577847"/>
                  </a:lnTo>
                  <a:lnTo>
                    <a:pt x="169074" y="577847"/>
                  </a:lnTo>
                  <a:lnTo>
                    <a:pt x="167962" y="577847"/>
                  </a:lnTo>
                  <a:lnTo>
                    <a:pt x="166849" y="577847"/>
                  </a:lnTo>
                  <a:lnTo>
                    <a:pt x="165737" y="577847"/>
                  </a:lnTo>
                  <a:lnTo>
                    <a:pt x="164625" y="577847"/>
                  </a:lnTo>
                  <a:lnTo>
                    <a:pt x="163512" y="577847"/>
                  </a:lnTo>
                  <a:lnTo>
                    <a:pt x="162400" y="577847"/>
                  </a:lnTo>
                  <a:lnTo>
                    <a:pt x="161288" y="577847"/>
                  </a:lnTo>
                  <a:lnTo>
                    <a:pt x="160175" y="577847"/>
                  </a:lnTo>
                  <a:lnTo>
                    <a:pt x="159063" y="577847"/>
                  </a:lnTo>
                  <a:lnTo>
                    <a:pt x="157951" y="577847"/>
                  </a:lnTo>
                  <a:lnTo>
                    <a:pt x="156838" y="577847"/>
                  </a:lnTo>
                  <a:lnTo>
                    <a:pt x="155726" y="577847"/>
                  </a:lnTo>
                  <a:lnTo>
                    <a:pt x="154614" y="577847"/>
                  </a:lnTo>
                  <a:lnTo>
                    <a:pt x="153501" y="577847"/>
                  </a:lnTo>
                  <a:lnTo>
                    <a:pt x="152389" y="577847"/>
                  </a:lnTo>
                  <a:lnTo>
                    <a:pt x="151277" y="577847"/>
                  </a:lnTo>
                  <a:lnTo>
                    <a:pt x="150164" y="577847"/>
                  </a:lnTo>
                  <a:lnTo>
                    <a:pt x="149052" y="577847"/>
                  </a:lnTo>
                  <a:lnTo>
                    <a:pt x="147940" y="577847"/>
                  </a:lnTo>
                  <a:lnTo>
                    <a:pt x="146827" y="577847"/>
                  </a:lnTo>
                  <a:lnTo>
                    <a:pt x="145715" y="577847"/>
                  </a:lnTo>
                  <a:lnTo>
                    <a:pt x="144603" y="577847"/>
                  </a:lnTo>
                  <a:lnTo>
                    <a:pt x="143490" y="577847"/>
                  </a:lnTo>
                  <a:lnTo>
                    <a:pt x="142378" y="577847"/>
                  </a:lnTo>
                  <a:lnTo>
                    <a:pt x="141266" y="577847"/>
                  </a:lnTo>
                  <a:lnTo>
                    <a:pt x="140153" y="577847"/>
                  </a:lnTo>
                  <a:lnTo>
                    <a:pt x="139041" y="577847"/>
                  </a:lnTo>
                  <a:lnTo>
                    <a:pt x="137929" y="577847"/>
                  </a:lnTo>
                  <a:lnTo>
                    <a:pt x="136816" y="577847"/>
                  </a:lnTo>
                  <a:lnTo>
                    <a:pt x="135704" y="577847"/>
                  </a:lnTo>
                  <a:lnTo>
                    <a:pt x="134592" y="577847"/>
                  </a:lnTo>
                  <a:lnTo>
                    <a:pt x="133479" y="577847"/>
                  </a:lnTo>
                  <a:lnTo>
                    <a:pt x="132367" y="577847"/>
                  </a:lnTo>
                  <a:lnTo>
                    <a:pt x="131255" y="577847"/>
                  </a:lnTo>
                  <a:lnTo>
                    <a:pt x="130142" y="577847"/>
                  </a:lnTo>
                  <a:lnTo>
                    <a:pt x="129030" y="577847"/>
                  </a:lnTo>
                  <a:lnTo>
                    <a:pt x="127918" y="577847"/>
                  </a:lnTo>
                  <a:lnTo>
                    <a:pt x="126805" y="577847"/>
                  </a:lnTo>
                  <a:lnTo>
                    <a:pt x="125693" y="577847"/>
                  </a:lnTo>
                  <a:lnTo>
                    <a:pt x="124581" y="577847"/>
                  </a:lnTo>
                  <a:lnTo>
                    <a:pt x="123468" y="577847"/>
                  </a:lnTo>
                  <a:lnTo>
                    <a:pt x="122356" y="577847"/>
                  </a:lnTo>
                  <a:lnTo>
                    <a:pt x="121244" y="577847"/>
                  </a:lnTo>
                  <a:lnTo>
                    <a:pt x="120131" y="577847"/>
                  </a:lnTo>
                  <a:lnTo>
                    <a:pt x="119019" y="577847"/>
                  </a:lnTo>
                  <a:lnTo>
                    <a:pt x="117907" y="577847"/>
                  </a:lnTo>
                  <a:lnTo>
                    <a:pt x="116794" y="577847"/>
                  </a:lnTo>
                  <a:lnTo>
                    <a:pt x="115682" y="577847"/>
                  </a:lnTo>
                  <a:lnTo>
                    <a:pt x="114570" y="577847"/>
                  </a:lnTo>
                  <a:lnTo>
                    <a:pt x="113457" y="577847"/>
                  </a:lnTo>
                  <a:lnTo>
                    <a:pt x="112345" y="577847"/>
                  </a:lnTo>
                  <a:lnTo>
                    <a:pt x="111233" y="577847"/>
                  </a:lnTo>
                  <a:lnTo>
                    <a:pt x="110120" y="577847"/>
                  </a:lnTo>
                  <a:lnTo>
                    <a:pt x="109008" y="577847"/>
                  </a:lnTo>
                  <a:lnTo>
                    <a:pt x="107896" y="577847"/>
                  </a:lnTo>
                  <a:lnTo>
                    <a:pt x="106783" y="577847"/>
                  </a:lnTo>
                  <a:lnTo>
                    <a:pt x="105671" y="577847"/>
                  </a:lnTo>
                  <a:lnTo>
                    <a:pt x="104559" y="577847"/>
                  </a:lnTo>
                  <a:lnTo>
                    <a:pt x="103446" y="577847"/>
                  </a:lnTo>
                  <a:lnTo>
                    <a:pt x="102334" y="577847"/>
                  </a:lnTo>
                  <a:lnTo>
                    <a:pt x="101222" y="577847"/>
                  </a:lnTo>
                  <a:lnTo>
                    <a:pt x="100109" y="577847"/>
                  </a:lnTo>
                  <a:lnTo>
                    <a:pt x="98997" y="577847"/>
                  </a:lnTo>
                  <a:lnTo>
                    <a:pt x="97885" y="577847"/>
                  </a:lnTo>
                  <a:lnTo>
                    <a:pt x="96772" y="577847"/>
                  </a:lnTo>
                  <a:lnTo>
                    <a:pt x="95660" y="577847"/>
                  </a:lnTo>
                  <a:lnTo>
                    <a:pt x="94548" y="577847"/>
                  </a:lnTo>
                  <a:lnTo>
                    <a:pt x="93435" y="577847"/>
                  </a:lnTo>
                  <a:lnTo>
                    <a:pt x="92323" y="577847"/>
                  </a:lnTo>
                  <a:lnTo>
                    <a:pt x="91211" y="577847"/>
                  </a:lnTo>
                  <a:lnTo>
                    <a:pt x="90098" y="577847"/>
                  </a:lnTo>
                  <a:lnTo>
                    <a:pt x="88986" y="577847"/>
                  </a:lnTo>
                  <a:lnTo>
                    <a:pt x="87874" y="577847"/>
                  </a:lnTo>
                  <a:lnTo>
                    <a:pt x="86761" y="577847"/>
                  </a:lnTo>
                  <a:lnTo>
                    <a:pt x="85649" y="577847"/>
                  </a:lnTo>
                  <a:lnTo>
                    <a:pt x="84537" y="577847"/>
                  </a:lnTo>
                  <a:lnTo>
                    <a:pt x="83424" y="577847"/>
                  </a:lnTo>
                  <a:lnTo>
                    <a:pt x="82312" y="577847"/>
                  </a:lnTo>
                  <a:lnTo>
                    <a:pt x="81200" y="577847"/>
                  </a:lnTo>
                  <a:lnTo>
                    <a:pt x="80087" y="577847"/>
                  </a:lnTo>
                  <a:lnTo>
                    <a:pt x="78975" y="577847"/>
                  </a:lnTo>
                  <a:lnTo>
                    <a:pt x="77863" y="577847"/>
                  </a:lnTo>
                  <a:lnTo>
                    <a:pt x="76750" y="577847"/>
                  </a:lnTo>
                  <a:lnTo>
                    <a:pt x="75638" y="577847"/>
                  </a:lnTo>
                  <a:lnTo>
                    <a:pt x="74526" y="577847"/>
                  </a:lnTo>
                  <a:lnTo>
                    <a:pt x="73413" y="577847"/>
                  </a:lnTo>
                  <a:lnTo>
                    <a:pt x="72301" y="577847"/>
                  </a:lnTo>
                  <a:lnTo>
                    <a:pt x="71189" y="577847"/>
                  </a:lnTo>
                  <a:lnTo>
                    <a:pt x="70076" y="577847"/>
                  </a:lnTo>
                  <a:lnTo>
                    <a:pt x="68964" y="577847"/>
                  </a:lnTo>
                  <a:lnTo>
                    <a:pt x="67852" y="577847"/>
                  </a:lnTo>
                  <a:lnTo>
                    <a:pt x="66739" y="577847"/>
                  </a:lnTo>
                  <a:lnTo>
                    <a:pt x="65627" y="577847"/>
                  </a:lnTo>
                  <a:lnTo>
                    <a:pt x="64515" y="577847"/>
                  </a:lnTo>
                  <a:lnTo>
                    <a:pt x="63402" y="577847"/>
                  </a:lnTo>
                  <a:lnTo>
                    <a:pt x="62290" y="577847"/>
                  </a:lnTo>
                  <a:lnTo>
                    <a:pt x="61178" y="577847"/>
                  </a:lnTo>
                  <a:lnTo>
                    <a:pt x="60065" y="577847"/>
                  </a:lnTo>
                  <a:lnTo>
                    <a:pt x="58953" y="577847"/>
                  </a:lnTo>
                  <a:lnTo>
                    <a:pt x="57841" y="577847"/>
                  </a:lnTo>
                  <a:lnTo>
                    <a:pt x="56728" y="577847"/>
                  </a:lnTo>
                  <a:lnTo>
                    <a:pt x="55616" y="577847"/>
                  </a:lnTo>
                  <a:lnTo>
                    <a:pt x="54504" y="577847"/>
                  </a:lnTo>
                  <a:lnTo>
                    <a:pt x="53391" y="577847"/>
                  </a:lnTo>
                  <a:lnTo>
                    <a:pt x="52279" y="577847"/>
                  </a:lnTo>
                  <a:lnTo>
                    <a:pt x="51167" y="577847"/>
                  </a:lnTo>
                  <a:lnTo>
                    <a:pt x="50054" y="577847"/>
                  </a:lnTo>
                  <a:lnTo>
                    <a:pt x="48942" y="577847"/>
                  </a:lnTo>
                  <a:lnTo>
                    <a:pt x="47830" y="577847"/>
                  </a:lnTo>
                  <a:lnTo>
                    <a:pt x="46717" y="577847"/>
                  </a:lnTo>
                  <a:lnTo>
                    <a:pt x="45605" y="577847"/>
                  </a:lnTo>
                  <a:lnTo>
                    <a:pt x="44493" y="577847"/>
                  </a:lnTo>
                  <a:lnTo>
                    <a:pt x="43380" y="577847"/>
                  </a:lnTo>
                  <a:lnTo>
                    <a:pt x="42268" y="577847"/>
                  </a:lnTo>
                  <a:lnTo>
                    <a:pt x="41156" y="577847"/>
                  </a:lnTo>
                  <a:lnTo>
                    <a:pt x="40043" y="577847"/>
                  </a:lnTo>
                  <a:lnTo>
                    <a:pt x="38931" y="577847"/>
                  </a:lnTo>
                  <a:lnTo>
                    <a:pt x="37819" y="577847"/>
                  </a:lnTo>
                  <a:lnTo>
                    <a:pt x="36706" y="577847"/>
                  </a:lnTo>
                  <a:lnTo>
                    <a:pt x="35594" y="577847"/>
                  </a:lnTo>
                  <a:lnTo>
                    <a:pt x="34482" y="577847"/>
                  </a:lnTo>
                  <a:lnTo>
                    <a:pt x="33369" y="577847"/>
                  </a:lnTo>
                  <a:lnTo>
                    <a:pt x="32257" y="577847"/>
                  </a:lnTo>
                  <a:lnTo>
                    <a:pt x="31145" y="577847"/>
                  </a:lnTo>
                  <a:lnTo>
                    <a:pt x="30032" y="577847"/>
                  </a:lnTo>
                  <a:lnTo>
                    <a:pt x="28920" y="577847"/>
                  </a:lnTo>
                  <a:lnTo>
                    <a:pt x="27808" y="577847"/>
                  </a:lnTo>
                  <a:lnTo>
                    <a:pt x="26695" y="577847"/>
                  </a:lnTo>
                  <a:lnTo>
                    <a:pt x="25583" y="577847"/>
                  </a:lnTo>
                  <a:lnTo>
                    <a:pt x="24471" y="577847"/>
                  </a:lnTo>
                  <a:lnTo>
                    <a:pt x="23358" y="577847"/>
                  </a:lnTo>
                  <a:lnTo>
                    <a:pt x="22246" y="577847"/>
                  </a:lnTo>
                  <a:lnTo>
                    <a:pt x="21134" y="577847"/>
                  </a:lnTo>
                  <a:lnTo>
                    <a:pt x="20021" y="577847"/>
                  </a:lnTo>
                  <a:lnTo>
                    <a:pt x="18909" y="577847"/>
                  </a:lnTo>
                  <a:lnTo>
                    <a:pt x="17797" y="577847"/>
                  </a:lnTo>
                  <a:lnTo>
                    <a:pt x="16684" y="577847"/>
                  </a:lnTo>
                  <a:lnTo>
                    <a:pt x="15572" y="577847"/>
                  </a:lnTo>
                  <a:lnTo>
                    <a:pt x="14460" y="577847"/>
                  </a:lnTo>
                  <a:lnTo>
                    <a:pt x="13347" y="577847"/>
                  </a:lnTo>
                  <a:lnTo>
                    <a:pt x="12235" y="577847"/>
                  </a:lnTo>
                  <a:lnTo>
                    <a:pt x="11123" y="577847"/>
                  </a:lnTo>
                  <a:lnTo>
                    <a:pt x="10010" y="577847"/>
                  </a:lnTo>
                  <a:lnTo>
                    <a:pt x="8898" y="577847"/>
                  </a:lnTo>
                  <a:lnTo>
                    <a:pt x="7786" y="577847"/>
                  </a:lnTo>
                  <a:lnTo>
                    <a:pt x="6673" y="577847"/>
                  </a:lnTo>
                  <a:lnTo>
                    <a:pt x="5561" y="577847"/>
                  </a:lnTo>
                  <a:lnTo>
                    <a:pt x="4449" y="577847"/>
                  </a:lnTo>
                  <a:lnTo>
                    <a:pt x="3336" y="577847"/>
                  </a:lnTo>
                  <a:lnTo>
                    <a:pt x="2224" y="577847"/>
                  </a:lnTo>
                  <a:lnTo>
                    <a:pt x="1112" y="577847"/>
                  </a:lnTo>
                  <a:lnTo>
                    <a:pt x="0" y="57784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818239" y="1558405"/>
              <a:ext cx="568401" cy="575267"/>
            </a:xfrm>
            <a:custGeom>
              <a:avLst/>
              <a:pathLst>
                <a:path w="568401" h="575267">
                  <a:moveTo>
                    <a:pt x="0" y="372747"/>
                  </a:moveTo>
                  <a:lnTo>
                    <a:pt x="1112" y="356217"/>
                  </a:lnTo>
                  <a:lnTo>
                    <a:pt x="2224" y="339046"/>
                  </a:lnTo>
                  <a:lnTo>
                    <a:pt x="3336" y="321238"/>
                  </a:lnTo>
                  <a:lnTo>
                    <a:pt x="4449" y="302994"/>
                  </a:lnTo>
                  <a:lnTo>
                    <a:pt x="5561" y="284379"/>
                  </a:lnTo>
                  <a:lnTo>
                    <a:pt x="6673" y="265463"/>
                  </a:lnTo>
                  <a:lnTo>
                    <a:pt x="7786" y="246311"/>
                  </a:lnTo>
                  <a:lnTo>
                    <a:pt x="8898" y="227051"/>
                  </a:lnTo>
                  <a:lnTo>
                    <a:pt x="10010" y="207825"/>
                  </a:lnTo>
                  <a:lnTo>
                    <a:pt x="11123" y="188728"/>
                  </a:lnTo>
                  <a:lnTo>
                    <a:pt x="12235" y="169856"/>
                  </a:lnTo>
                  <a:lnTo>
                    <a:pt x="13347" y="151366"/>
                  </a:lnTo>
                  <a:lnTo>
                    <a:pt x="14460" y="133482"/>
                  </a:lnTo>
                  <a:lnTo>
                    <a:pt x="15572" y="116231"/>
                  </a:lnTo>
                  <a:lnTo>
                    <a:pt x="16684" y="99712"/>
                  </a:lnTo>
                  <a:lnTo>
                    <a:pt x="17797" y="84025"/>
                  </a:lnTo>
                  <a:lnTo>
                    <a:pt x="18909" y="69395"/>
                  </a:lnTo>
                  <a:lnTo>
                    <a:pt x="20021" y="56078"/>
                  </a:lnTo>
                  <a:lnTo>
                    <a:pt x="21134" y="43949"/>
                  </a:lnTo>
                  <a:lnTo>
                    <a:pt x="22246" y="33080"/>
                  </a:lnTo>
                  <a:lnTo>
                    <a:pt x="23358" y="23541"/>
                  </a:lnTo>
                  <a:lnTo>
                    <a:pt x="24471" y="15581"/>
                  </a:lnTo>
                  <a:lnTo>
                    <a:pt x="25583" y="9398"/>
                  </a:lnTo>
                  <a:lnTo>
                    <a:pt x="26695" y="4727"/>
                  </a:lnTo>
                  <a:lnTo>
                    <a:pt x="27808" y="1590"/>
                  </a:lnTo>
                  <a:lnTo>
                    <a:pt x="28920" y="0"/>
                  </a:lnTo>
                  <a:lnTo>
                    <a:pt x="30032" y="170"/>
                  </a:lnTo>
                  <a:lnTo>
                    <a:pt x="31145" y="2176"/>
                  </a:lnTo>
                  <a:lnTo>
                    <a:pt x="32257" y="5677"/>
                  </a:lnTo>
                  <a:lnTo>
                    <a:pt x="33369" y="10632"/>
                  </a:lnTo>
                  <a:lnTo>
                    <a:pt x="34482" y="16997"/>
                  </a:lnTo>
                  <a:lnTo>
                    <a:pt x="35594" y="24899"/>
                  </a:lnTo>
                  <a:lnTo>
                    <a:pt x="36706" y="34283"/>
                  </a:lnTo>
                  <a:lnTo>
                    <a:pt x="37819" y="44812"/>
                  </a:lnTo>
                  <a:lnTo>
                    <a:pt x="38931" y="56403"/>
                  </a:lnTo>
                  <a:lnTo>
                    <a:pt x="40043" y="68972"/>
                  </a:lnTo>
                  <a:lnTo>
                    <a:pt x="41156" y="82538"/>
                  </a:lnTo>
                  <a:lnTo>
                    <a:pt x="42268" y="96961"/>
                  </a:lnTo>
                  <a:lnTo>
                    <a:pt x="43380" y="111984"/>
                  </a:lnTo>
                  <a:lnTo>
                    <a:pt x="44493" y="127512"/>
                  </a:lnTo>
                  <a:lnTo>
                    <a:pt x="45605" y="143447"/>
                  </a:lnTo>
                  <a:lnTo>
                    <a:pt x="46717" y="159720"/>
                  </a:lnTo>
                  <a:lnTo>
                    <a:pt x="47830" y="176172"/>
                  </a:lnTo>
                  <a:lnTo>
                    <a:pt x="48942" y="192669"/>
                  </a:lnTo>
                  <a:lnTo>
                    <a:pt x="50054" y="209129"/>
                  </a:lnTo>
                  <a:lnTo>
                    <a:pt x="51167" y="225473"/>
                  </a:lnTo>
                  <a:lnTo>
                    <a:pt x="52279" y="241577"/>
                  </a:lnTo>
                  <a:lnTo>
                    <a:pt x="53391" y="257326"/>
                  </a:lnTo>
                  <a:lnTo>
                    <a:pt x="54504" y="272701"/>
                  </a:lnTo>
                  <a:lnTo>
                    <a:pt x="55616" y="287654"/>
                  </a:lnTo>
                  <a:lnTo>
                    <a:pt x="56728" y="302139"/>
                  </a:lnTo>
                  <a:lnTo>
                    <a:pt x="57841" y="316016"/>
                  </a:lnTo>
                  <a:lnTo>
                    <a:pt x="58953" y="329244"/>
                  </a:lnTo>
                  <a:lnTo>
                    <a:pt x="60065" y="341886"/>
                  </a:lnTo>
                  <a:lnTo>
                    <a:pt x="61178" y="353925"/>
                  </a:lnTo>
                  <a:lnTo>
                    <a:pt x="62290" y="365351"/>
                  </a:lnTo>
                  <a:lnTo>
                    <a:pt x="63402" y="376040"/>
                  </a:lnTo>
                  <a:lnTo>
                    <a:pt x="64515" y="386014"/>
                  </a:lnTo>
                  <a:lnTo>
                    <a:pt x="65627" y="395375"/>
                  </a:lnTo>
                  <a:lnTo>
                    <a:pt x="66739" y="404131"/>
                  </a:lnTo>
                  <a:lnTo>
                    <a:pt x="67852" y="412295"/>
                  </a:lnTo>
                  <a:lnTo>
                    <a:pt x="68964" y="419774"/>
                  </a:lnTo>
                  <a:lnTo>
                    <a:pt x="70076" y="426628"/>
                  </a:lnTo>
                  <a:lnTo>
                    <a:pt x="71189" y="432959"/>
                  </a:lnTo>
                  <a:lnTo>
                    <a:pt x="72301" y="438790"/>
                  </a:lnTo>
                  <a:lnTo>
                    <a:pt x="73413" y="444141"/>
                  </a:lnTo>
                  <a:lnTo>
                    <a:pt x="74526" y="448953"/>
                  </a:lnTo>
                  <a:lnTo>
                    <a:pt x="75638" y="453294"/>
                  </a:lnTo>
                  <a:lnTo>
                    <a:pt x="76750" y="457249"/>
                  </a:lnTo>
                  <a:lnTo>
                    <a:pt x="77863" y="460841"/>
                  </a:lnTo>
                  <a:lnTo>
                    <a:pt x="78975" y="464092"/>
                  </a:lnTo>
                  <a:lnTo>
                    <a:pt x="80087" y="466966"/>
                  </a:lnTo>
                  <a:lnTo>
                    <a:pt x="81200" y="469524"/>
                  </a:lnTo>
                  <a:lnTo>
                    <a:pt x="82312" y="471825"/>
                  </a:lnTo>
                  <a:lnTo>
                    <a:pt x="83424" y="473887"/>
                  </a:lnTo>
                  <a:lnTo>
                    <a:pt x="84537" y="475730"/>
                  </a:lnTo>
                  <a:lnTo>
                    <a:pt x="85649" y="477333"/>
                  </a:lnTo>
                  <a:lnTo>
                    <a:pt x="86761" y="478742"/>
                  </a:lnTo>
                  <a:lnTo>
                    <a:pt x="87874" y="479994"/>
                  </a:lnTo>
                  <a:lnTo>
                    <a:pt x="88986" y="481102"/>
                  </a:lnTo>
                  <a:lnTo>
                    <a:pt x="90098" y="482081"/>
                  </a:lnTo>
                  <a:lnTo>
                    <a:pt x="91211" y="482919"/>
                  </a:lnTo>
                  <a:lnTo>
                    <a:pt x="92323" y="483648"/>
                  </a:lnTo>
                  <a:lnTo>
                    <a:pt x="93435" y="484290"/>
                  </a:lnTo>
                  <a:lnTo>
                    <a:pt x="94548" y="484855"/>
                  </a:lnTo>
                  <a:lnTo>
                    <a:pt x="95660" y="485350"/>
                  </a:lnTo>
                  <a:lnTo>
                    <a:pt x="96772" y="485773"/>
                  </a:lnTo>
                  <a:lnTo>
                    <a:pt x="97885" y="486144"/>
                  </a:lnTo>
                  <a:lnTo>
                    <a:pt x="98997" y="486475"/>
                  </a:lnTo>
                  <a:lnTo>
                    <a:pt x="100109" y="486771"/>
                  </a:lnTo>
                  <a:lnTo>
                    <a:pt x="101222" y="487039"/>
                  </a:lnTo>
                  <a:lnTo>
                    <a:pt x="102334" y="487281"/>
                  </a:lnTo>
                  <a:lnTo>
                    <a:pt x="103446" y="487507"/>
                  </a:lnTo>
                  <a:lnTo>
                    <a:pt x="104559" y="487723"/>
                  </a:lnTo>
                  <a:lnTo>
                    <a:pt x="105671" y="487933"/>
                  </a:lnTo>
                  <a:lnTo>
                    <a:pt x="106783" y="488141"/>
                  </a:lnTo>
                  <a:lnTo>
                    <a:pt x="107896" y="488351"/>
                  </a:lnTo>
                  <a:lnTo>
                    <a:pt x="109008" y="488567"/>
                  </a:lnTo>
                  <a:lnTo>
                    <a:pt x="110120" y="488792"/>
                  </a:lnTo>
                  <a:lnTo>
                    <a:pt x="111233" y="489028"/>
                  </a:lnTo>
                  <a:lnTo>
                    <a:pt x="112345" y="489275"/>
                  </a:lnTo>
                  <a:lnTo>
                    <a:pt x="113457" y="489540"/>
                  </a:lnTo>
                  <a:lnTo>
                    <a:pt x="114570" y="489823"/>
                  </a:lnTo>
                  <a:lnTo>
                    <a:pt x="115682" y="490122"/>
                  </a:lnTo>
                  <a:lnTo>
                    <a:pt x="116794" y="490438"/>
                  </a:lnTo>
                  <a:lnTo>
                    <a:pt x="117907" y="490772"/>
                  </a:lnTo>
                  <a:lnTo>
                    <a:pt x="119019" y="491129"/>
                  </a:lnTo>
                  <a:lnTo>
                    <a:pt x="120131" y="491506"/>
                  </a:lnTo>
                  <a:lnTo>
                    <a:pt x="121244" y="491902"/>
                  </a:lnTo>
                  <a:lnTo>
                    <a:pt x="122356" y="492315"/>
                  </a:lnTo>
                  <a:lnTo>
                    <a:pt x="123468" y="492747"/>
                  </a:lnTo>
                  <a:lnTo>
                    <a:pt x="124581" y="493202"/>
                  </a:lnTo>
                  <a:lnTo>
                    <a:pt x="125693" y="493675"/>
                  </a:lnTo>
                  <a:lnTo>
                    <a:pt x="126805" y="494166"/>
                  </a:lnTo>
                  <a:lnTo>
                    <a:pt x="127918" y="494673"/>
                  </a:lnTo>
                  <a:lnTo>
                    <a:pt x="129030" y="495198"/>
                  </a:lnTo>
                  <a:lnTo>
                    <a:pt x="130142" y="495744"/>
                  </a:lnTo>
                  <a:lnTo>
                    <a:pt x="131255" y="496308"/>
                  </a:lnTo>
                  <a:lnTo>
                    <a:pt x="132367" y="496888"/>
                  </a:lnTo>
                  <a:lnTo>
                    <a:pt x="133479" y="497484"/>
                  </a:lnTo>
                  <a:lnTo>
                    <a:pt x="134592" y="498097"/>
                  </a:lnTo>
                  <a:lnTo>
                    <a:pt x="135704" y="498731"/>
                  </a:lnTo>
                  <a:lnTo>
                    <a:pt x="136816" y="499384"/>
                  </a:lnTo>
                  <a:lnTo>
                    <a:pt x="137929" y="500053"/>
                  </a:lnTo>
                  <a:lnTo>
                    <a:pt x="139041" y="500740"/>
                  </a:lnTo>
                  <a:lnTo>
                    <a:pt x="140153" y="501444"/>
                  </a:lnTo>
                  <a:lnTo>
                    <a:pt x="141266" y="502171"/>
                  </a:lnTo>
                  <a:lnTo>
                    <a:pt x="142378" y="502917"/>
                  </a:lnTo>
                  <a:lnTo>
                    <a:pt x="143490" y="503681"/>
                  </a:lnTo>
                  <a:lnTo>
                    <a:pt x="144603" y="504465"/>
                  </a:lnTo>
                  <a:lnTo>
                    <a:pt x="145715" y="505266"/>
                  </a:lnTo>
                  <a:lnTo>
                    <a:pt x="146827" y="506092"/>
                  </a:lnTo>
                  <a:lnTo>
                    <a:pt x="147940" y="506938"/>
                  </a:lnTo>
                  <a:lnTo>
                    <a:pt x="149052" y="507802"/>
                  </a:lnTo>
                  <a:lnTo>
                    <a:pt x="150164" y="508684"/>
                  </a:lnTo>
                  <a:lnTo>
                    <a:pt x="151277" y="509584"/>
                  </a:lnTo>
                  <a:lnTo>
                    <a:pt x="152389" y="510507"/>
                  </a:lnTo>
                  <a:lnTo>
                    <a:pt x="153501" y="511447"/>
                  </a:lnTo>
                  <a:lnTo>
                    <a:pt x="154614" y="512403"/>
                  </a:lnTo>
                  <a:lnTo>
                    <a:pt x="155726" y="513373"/>
                  </a:lnTo>
                  <a:lnTo>
                    <a:pt x="156838" y="514357"/>
                  </a:lnTo>
                  <a:lnTo>
                    <a:pt x="157951" y="515356"/>
                  </a:lnTo>
                  <a:lnTo>
                    <a:pt x="159063" y="516366"/>
                  </a:lnTo>
                  <a:lnTo>
                    <a:pt x="160175" y="517384"/>
                  </a:lnTo>
                  <a:lnTo>
                    <a:pt x="161288" y="518408"/>
                  </a:lnTo>
                  <a:lnTo>
                    <a:pt x="162400" y="519437"/>
                  </a:lnTo>
                  <a:lnTo>
                    <a:pt x="163512" y="520469"/>
                  </a:lnTo>
                  <a:lnTo>
                    <a:pt x="164625" y="521499"/>
                  </a:lnTo>
                  <a:lnTo>
                    <a:pt x="165737" y="522526"/>
                  </a:lnTo>
                  <a:lnTo>
                    <a:pt x="166849" y="523548"/>
                  </a:lnTo>
                  <a:lnTo>
                    <a:pt x="167962" y="524561"/>
                  </a:lnTo>
                  <a:lnTo>
                    <a:pt x="169074" y="525560"/>
                  </a:lnTo>
                  <a:lnTo>
                    <a:pt x="170186" y="526544"/>
                  </a:lnTo>
                  <a:lnTo>
                    <a:pt x="171299" y="527511"/>
                  </a:lnTo>
                  <a:lnTo>
                    <a:pt x="172411" y="528460"/>
                  </a:lnTo>
                  <a:lnTo>
                    <a:pt x="173523" y="529386"/>
                  </a:lnTo>
                  <a:lnTo>
                    <a:pt x="174636" y="530281"/>
                  </a:lnTo>
                  <a:lnTo>
                    <a:pt x="175748" y="531149"/>
                  </a:lnTo>
                  <a:lnTo>
                    <a:pt x="176860" y="531988"/>
                  </a:lnTo>
                  <a:lnTo>
                    <a:pt x="177973" y="532798"/>
                  </a:lnTo>
                  <a:lnTo>
                    <a:pt x="179085" y="533576"/>
                  </a:lnTo>
                  <a:lnTo>
                    <a:pt x="180197" y="534310"/>
                  </a:lnTo>
                  <a:lnTo>
                    <a:pt x="181310" y="535011"/>
                  </a:lnTo>
                  <a:lnTo>
                    <a:pt x="182422" y="535677"/>
                  </a:lnTo>
                  <a:lnTo>
                    <a:pt x="183534" y="536308"/>
                  </a:lnTo>
                  <a:lnTo>
                    <a:pt x="184647" y="536903"/>
                  </a:lnTo>
                  <a:lnTo>
                    <a:pt x="185759" y="537453"/>
                  </a:lnTo>
                  <a:lnTo>
                    <a:pt x="186871" y="537968"/>
                  </a:lnTo>
                  <a:lnTo>
                    <a:pt x="187984" y="538450"/>
                  </a:lnTo>
                  <a:lnTo>
                    <a:pt x="189096" y="538898"/>
                  </a:lnTo>
                  <a:lnTo>
                    <a:pt x="190208" y="539314"/>
                  </a:lnTo>
                  <a:lnTo>
                    <a:pt x="191321" y="539689"/>
                  </a:lnTo>
                  <a:lnTo>
                    <a:pt x="192433" y="540035"/>
                  </a:lnTo>
                  <a:lnTo>
                    <a:pt x="193545" y="540354"/>
                  </a:lnTo>
                  <a:lnTo>
                    <a:pt x="194658" y="540647"/>
                  </a:lnTo>
                  <a:lnTo>
                    <a:pt x="195770" y="540913"/>
                  </a:lnTo>
                  <a:lnTo>
                    <a:pt x="196882" y="541150"/>
                  </a:lnTo>
                  <a:lnTo>
                    <a:pt x="197995" y="541366"/>
                  </a:lnTo>
                  <a:lnTo>
                    <a:pt x="199107" y="541562"/>
                  </a:lnTo>
                  <a:lnTo>
                    <a:pt x="200219" y="541741"/>
                  </a:lnTo>
                  <a:lnTo>
                    <a:pt x="201332" y="541902"/>
                  </a:lnTo>
                  <a:lnTo>
                    <a:pt x="202444" y="542044"/>
                  </a:lnTo>
                  <a:lnTo>
                    <a:pt x="203556" y="542174"/>
                  </a:lnTo>
                  <a:lnTo>
                    <a:pt x="204669" y="542291"/>
                  </a:lnTo>
                  <a:lnTo>
                    <a:pt x="205781" y="542399"/>
                  </a:lnTo>
                  <a:lnTo>
                    <a:pt x="206893" y="542496"/>
                  </a:lnTo>
                  <a:lnTo>
                    <a:pt x="208006" y="542583"/>
                  </a:lnTo>
                  <a:lnTo>
                    <a:pt x="209118" y="542664"/>
                  </a:lnTo>
                  <a:lnTo>
                    <a:pt x="210230" y="542739"/>
                  </a:lnTo>
                  <a:lnTo>
                    <a:pt x="211343" y="542809"/>
                  </a:lnTo>
                  <a:lnTo>
                    <a:pt x="212455" y="542874"/>
                  </a:lnTo>
                  <a:lnTo>
                    <a:pt x="213567" y="542935"/>
                  </a:lnTo>
                  <a:lnTo>
                    <a:pt x="214680" y="542993"/>
                  </a:lnTo>
                  <a:lnTo>
                    <a:pt x="215792" y="543049"/>
                  </a:lnTo>
                  <a:lnTo>
                    <a:pt x="216904" y="543102"/>
                  </a:lnTo>
                  <a:lnTo>
                    <a:pt x="218017" y="543154"/>
                  </a:lnTo>
                  <a:lnTo>
                    <a:pt x="219129" y="543204"/>
                  </a:lnTo>
                  <a:lnTo>
                    <a:pt x="220241" y="543253"/>
                  </a:lnTo>
                  <a:lnTo>
                    <a:pt x="221354" y="543300"/>
                  </a:lnTo>
                  <a:lnTo>
                    <a:pt x="222466" y="543346"/>
                  </a:lnTo>
                  <a:lnTo>
                    <a:pt x="223578" y="543390"/>
                  </a:lnTo>
                  <a:lnTo>
                    <a:pt x="224691" y="543432"/>
                  </a:lnTo>
                  <a:lnTo>
                    <a:pt x="225803" y="543471"/>
                  </a:lnTo>
                  <a:lnTo>
                    <a:pt x="226915" y="543508"/>
                  </a:lnTo>
                  <a:lnTo>
                    <a:pt x="228028" y="543542"/>
                  </a:lnTo>
                  <a:lnTo>
                    <a:pt x="229140" y="543572"/>
                  </a:lnTo>
                  <a:lnTo>
                    <a:pt x="230252" y="543596"/>
                  </a:lnTo>
                  <a:lnTo>
                    <a:pt x="231365" y="543616"/>
                  </a:lnTo>
                  <a:lnTo>
                    <a:pt x="232477" y="543630"/>
                  </a:lnTo>
                  <a:lnTo>
                    <a:pt x="233589" y="543639"/>
                  </a:lnTo>
                  <a:lnTo>
                    <a:pt x="234702" y="543641"/>
                  </a:lnTo>
                  <a:lnTo>
                    <a:pt x="235814" y="543635"/>
                  </a:lnTo>
                  <a:lnTo>
                    <a:pt x="236926" y="543622"/>
                  </a:lnTo>
                  <a:lnTo>
                    <a:pt x="238039" y="543601"/>
                  </a:lnTo>
                  <a:lnTo>
                    <a:pt x="239151" y="543574"/>
                  </a:lnTo>
                  <a:lnTo>
                    <a:pt x="240263" y="543538"/>
                  </a:lnTo>
                  <a:lnTo>
                    <a:pt x="241376" y="543494"/>
                  </a:lnTo>
                  <a:lnTo>
                    <a:pt x="242488" y="543443"/>
                  </a:lnTo>
                  <a:lnTo>
                    <a:pt x="243600" y="543386"/>
                  </a:lnTo>
                  <a:lnTo>
                    <a:pt x="244713" y="543323"/>
                  </a:lnTo>
                  <a:lnTo>
                    <a:pt x="245825" y="543255"/>
                  </a:lnTo>
                  <a:lnTo>
                    <a:pt x="246937" y="543182"/>
                  </a:lnTo>
                  <a:lnTo>
                    <a:pt x="248049" y="543106"/>
                  </a:lnTo>
                  <a:lnTo>
                    <a:pt x="249162" y="543029"/>
                  </a:lnTo>
                  <a:lnTo>
                    <a:pt x="250274" y="542950"/>
                  </a:lnTo>
                  <a:lnTo>
                    <a:pt x="251386" y="542873"/>
                  </a:lnTo>
                  <a:lnTo>
                    <a:pt x="252499" y="542798"/>
                  </a:lnTo>
                  <a:lnTo>
                    <a:pt x="253611" y="542727"/>
                  </a:lnTo>
                  <a:lnTo>
                    <a:pt x="254723" y="542661"/>
                  </a:lnTo>
                  <a:lnTo>
                    <a:pt x="255836" y="542601"/>
                  </a:lnTo>
                  <a:lnTo>
                    <a:pt x="256948" y="542550"/>
                  </a:lnTo>
                  <a:lnTo>
                    <a:pt x="258060" y="542509"/>
                  </a:lnTo>
                  <a:lnTo>
                    <a:pt x="259173" y="542479"/>
                  </a:lnTo>
                  <a:lnTo>
                    <a:pt x="260285" y="542461"/>
                  </a:lnTo>
                  <a:lnTo>
                    <a:pt x="261397" y="542455"/>
                  </a:lnTo>
                  <a:lnTo>
                    <a:pt x="262510" y="542463"/>
                  </a:lnTo>
                  <a:lnTo>
                    <a:pt x="263622" y="542488"/>
                  </a:lnTo>
                  <a:lnTo>
                    <a:pt x="264734" y="542528"/>
                  </a:lnTo>
                  <a:lnTo>
                    <a:pt x="265847" y="542583"/>
                  </a:lnTo>
                  <a:lnTo>
                    <a:pt x="266959" y="542652"/>
                  </a:lnTo>
                  <a:lnTo>
                    <a:pt x="268071" y="542739"/>
                  </a:lnTo>
                  <a:lnTo>
                    <a:pt x="269184" y="542843"/>
                  </a:lnTo>
                  <a:lnTo>
                    <a:pt x="270296" y="542961"/>
                  </a:lnTo>
                  <a:lnTo>
                    <a:pt x="271408" y="543093"/>
                  </a:lnTo>
                  <a:lnTo>
                    <a:pt x="272521" y="543238"/>
                  </a:lnTo>
                  <a:lnTo>
                    <a:pt x="273633" y="543397"/>
                  </a:lnTo>
                  <a:lnTo>
                    <a:pt x="274745" y="543569"/>
                  </a:lnTo>
                  <a:lnTo>
                    <a:pt x="275858" y="543751"/>
                  </a:lnTo>
                  <a:lnTo>
                    <a:pt x="276970" y="543941"/>
                  </a:lnTo>
                  <a:lnTo>
                    <a:pt x="278082" y="544138"/>
                  </a:lnTo>
                  <a:lnTo>
                    <a:pt x="279195" y="544342"/>
                  </a:lnTo>
                  <a:lnTo>
                    <a:pt x="280307" y="544552"/>
                  </a:lnTo>
                  <a:lnTo>
                    <a:pt x="281419" y="544763"/>
                  </a:lnTo>
                  <a:lnTo>
                    <a:pt x="282532" y="544977"/>
                  </a:lnTo>
                  <a:lnTo>
                    <a:pt x="283644" y="545190"/>
                  </a:lnTo>
                  <a:lnTo>
                    <a:pt x="284756" y="545403"/>
                  </a:lnTo>
                  <a:lnTo>
                    <a:pt x="285869" y="545612"/>
                  </a:lnTo>
                  <a:lnTo>
                    <a:pt x="286981" y="545818"/>
                  </a:lnTo>
                  <a:lnTo>
                    <a:pt x="288093" y="546020"/>
                  </a:lnTo>
                  <a:lnTo>
                    <a:pt x="289206" y="546218"/>
                  </a:lnTo>
                  <a:lnTo>
                    <a:pt x="290318" y="546410"/>
                  </a:lnTo>
                  <a:lnTo>
                    <a:pt x="291430" y="546595"/>
                  </a:lnTo>
                  <a:lnTo>
                    <a:pt x="292543" y="546776"/>
                  </a:lnTo>
                  <a:lnTo>
                    <a:pt x="293655" y="546952"/>
                  </a:lnTo>
                  <a:lnTo>
                    <a:pt x="294767" y="547123"/>
                  </a:lnTo>
                  <a:lnTo>
                    <a:pt x="295880" y="547290"/>
                  </a:lnTo>
                  <a:lnTo>
                    <a:pt x="296992" y="547455"/>
                  </a:lnTo>
                  <a:lnTo>
                    <a:pt x="298104" y="547618"/>
                  </a:lnTo>
                  <a:lnTo>
                    <a:pt x="299217" y="547781"/>
                  </a:lnTo>
                  <a:lnTo>
                    <a:pt x="300329" y="547946"/>
                  </a:lnTo>
                  <a:lnTo>
                    <a:pt x="301441" y="548114"/>
                  </a:lnTo>
                  <a:lnTo>
                    <a:pt x="302554" y="548288"/>
                  </a:lnTo>
                  <a:lnTo>
                    <a:pt x="303666" y="548469"/>
                  </a:lnTo>
                  <a:lnTo>
                    <a:pt x="304778" y="548657"/>
                  </a:lnTo>
                  <a:lnTo>
                    <a:pt x="305891" y="548856"/>
                  </a:lnTo>
                  <a:lnTo>
                    <a:pt x="307003" y="549067"/>
                  </a:lnTo>
                  <a:lnTo>
                    <a:pt x="308115" y="549294"/>
                  </a:lnTo>
                  <a:lnTo>
                    <a:pt x="309228" y="549534"/>
                  </a:lnTo>
                  <a:lnTo>
                    <a:pt x="310340" y="549789"/>
                  </a:lnTo>
                  <a:lnTo>
                    <a:pt x="311452" y="550060"/>
                  </a:lnTo>
                  <a:lnTo>
                    <a:pt x="312565" y="550351"/>
                  </a:lnTo>
                  <a:lnTo>
                    <a:pt x="313677" y="550660"/>
                  </a:lnTo>
                  <a:lnTo>
                    <a:pt x="314789" y="550985"/>
                  </a:lnTo>
                  <a:lnTo>
                    <a:pt x="315902" y="551327"/>
                  </a:lnTo>
                  <a:lnTo>
                    <a:pt x="317014" y="551684"/>
                  </a:lnTo>
                  <a:lnTo>
                    <a:pt x="318126" y="552059"/>
                  </a:lnTo>
                  <a:lnTo>
                    <a:pt x="319239" y="552449"/>
                  </a:lnTo>
                  <a:lnTo>
                    <a:pt x="320351" y="552851"/>
                  </a:lnTo>
                  <a:lnTo>
                    <a:pt x="321463" y="553263"/>
                  </a:lnTo>
                  <a:lnTo>
                    <a:pt x="322576" y="553684"/>
                  </a:lnTo>
                  <a:lnTo>
                    <a:pt x="323688" y="554114"/>
                  </a:lnTo>
                  <a:lnTo>
                    <a:pt x="324800" y="554547"/>
                  </a:lnTo>
                  <a:lnTo>
                    <a:pt x="325913" y="554983"/>
                  </a:lnTo>
                  <a:lnTo>
                    <a:pt x="327025" y="555419"/>
                  </a:lnTo>
                  <a:lnTo>
                    <a:pt x="328137" y="555853"/>
                  </a:lnTo>
                  <a:lnTo>
                    <a:pt x="329250" y="556280"/>
                  </a:lnTo>
                  <a:lnTo>
                    <a:pt x="330362" y="556700"/>
                  </a:lnTo>
                  <a:lnTo>
                    <a:pt x="331474" y="557110"/>
                  </a:lnTo>
                  <a:lnTo>
                    <a:pt x="332587" y="557508"/>
                  </a:lnTo>
                  <a:lnTo>
                    <a:pt x="333699" y="557893"/>
                  </a:lnTo>
                  <a:lnTo>
                    <a:pt x="334811" y="558259"/>
                  </a:lnTo>
                  <a:lnTo>
                    <a:pt x="335924" y="558605"/>
                  </a:lnTo>
                  <a:lnTo>
                    <a:pt x="337036" y="558932"/>
                  </a:lnTo>
                  <a:lnTo>
                    <a:pt x="338148" y="559239"/>
                  </a:lnTo>
                  <a:lnTo>
                    <a:pt x="339261" y="559525"/>
                  </a:lnTo>
                  <a:lnTo>
                    <a:pt x="340373" y="559783"/>
                  </a:lnTo>
                  <a:lnTo>
                    <a:pt x="341485" y="560015"/>
                  </a:lnTo>
                  <a:lnTo>
                    <a:pt x="342598" y="560223"/>
                  </a:lnTo>
                  <a:lnTo>
                    <a:pt x="343710" y="560407"/>
                  </a:lnTo>
                  <a:lnTo>
                    <a:pt x="344822" y="560567"/>
                  </a:lnTo>
                  <a:lnTo>
                    <a:pt x="345935" y="560695"/>
                  </a:lnTo>
                  <a:lnTo>
                    <a:pt x="347047" y="560798"/>
                  </a:lnTo>
                  <a:lnTo>
                    <a:pt x="348159" y="560876"/>
                  </a:lnTo>
                  <a:lnTo>
                    <a:pt x="349272" y="560931"/>
                  </a:lnTo>
                  <a:lnTo>
                    <a:pt x="350384" y="560964"/>
                  </a:lnTo>
                  <a:lnTo>
                    <a:pt x="351496" y="560969"/>
                  </a:lnTo>
                  <a:lnTo>
                    <a:pt x="352609" y="560952"/>
                  </a:lnTo>
                  <a:lnTo>
                    <a:pt x="353721" y="560916"/>
                  </a:lnTo>
                  <a:lnTo>
                    <a:pt x="354833" y="560863"/>
                  </a:lnTo>
                  <a:lnTo>
                    <a:pt x="355946" y="560793"/>
                  </a:lnTo>
                  <a:lnTo>
                    <a:pt x="357058" y="560705"/>
                  </a:lnTo>
                  <a:lnTo>
                    <a:pt x="358170" y="560605"/>
                  </a:lnTo>
                  <a:lnTo>
                    <a:pt x="359283" y="560494"/>
                  </a:lnTo>
                  <a:lnTo>
                    <a:pt x="360395" y="560376"/>
                  </a:lnTo>
                  <a:lnTo>
                    <a:pt x="361507" y="560252"/>
                  </a:lnTo>
                  <a:lnTo>
                    <a:pt x="362620" y="560124"/>
                  </a:lnTo>
                  <a:lnTo>
                    <a:pt x="363732" y="559997"/>
                  </a:lnTo>
                  <a:lnTo>
                    <a:pt x="364844" y="559872"/>
                  </a:lnTo>
                  <a:lnTo>
                    <a:pt x="365957" y="559753"/>
                  </a:lnTo>
                  <a:lnTo>
                    <a:pt x="367069" y="559641"/>
                  </a:lnTo>
                  <a:lnTo>
                    <a:pt x="368181" y="559542"/>
                  </a:lnTo>
                  <a:lnTo>
                    <a:pt x="369294" y="559458"/>
                  </a:lnTo>
                  <a:lnTo>
                    <a:pt x="370406" y="559390"/>
                  </a:lnTo>
                  <a:lnTo>
                    <a:pt x="371518" y="559340"/>
                  </a:lnTo>
                  <a:lnTo>
                    <a:pt x="372631" y="559310"/>
                  </a:lnTo>
                  <a:lnTo>
                    <a:pt x="373743" y="559310"/>
                  </a:lnTo>
                  <a:lnTo>
                    <a:pt x="374855" y="559335"/>
                  </a:lnTo>
                  <a:lnTo>
                    <a:pt x="375968" y="559387"/>
                  </a:lnTo>
                  <a:lnTo>
                    <a:pt x="377080" y="559466"/>
                  </a:lnTo>
                  <a:lnTo>
                    <a:pt x="378192" y="559573"/>
                  </a:lnTo>
                  <a:lnTo>
                    <a:pt x="379305" y="559717"/>
                  </a:lnTo>
                  <a:lnTo>
                    <a:pt x="380417" y="559891"/>
                  </a:lnTo>
                  <a:lnTo>
                    <a:pt x="381529" y="560093"/>
                  </a:lnTo>
                  <a:lnTo>
                    <a:pt x="382642" y="560323"/>
                  </a:lnTo>
                  <a:lnTo>
                    <a:pt x="383754" y="560579"/>
                  </a:lnTo>
                  <a:lnTo>
                    <a:pt x="384866" y="560869"/>
                  </a:lnTo>
                  <a:lnTo>
                    <a:pt x="385979" y="561182"/>
                  </a:lnTo>
                  <a:lnTo>
                    <a:pt x="387091" y="561516"/>
                  </a:lnTo>
                  <a:lnTo>
                    <a:pt x="388203" y="561868"/>
                  </a:lnTo>
                  <a:lnTo>
                    <a:pt x="389316" y="562236"/>
                  </a:lnTo>
                  <a:lnTo>
                    <a:pt x="390428" y="562620"/>
                  </a:lnTo>
                  <a:lnTo>
                    <a:pt x="391540" y="563012"/>
                  </a:lnTo>
                  <a:lnTo>
                    <a:pt x="392653" y="563408"/>
                  </a:lnTo>
                  <a:lnTo>
                    <a:pt x="393765" y="563806"/>
                  </a:lnTo>
                  <a:lnTo>
                    <a:pt x="394877" y="564202"/>
                  </a:lnTo>
                  <a:lnTo>
                    <a:pt x="395990" y="564589"/>
                  </a:lnTo>
                  <a:lnTo>
                    <a:pt x="397102" y="564964"/>
                  </a:lnTo>
                  <a:lnTo>
                    <a:pt x="398214" y="565324"/>
                  </a:lnTo>
                  <a:lnTo>
                    <a:pt x="399327" y="565667"/>
                  </a:lnTo>
                  <a:lnTo>
                    <a:pt x="400439" y="565989"/>
                  </a:lnTo>
                  <a:lnTo>
                    <a:pt x="401551" y="566278"/>
                  </a:lnTo>
                  <a:lnTo>
                    <a:pt x="402664" y="566539"/>
                  </a:lnTo>
                  <a:lnTo>
                    <a:pt x="403776" y="566769"/>
                  </a:lnTo>
                  <a:lnTo>
                    <a:pt x="404888" y="566968"/>
                  </a:lnTo>
                  <a:lnTo>
                    <a:pt x="406001" y="567133"/>
                  </a:lnTo>
                  <a:lnTo>
                    <a:pt x="407113" y="567250"/>
                  </a:lnTo>
                  <a:lnTo>
                    <a:pt x="408225" y="567331"/>
                  </a:lnTo>
                  <a:lnTo>
                    <a:pt x="409338" y="567375"/>
                  </a:lnTo>
                  <a:lnTo>
                    <a:pt x="410450" y="567383"/>
                  </a:lnTo>
                  <a:lnTo>
                    <a:pt x="411562" y="567353"/>
                  </a:lnTo>
                  <a:lnTo>
                    <a:pt x="412675" y="567277"/>
                  </a:lnTo>
                  <a:lnTo>
                    <a:pt x="413787" y="567167"/>
                  </a:lnTo>
                  <a:lnTo>
                    <a:pt x="414899" y="567024"/>
                  </a:lnTo>
                  <a:lnTo>
                    <a:pt x="416012" y="566851"/>
                  </a:lnTo>
                  <a:lnTo>
                    <a:pt x="417124" y="566648"/>
                  </a:lnTo>
                  <a:lnTo>
                    <a:pt x="418236" y="566412"/>
                  </a:lnTo>
                  <a:lnTo>
                    <a:pt x="419349" y="566154"/>
                  </a:lnTo>
                  <a:lnTo>
                    <a:pt x="420461" y="565877"/>
                  </a:lnTo>
                  <a:lnTo>
                    <a:pt x="421573" y="565585"/>
                  </a:lnTo>
                  <a:lnTo>
                    <a:pt x="422686" y="565278"/>
                  </a:lnTo>
                  <a:lnTo>
                    <a:pt x="423798" y="564960"/>
                  </a:lnTo>
                  <a:lnTo>
                    <a:pt x="424910" y="564638"/>
                  </a:lnTo>
                  <a:lnTo>
                    <a:pt x="426023" y="564314"/>
                  </a:lnTo>
                  <a:lnTo>
                    <a:pt x="427135" y="563991"/>
                  </a:lnTo>
                  <a:lnTo>
                    <a:pt x="428247" y="563674"/>
                  </a:lnTo>
                  <a:lnTo>
                    <a:pt x="429360" y="563368"/>
                  </a:lnTo>
                  <a:lnTo>
                    <a:pt x="430472" y="563074"/>
                  </a:lnTo>
                  <a:lnTo>
                    <a:pt x="431584" y="562795"/>
                  </a:lnTo>
                  <a:lnTo>
                    <a:pt x="432697" y="562533"/>
                  </a:lnTo>
                  <a:lnTo>
                    <a:pt x="433809" y="562292"/>
                  </a:lnTo>
                  <a:lnTo>
                    <a:pt x="434921" y="562079"/>
                  </a:lnTo>
                  <a:lnTo>
                    <a:pt x="436034" y="561890"/>
                  </a:lnTo>
                  <a:lnTo>
                    <a:pt x="437146" y="561727"/>
                  </a:lnTo>
                  <a:lnTo>
                    <a:pt x="438258" y="561591"/>
                  </a:lnTo>
                  <a:lnTo>
                    <a:pt x="439371" y="561484"/>
                  </a:lnTo>
                  <a:lnTo>
                    <a:pt x="440483" y="561413"/>
                  </a:lnTo>
                  <a:lnTo>
                    <a:pt x="441595" y="561370"/>
                  </a:lnTo>
                  <a:lnTo>
                    <a:pt x="442708" y="561356"/>
                  </a:lnTo>
                  <a:lnTo>
                    <a:pt x="443820" y="561371"/>
                  </a:lnTo>
                  <a:lnTo>
                    <a:pt x="444932" y="561415"/>
                  </a:lnTo>
                  <a:lnTo>
                    <a:pt x="446045" y="561494"/>
                  </a:lnTo>
                  <a:lnTo>
                    <a:pt x="447157" y="561598"/>
                  </a:lnTo>
                  <a:lnTo>
                    <a:pt x="448269" y="561727"/>
                  </a:lnTo>
                  <a:lnTo>
                    <a:pt x="449382" y="561879"/>
                  </a:lnTo>
                  <a:lnTo>
                    <a:pt x="450494" y="562054"/>
                  </a:lnTo>
                  <a:lnTo>
                    <a:pt x="451606" y="562255"/>
                  </a:lnTo>
                  <a:lnTo>
                    <a:pt x="452719" y="562473"/>
                  </a:lnTo>
                  <a:lnTo>
                    <a:pt x="453831" y="562706"/>
                  </a:lnTo>
                  <a:lnTo>
                    <a:pt x="454943" y="562954"/>
                  </a:lnTo>
                  <a:lnTo>
                    <a:pt x="456056" y="563215"/>
                  </a:lnTo>
                  <a:lnTo>
                    <a:pt x="457168" y="563489"/>
                  </a:lnTo>
                  <a:lnTo>
                    <a:pt x="458280" y="563770"/>
                  </a:lnTo>
                  <a:lnTo>
                    <a:pt x="459393" y="564057"/>
                  </a:lnTo>
                  <a:lnTo>
                    <a:pt x="460505" y="564348"/>
                  </a:lnTo>
                  <a:lnTo>
                    <a:pt x="461617" y="564642"/>
                  </a:lnTo>
                  <a:lnTo>
                    <a:pt x="462730" y="564937"/>
                  </a:lnTo>
                  <a:lnTo>
                    <a:pt x="463842" y="565232"/>
                  </a:lnTo>
                  <a:lnTo>
                    <a:pt x="464954" y="565524"/>
                  </a:lnTo>
                  <a:lnTo>
                    <a:pt x="466067" y="565813"/>
                  </a:lnTo>
                  <a:lnTo>
                    <a:pt x="467179" y="566098"/>
                  </a:lnTo>
                  <a:lnTo>
                    <a:pt x="468291" y="566377"/>
                  </a:lnTo>
                  <a:lnTo>
                    <a:pt x="469404" y="566651"/>
                  </a:lnTo>
                  <a:lnTo>
                    <a:pt x="470516" y="566918"/>
                  </a:lnTo>
                  <a:lnTo>
                    <a:pt x="471628" y="567180"/>
                  </a:lnTo>
                  <a:lnTo>
                    <a:pt x="472741" y="567434"/>
                  </a:lnTo>
                  <a:lnTo>
                    <a:pt x="473853" y="567682"/>
                  </a:lnTo>
                  <a:lnTo>
                    <a:pt x="474965" y="567923"/>
                  </a:lnTo>
                  <a:lnTo>
                    <a:pt x="476078" y="568159"/>
                  </a:lnTo>
                  <a:lnTo>
                    <a:pt x="477190" y="568389"/>
                  </a:lnTo>
                  <a:lnTo>
                    <a:pt x="478302" y="568614"/>
                  </a:lnTo>
                  <a:lnTo>
                    <a:pt x="479415" y="568835"/>
                  </a:lnTo>
                  <a:lnTo>
                    <a:pt x="480527" y="569052"/>
                  </a:lnTo>
                  <a:lnTo>
                    <a:pt x="481639" y="569267"/>
                  </a:lnTo>
                  <a:lnTo>
                    <a:pt x="482752" y="569479"/>
                  </a:lnTo>
                  <a:lnTo>
                    <a:pt x="483864" y="569690"/>
                  </a:lnTo>
                  <a:lnTo>
                    <a:pt x="484976" y="569899"/>
                  </a:lnTo>
                  <a:lnTo>
                    <a:pt x="486089" y="570109"/>
                  </a:lnTo>
                  <a:lnTo>
                    <a:pt x="487201" y="570318"/>
                  </a:lnTo>
                  <a:lnTo>
                    <a:pt x="488313" y="570528"/>
                  </a:lnTo>
                  <a:lnTo>
                    <a:pt x="489426" y="570739"/>
                  </a:lnTo>
                  <a:lnTo>
                    <a:pt x="490538" y="570950"/>
                  </a:lnTo>
                  <a:lnTo>
                    <a:pt x="491650" y="571163"/>
                  </a:lnTo>
                  <a:lnTo>
                    <a:pt x="492762" y="571376"/>
                  </a:lnTo>
                  <a:lnTo>
                    <a:pt x="493875" y="571589"/>
                  </a:lnTo>
                  <a:lnTo>
                    <a:pt x="494987" y="571803"/>
                  </a:lnTo>
                  <a:lnTo>
                    <a:pt x="496099" y="572016"/>
                  </a:lnTo>
                  <a:lnTo>
                    <a:pt x="497212" y="572228"/>
                  </a:lnTo>
                  <a:lnTo>
                    <a:pt x="498324" y="572439"/>
                  </a:lnTo>
                  <a:lnTo>
                    <a:pt x="499436" y="572647"/>
                  </a:lnTo>
                  <a:lnTo>
                    <a:pt x="500549" y="572852"/>
                  </a:lnTo>
                  <a:lnTo>
                    <a:pt x="501661" y="573053"/>
                  </a:lnTo>
                  <a:lnTo>
                    <a:pt x="502773" y="573248"/>
                  </a:lnTo>
                  <a:lnTo>
                    <a:pt x="503886" y="573438"/>
                  </a:lnTo>
                  <a:lnTo>
                    <a:pt x="504998" y="573622"/>
                  </a:lnTo>
                  <a:lnTo>
                    <a:pt x="506110" y="573798"/>
                  </a:lnTo>
                  <a:lnTo>
                    <a:pt x="507223" y="573965"/>
                  </a:lnTo>
                  <a:lnTo>
                    <a:pt x="508335" y="574123"/>
                  </a:lnTo>
                  <a:lnTo>
                    <a:pt x="509447" y="574273"/>
                  </a:lnTo>
                  <a:lnTo>
                    <a:pt x="510560" y="574413"/>
                  </a:lnTo>
                  <a:lnTo>
                    <a:pt x="511672" y="574542"/>
                  </a:lnTo>
                  <a:lnTo>
                    <a:pt x="512784" y="574658"/>
                  </a:lnTo>
                  <a:lnTo>
                    <a:pt x="513897" y="574765"/>
                  </a:lnTo>
                  <a:lnTo>
                    <a:pt x="515009" y="574861"/>
                  </a:lnTo>
                  <a:lnTo>
                    <a:pt x="516121" y="574947"/>
                  </a:lnTo>
                  <a:lnTo>
                    <a:pt x="517234" y="575021"/>
                  </a:lnTo>
                  <a:lnTo>
                    <a:pt x="518346" y="575084"/>
                  </a:lnTo>
                  <a:lnTo>
                    <a:pt x="519458" y="575137"/>
                  </a:lnTo>
                  <a:lnTo>
                    <a:pt x="520571" y="575181"/>
                  </a:lnTo>
                  <a:lnTo>
                    <a:pt x="521683" y="575215"/>
                  </a:lnTo>
                  <a:lnTo>
                    <a:pt x="522795" y="575240"/>
                  </a:lnTo>
                  <a:lnTo>
                    <a:pt x="523908" y="575256"/>
                  </a:lnTo>
                  <a:lnTo>
                    <a:pt x="525020" y="575265"/>
                  </a:lnTo>
                  <a:lnTo>
                    <a:pt x="526132" y="575267"/>
                  </a:lnTo>
                  <a:lnTo>
                    <a:pt x="527245" y="575262"/>
                  </a:lnTo>
                  <a:lnTo>
                    <a:pt x="528357" y="575251"/>
                  </a:lnTo>
                  <a:lnTo>
                    <a:pt x="529469" y="575233"/>
                  </a:lnTo>
                  <a:lnTo>
                    <a:pt x="530582" y="575211"/>
                  </a:lnTo>
                  <a:lnTo>
                    <a:pt x="531694" y="575185"/>
                  </a:lnTo>
                  <a:lnTo>
                    <a:pt x="532806" y="575154"/>
                  </a:lnTo>
                  <a:lnTo>
                    <a:pt x="533919" y="575119"/>
                  </a:lnTo>
                  <a:lnTo>
                    <a:pt x="535031" y="575080"/>
                  </a:lnTo>
                  <a:lnTo>
                    <a:pt x="536143" y="575038"/>
                  </a:lnTo>
                  <a:lnTo>
                    <a:pt x="537256" y="574993"/>
                  </a:lnTo>
                  <a:lnTo>
                    <a:pt x="538368" y="574945"/>
                  </a:lnTo>
                  <a:lnTo>
                    <a:pt x="539480" y="574894"/>
                  </a:lnTo>
                  <a:lnTo>
                    <a:pt x="540593" y="574840"/>
                  </a:lnTo>
                  <a:lnTo>
                    <a:pt x="541705" y="574784"/>
                  </a:lnTo>
                  <a:lnTo>
                    <a:pt x="542817" y="574726"/>
                  </a:lnTo>
                  <a:lnTo>
                    <a:pt x="543930" y="574666"/>
                  </a:lnTo>
                  <a:lnTo>
                    <a:pt x="545042" y="574604"/>
                  </a:lnTo>
                  <a:lnTo>
                    <a:pt x="546154" y="574540"/>
                  </a:lnTo>
                  <a:lnTo>
                    <a:pt x="547267" y="574475"/>
                  </a:lnTo>
                  <a:lnTo>
                    <a:pt x="548379" y="574410"/>
                  </a:lnTo>
                  <a:lnTo>
                    <a:pt x="549491" y="574345"/>
                  </a:lnTo>
                  <a:lnTo>
                    <a:pt x="550604" y="574280"/>
                  </a:lnTo>
                  <a:lnTo>
                    <a:pt x="551716" y="574216"/>
                  </a:lnTo>
                  <a:lnTo>
                    <a:pt x="552828" y="574154"/>
                  </a:lnTo>
                  <a:lnTo>
                    <a:pt x="553941" y="574094"/>
                  </a:lnTo>
                  <a:lnTo>
                    <a:pt x="555053" y="574037"/>
                  </a:lnTo>
                  <a:lnTo>
                    <a:pt x="556165" y="573984"/>
                  </a:lnTo>
                  <a:lnTo>
                    <a:pt x="557278" y="573937"/>
                  </a:lnTo>
                  <a:lnTo>
                    <a:pt x="558390" y="573896"/>
                  </a:lnTo>
                  <a:lnTo>
                    <a:pt x="559502" y="573861"/>
                  </a:lnTo>
                  <a:lnTo>
                    <a:pt x="560615" y="573832"/>
                  </a:lnTo>
                  <a:lnTo>
                    <a:pt x="561727" y="573813"/>
                  </a:lnTo>
                  <a:lnTo>
                    <a:pt x="562839" y="573804"/>
                  </a:lnTo>
                  <a:lnTo>
                    <a:pt x="563952" y="573803"/>
                  </a:lnTo>
                  <a:lnTo>
                    <a:pt x="565064" y="573812"/>
                  </a:lnTo>
                  <a:lnTo>
                    <a:pt x="566176" y="573830"/>
                  </a:lnTo>
                  <a:lnTo>
                    <a:pt x="567289" y="573862"/>
                  </a:lnTo>
                  <a:lnTo>
                    <a:pt x="568401" y="57390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789819" y="2234734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89819" y="272198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89819" y="251347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789819" y="230497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911267" y="223473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038546" y="223473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165824" y="223473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293103" y="223473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789819" y="282623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789819" y="261772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789819" y="240922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847627" y="223473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974906" y="223473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102185" y="223473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4229464" y="223473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4356743" y="223473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3823311" y="27296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819874" y="2761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841410" y="2737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816667" y="2766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4217251" y="25816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896280" y="26661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3817698" y="2737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4246233" y="2575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3807044" y="2764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822280" y="2740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813230" y="2761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820790" y="2740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4012090" y="24731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3919304" y="2704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851146" y="26519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986546" y="26671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838890" y="2772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3818958" y="27493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945078" y="2464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891354" y="24274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4096858" y="2680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935112" y="27032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812657" y="27551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824112" y="2727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851605" y="2747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816208" y="27612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3925032" y="2715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890323" y="2739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829382" y="27635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820103" y="27122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914608" y="2238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958252" y="25728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835109" y="27269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975778" y="25195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4019307" y="2593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822051" y="2739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3821821" y="2772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820676" y="27336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3899716" y="2570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4081279" y="2716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822738" y="2749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3830756" y="2744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820790" y="2771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809450" y="27907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878868" y="24098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819645" y="2747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3818270" y="27780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3828694" y="2732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3993419" y="26188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3824342" y="2749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3824227" y="2722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3815865" y="27536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3810595" y="2759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831329" y="2753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899143" y="2316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851376" y="27417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3817583" y="2743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3828809" y="27535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3845419" y="27634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822165" y="2756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805899" y="2747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819989" y="27442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826747" y="2757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3819301" y="27418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3833506" y="27558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962375" y="2514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4167536" y="25595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3811054" y="27465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4104762" y="25877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4098233" y="2584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3997313" y="26436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806586" y="27790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799369" y="2785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3887115" y="26481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3841868" y="2741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3832360" y="27131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3976465" y="2651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4234777" y="2515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3901434" y="2691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3811970" y="2753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3854812" y="27632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4129391" y="26764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822509" y="27706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3823425" y="27547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4092734" y="26384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3874629" y="27331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4040614" y="25468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3818156" y="27723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3901205" y="2515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3818270" y="2755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3922741" y="2656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3827434" y="27833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3820103" y="2764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3819301" y="27552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3924115" y="2673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4141075" y="2371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3811741" y="26945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3826976" y="2745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940267" y="27728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3811283" y="27536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3823082" y="27316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3803722" y="2758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3829038" y="2756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3844388" y="27309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3838890" y="27762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3822165" y="2766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3833964" y="27575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3817354" y="2764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954586" y="2637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4185635" y="2550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3825258" y="2740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3803952" y="2744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3838202" y="27565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3818270" y="27355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3824227" y="27346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3827778" y="27880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4046112" y="26614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3826289" y="2761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3816208" y="27549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4018047" y="26377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3832131" y="27219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3818843" y="28007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865809" y="2773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3814261" y="27303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3870391" y="2365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3881273" y="2682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3825945" y="27369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900747" y="2686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3958366" y="2503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3822852" y="27669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3811283" y="2740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3928125" y="2427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3828122" y="27790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3793413" y="2710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3812543" y="2769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3814719" y="2746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3907964" y="2703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3952868" y="25576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3818385" y="2725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3819645" y="27608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3830298" y="2747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3955388" y="2656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3818729" y="27397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3885168" y="2513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3833277" y="27666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914264" y="25158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3845533" y="2732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3819874" y="2730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3816323" y="27671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3844961" y="2756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4142220" y="24852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3831902" y="2742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4104075" y="2595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3819989" y="27572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3867184" y="26868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4224239" y="2663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827664" y="27395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3828122" y="2727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3894905" y="2659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3826518" y="2740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3819072" y="27604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3816896" y="2744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3831215" y="27628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3824227" y="27421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3865351" y="26412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3830298" y="27412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818156" y="2743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3838660" y="2747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3820218" y="2755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3828122" y="2750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3847595" y="26875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3837744" y="27596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3824227" y="27498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3948400" y="23717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995710" y="2628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3827778" y="2722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3822967" y="2775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824227" y="27380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3846106" y="2749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3825029" y="2768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813574" y="27643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3902122" y="2417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3907620" y="26306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4123892" y="25574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3817583" y="2748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3823540" y="27813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3809679" y="27656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3837057" y="27323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4095140" y="26028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4220344" y="25954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3845877" y="27174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815407" y="27827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070053" y="25820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3816896" y="27397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3814032" y="2783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3819187" y="2773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3866725" y="2680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3804982" y="2756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3842784" y="27811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4018047" y="2713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3816552" y="2744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4114041" y="2690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3817354" y="27437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3907735" y="2710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3826976" y="2771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3795933" y="2752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3814605" y="27590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3809564" y="2753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3814261" y="2746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3945995" y="27369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3873369" y="2654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3914837" y="2676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3909682" y="2725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3885741" y="27170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3820790" y="2734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4148635" y="2587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3822394" y="2761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3817583" y="27768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3885054" y="27190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3832475" y="27903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3821592" y="27615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3803722" y="2767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3819301" y="2756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3825029" y="2769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3819416" y="27433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3818614" y="2777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3900518" y="26696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3819760" y="2751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3943131" y="26325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3912202" y="23777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959970" y="2676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3824342" y="27437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3830184" y="27364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3809679" y="2715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3830871" y="2746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3845533" y="2733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3872338" y="24229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3815750" y="2749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4010601" y="2506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3901893" y="2698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3886772" y="27202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3819645" y="27473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3816094" y="27814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3834422" y="2730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3814032" y="27487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3891697" y="2733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4045081" y="2713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3810023" y="27435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3824685" y="2771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3818843" y="2775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3963406" y="2536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4075323" y="26118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3831558" y="2771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4023202" y="2592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936029" y="2496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4033855" y="2680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3955961" y="25796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3816896" y="2766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3914722" y="26500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993304" y="2679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3847481" y="27517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3831215" y="2717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3810825" y="27476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4057567" y="2519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3943245" y="2584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3816323" y="2751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3848168" y="2770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3831902" y="2776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3868673" y="2694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3827434" y="27616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3817927" y="27638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3928583" y="2657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3819530" y="27599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3844044" y="27270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3826633" y="27546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3958137" y="2646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4059056" y="25132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4327449" y="25877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4239703" y="2570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3825258" y="2759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3817354" y="2746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3815407" y="27745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3835911" y="27395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3822738" y="2750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3822280" y="2559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3825143" y="2766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3819874" y="2762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3864549" y="26708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3823540" y="2768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4055620" y="2708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3867184" y="27309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3811397" y="2779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3813230" y="2765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3798682" y="2779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3808190" y="27667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3828924" y="2752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4090672" y="26288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3920221" y="26812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3829267" y="2738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4180595" y="2486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4031450" y="2662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3840722" y="27448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3856187" y="27530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3981391" y="27168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3904298" y="2752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3818156" y="27653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4073948" y="25281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3874171" y="26812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3824800" y="2746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3874400" y="27403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3822394" y="27751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3821936" y="27603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3823769" y="2750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3819187" y="2721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3811054" y="27255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3815521" y="27294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3824342" y="2751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3823540" y="2759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3808190" y="27569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3821936" y="27847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3814032" y="2773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3824456" y="27658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3821821" y="2764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3897425" y="2693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3822509" y="2776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3819416" y="2760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3992846" y="26086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3823883" y="2745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3824227" y="2747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3828007" y="27725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3821249" y="27777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3813459" y="2756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4071428" y="2610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3812543" y="2725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3824456" y="27602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4019078" y="2688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4167880" y="2567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3816438" y="2816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3812314" y="27686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3860425" y="27369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3829725" y="27681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rc381"/>
            <p:cNvSpPr/>
            <p:nvPr/>
          </p:nvSpPr>
          <p:spPr>
            <a:xfrm>
              <a:off x="3789819" y="2939956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2" name="pl382"/>
            <p:cNvSpPr/>
            <p:nvPr/>
          </p:nvSpPr>
          <p:spPr>
            <a:xfrm>
              <a:off x="3789819" y="348857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3789819" y="331044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3789819" y="313230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3789819" y="295417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3911267" y="293995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4038546" y="293995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4165824" y="293995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4293103" y="293995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3789819" y="339950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l391"/>
            <p:cNvSpPr/>
            <p:nvPr/>
          </p:nvSpPr>
          <p:spPr>
            <a:xfrm>
              <a:off x="3789819" y="322137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l392"/>
            <p:cNvSpPr/>
            <p:nvPr/>
          </p:nvSpPr>
          <p:spPr>
            <a:xfrm>
              <a:off x="3789819" y="304324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l393"/>
            <p:cNvSpPr/>
            <p:nvPr/>
          </p:nvSpPr>
          <p:spPr>
            <a:xfrm>
              <a:off x="3847627" y="293995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l394"/>
            <p:cNvSpPr/>
            <p:nvPr/>
          </p:nvSpPr>
          <p:spPr>
            <a:xfrm>
              <a:off x="3974906" y="293995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l395"/>
            <p:cNvSpPr/>
            <p:nvPr/>
          </p:nvSpPr>
          <p:spPr>
            <a:xfrm>
              <a:off x="4102185" y="293995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l396"/>
            <p:cNvSpPr/>
            <p:nvPr/>
          </p:nvSpPr>
          <p:spPr>
            <a:xfrm>
              <a:off x="4229464" y="293995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7"/>
            <p:cNvSpPr/>
            <p:nvPr/>
          </p:nvSpPr>
          <p:spPr>
            <a:xfrm>
              <a:off x="4356743" y="293995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3823311" y="34841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3819874" y="3499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3841410" y="3476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3816667" y="3481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4217251" y="3302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3896280" y="34049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3817698" y="34887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4246233" y="3182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3807044" y="3493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3822280" y="34873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3813230" y="34947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3820790" y="34924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4012090" y="31652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3919304" y="3452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3851146" y="3430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3986546" y="33900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3838890" y="3498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3818958" y="3495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3945078" y="30786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3891354" y="32084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4096858" y="34159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3935112" y="3455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3812657" y="3509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3824112" y="3492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3851605" y="3469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3816208" y="3497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3925032" y="3422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3890323" y="3485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3829382" y="3493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3820103" y="3489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3914608" y="3022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3958252" y="32362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3835109" y="3489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3975778" y="3263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4019307" y="32590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3822051" y="3478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3821821" y="35050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3820676" y="3497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3899716" y="32419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4081279" y="3440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3822738" y="3485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3830756" y="35045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3820790" y="35131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3809450" y="35063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3878868" y="3088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3819645" y="34820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3818270" y="3500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3828694" y="34926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3993419" y="33480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3824342" y="3497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3824227" y="35001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3815865" y="3506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3810595" y="3494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3831329" y="34879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3899143" y="3142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3851376" y="3476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3817583" y="34872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3828809" y="3488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3845419" y="3504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3822165" y="3499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3805899" y="34873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3819989" y="35183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3826747" y="3495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3819301" y="3492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3833506" y="3498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3962375" y="32543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4167536" y="3338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3811054" y="3521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4104762" y="33034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4098233" y="3301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3997313" y="33932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3806586" y="34884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3799369" y="34958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3887115" y="33813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3841868" y="34855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3832360" y="34970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3976465" y="3390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4234777" y="31759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3901434" y="34617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3811970" y="3498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3854812" y="3472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4129391" y="32637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3822509" y="3489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3823425" y="35183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4092734" y="3330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3874629" y="3453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4040614" y="33051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3818156" y="3496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3901205" y="3169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3818270" y="34847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3922741" y="3418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3827434" y="3513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3820103" y="3493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3819301" y="3498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3924115" y="3477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4141075" y="31258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3811741" y="3490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3826976" y="34779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3940267" y="3496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3811283" y="3501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3823082" y="34940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3803722" y="34974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3829038" y="34856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3844388" y="34842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3838890" y="34819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3822165" y="3487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3833964" y="34987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3817354" y="34878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3954586" y="32861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4185635" y="32889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3825258" y="3496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3803952" y="3492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3838202" y="3491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3818270" y="3488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3824227" y="34897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3827778" y="35139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4046112" y="3431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3826289" y="34932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3816208" y="34947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4018047" y="33722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3832131" y="3486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3818843" y="3456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3865809" y="3481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3814261" y="34927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3870391" y="2944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3881273" y="34438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3825945" y="3503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3900747" y="33886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3958366" y="31503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3822852" y="35041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3811283" y="3486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3928125" y="3096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3828122" y="3503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3793413" y="3476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3812543" y="34927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3814719" y="3488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3907964" y="3440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3952868" y="33372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3818385" y="3490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3819645" y="35015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3830298" y="3495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3955388" y="34083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3818729" y="3489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3885168" y="32681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3833277" y="34918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3914264" y="3219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3845533" y="3482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3819874" y="3489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3816323" y="34993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3844961" y="3485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4142220" y="3257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3831902" y="3494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4104075" y="3256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3819989" y="35076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3867184" y="3457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4224239" y="33563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3827664" y="3490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3828122" y="3487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3894905" y="34001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3826518" y="34948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3819072" y="3496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3816896" y="34796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3831215" y="34919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3824227" y="34900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3865351" y="3388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3830298" y="34905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3818156" y="34923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3838660" y="34963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3820218" y="35010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3828122" y="34967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3847595" y="34447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3837744" y="34836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3824227" y="3504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3948400" y="3143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3995710" y="33385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3827778" y="3494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3822967" y="3499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3824227" y="3491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3846106" y="34887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3825029" y="3519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3813574" y="3498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3902122" y="3163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3907620" y="3359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4123892" y="33338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3817583" y="3495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3823540" y="34945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3809679" y="3488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3837057" y="3479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4095140" y="3339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4220344" y="32862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3845877" y="3474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3815407" y="3495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4070053" y="32765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3816896" y="34898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3814032" y="3498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3819187" y="35032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3866725" y="3424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3804982" y="3499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3842784" y="3499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4018047" y="3439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3816552" y="3500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4114041" y="3428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3817354" y="3491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3907735" y="3442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3826976" y="34972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3795933" y="3492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3814605" y="3497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3809564" y="3496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3814261" y="3485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3945995" y="34873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3873369" y="34017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3914837" y="3404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3909682" y="34518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3885741" y="3453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3820790" y="3493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4148635" y="3263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3822394" y="3510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3817583" y="35012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3885054" y="34630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3832475" y="3500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3821592" y="34936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3803722" y="34939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3819301" y="34909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3825029" y="3495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3819416" y="3494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3818614" y="34929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3900518" y="34119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3819760" y="3500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3943131" y="33484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3912202" y="3157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3959970" y="3412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3824342" y="34898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3830184" y="34781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3809679" y="34904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3830871" y="3486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3845533" y="3478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3872338" y="3194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3815750" y="3484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4010601" y="3194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3901893" y="3458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3886772" y="3446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3819645" y="3488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3816094" y="3496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3834422" y="3491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3814032" y="34974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3891697" y="3464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4045081" y="3443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3810023" y="3494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3824685" y="34905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3818843" y="3480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3963406" y="32652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4075323" y="3242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3831558" y="3496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4023202" y="32343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3936029" y="3164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4033855" y="33633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3955961" y="3316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3816896" y="3499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3914722" y="33993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3993304" y="3441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3847481" y="3492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3831215" y="3484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3810825" y="34935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4057567" y="3225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3943245" y="33508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3848168" y="3489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3831902" y="3498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3868673" y="34192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3827434" y="3485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3817927" y="3489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3928583" y="34155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3819530" y="3492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3844044" y="3461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3826633" y="3481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3958137" y="3294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4059056" y="3184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4327449" y="3181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4239703" y="32720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3825258" y="3495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3817354" y="3493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3815407" y="3498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3835911" y="34840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3822738" y="3494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3822280" y="3279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3825143" y="3491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3819874" y="34909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3864549" y="3416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3823540" y="34918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4055620" y="3426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3867184" y="3457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3811397" y="3488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3813230" y="34941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3798682" y="3498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3808190" y="35034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3828924" y="3487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4090672" y="33928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3920221" y="34251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3829267" y="34769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4180595" y="3098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4031450" y="3407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3840722" y="3493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3856187" y="3465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3981391" y="34544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3904298" y="3457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3818156" y="3510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4073948" y="32974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3874171" y="3462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3824800" y="34946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3874400" y="3465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3822394" y="3501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3821936" y="34935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3823769" y="34987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3819187" y="34830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3811054" y="34893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3815521" y="34902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3824342" y="3504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3823540" y="3503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3808190" y="3499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3821936" y="35089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3814032" y="35013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3824456" y="3502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3821821" y="3495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3897425" y="3436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3822509" y="3500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3819416" y="3502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3992846" y="33205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3823883" y="34896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3824227" y="3499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3828007" y="3481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3821249" y="3492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3813459" y="34967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4071428" y="33602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3812543" y="3489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3824456" y="34911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4019078" y="34035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4167880" y="3340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3816438" y="3503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3812314" y="35218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3860425" y="34402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3829725" y="35026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rc738"/>
            <p:cNvSpPr/>
            <p:nvPr/>
          </p:nvSpPr>
          <p:spPr>
            <a:xfrm>
              <a:off x="3789819" y="3645178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" name="pl739"/>
            <p:cNvSpPr/>
            <p:nvPr/>
          </p:nvSpPr>
          <p:spPr>
            <a:xfrm>
              <a:off x="3789819" y="418166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l740"/>
            <p:cNvSpPr/>
            <p:nvPr/>
          </p:nvSpPr>
          <p:spPr>
            <a:xfrm>
              <a:off x="3789819" y="399579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l741"/>
            <p:cNvSpPr/>
            <p:nvPr/>
          </p:nvSpPr>
          <p:spPr>
            <a:xfrm>
              <a:off x="3789819" y="380993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l742"/>
            <p:cNvSpPr/>
            <p:nvPr/>
          </p:nvSpPr>
          <p:spPr>
            <a:xfrm>
              <a:off x="3911267" y="364517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l743"/>
            <p:cNvSpPr/>
            <p:nvPr/>
          </p:nvSpPr>
          <p:spPr>
            <a:xfrm>
              <a:off x="4038546" y="364517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l744"/>
            <p:cNvSpPr/>
            <p:nvPr/>
          </p:nvSpPr>
          <p:spPr>
            <a:xfrm>
              <a:off x="4165824" y="364517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l745"/>
            <p:cNvSpPr/>
            <p:nvPr/>
          </p:nvSpPr>
          <p:spPr>
            <a:xfrm>
              <a:off x="4293103" y="364517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l746"/>
            <p:cNvSpPr/>
            <p:nvPr/>
          </p:nvSpPr>
          <p:spPr>
            <a:xfrm>
              <a:off x="3789819" y="427459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l747"/>
            <p:cNvSpPr/>
            <p:nvPr/>
          </p:nvSpPr>
          <p:spPr>
            <a:xfrm>
              <a:off x="3789819" y="408873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l748"/>
            <p:cNvSpPr/>
            <p:nvPr/>
          </p:nvSpPr>
          <p:spPr>
            <a:xfrm>
              <a:off x="3789819" y="390286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l749"/>
            <p:cNvSpPr/>
            <p:nvPr/>
          </p:nvSpPr>
          <p:spPr>
            <a:xfrm>
              <a:off x="3789819" y="371700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l750"/>
            <p:cNvSpPr/>
            <p:nvPr/>
          </p:nvSpPr>
          <p:spPr>
            <a:xfrm>
              <a:off x="3847627" y="364517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l751"/>
            <p:cNvSpPr/>
            <p:nvPr/>
          </p:nvSpPr>
          <p:spPr>
            <a:xfrm>
              <a:off x="3974906" y="364517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l752"/>
            <p:cNvSpPr/>
            <p:nvPr/>
          </p:nvSpPr>
          <p:spPr>
            <a:xfrm>
              <a:off x="4102185" y="364517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l753"/>
            <p:cNvSpPr/>
            <p:nvPr/>
          </p:nvSpPr>
          <p:spPr>
            <a:xfrm>
              <a:off x="4229464" y="364517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l754"/>
            <p:cNvSpPr/>
            <p:nvPr/>
          </p:nvSpPr>
          <p:spPr>
            <a:xfrm>
              <a:off x="4356743" y="364517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3823311" y="4203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3947484" y="4070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3819874" y="42079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3841410" y="4183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3833277" y="4205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3894905" y="4188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4217251" y="4117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3896280" y="4126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3817698" y="4182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4246233" y="39858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3815292" y="4146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3807044" y="4211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3822280" y="4218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3813230" y="42185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3820790" y="41928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4012090" y="39611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3919304" y="41534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3851146" y="40425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3986546" y="40730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3838890" y="42098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3818958" y="4183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3839691" y="41761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3891354" y="38230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3807159" y="4221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4096858" y="41551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3811397" y="42209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3935112" y="4185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3812657" y="4194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3826289" y="4211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3824112" y="41705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3851605" y="41938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3816208" y="4210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3890323" y="4194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4108084" y="3930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3829382" y="42105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3824227" y="4179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3820103" y="4207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3814719" y="4202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3914608" y="3857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3956075" y="4150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3958252" y="40421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3812886" y="4207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3835109" y="4215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3975778" y="3841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3819301" y="4188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4019307" y="3878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3822051" y="4199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3821821" y="4213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3820676" y="41453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3899716" y="4040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4081279" y="4186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3857447" y="41843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3822738" y="4184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3830756" y="4179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3821020" y="4205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3820790" y="42023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3820561" y="42021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3832246" y="4188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3809450" y="4199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3837400" y="41943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3824800" y="4193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3819645" y="42021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3818270" y="4194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3828580" y="42001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3834193" y="4221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3828694" y="4219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3993419" y="41631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3824342" y="4184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3824227" y="4183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3815865" y="4177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3810595" y="4190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3846908" y="4209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4241765" y="3884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3831329" y="4208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3899143" y="36836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3851376" y="4203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3873942" y="4207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3817583" y="4209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3828809" y="4199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3845419" y="4177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3822165" y="42148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3928239" y="41830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3819989" y="4166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3826747" y="4198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3819301" y="4203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3856301" y="4209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3833506" y="4215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3807388" y="42166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3974976" y="4133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3962375" y="4033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4167536" y="41092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3834880" y="4174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3811168" y="41927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3811054" y="4162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4104762" y="3947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4098233" y="40492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3997313" y="41057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3806586" y="4225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3799369" y="4223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3836369" y="4181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3887115" y="4188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3841868" y="4171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3832360" y="4166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3976465" y="41499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3810825" y="4213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4234777" y="3969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3895134" y="41956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3901434" y="4176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4150468" y="40421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3811970" y="4203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3854812" y="4209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4129391" y="4066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3823425" y="4205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4092734" y="4106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3874629" y="4206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4168338" y="41298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4040614" y="39243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3818156" y="4223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3901205" y="41163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4361814" y="38973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3818270" y="41646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3812543" y="4179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3845763" y="4207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3922741" y="40882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3827434" y="4203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3820103" y="4179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3819301" y="41834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3924115" y="4101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4288731" y="4162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4141075" y="39137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3811741" y="41897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3819645" y="41980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3826976" y="4202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3940267" y="40200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3837515" y="41566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3811283" y="42079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3823082" y="41927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3803722" y="4204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3829038" y="4201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3844388" y="41850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3838890" y="4196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3822165" y="4220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3833964" y="41817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3817354" y="4213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3954586" y="4091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4173722" y="40367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4185635" y="3894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3985515" y="4105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3825258" y="4197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3803952" y="4186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3818499" y="42172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3838202" y="4172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3828351" y="42148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3818270" y="4194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3824227" y="4199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3827778" y="4176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4046112" y="4157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3826289" y="4198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3816208" y="42129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4018047" y="4081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3832131" y="42103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3865809" y="41925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3814261" y="4204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4026295" y="4009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3881273" y="4186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3825945" y="4211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3900747" y="40425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3832704" y="4199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3958366" y="3947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3822852" y="42172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3811283" y="4175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3825258" y="4215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3928125" y="38135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3828122" y="4200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3793413" y="4194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3812543" y="42202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3814719" y="4205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3907964" y="4195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3952868" y="4064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3818385" y="4212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3819645" y="41899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3829496" y="4208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3830298" y="4213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3955388" y="4131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3818729" y="4208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4050465" y="4013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3885168" y="4091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3812886" y="42103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3833277" y="4204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3914264" y="3962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3845533" y="4208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4181969" y="4105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3819874" y="4207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3816323" y="42265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3844961" y="4172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4142220" y="39447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3831902" y="4197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4104075" y="3693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3819989" y="4197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3867184" y="4139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3852750" y="4201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4224239" y="4140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3827664" y="4186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3828122" y="41715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3894905" y="4129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3826518" y="4207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3818499" y="41899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3819072" y="4206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3827091" y="41862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3816896" y="4201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t965"/>
            <p:cNvSpPr/>
            <p:nvPr/>
          </p:nvSpPr>
          <p:spPr>
            <a:xfrm>
              <a:off x="3831215" y="4208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t966"/>
            <p:cNvSpPr/>
            <p:nvPr/>
          </p:nvSpPr>
          <p:spPr>
            <a:xfrm>
              <a:off x="3824227" y="4166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t967"/>
            <p:cNvSpPr/>
            <p:nvPr/>
          </p:nvSpPr>
          <p:spPr>
            <a:xfrm>
              <a:off x="3817469" y="4202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t968"/>
            <p:cNvSpPr/>
            <p:nvPr/>
          </p:nvSpPr>
          <p:spPr>
            <a:xfrm>
              <a:off x="3865351" y="41020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t969"/>
            <p:cNvSpPr/>
            <p:nvPr/>
          </p:nvSpPr>
          <p:spPr>
            <a:xfrm>
              <a:off x="3830298" y="4208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t970"/>
            <p:cNvSpPr/>
            <p:nvPr/>
          </p:nvSpPr>
          <p:spPr>
            <a:xfrm>
              <a:off x="3818156" y="4209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t971"/>
            <p:cNvSpPr/>
            <p:nvPr/>
          </p:nvSpPr>
          <p:spPr>
            <a:xfrm>
              <a:off x="3838660" y="4225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t972"/>
            <p:cNvSpPr/>
            <p:nvPr/>
          </p:nvSpPr>
          <p:spPr>
            <a:xfrm>
              <a:off x="3820218" y="4060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t973"/>
            <p:cNvSpPr/>
            <p:nvPr/>
          </p:nvSpPr>
          <p:spPr>
            <a:xfrm>
              <a:off x="3828122" y="4212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t974"/>
            <p:cNvSpPr/>
            <p:nvPr/>
          </p:nvSpPr>
          <p:spPr>
            <a:xfrm>
              <a:off x="3847595" y="4204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t975"/>
            <p:cNvSpPr/>
            <p:nvPr/>
          </p:nvSpPr>
          <p:spPr>
            <a:xfrm>
              <a:off x="3837744" y="4188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t976"/>
            <p:cNvSpPr/>
            <p:nvPr/>
          </p:nvSpPr>
          <p:spPr>
            <a:xfrm>
              <a:off x="4275672" y="4139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t977"/>
            <p:cNvSpPr/>
            <p:nvPr/>
          </p:nvSpPr>
          <p:spPr>
            <a:xfrm>
              <a:off x="3815636" y="4215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t978"/>
            <p:cNvSpPr/>
            <p:nvPr/>
          </p:nvSpPr>
          <p:spPr>
            <a:xfrm>
              <a:off x="3824227" y="4201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t979"/>
            <p:cNvSpPr/>
            <p:nvPr/>
          </p:nvSpPr>
          <p:spPr>
            <a:xfrm>
              <a:off x="3822852" y="4195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t980"/>
            <p:cNvSpPr/>
            <p:nvPr/>
          </p:nvSpPr>
          <p:spPr>
            <a:xfrm>
              <a:off x="3948400" y="3998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t981"/>
            <p:cNvSpPr/>
            <p:nvPr/>
          </p:nvSpPr>
          <p:spPr>
            <a:xfrm>
              <a:off x="3819187" y="4200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t982"/>
            <p:cNvSpPr/>
            <p:nvPr/>
          </p:nvSpPr>
          <p:spPr>
            <a:xfrm>
              <a:off x="3995710" y="40590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t983"/>
            <p:cNvSpPr/>
            <p:nvPr/>
          </p:nvSpPr>
          <p:spPr>
            <a:xfrm>
              <a:off x="3810825" y="42021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t984"/>
            <p:cNvSpPr/>
            <p:nvPr/>
          </p:nvSpPr>
          <p:spPr>
            <a:xfrm>
              <a:off x="3827778" y="4183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t985"/>
            <p:cNvSpPr/>
            <p:nvPr/>
          </p:nvSpPr>
          <p:spPr>
            <a:xfrm>
              <a:off x="3808763" y="4209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t986"/>
            <p:cNvSpPr/>
            <p:nvPr/>
          </p:nvSpPr>
          <p:spPr>
            <a:xfrm>
              <a:off x="3822967" y="41819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t987"/>
            <p:cNvSpPr/>
            <p:nvPr/>
          </p:nvSpPr>
          <p:spPr>
            <a:xfrm>
              <a:off x="3824227" y="4201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t988"/>
            <p:cNvSpPr/>
            <p:nvPr/>
          </p:nvSpPr>
          <p:spPr>
            <a:xfrm>
              <a:off x="3822509" y="4179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t989"/>
            <p:cNvSpPr/>
            <p:nvPr/>
          </p:nvSpPr>
          <p:spPr>
            <a:xfrm>
              <a:off x="3846106" y="41679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t990"/>
            <p:cNvSpPr/>
            <p:nvPr/>
          </p:nvSpPr>
          <p:spPr>
            <a:xfrm>
              <a:off x="3859738" y="41763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t991"/>
            <p:cNvSpPr/>
            <p:nvPr/>
          </p:nvSpPr>
          <p:spPr>
            <a:xfrm>
              <a:off x="3825029" y="4218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t992"/>
            <p:cNvSpPr/>
            <p:nvPr/>
          </p:nvSpPr>
          <p:spPr>
            <a:xfrm>
              <a:off x="3813574" y="42174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t993"/>
            <p:cNvSpPr/>
            <p:nvPr/>
          </p:nvSpPr>
          <p:spPr>
            <a:xfrm>
              <a:off x="3902122" y="3756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t994"/>
            <p:cNvSpPr/>
            <p:nvPr/>
          </p:nvSpPr>
          <p:spPr>
            <a:xfrm>
              <a:off x="3907620" y="41689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t995"/>
            <p:cNvSpPr/>
            <p:nvPr/>
          </p:nvSpPr>
          <p:spPr>
            <a:xfrm>
              <a:off x="4123892" y="40094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t996"/>
            <p:cNvSpPr/>
            <p:nvPr/>
          </p:nvSpPr>
          <p:spPr>
            <a:xfrm>
              <a:off x="3817583" y="4198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t997"/>
            <p:cNvSpPr/>
            <p:nvPr/>
          </p:nvSpPr>
          <p:spPr>
            <a:xfrm>
              <a:off x="3813574" y="4209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t998"/>
            <p:cNvSpPr/>
            <p:nvPr/>
          </p:nvSpPr>
          <p:spPr>
            <a:xfrm>
              <a:off x="3809679" y="4208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t999"/>
            <p:cNvSpPr/>
            <p:nvPr/>
          </p:nvSpPr>
          <p:spPr>
            <a:xfrm>
              <a:off x="4000979" y="3896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t1000"/>
            <p:cNvSpPr/>
            <p:nvPr/>
          </p:nvSpPr>
          <p:spPr>
            <a:xfrm>
              <a:off x="3874286" y="4166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t1001"/>
            <p:cNvSpPr/>
            <p:nvPr/>
          </p:nvSpPr>
          <p:spPr>
            <a:xfrm>
              <a:off x="3837057" y="41988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t1002"/>
            <p:cNvSpPr/>
            <p:nvPr/>
          </p:nvSpPr>
          <p:spPr>
            <a:xfrm>
              <a:off x="4095140" y="39910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t1003"/>
            <p:cNvSpPr/>
            <p:nvPr/>
          </p:nvSpPr>
          <p:spPr>
            <a:xfrm>
              <a:off x="4220344" y="39888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t1004"/>
            <p:cNvSpPr/>
            <p:nvPr/>
          </p:nvSpPr>
          <p:spPr>
            <a:xfrm>
              <a:off x="3866382" y="4124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t1005"/>
            <p:cNvSpPr/>
            <p:nvPr/>
          </p:nvSpPr>
          <p:spPr>
            <a:xfrm>
              <a:off x="3814948" y="4188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t1006"/>
            <p:cNvSpPr/>
            <p:nvPr/>
          </p:nvSpPr>
          <p:spPr>
            <a:xfrm>
              <a:off x="3823654" y="4209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t1007"/>
            <p:cNvSpPr/>
            <p:nvPr/>
          </p:nvSpPr>
          <p:spPr>
            <a:xfrm>
              <a:off x="3845877" y="4161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t1008"/>
            <p:cNvSpPr/>
            <p:nvPr/>
          </p:nvSpPr>
          <p:spPr>
            <a:xfrm>
              <a:off x="3856989" y="3797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t1009"/>
            <p:cNvSpPr/>
            <p:nvPr/>
          </p:nvSpPr>
          <p:spPr>
            <a:xfrm>
              <a:off x="3799484" y="42047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t1010"/>
            <p:cNvSpPr/>
            <p:nvPr/>
          </p:nvSpPr>
          <p:spPr>
            <a:xfrm>
              <a:off x="3815407" y="4205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t1011"/>
            <p:cNvSpPr/>
            <p:nvPr/>
          </p:nvSpPr>
          <p:spPr>
            <a:xfrm>
              <a:off x="4070053" y="3960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t1012"/>
            <p:cNvSpPr/>
            <p:nvPr/>
          </p:nvSpPr>
          <p:spPr>
            <a:xfrm>
              <a:off x="3816896" y="4219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t1013"/>
            <p:cNvSpPr/>
            <p:nvPr/>
          </p:nvSpPr>
          <p:spPr>
            <a:xfrm>
              <a:off x="3814032" y="4214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t1014"/>
            <p:cNvSpPr/>
            <p:nvPr/>
          </p:nvSpPr>
          <p:spPr>
            <a:xfrm>
              <a:off x="3819187" y="4204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t1015"/>
            <p:cNvSpPr/>
            <p:nvPr/>
          </p:nvSpPr>
          <p:spPr>
            <a:xfrm>
              <a:off x="3888376" y="36492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t1016"/>
            <p:cNvSpPr/>
            <p:nvPr/>
          </p:nvSpPr>
          <p:spPr>
            <a:xfrm>
              <a:off x="3866725" y="41114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t1017"/>
            <p:cNvSpPr/>
            <p:nvPr/>
          </p:nvSpPr>
          <p:spPr>
            <a:xfrm>
              <a:off x="3804982" y="4213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t1018"/>
            <p:cNvSpPr/>
            <p:nvPr/>
          </p:nvSpPr>
          <p:spPr>
            <a:xfrm>
              <a:off x="3842784" y="4223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t1019"/>
            <p:cNvSpPr/>
            <p:nvPr/>
          </p:nvSpPr>
          <p:spPr>
            <a:xfrm>
              <a:off x="4018047" y="4172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t1020"/>
            <p:cNvSpPr/>
            <p:nvPr/>
          </p:nvSpPr>
          <p:spPr>
            <a:xfrm>
              <a:off x="3816552" y="42137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t1021"/>
            <p:cNvSpPr/>
            <p:nvPr/>
          </p:nvSpPr>
          <p:spPr>
            <a:xfrm>
              <a:off x="4114041" y="4198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t1022"/>
            <p:cNvSpPr/>
            <p:nvPr/>
          </p:nvSpPr>
          <p:spPr>
            <a:xfrm>
              <a:off x="3817354" y="42079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t1023"/>
            <p:cNvSpPr/>
            <p:nvPr/>
          </p:nvSpPr>
          <p:spPr>
            <a:xfrm>
              <a:off x="3799369" y="4222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t1024"/>
            <p:cNvSpPr/>
            <p:nvPr/>
          </p:nvSpPr>
          <p:spPr>
            <a:xfrm>
              <a:off x="3907735" y="4133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t1025"/>
            <p:cNvSpPr/>
            <p:nvPr/>
          </p:nvSpPr>
          <p:spPr>
            <a:xfrm>
              <a:off x="3826976" y="4223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t1026"/>
            <p:cNvSpPr/>
            <p:nvPr/>
          </p:nvSpPr>
          <p:spPr>
            <a:xfrm>
              <a:off x="3795933" y="4195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t1027"/>
            <p:cNvSpPr/>
            <p:nvPr/>
          </p:nvSpPr>
          <p:spPr>
            <a:xfrm>
              <a:off x="3814605" y="41956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t1028"/>
            <p:cNvSpPr/>
            <p:nvPr/>
          </p:nvSpPr>
          <p:spPr>
            <a:xfrm>
              <a:off x="3849772" y="41992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t1029"/>
            <p:cNvSpPr/>
            <p:nvPr/>
          </p:nvSpPr>
          <p:spPr>
            <a:xfrm>
              <a:off x="3825831" y="4217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t1030"/>
            <p:cNvSpPr/>
            <p:nvPr/>
          </p:nvSpPr>
          <p:spPr>
            <a:xfrm>
              <a:off x="3809564" y="4212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t1031"/>
            <p:cNvSpPr/>
            <p:nvPr/>
          </p:nvSpPr>
          <p:spPr>
            <a:xfrm>
              <a:off x="3814261" y="4197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t1032"/>
            <p:cNvSpPr/>
            <p:nvPr/>
          </p:nvSpPr>
          <p:spPr>
            <a:xfrm>
              <a:off x="3945995" y="4142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t1033"/>
            <p:cNvSpPr/>
            <p:nvPr/>
          </p:nvSpPr>
          <p:spPr>
            <a:xfrm>
              <a:off x="3873369" y="41783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t1034"/>
            <p:cNvSpPr/>
            <p:nvPr/>
          </p:nvSpPr>
          <p:spPr>
            <a:xfrm>
              <a:off x="3819760" y="41776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t1035"/>
            <p:cNvSpPr/>
            <p:nvPr/>
          </p:nvSpPr>
          <p:spPr>
            <a:xfrm>
              <a:off x="3914837" y="40886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t1036"/>
            <p:cNvSpPr/>
            <p:nvPr/>
          </p:nvSpPr>
          <p:spPr>
            <a:xfrm>
              <a:off x="3909682" y="41297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t1037"/>
            <p:cNvSpPr/>
            <p:nvPr/>
          </p:nvSpPr>
          <p:spPr>
            <a:xfrm>
              <a:off x="3873484" y="4130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t1038"/>
            <p:cNvSpPr/>
            <p:nvPr/>
          </p:nvSpPr>
          <p:spPr>
            <a:xfrm>
              <a:off x="3885741" y="41324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t1039"/>
            <p:cNvSpPr/>
            <p:nvPr/>
          </p:nvSpPr>
          <p:spPr>
            <a:xfrm>
              <a:off x="3820790" y="4144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t1040"/>
            <p:cNvSpPr/>
            <p:nvPr/>
          </p:nvSpPr>
          <p:spPr>
            <a:xfrm>
              <a:off x="4148635" y="4001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t1041"/>
            <p:cNvSpPr/>
            <p:nvPr/>
          </p:nvSpPr>
          <p:spPr>
            <a:xfrm>
              <a:off x="3822394" y="4203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t1042"/>
            <p:cNvSpPr/>
            <p:nvPr/>
          </p:nvSpPr>
          <p:spPr>
            <a:xfrm>
              <a:off x="3817583" y="4202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t1043"/>
            <p:cNvSpPr/>
            <p:nvPr/>
          </p:nvSpPr>
          <p:spPr>
            <a:xfrm>
              <a:off x="3885054" y="41752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t1044"/>
            <p:cNvSpPr/>
            <p:nvPr/>
          </p:nvSpPr>
          <p:spPr>
            <a:xfrm>
              <a:off x="3827091" y="42098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t1045"/>
            <p:cNvSpPr/>
            <p:nvPr/>
          </p:nvSpPr>
          <p:spPr>
            <a:xfrm>
              <a:off x="3832475" y="41718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t1046"/>
            <p:cNvSpPr/>
            <p:nvPr/>
          </p:nvSpPr>
          <p:spPr>
            <a:xfrm>
              <a:off x="3821592" y="4209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t1047"/>
            <p:cNvSpPr/>
            <p:nvPr/>
          </p:nvSpPr>
          <p:spPr>
            <a:xfrm>
              <a:off x="3847366" y="42144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t1048"/>
            <p:cNvSpPr/>
            <p:nvPr/>
          </p:nvSpPr>
          <p:spPr>
            <a:xfrm>
              <a:off x="3803722" y="42270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t1049"/>
            <p:cNvSpPr/>
            <p:nvPr/>
          </p:nvSpPr>
          <p:spPr>
            <a:xfrm>
              <a:off x="3819301" y="4186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t1050"/>
            <p:cNvSpPr/>
            <p:nvPr/>
          </p:nvSpPr>
          <p:spPr>
            <a:xfrm>
              <a:off x="3825029" y="4193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t1051"/>
            <p:cNvSpPr/>
            <p:nvPr/>
          </p:nvSpPr>
          <p:spPr>
            <a:xfrm>
              <a:off x="4122976" y="4061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t1052"/>
            <p:cNvSpPr/>
            <p:nvPr/>
          </p:nvSpPr>
          <p:spPr>
            <a:xfrm>
              <a:off x="3819416" y="4202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t1053"/>
            <p:cNvSpPr/>
            <p:nvPr/>
          </p:nvSpPr>
          <p:spPr>
            <a:xfrm>
              <a:off x="3818614" y="42189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t1054"/>
            <p:cNvSpPr/>
            <p:nvPr/>
          </p:nvSpPr>
          <p:spPr>
            <a:xfrm>
              <a:off x="3833277" y="4210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t1055"/>
            <p:cNvSpPr/>
            <p:nvPr/>
          </p:nvSpPr>
          <p:spPr>
            <a:xfrm>
              <a:off x="3962834" y="40542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t1056"/>
            <p:cNvSpPr/>
            <p:nvPr/>
          </p:nvSpPr>
          <p:spPr>
            <a:xfrm>
              <a:off x="3900518" y="4154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t1057"/>
            <p:cNvSpPr/>
            <p:nvPr/>
          </p:nvSpPr>
          <p:spPr>
            <a:xfrm>
              <a:off x="3819416" y="4179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t1058"/>
            <p:cNvSpPr/>
            <p:nvPr/>
          </p:nvSpPr>
          <p:spPr>
            <a:xfrm>
              <a:off x="3819760" y="4212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t1059"/>
            <p:cNvSpPr/>
            <p:nvPr/>
          </p:nvSpPr>
          <p:spPr>
            <a:xfrm>
              <a:off x="3943131" y="41560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t1060"/>
            <p:cNvSpPr/>
            <p:nvPr/>
          </p:nvSpPr>
          <p:spPr>
            <a:xfrm>
              <a:off x="3835682" y="4195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t1061"/>
            <p:cNvSpPr/>
            <p:nvPr/>
          </p:nvSpPr>
          <p:spPr>
            <a:xfrm>
              <a:off x="3912202" y="4041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t1062"/>
            <p:cNvSpPr/>
            <p:nvPr/>
          </p:nvSpPr>
          <p:spPr>
            <a:xfrm>
              <a:off x="3959970" y="41194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t1063"/>
            <p:cNvSpPr/>
            <p:nvPr/>
          </p:nvSpPr>
          <p:spPr>
            <a:xfrm>
              <a:off x="4006477" y="3856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t1064"/>
            <p:cNvSpPr/>
            <p:nvPr/>
          </p:nvSpPr>
          <p:spPr>
            <a:xfrm>
              <a:off x="3924574" y="41730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t1065"/>
            <p:cNvSpPr/>
            <p:nvPr/>
          </p:nvSpPr>
          <p:spPr>
            <a:xfrm>
              <a:off x="4254480" y="3725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t1066"/>
            <p:cNvSpPr/>
            <p:nvPr/>
          </p:nvSpPr>
          <p:spPr>
            <a:xfrm>
              <a:off x="3824342" y="41923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t1067"/>
            <p:cNvSpPr/>
            <p:nvPr/>
          </p:nvSpPr>
          <p:spPr>
            <a:xfrm>
              <a:off x="3830184" y="42267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t1068"/>
            <p:cNvSpPr/>
            <p:nvPr/>
          </p:nvSpPr>
          <p:spPr>
            <a:xfrm>
              <a:off x="3809679" y="4194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t1069"/>
            <p:cNvSpPr/>
            <p:nvPr/>
          </p:nvSpPr>
          <p:spPr>
            <a:xfrm>
              <a:off x="3960886" y="39919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t1070"/>
            <p:cNvSpPr/>
            <p:nvPr/>
          </p:nvSpPr>
          <p:spPr>
            <a:xfrm>
              <a:off x="3830871" y="4195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t1071"/>
            <p:cNvSpPr/>
            <p:nvPr/>
          </p:nvSpPr>
          <p:spPr>
            <a:xfrm>
              <a:off x="3845533" y="4190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t1072"/>
            <p:cNvSpPr/>
            <p:nvPr/>
          </p:nvSpPr>
          <p:spPr>
            <a:xfrm>
              <a:off x="3872338" y="40421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t1073"/>
            <p:cNvSpPr/>
            <p:nvPr/>
          </p:nvSpPr>
          <p:spPr>
            <a:xfrm>
              <a:off x="3815750" y="4202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t1074"/>
            <p:cNvSpPr/>
            <p:nvPr/>
          </p:nvSpPr>
          <p:spPr>
            <a:xfrm>
              <a:off x="3817469" y="4215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t1075"/>
            <p:cNvSpPr/>
            <p:nvPr/>
          </p:nvSpPr>
          <p:spPr>
            <a:xfrm>
              <a:off x="4010601" y="3899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t1076"/>
            <p:cNvSpPr/>
            <p:nvPr/>
          </p:nvSpPr>
          <p:spPr>
            <a:xfrm>
              <a:off x="4258146" y="41324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t1077"/>
            <p:cNvSpPr/>
            <p:nvPr/>
          </p:nvSpPr>
          <p:spPr>
            <a:xfrm>
              <a:off x="3826633" y="4194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t1078"/>
            <p:cNvSpPr/>
            <p:nvPr/>
          </p:nvSpPr>
          <p:spPr>
            <a:xfrm>
              <a:off x="3901893" y="4206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t1079"/>
            <p:cNvSpPr/>
            <p:nvPr/>
          </p:nvSpPr>
          <p:spPr>
            <a:xfrm>
              <a:off x="3941985" y="38756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t1080"/>
            <p:cNvSpPr/>
            <p:nvPr/>
          </p:nvSpPr>
          <p:spPr>
            <a:xfrm>
              <a:off x="3983224" y="3845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t1081"/>
            <p:cNvSpPr/>
            <p:nvPr/>
          </p:nvSpPr>
          <p:spPr>
            <a:xfrm>
              <a:off x="3886772" y="4105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t1082"/>
            <p:cNvSpPr/>
            <p:nvPr/>
          </p:nvSpPr>
          <p:spPr>
            <a:xfrm>
              <a:off x="3819645" y="41925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t1083"/>
            <p:cNvSpPr/>
            <p:nvPr/>
          </p:nvSpPr>
          <p:spPr>
            <a:xfrm>
              <a:off x="3830527" y="4216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t1084"/>
            <p:cNvSpPr/>
            <p:nvPr/>
          </p:nvSpPr>
          <p:spPr>
            <a:xfrm>
              <a:off x="3816094" y="4213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t1085"/>
            <p:cNvSpPr/>
            <p:nvPr/>
          </p:nvSpPr>
          <p:spPr>
            <a:xfrm>
              <a:off x="3834422" y="41730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t1086"/>
            <p:cNvSpPr/>
            <p:nvPr/>
          </p:nvSpPr>
          <p:spPr>
            <a:xfrm>
              <a:off x="3813917" y="4195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t1087"/>
            <p:cNvSpPr/>
            <p:nvPr/>
          </p:nvSpPr>
          <p:spPr>
            <a:xfrm>
              <a:off x="3823311" y="4188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t1088"/>
            <p:cNvSpPr/>
            <p:nvPr/>
          </p:nvSpPr>
          <p:spPr>
            <a:xfrm>
              <a:off x="3814032" y="4212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t1089"/>
            <p:cNvSpPr/>
            <p:nvPr/>
          </p:nvSpPr>
          <p:spPr>
            <a:xfrm>
              <a:off x="3891697" y="41607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t1090"/>
            <p:cNvSpPr/>
            <p:nvPr/>
          </p:nvSpPr>
          <p:spPr>
            <a:xfrm>
              <a:off x="4045081" y="4199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t1091"/>
            <p:cNvSpPr/>
            <p:nvPr/>
          </p:nvSpPr>
          <p:spPr>
            <a:xfrm>
              <a:off x="3810023" y="4210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t1092"/>
            <p:cNvSpPr/>
            <p:nvPr/>
          </p:nvSpPr>
          <p:spPr>
            <a:xfrm>
              <a:off x="3816667" y="41992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t1093"/>
            <p:cNvSpPr/>
            <p:nvPr/>
          </p:nvSpPr>
          <p:spPr>
            <a:xfrm>
              <a:off x="3824685" y="4207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t1094"/>
            <p:cNvSpPr/>
            <p:nvPr/>
          </p:nvSpPr>
          <p:spPr>
            <a:xfrm>
              <a:off x="3818843" y="41752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t1095"/>
            <p:cNvSpPr/>
            <p:nvPr/>
          </p:nvSpPr>
          <p:spPr>
            <a:xfrm>
              <a:off x="3963406" y="39813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t1096"/>
            <p:cNvSpPr/>
            <p:nvPr/>
          </p:nvSpPr>
          <p:spPr>
            <a:xfrm>
              <a:off x="4075323" y="40750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t1097"/>
            <p:cNvSpPr/>
            <p:nvPr/>
          </p:nvSpPr>
          <p:spPr>
            <a:xfrm>
              <a:off x="4166391" y="4022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t1098"/>
            <p:cNvSpPr/>
            <p:nvPr/>
          </p:nvSpPr>
          <p:spPr>
            <a:xfrm>
              <a:off x="3825602" y="4203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t1099"/>
            <p:cNvSpPr/>
            <p:nvPr/>
          </p:nvSpPr>
          <p:spPr>
            <a:xfrm>
              <a:off x="3828122" y="42059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t1100"/>
            <p:cNvSpPr/>
            <p:nvPr/>
          </p:nvSpPr>
          <p:spPr>
            <a:xfrm>
              <a:off x="3831558" y="42222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t1101"/>
            <p:cNvSpPr/>
            <p:nvPr/>
          </p:nvSpPr>
          <p:spPr>
            <a:xfrm>
              <a:off x="4023202" y="3937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t1102"/>
            <p:cNvSpPr/>
            <p:nvPr/>
          </p:nvSpPr>
          <p:spPr>
            <a:xfrm>
              <a:off x="3874515" y="4202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t1103"/>
            <p:cNvSpPr/>
            <p:nvPr/>
          </p:nvSpPr>
          <p:spPr>
            <a:xfrm>
              <a:off x="3936029" y="39298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t1104"/>
            <p:cNvSpPr/>
            <p:nvPr/>
          </p:nvSpPr>
          <p:spPr>
            <a:xfrm>
              <a:off x="3915410" y="4179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t1105"/>
            <p:cNvSpPr/>
            <p:nvPr/>
          </p:nvSpPr>
          <p:spPr>
            <a:xfrm>
              <a:off x="3812199" y="41778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t1106"/>
            <p:cNvSpPr/>
            <p:nvPr/>
          </p:nvSpPr>
          <p:spPr>
            <a:xfrm>
              <a:off x="4033855" y="4139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t1107"/>
            <p:cNvSpPr/>
            <p:nvPr/>
          </p:nvSpPr>
          <p:spPr>
            <a:xfrm>
              <a:off x="3955961" y="4108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t1108"/>
            <p:cNvSpPr/>
            <p:nvPr/>
          </p:nvSpPr>
          <p:spPr>
            <a:xfrm>
              <a:off x="3816896" y="42098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t1109"/>
            <p:cNvSpPr/>
            <p:nvPr/>
          </p:nvSpPr>
          <p:spPr>
            <a:xfrm>
              <a:off x="3929385" y="41928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t1110"/>
            <p:cNvSpPr/>
            <p:nvPr/>
          </p:nvSpPr>
          <p:spPr>
            <a:xfrm>
              <a:off x="3914722" y="4157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t1111"/>
            <p:cNvSpPr/>
            <p:nvPr/>
          </p:nvSpPr>
          <p:spPr>
            <a:xfrm>
              <a:off x="3815979" y="42204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t1112"/>
            <p:cNvSpPr/>
            <p:nvPr/>
          </p:nvSpPr>
          <p:spPr>
            <a:xfrm>
              <a:off x="3993304" y="41962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t1113"/>
            <p:cNvSpPr/>
            <p:nvPr/>
          </p:nvSpPr>
          <p:spPr>
            <a:xfrm>
              <a:off x="3826862" y="4203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t1114"/>
            <p:cNvSpPr/>
            <p:nvPr/>
          </p:nvSpPr>
          <p:spPr>
            <a:xfrm>
              <a:off x="3847481" y="4188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t1115"/>
            <p:cNvSpPr/>
            <p:nvPr/>
          </p:nvSpPr>
          <p:spPr>
            <a:xfrm>
              <a:off x="3831787" y="41893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t1116"/>
            <p:cNvSpPr/>
            <p:nvPr/>
          </p:nvSpPr>
          <p:spPr>
            <a:xfrm>
              <a:off x="3831215" y="41733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t1117"/>
            <p:cNvSpPr/>
            <p:nvPr/>
          </p:nvSpPr>
          <p:spPr>
            <a:xfrm>
              <a:off x="3810825" y="41932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t1118"/>
            <p:cNvSpPr/>
            <p:nvPr/>
          </p:nvSpPr>
          <p:spPr>
            <a:xfrm>
              <a:off x="3816323" y="4207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t1119"/>
            <p:cNvSpPr/>
            <p:nvPr/>
          </p:nvSpPr>
          <p:spPr>
            <a:xfrm>
              <a:off x="4071542" y="4115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t1120"/>
            <p:cNvSpPr/>
            <p:nvPr/>
          </p:nvSpPr>
          <p:spPr>
            <a:xfrm>
              <a:off x="4057567" y="4084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t1121"/>
            <p:cNvSpPr/>
            <p:nvPr/>
          </p:nvSpPr>
          <p:spPr>
            <a:xfrm>
              <a:off x="4016329" y="40603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t1122"/>
            <p:cNvSpPr/>
            <p:nvPr/>
          </p:nvSpPr>
          <p:spPr>
            <a:xfrm>
              <a:off x="4061691" y="4114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t1123"/>
            <p:cNvSpPr/>
            <p:nvPr/>
          </p:nvSpPr>
          <p:spPr>
            <a:xfrm>
              <a:off x="3857103" y="42103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t1124"/>
            <p:cNvSpPr/>
            <p:nvPr/>
          </p:nvSpPr>
          <p:spPr>
            <a:xfrm>
              <a:off x="3943245" y="3984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t1125"/>
            <p:cNvSpPr/>
            <p:nvPr/>
          </p:nvSpPr>
          <p:spPr>
            <a:xfrm>
              <a:off x="3816323" y="4209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t1126"/>
            <p:cNvSpPr/>
            <p:nvPr/>
          </p:nvSpPr>
          <p:spPr>
            <a:xfrm>
              <a:off x="3848168" y="4195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t1127"/>
            <p:cNvSpPr/>
            <p:nvPr/>
          </p:nvSpPr>
          <p:spPr>
            <a:xfrm>
              <a:off x="3831902" y="4204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t1128"/>
            <p:cNvSpPr/>
            <p:nvPr/>
          </p:nvSpPr>
          <p:spPr>
            <a:xfrm>
              <a:off x="3918961" y="4140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t1129"/>
            <p:cNvSpPr/>
            <p:nvPr/>
          </p:nvSpPr>
          <p:spPr>
            <a:xfrm>
              <a:off x="3868673" y="4161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t1130"/>
            <p:cNvSpPr/>
            <p:nvPr/>
          </p:nvSpPr>
          <p:spPr>
            <a:xfrm>
              <a:off x="3827434" y="4215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t1131"/>
            <p:cNvSpPr/>
            <p:nvPr/>
          </p:nvSpPr>
          <p:spPr>
            <a:xfrm>
              <a:off x="3817927" y="4207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t1132"/>
            <p:cNvSpPr/>
            <p:nvPr/>
          </p:nvSpPr>
          <p:spPr>
            <a:xfrm>
              <a:off x="3818156" y="4213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t1133"/>
            <p:cNvSpPr/>
            <p:nvPr/>
          </p:nvSpPr>
          <p:spPr>
            <a:xfrm>
              <a:off x="3816438" y="41737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t1134"/>
            <p:cNvSpPr/>
            <p:nvPr/>
          </p:nvSpPr>
          <p:spPr>
            <a:xfrm>
              <a:off x="3928583" y="40815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t1135"/>
            <p:cNvSpPr/>
            <p:nvPr/>
          </p:nvSpPr>
          <p:spPr>
            <a:xfrm>
              <a:off x="3819530" y="4206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t1136"/>
            <p:cNvSpPr/>
            <p:nvPr/>
          </p:nvSpPr>
          <p:spPr>
            <a:xfrm>
              <a:off x="4048747" y="39549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t1137"/>
            <p:cNvSpPr/>
            <p:nvPr/>
          </p:nvSpPr>
          <p:spPr>
            <a:xfrm>
              <a:off x="3844044" y="4200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t1138"/>
            <p:cNvSpPr/>
            <p:nvPr/>
          </p:nvSpPr>
          <p:spPr>
            <a:xfrm>
              <a:off x="3826633" y="41932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t1139"/>
            <p:cNvSpPr/>
            <p:nvPr/>
          </p:nvSpPr>
          <p:spPr>
            <a:xfrm>
              <a:off x="3958137" y="3999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t1140"/>
            <p:cNvSpPr/>
            <p:nvPr/>
          </p:nvSpPr>
          <p:spPr>
            <a:xfrm>
              <a:off x="3925146" y="4113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t1141"/>
            <p:cNvSpPr/>
            <p:nvPr/>
          </p:nvSpPr>
          <p:spPr>
            <a:xfrm>
              <a:off x="4327449" y="39616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t1142"/>
            <p:cNvSpPr/>
            <p:nvPr/>
          </p:nvSpPr>
          <p:spPr>
            <a:xfrm>
              <a:off x="4239703" y="40191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t1143"/>
            <p:cNvSpPr/>
            <p:nvPr/>
          </p:nvSpPr>
          <p:spPr>
            <a:xfrm>
              <a:off x="3825258" y="4200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t1144"/>
            <p:cNvSpPr/>
            <p:nvPr/>
          </p:nvSpPr>
          <p:spPr>
            <a:xfrm>
              <a:off x="3817354" y="4194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t1145"/>
            <p:cNvSpPr/>
            <p:nvPr/>
          </p:nvSpPr>
          <p:spPr>
            <a:xfrm>
              <a:off x="3815407" y="41789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t1146"/>
            <p:cNvSpPr/>
            <p:nvPr/>
          </p:nvSpPr>
          <p:spPr>
            <a:xfrm>
              <a:off x="3835911" y="4195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t1147"/>
            <p:cNvSpPr/>
            <p:nvPr/>
          </p:nvSpPr>
          <p:spPr>
            <a:xfrm>
              <a:off x="3822738" y="41722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t1148"/>
            <p:cNvSpPr/>
            <p:nvPr/>
          </p:nvSpPr>
          <p:spPr>
            <a:xfrm>
              <a:off x="3938778" y="4128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t1149"/>
            <p:cNvSpPr/>
            <p:nvPr/>
          </p:nvSpPr>
          <p:spPr>
            <a:xfrm>
              <a:off x="3822280" y="4100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t1150"/>
            <p:cNvSpPr/>
            <p:nvPr/>
          </p:nvSpPr>
          <p:spPr>
            <a:xfrm>
              <a:off x="3825143" y="41980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t1151"/>
            <p:cNvSpPr/>
            <p:nvPr/>
          </p:nvSpPr>
          <p:spPr>
            <a:xfrm>
              <a:off x="3819874" y="42021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t1152"/>
            <p:cNvSpPr/>
            <p:nvPr/>
          </p:nvSpPr>
          <p:spPr>
            <a:xfrm>
              <a:off x="3864549" y="4100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t1153"/>
            <p:cNvSpPr/>
            <p:nvPr/>
          </p:nvSpPr>
          <p:spPr>
            <a:xfrm>
              <a:off x="3823540" y="4208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t1154"/>
            <p:cNvSpPr/>
            <p:nvPr/>
          </p:nvSpPr>
          <p:spPr>
            <a:xfrm>
              <a:off x="4055620" y="4188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t1155"/>
            <p:cNvSpPr/>
            <p:nvPr/>
          </p:nvSpPr>
          <p:spPr>
            <a:xfrm>
              <a:off x="3867184" y="4164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t1156"/>
            <p:cNvSpPr/>
            <p:nvPr/>
          </p:nvSpPr>
          <p:spPr>
            <a:xfrm>
              <a:off x="3834422" y="42267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t1157"/>
            <p:cNvSpPr/>
            <p:nvPr/>
          </p:nvSpPr>
          <p:spPr>
            <a:xfrm>
              <a:off x="4068793" y="4020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t1158"/>
            <p:cNvSpPr/>
            <p:nvPr/>
          </p:nvSpPr>
          <p:spPr>
            <a:xfrm>
              <a:off x="3813230" y="41817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t1159"/>
            <p:cNvSpPr/>
            <p:nvPr/>
          </p:nvSpPr>
          <p:spPr>
            <a:xfrm>
              <a:off x="4000864" y="4123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t1160"/>
            <p:cNvSpPr/>
            <p:nvPr/>
          </p:nvSpPr>
          <p:spPr>
            <a:xfrm>
              <a:off x="3814948" y="4200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t1161"/>
            <p:cNvSpPr/>
            <p:nvPr/>
          </p:nvSpPr>
          <p:spPr>
            <a:xfrm>
              <a:off x="3798682" y="4199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t1162"/>
            <p:cNvSpPr/>
            <p:nvPr/>
          </p:nvSpPr>
          <p:spPr>
            <a:xfrm>
              <a:off x="3808190" y="4199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t1163"/>
            <p:cNvSpPr/>
            <p:nvPr/>
          </p:nvSpPr>
          <p:spPr>
            <a:xfrm>
              <a:off x="3819416" y="4212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t1164"/>
            <p:cNvSpPr/>
            <p:nvPr/>
          </p:nvSpPr>
          <p:spPr>
            <a:xfrm>
              <a:off x="3828924" y="4180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t1165"/>
            <p:cNvSpPr/>
            <p:nvPr/>
          </p:nvSpPr>
          <p:spPr>
            <a:xfrm>
              <a:off x="4090672" y="4109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t1166"/>
            <p:cNvSpPr/>
            <p:nvPr/>
          </p:nvSpPr>
          <p:spPr>
            <a:xfrm>
              <a:off x="3920221" y="4142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t1167"/>
            <p:cNvSpPr/>
            <p:nvPr/>
          </p:nvSpPr>
          <p:spPr>
            <a:xfrm>
              <a:off x="3829267" y="4213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t1168"/>
            <p:cNvSpPr/>
            <p:nvPr/>
          </p:nvSpPr>
          <p:spPr>
            <a:xfrm>
              <a:off x="4180595" y="39191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t1169"/>
            <p:cNvSpPr/>
            <p:nvPr/>
          </p:nvSpPr>
          <p:spPr>
            <a:xfrm>
              <a:off x="3822394" y="4215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t1170"/>
            <p:cNvSpPr/>
            <p:nvPr/>
          </p:nvSpPr>
          <p:spPr>
            <a:xfrm>
              <a:off x="4031450" y="40914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t1171"/>
            <p:cNvSpPr/>
            <p:nvPr/>
          </p:nvSpPr>
          <p:spPr>
            <a:xfrm>
              <a:off x="3914149" y="4187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t1172"/>
            <p:cNvSpPr/>
            <p:nvPr/>
          </p:nvSpPr>
          <p:spPr>
            <a:xfrm>
              <a:off x="3840722" y="4176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t1173"/>
            <p:cNvSpPr/>
            <p:nvPr/>
          </p:nvSpPr>
          <p:spPr>
            <a:xfrm>
              <a:off x="3856187" y="41778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t1174"/>
            <p:cNvSpPr/>
            <p:nvPr/>
          </p:nvSpPr>
          <p:spPr>
            <a:xfrm>
              <a:off x="3981391" y="4204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t1175"/>
            <p:cNvSpPr/>
            <p:nvPr/>
          </p:nvSpPr>
          <p:spPr>
            <a:xfrm>
              <a:off x="3820676" y="4195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t1176"/>
            <p:cNvSpPr/>
            <p:nvPr/>
          </p:nvSpPr>
          <p:spPr>
            <a:xfrm>
              <a:off x="3904298" y="4212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t1177"/>
            <p:cNvSpPr/>
            <p:nvPr/>
          </p:nvSpPr>
          <p:spPr>
            <a:xfrm>
              <a:off x="3826289" y="41761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t1178"/>
            <p:cNvSpPr/>
            <p:nvPr/>
          </p:nvSpPr>
          <p:spPr>
            <a:xfrm>
              <a:off x="3823082" y="41534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t1179"/>
            <p:cNvSpPr/>
            <p:nvPr/>
          </p:nvSpPr>
          <p:spPr>
            <a:xfrm>
              <a:off x="3818156" y="42023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t1180"/>
            <p:cNvSpPr/>
            <p:nvPr/>
          </p:nvSpPr>
          <p:spPr>
            <a:xfrm>
              <a:off x="3813001" y="4213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t1181"/>
            <p:cNvSpPr/>
            <p:nvPr/>
          </p:nvSpPr>
          <p:spPr>
            <a:xfrm>
              <a:off x="4073948" y="3920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t1182"/>
            <p:cNvSpPr/>
            <p:nvPr/>
          </p:nvSpPr>
          <p:spPr>
            <a:xfrm>
              <a:off x="3811856" y="4212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t1183"/>
            <p:cNvSpPr/>
            <p:nvPr/>
          </p:nvSpPr>
          <p:spPr>
            <a:xfrm>
              <a:off x="3874171" y="4188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t1184"/>
            <p:cNvSpPr/>
            <p:nvPr/>
          </p:nvSpPr>
          <p:spPr>
            <a:xfrm>
              <a:off x="3821936" y="41927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t1185"/>
            <p:cNvSpPr/>
            <p:nvPr/>
          </p:nvSpPr>
          <p:spPr>
            <a:xfrm>
              <a:off x="4029044" y="38499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t1186"/>
            <p:cNvSpPr/>
            <p:nvPr/>
          </p:nvSpPr>
          <p:spPr>
            <a:xfrm>
              <a:off x="3824800" y="4214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t1187"/>
            <p:cNvSpPr/>
            <p:nvPr/>
          </p:nvSpPr>
          <p:spPr>
            <a:xfrm>
              <a:off x="3935570" y="41337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t1188"/>
            <p:cNvSpPr/>
            <p:nvPr/>
          </p:nvSpPr>
          <p:spPr>
            <a:xfrm>
              <a:off x="3874400" y="4203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t1189"/>
            <p:cNvSpPr/>
            <p:nvPr/>
          </p:nvSpPr>
          <p:spPr>
            <a:xfrm>
              <a:off x="3822394" y="4214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t1190"/>
            <p:cNvSpPr/>
            <p:nvPr/>
          </p:nvSpPr>
          <p:spPr>
            <a:xfrm>
              <a:off x="3821936" y="41938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t1191"/>
            <p:cNvSpPr/>
            <p:nvPr/>
          </p:nvSpPr>
          <p:spPr>
            <a:xfrm>
              <a:off x="3816896" y="4212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t1192"/>
            <p:cNvSpPr/>
            <p:nvPr/>
          </p:nvSpPr>
          <p:spPr>
            <a:xfrm>
              <a:off x="3823769" y="42088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t1193"/>
            <p:cNvSpPr/>
            <p:nvPr/>
          </p:nvSpPr>
          <p:spPr>
            <a:xfrm>
              <a:off x="3833964" y="41884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t1194"/>
            <p:cNvSpPr/>
            <p:nvPr/>
          </p:nvSpPr>
          <p:spPr>
            <a:xfrm>
              <a:off x="3819187" y="4199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t1195"/>
            <p:cNvSpPr/>
            <p:nvPr/>
          </p:nvSpPr>
          <p:spPr>
            <a:xfrm>
              <a:off x="3821707" y="4218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t1196"/>
            <p:cNvSpPr/>
            <p:nvPr/>
          </p:nvSpPr>
          <p:spPr>
            <a:xfrm>
              <a:off x="4230195" y="4041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t1197"/>
            <p:cNvSpPr/>
            <p:nvPr/>
          </p:nvSpPr>
          <p:spPr>
            <a:xfrm>
              <a:off x="4109001" y="40932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t1198"/>
            <p:cNvSpPr/>
            <p:nvPr/>
          </p:nvSpPr>
          <p:spPr>
            <a:xfrm>
              <a:off x="3811168" y="4177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t1199"/>
            <p:cNvSpPr/>
            <p:nvPr/>
          </p:nvSpPr>
          <p:spPr>
            <a:xfrm>
              <a:off x="3813116" y="4201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t1200"/>
            <p:cNvSpPr/>
            <p:nvPr/>
          </p:nvSpPr>
          <p:spPr>
            <a:xfrm>
              <a:off x="3811054" y="4193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t1201"/>
            <p:cNvSpPr/>
            <p:nvPr/>
          </p:nvSpPr>
          <p:spPr>
            <a:xfrm>
              <a:off x="3815521" y="4195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t1202"/>
            <p:cNvSpPr/>
            <p:nvPr/>
          </p:nvSpPr>
          <p:spPr>
            <a:xfrm>
              <a:off x="3836140" y="41878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t1203"/>
            <p:cNvSpPr/>
            <p:nvPr/>
          </p:nvSpPr>
          <p:spPr>
            <a:xfrm>
              <a:off x="3824342" y="4204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t1204"/>
            <p:cNvSpPr/>
            <p:nvPr/>
          </p:nvSpPr>
          <p:spPr>
            <a:xfrm>
              <a:off x="3821363" y="4134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t1205"/>
            <p:cNvSpPr/>
            <p:nvPr/>
          </p:nvSpPr>
          <p:spPr>
            <a:xfrm>
              <a:off x="3808190" y="4216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t1206"/>
            <p:cNvSpPr/>
            <p:nvPr/>
          </p:nvSpPr>
          <p:spPr>
            <a:xfrm>
              <a:off x="3821936" y="4209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t1207"/>
            <p:cNvSpPr/>
            <p:nvPr/>
          </p:nvSpPr>
          <p:spPr>
            <a:xfrm>
              <a:off x="3814032" y="4198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t1208"/>
            <p:cNvSpPr/>
            <p:nvPr/>
          </p:nvSpPr>
          <p:spPr>
            <a:xfrm>
              <a:off x="3824456" y="4208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t1209"/>
            <p:cNvSpPr/>
            <p:nvPr/>
          </p:nvSpPr>
          <p:spPr>
            <a:xfrm>
              <a:off x="3821821" y="42177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t1210"/>
            <p:cNvSpPr/>
            <p:nvPr/>
          </p:nvSpPr>
          <p:spPr>
            <a:xfrm>
              <a:off x="4359867" y="4081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t1211"/>
            <p:cNvSpPr/>
            <p:nvPr/>
          </p:nvSpPr>
          <p:spPr>
            <a:xfrm>
              <a:off x="3877264" y="4209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t1212"/>
            <p:cNvSpPr/>
            <p:nvPr/>
          </p:nvSpPr>
          <p:spPr>
            <a:xfrm>
              <a:off x="3897425" y="4205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t1213"/>
            <p:cNvSpPr/>
            <p:nvPr/>
          </p:nvSpPr>
          <p:spPr>
            <a:xfrm>
              <a:off x="3822509" y="42001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t1214"/>
            <p:cNvSpPr/>
            <p:nvPr/>
          </p:nvSpPr>
          <p:spPr>
            <a:xfrm>
              <a:off x="3869475" y="42116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t1215"/>
            <p:cNvSpPr/>
            <p:nvPr/>
          </p:nvSpPr>
          <p:spPr>
            <a:xfrm>
              <a:off x="3928812" y="41168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t1216"/>
            <p:cNvSpPr/>
            <p:nvPr/>
          </p:nvSpPr>
          <p:spPr>
            <a:xfrm>
              <a:off x="3819416" y="42070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t1217"/>
            <p:cNvSpPr/>
            <p:nvPr/>
          </p:nvSpPr>
          <p:spPr>
            <a:xfrm>
              <a:off x="3992846" y="40179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t1218"/>
            <p:cNvSpPr/>
            <p:nvPr/>
          </p:nvSpPr>
          <p:spPr>
            <a:xfrm>
              <a:off x="3823883" y="4179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t1219"/>
            <p:cNvSpPr/>
            <p:nvPr/>
          </p:nvSpPr>
          <p:spPr>
            <a:xfrm>
              <a:off x="3824227" y="4199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t1220"/>
            <p:cNvSpPr/>
            <p:nvPr/>
          </p:nvSpPr>
          <p:spPr>
            <a:xfrm>
              <a:off x="3828007" y="4193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t1221"/>
            <p:cNvSpPr/>
            <p:nvPr/>
          </p:nvSpPr>
          <p:spPr>
            <a:xfrm>
              <a:off x="4110604" y="4207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t1222"/>
            <p:cNvSpPr/>
            <p:nvPr/>
          </p:nvSpPr>
          <p:spPr>
            <a:xfrm>
              <a:off x="3813459" y="42187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t1223"/>
            <p:cNvSpPr/>
            <p:nvPr/>
          </p:nvSpPr>
          <p:spPr>
            <a:xfrm>
              <a:off x="4071428" y="4059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t1224"/>
            <p:cNvSpPr/>
            <p:nvPr/>
          </p:nvSpPr>
          <p:spPr>
            <a:xfrm>
              <a:off x="3812543" y="4184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t1225"/>
            <p:cNvSpPr/>
            <p:nvPr/>
          </p:nvSpPr>
          <p:spPr>
            <a:xfrm>
              <a:off x="3824456" y="41928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t1226"/>
            <p:cNvSpPr/>
            <p:nvPr/>
          </p:nvSpPr>
          <p:spPr>
            <a:xfrm>
              <a:off x="4019078" y="4146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t1227"/>
            <p:cNvSpPr/>
            <p:nvPr/>
          </p:nvSpPr>
          <p:spPr>
            <a:xfrm>
              <a:off x="4167880" y="4134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t1228"/>
            <p:cNvSpPr/>
            <p:nvPr/>
          </p:nvSpPr>
          <p:spPr>
            <a:xfrm>
              <a:off x="3814032" y="4180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t1229"/>
            <p:cNvSpPr/>
            <p:nvPr/>
          </p:nvSpPr>
          <p:spPr>
            <a:xfrm>
              <a:off x="3890781" y="41785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t1230"/>
            <p:cNvSpPr/>
            <p:nvPr/>
          </p:nvSpPr>
          <p:spPr>
            <a:xfrm>
              <a:off x="3860425" y="4209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t1231"/>
            <p:cNvSpPr/>
            <p:nvPr/>
          </p:nvSpPr>
          <p:spPr>
            <a:xfrm>
              <a:off x="4279338" y="42098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t1232"/>
            <p:cNvSpPr/>
            <p:nvPr/>
          </p:nvSpPr>
          <p:spPr>
            <a:xfrm>
              <a:off x="3829725" y="4194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rc1233"/>
            <p:cNvSpPr/>
            <p:nvPr/>
          </p:nvSpPr>
          <p:spPr>
            <a:xfrm>
              <a:off x="3789819" y="4350399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4" name="pl1234"/>
            <p:cNvSpPr/>
            <p:nvPr/>
          </p:nvSpPr>
          <p:spPr>
            <a:xfrm>
              <a:off x="3789819" y="489420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l1235"/>
            <p:cNvSpPr/>
            <p:nvPr/>
          </p:nvSpPr>
          <p:spPr>
            <a:xfrm>
              <a:off x="3789819" y="473738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l1236"/>
            <p:cNvSpPr/>
            <p:nvPr/>
          </p:nvSpPr>
          <p:spPr>
            <a:xfrm>
              <a:off x="3789819" y="458057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l1237"/>
            <p:cNvSpPr/>
            <p:nvPr/>
          </p:nvSpPr>
          <p:spPr>
            <a:xfrm>
              <a:off x="3789819" y="442376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l1238"/>
            <p:cNvSpPr/>
            <p:nvPr/>
          </p:nvSpPr>
          <p:spPr>
            <a:xfrm>
              <a:off x="3911267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l1239"/>
            <p:cNvSpPr/>
            <p:nvPr/>
          </p:nvSpPr>
          <p:spPr>
            <a:xfrm>
              <a:off x="4038546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l1240"/>
            <p:cNvSpPr/>
            <p:nvPr/>
          </p:nvSpPr>
          <p:spPr>
            <a:xfrm>
              <a:off x="4165824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l1241"/>
            <p:cNvSpPr/>
            <p:nvPr/>
          </p:nvSpPr>
          <p:spPr>
            <a:xfrm>
              <a:off x="4293103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l1242"/>
            <p:cNvSpPr/>
            <p:nvPr/>
          </p:nvSpPr>
          <p:spPr>
            <a:xfrm>
              <a:off x="3789819" y="497260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l1243"/>
            <p:cNvSpPr/>
            <p:nvPr/>
          </p:nvSpPr>
          <p:spPr>
            <a:xfrm>
              <a:off x="3789819" y="481579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l1244"/>
            <p:cNvSpPr/>
            <p:nvPr/>
          </p:nvSpPr>
          <p:spPr>
            <a:xfrm>
              <a:off x="3789819" y="465898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l1245"/>
            <p:cNvSpPr/>
            <p:nvPr/>
          </p:nvSpPr>
          <p:spPr>
            <a:xfrm>
              <a:off x="3789819" y="450216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l1246"/>
            <p:cNvSpPr/>
            <p:nvPr/>
          </p:nvSpPr>
          <p:spPr>
            <a:xfrm>
              <a:off x="3847627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l1247"/>
            <p:cNvSpPr/>
            <p:nvPr/>
          </p:nvSpPr>
          <p:spPr>
            <a:xfrm>
              <a:off x="3974906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l1248"/>
            <p:cNvSpPr/>
            <p:nvPr/>
          </p:nvSpPr>
          <p:spPr>
            <a:xfrm>
              <a:off x="4102185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l1249"/>
            <p:cNvSpPr/>
            <p:nvPr/>
          </p:nvSpPr>
          <p:spPr>
            <a:xfrm>
              <a:off x="4229464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l1250"/>
            <p:cNvSpPr/>
            <p:nvPr/>
          </p:nvSpPr>
          <p:spPr>
            <a:xfrm>
              <a:off x="4356743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t1251"/>
            <p:cNvSpPr/>
            <p:nvPr/>
          </p:nvSpPr>
          <p:spPr>
            <a:xfrm>
              <a:off x="4246233" y="4354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t1252"/>
            <p:cNvSpPr/>
            <p:nvPr/>
          </p:nvSpPr>
          <p:spPr>
            <a:xfrm>
              <a:off x="3813230" y="49283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t1253"/>
            <p:cNvSpPr/>
            <p:nvPr/>
          </p:nvSpPr>
          <p:spPr>
            <a:xfrm>
              <a:off x="3904298" y="4816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t1254"/>
            <p:cNvSpPr/>
            <p:nvPr/>
          </p:nvSpPr>
          <p:spPr>
            <a:xfrm>
              <a:off x="3838890" y="4932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t1255"/>
            <p:cNvSpPr/>
            <p:nvPr/>
          </p:nvSpPr>
          <p:spPr>
            <a:xfrm>
              <a:off x="3830642" y="4915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t1256"/>
            <p:cNvSpPr/>
            <p:nvPr/>
          </p:nvSpPr>
          <p:spPr>
            <a:xfrm>
              <a:off x="3812657" y="4929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t1257"/>
            <p:cNvSpPr/>
            <p:nvPr/>
          </p:nvSpPr>
          <p:spPr>
            <a:xfrm>
              <a:off x="3816208" y="4928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t1258"/>
            <p:cNvSpPr/>
            <p:nvPr/>
          </p:nvSpPr>
          <p:spPr>
            <a:xfrm>
              <a:off x="3820103" y="4916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t1259"/>
            <p:cNvSpPr/>
            <p:nvPr/>
          </p:nvSpPr>
          <p:spPr>
            <a:xfrm>
              <a:off x="3930874" y="47594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t1260"/>
            <p:cNvSpPr/>
            <p:nvPr/>
          </p:nvSpPr>
          <p:spPr>
            <a:xfrm>
              <a:off x="3975778" y="4594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t1261"/>
            <p:cNvSpPr/>
            <p:nvPr/>
          </p:nvSpPr>
          <p:spPr>
            <a:xfrm>
              <a:off x="3821821" y="4917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t1262"/>
            <p:cNvSpPr/>
            <p:nvPr/>
          </p:nvSpPr>
          <p:spPr>
            <a:xfrm>
              <a:off x="3857447" y="48984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t1263"/>
            <p:cNvSpPr/>
            <p:nvPr/>
          </p:nvSpPr>
          <p:spPr>
            <a:xfrm>
              <a:off x="3820790" y="4916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t1264"/>
            <p:cNvSpPr/>
            <p:nvPr/>
          </p:nvSpPr>
          <p:spPr>
            <a:xfrm>
              <a:off x="3809450" y="4932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t1265"/>
            <p:cNvSpPr/>
            <p:nvPr/>
          </p:nvSpPr>
          <p:spPr>
            <a:xfrm>
              <a:off x="3828694" y="49256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t1266"/>
            <p:cNvSpPr/>
            <p:nvPr/>
          </p:nvSpPr>
          <p:spPr>
            <a:xfrm>
              <a:off x="3810595" y="49153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t1267"/>
            <p:cNvSpPr/>
            <p:nvPr/>
          </p:nvSpPr>
          <p:spPr>
            <a:xfrm>
              <a:off x="4241765" y="46370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t1268"/>
            <p:cNvSpPr/>
            <p:nvPr/>
          </p:nvSpPr>
          <p:spPr>
            <a:xfrm>
              <a:off x="3851376" y="4915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t1269"/>
            <p:cNvSpPr/>
            <p:nvPr/>
          </p:nvSpPr>
          <p:spPr>
            <a:xfrm>
              <a:off x="3828809" y="4921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t1270"/>
            <p:cNvSpPr/>
            <p:nvPr/>
          </p:nvSpPr>
          <p:spPr>
            <a:xfrm>
              <a:off x="3822165" y="4921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t1271"/>
            <p:cNvSpPr/>
            <p:nvPr/>
          </p:nvSpPr>
          <p:spPr>
            <a:xfrm>
              <a:off x="3819989" y="49253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t1272"/>
            <p:cNvSpPr/>
            <p:nvPr/>
          </p:nvSpPr>
          <p:spPr>
            <a:xfrm>
              <a:off x="3826747" y="4919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t1273"/>
            <p:cNvSpPr/>
            <p:nvPr/>
          </p:nvSpPr>
          <p:spPr>
            <a:xfrm>
              <a:off x="3833506" y="4927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t1274"/>
            <p:cNvSpPr/>
            <p:nvPr/>
          </p:nvSpPr>
          <p:spPr>
            <a:xfrm>
              <a:off x="3811054" y="49279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t1275"/>
            <p:cNvSpPr/>
            <p:nvPr/>
          </p:nvSpPr>
          <p:spPr>
            <a:xfrm>
              <a:off x="3806586" y="49219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t1276"/>
            <p:cNvSpPr/>
            <p:nvPr/>
          </p:nvSpPr>
          <p:spPr>
            <a:xfrm>
              <a:off x="3799369" y="49223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t1277"/>
            <p:cNvSpPr/>
            <p:nvPr/>
          </p:nvSpPr>
          <p:spPr>
            <a:xfrm>
              <a:off x="3976465" y="48473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t1278"/>
            <p:cNvSpPr/>
            <p:nvPr/>
          </p:nvSpPr>
          <p:spPr>
            <a:xfrm>
              <a:off x="4234777" y="4494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t1279"/>
            <p:cNvSpPr/>
            <p:nvPr/>
          </p:nvSpPr>
          <p:spPr>
            <a:xfrm>
              <a:off x="3822509" y="49307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t1280"/>
            <p:cNvSpPr/>
            <p:nvPr/>
          </p:nvSpPr>
          <p:spPr>
            <a:xfrm>
              <a:off x="3823425" y="49234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t1281"/>
            <p:cNvSpPr/>
            <p:nvPr/>
          </p:nvSpPr>
          <p:spPr>
            <a:xfrm>
              <a:off x="4092734" y="4621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t1282"/>
            <p:cNvSpPr/>
            <p:nvPr/>
          </p:nvSpPr>
          <p:spPr>
            <a:xfrm>
              <a:off x="4168338" y="4786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t1283"/>
            <p:cNvSpPr/>
            <p:nvPr/>
          </p:nvSpPr>
          <p:spPr>
            <a:xfrm>
              <a:off x="3818156" y="49290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t1284"/>
            <p:cNvSpPr/>
            <p:nvPr/>
          </p:nvSpPr>
          <p:spPr>
            <a:xfrm>
              <a:off x="3827434" y="4920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t1285"/>
            <p:cNvSpPr/>
            <p:nvPr/>
          </p:nvSpPr>
          <p:spPr>
            <a:xfrm>
              <a:off x="3924115" y="4892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t1286"/>
            <p:cNvSpPr/>
            <p:nvPr/>
          </p:nvSpPr>
          <p:spPr>
            <a:xfrm>
              <a:off x="3940267" y="45051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t1287"/>
            <p:cNvSpPr/>
            <p:nvPr/>
          </p:nvSpPr>
          <p:spPr>
            <a:xfrm>
              <a:off x="3811283" y="49156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t1288"/>
            <p:cNvSpPr/>
            <p:nvPr/>
          </p:nvSpPr>
          <p:spPr>
            <a:xfrm>
              <a:off x="3833964" y="4921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t1289"/>
            <p:cNvSpPr/>
            <p:nvPr/>
          </p:nvSpPr>
          <p:spPr>
            <a:xfrm>
              <a:off x="3826289" y="4915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t1290"/>
            <p:cNvSpPr/>
            <p:nvPr/>
          </p:nvSpPr>
          <p:spPr>
            <a:xfrm>
              <a:off x="3865809" y="49228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t1291"/>
            <p:cNvSpPr/>
            <p:nvPr/>
          </p:nvSpPr>
          <p:spPr>
            <a:xfrm>
              <a:off x="3814261" y="4911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t1292"/>
            <p:cNvSpPr/>
            <p:nvPr/>
          </p:nvSpPr>
          <p:spPr>
            <a:xfrm>
              <a:off x="3958366" y="46298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t1293"/>
            <p:cNvSpPr/>
            <p:nvPr/>
          </p:nvSpPr>
          <p:spPr>
            <a:xfrm>
              <a:off x="3822852" y="4926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t1294"/>
            <p:cNvSpPr/>
            <p:nvPr/>
          </p:nvSpPr>
          <p:spPr>
            <a:xfrm>
              <a:off x="3828122" y="4923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t1295"/>
            <p:cNvSpPr/>
            <p:nvPr/>
          </p:nvSpPr>
          <p:spPr>
            <a:xfrm>
              <a:off x="3812543" y="49308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t1296"/>
            <p:cNvSpPr/>
            <p:nvPr/>
          </p:nvSpPr>
          <p:spPr>
            <a:xfrm>
              <a:off x="3907964" y="4892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t1297"/>
            <p:cNvSpPr/>
            <p:nvPr/>
          </p:nvSpPr>
          <p:spPr>
            <a:xfrm>
              <a:off x="3830298" y="4927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t1298"/>
            <p:cNvSpPr/>
            <p:nvPr/>
          </p:nvSpPr>
          <p:spPr>
            <a:xfrm>
              <a:off x="3831902" y="4920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t1299"/>
            <p:cNvSpPr/>
            <p:nvPr/>
          </p:nvSpPr>
          <p:spPr>
            <a:xfrm>
              <a:off x="3828122" y="4929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t1300"/>
            <p:cNvSpPr/>
            <p:nvPr/>
          </p:nvSpPr>
          <p:spPr>
            <a:xfrm>
              <a:off x="3830298" y="4929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t1301"/>
            <p:cNvSpPr/>
            <p:nvPr/>
          </p:nvSpPr>
          <p:spPr>
            <a:xfrm>
              <a:off x="3823540" y="49286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t1302"/>
            <p:cNvSpPr/>
            <p:nvPr/>
          </p:nvSpPr>
          <p:spPr>
            <a:xfrm>
              <a:off x="3828122" y="49223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t1303"/>
            <p:cNvSpPr/>
            <p:nvPr/>
          </p:nvSpPr>
          <p:spPr>
            <a:xfrm>
              <a:off x="3796964" y="49207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t1304"/>
            <p:cNvSpPr/>
            <p:nvPr/>
          </p:nvSpPr>
          <p:spPr>
            <a:xfrm>
              <a:off x="3995710" y="48442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t1305"/>
            <p:cNvSpPr/>
            <p:nvPr/>
          </p:nvSpPr>
          <p:spPr>
            <a:xfrm>
              <a:off x="3822967" y="4927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t1306"/>
            <p:cNvSpPr/>
            <p:nvPr/>
          </p:nvSpPr>
          <p:spPr>
            <a:xfrm>
              <a:off x="3824227" y="49107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t1307"/>
            <p:cNvSpPr/>
            <p:nvPr/>
          </p:nvSpPr>
          <p:spPr>
            <a:xfrm>
              <a:off x="3825029" y="49182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t1308"/>
            <p:cNvSpPr/>
            <p:nvPr/>
          </p:nvSpPr>
          <p:spPr>
            <a:xfrm>
              <a:off x="3813574" y="49260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t1309"/>
            <p:cNvSpPr/>
            <p:nvPr/>
          </p:nvSpPr>
          <p:spPr>
            <a:xfrm>
              <a:off x="3827320" y="4930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t1310"/>
            <p:cNvSpPr/>
            <p:nvPr/>
          </p:nvSpPr>
          <p:spPr>
            <a:xfrm>
              <a:off x="4220344" y="4765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t1311"/>
            <p:cNvSpPr/>
            <p:nvPr/>
          </p:nvSpPr>
          <p:spPr>
            <a:xfrm>
              <a:off x="3814032" y="4929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t1312"/>
            <p:cNvSpPr/>
            <p:nvPr/>
          </p:nvSpPr>
          <p:spPr>
            <a:xfrm>
              <a:off x="3816552" y="4932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t1313"/>
            <p:cNvSpPr/>
            <p:nvPr/>
          </p:nvSpPr>
          <p:spPr>
            <a:xfrm>
              <a:off x="3826976" y="4932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t1314"/>
            <p:cNvSpPr/>
            <p:nvPr/>
          </p:nvSpPr>
          <p:spPr>
            <a:xfrm>
              <a:off x="3826747" y="4930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t1315"/>
            <p:cNvSpPr/>
            <p:nvPr/>
          </p:nvSpPr>
          <p:spPr>
            <a:xfrm>
              <a:off x="3873369" y="4832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t1316"/>
            <p:cNvSpPr/>
            <p:nvPr/>
          </p:nvSpPr>
          <p:spPr>
            <a:xfrm>
              <a:off x="3810939" y="49265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t1317"/>
            <p:cNvSpPr/>
            <p:nvPr/>
          </p:nvSpPr>
          <p:spPr>
            <a:xfrm>
              <a:off x="3822394" y="49310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t1318"/>
            <p:cNvSpPr/>
            <p:nvPr/>
          </p:nvSpPr>
          <p:spPr>
            <a:xfrm>
              <a:off x="3817583" y="49242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t1319"/>
            <p:cNvSpPr/>
            <p:nvPr/>
          </p:nvSpPr>
          <p:spPr>
            <a:xfrm>
              <a:off x="3819760" y="4918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t1320"/>
            <p:cNvSpPr/>
            <p:nvPr/>
          </p:nvSpPr>
          <p:spPr>
            <a:xfrm>
              <a:off x="3803722" y="4915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t1321"/>
            <p:cNvSpPr/>
            <p:nvPr/>
          </p:nvSpPr>
          <p:spPr>
            <a:xfrm>
              <a:off x="4075323" y="4607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t1322"/>
            <p:cNvSpPr/>
            <p:nvPr/>
          </p:nvSpPr>
          <p:spPr>
            <a:xfrm>
              <a:off x="3834193" y="49271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t1323"/>
            <p:cNvSpPr/>
            <p:nvPr/>
          </p:nvSpPr>
          <p:spPr>
            <a:xfrm>
              <a:off x="3936029" y="43820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t1324"/>
            <p:cNvSpPr/>
            <p:nvPr/>
          </p:nvSpPr>
          <p:spPr>
            <a:xfrm>
              <a:off x="4033855" y="48019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t1325"/>
            <p:cNvSpPr/>
            <p:nvPr/>
          </p:nvSpPr>
          <p:spPr>
            <a:xfrm>
              <a:off x="3955961" y="48128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t1326"/>
            <p:cNvSpPr/>
            <p:nvPr/>
          </p:nvSpPr>
          <p:spPr>
            <a:xfrm>
              <a:off x="3914722" y="4840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t1327"/>
            <p:cNvSpPr/>
            <p:nvPr/>
          </p:nvSpPr>
          <p:spPr>
            <a:xfrm>
              <a:off x="3848168" y="4912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t1328"/>
            <p:cNvSpPr/>
            <p:nvPr/>
          </p:nvSpPr>
          <p:spPr>
            <a:xfrm>
              <a:off x="3831902" y="4927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t1329"/>
            <p:cNvSpPr/>
            <p:nvPr/>
          </p:nvSpPr>
          <p:spPr>
            <a:xfrm>
              <a:off x="3835911" y="4927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t1330"/>
            <p:cNvSpPr/>
            <p:nvPr/>
          </p:nvSpPr>
          <p:spPr>
            <a:xfrm>
              <a:off x="3822280" y="45361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t1331"/>
            <p:cNvSpPr/>
            <p:nvPr/>
          </p:nvSpPr>
          <p:spPr>
            <a:xfrm>
              <a:off x="3811397" y="4927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t1332"/>
            <p:cNvSpPr/>
            <p:nvPr/>
          </p:nvSpPr>
          <p:spPr>
            <a:xfrm>
              <a:off x="4090672" y="4794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t1333"/>
            <p:cNvSpPr/>
            <p:nvPr/>
          </p:nvSpPr>
          <p:spPr>
            <a:xfrm>
              <a:off x="3920221" y="4869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t1334"/>
            <p:cNvSpPr/>
            <p:nvPr/>
          </p:nvSpPr>
          <p:spPr>
            <a:xfrm>
              <a:off x="3822394" y="4913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t1335"/>
            <p:cNvSpPr/>
            <p:nvPr/>
          </p:nvSpPr>
          <p:spPr>
            <a:xfrm>
              <a:off x="3874400" y="4891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t1336"/>
            <p:cNvSpPr/>
            <p:nvPr/>
          </p:nvSpPr>
          <p:spPr>
            <a:xfrm>
              <a:off x="3822394" y="4923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t1337"/>
            <p:cNvSpPr/>
            <p:nvPr/>
          </p:nvSpPr>
          <p:spPr>
            <a:xfrm>
              <a:off x="3811054" y="4919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t1338"/>
            <p:cNvSpPr/>
            <p:nvPr/>
          </p:nvSpPr>
          <p:spPr>
            <a:xfrm>
              <a:off x="3815521" y="49212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t1339"/>
            <p:cNvSpPr/>
            <p:nvPr/>
          </p:nvSpPr>
          <p:spPr>
            <a:xfrm>
              <a:off x="3808190" y="49265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t1340"/>
            <p:cNvSpPr/>
            <p:nvPr/>
          </p:nvSpPr>
          <p:spPr>
            <a:xfrm>
              <a:off x="3821936" y="4930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t1341"/>
            <p:cNvSpPr/>
            <p:nvPr/>
          </p:nvSpPr>
          <p:spPr>
            <a:xfrm>
              <a:off x="3824456" y="4927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t1342"/>
            <p:cNvSpPr/>
            <p:nvPr/>
          </p:nvSpPr>
          <p:spPr>
            <a:xfrm>
              <a:off x="3897425" y="48776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t1343"/>
            <p:cNvSpPr/>
            <p:nvPr/>
          </p:nvSpPr>
          <p:spPr>
            <a:xfrm>
              <a:off x="3819416" y="49081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t1344"/>
            <p:cNvSpPr/>
            <p:nvPr/>
          </p:nvSpPr>
          <p:spPr>
            <a:xfrm>
              <a:off x="3869704" y="4911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t1345"/>
            <p:cNvSpPr/>
            <p:nvPr/>
          </p:nvSpPr>
          <p:spPr>
            <a:xfrm>
              <a:off x="3823883" y="4925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t1346"/>
            <p:cNvSpPr/>
            <p:nvPr/>
          </p:nvSpPr>
          <p:spPr>
            <a:xfrm>
              <a:off x="3813459" y="49227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t1347"/>
            <p:cNvSpPr/>
            <p:nvPr/>
          </p:nvSpPr>
          <p:spPr>
            <a:xfrm>
              <a:off x="4071428" y="4701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t1348"/>
            <p:cNvSpPr/>
            <p:nvPr/>
          </p:nvSpPr>
          <p:spPr>
            <a:xfrm>
              <a:off x="3812314" y="49233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rc1349"/>
            <p:cNvSpPr/>
            <p:nvPr/>
          </p:nvSpPr>
          <p:spPr>
            <a:xfrm>
              <a:off x="3789819" y="5055621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0" name="pl1350"/>
            <p:cNvSpPr/>
            <p:nvPr/>
          </p:nvSpPr>
          <p:spPr>
            <a:xfrm>
              <a:off x="3789819" y="556923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l1351"/>
            <p:cNvSpPr/>
            <p:nvPr/>
          </p:nvSpPr>
          <p:spPr>
            <a:xfrm>
              <a:off x="3789819" y="541588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l1352"/>
            <p:cNvSpPr/>
            <p:nvPr/>
          </p:nvSpPr>
          <p:spPr>
            <a:xfrm>
              <a:off x="3789819" y="526254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l1353"/>
            <p:cNvSpPr/>
            <p:nvPr/>
          </p:nvSpPr>
          <p:spPr>
            <a:xfrm>
              <a:off x="3789819" y="510919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l1354"/>
            <p:cNvSpPr/>
            <p:nvPr/>
          </p:nvSpPr>
          <p:spPr>
            <a:xfrm>
              <a:off x="3911267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l1355"/>
            <p:cNvSpPr/>
            <p:nvPr/>
          </p:nvSpPr>
          <p:spPr>
            <a:xfrm>
              <a:off x="4038546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l1356"/>
            <p:cNvSpPr/>
            <p:nvPr/>
          </p:nvSpPr>
          <p:spPr>
            <a:xfrm>
              <a:off x="4165824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l1357"/>
            <p:cNvSpPr/>
            <p:nvPr/>
          </p:nvSpPr>
          <p:spPr>
            <a:xfrm>
              <a:off x="4293103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l1358"/>
            <p:cNvSpPr/>
            <p:nvPr/>
          </p:nvSpPr>
          <p:spPr>
            <a:xfrm>
              <a:off x="3789819" y="564590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l1359"/>
            <p:cNvSpPr/>
            <p:nvPr/>
          </p:nvSpPr>
          <p:spPr>
            <a:xfrm>
              <a:off x="3789819" y="549255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l1360"/>
            <p:cNvSpPr/>
            <p:nvPr/>
          </p:nvSpPr>
          <p:spPr>
            <a:xfrm>
              <a:off x="3789819" y="533921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l1361"/>
            <p:cNvSpPr/>
            <p:nvPr/>
          </p:nvSpPr>
          <p:spPr>
            <a:xfrm>
              <a:off x="3789819" y="518586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l1362"/>
            <p:cNvSpPr/>
            <p:nvPr/>
          </p:nvSpPr>
          <p:spPr>
            <a:xfrm>
              <a:off x="3847627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l1363"/>
            <p:cNvSpPr/>
            <p:nvPr/>
          </p:nvSpPr>
          <p:spPr>
            <a:xfrm>
              <a:off x="3974906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l1364"/>
            <p:cNvSpPr/>
            <p:nvPr/>
          </p:nvSpPr>
          <p:spPr>
            <a:xfrm>
              <a:off x="4102185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l1365"/>
            <p:cNvSpPr/>
            <p:nvPr/>
          </p:nvSpPr>
          <p:spPr>
            <a:xfrm>
              <a:off x="4229464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l1366"/>
            <p:cNvSpPr/>
            <p:nvPr/>
          </p:nvSpPr>
          <p:spPr>
            <a:xfrm>
              <a:off x="4356743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t1367"/>
            <p:cNvSpPr/>
            <p:nvPr/>
          </p:nvSpPr>
          <p:spPr>
            <a:xfrm>
              <a:off x="4246233" y="52119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t1368"/>
            <p:cNvSpPr/>
            <p:nvPr/>
          </p:nvSpPr>
          <p:spPr>
            <a:xfrm>
              <a:off x="3813230" y="5559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t1369"/>
            <p:cNvSpPr/>
            <p:nvPr/>
          </p:nvSpPr>
          <p:spPr>
            <a:xfrm>
              <a:off x="3904298" y="5428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t1370"/>
            <p:cNvSpPr/>
            <p:nvPr/>
          </p:nvSpPr>
          <p:spPr>
            <a:xfrm>
              <a:off x="3838890" y="56230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t1371"/>
            <p:cNvSpPr/>
            <p:nvPr/>
          </p:nvSpPr>
          <p:spPr>
            <a:xfrm>
              <a:off x="3830642" y="5555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t1372"/>
            <p:cNvSpPr/>
            <p:nvPr/>
          </p:nvSpPr>
          <p:spPr>
            <a:xfrm>
              <a:off x="3812657" y="56291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t1373"/>
            <p:cNvSpPr/>
            <p:nvPr/>
          </p:nvSpPr>
          <p:spPr>
            <a:xfrm>
              <a:off x="3816208" y="5570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t1374"/>
            <p:cNvSpPr/>
            <p:nvPr/>
          </p:nvSpPr>
          <p:spPr>
            <a:xfrm>
              <a:off x="3820103" y="55748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t1375"/>
            <p:cNvSpPr/>
            <p:nvPr/>
          </p:nvSpPr>
          <p:spPr>
            <a:xfrm>
              <a:off x="3930874" y="52845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t1376"/>
            <p:cNvSpPr/>
            <p:nvPr/>
          </p:nvSpPr>
          <p:spPr>
            <a:xfrm>
              <a:off x="3975778" y="5200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t1377"/>
            <p:cNvSpPr/>
            <p:nvPr/>
          </p:nvSpPr>
          <p:spPr>
            <a:xfrm>
              <a:off x="3821821" y="54876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t1378"/>
            <p:cNvSpPr/>
            <p:nvPr/>
          </p:nvSpPr>
          <p:spPr>
            <a:xfrm>
              <a:off x="3857447" y="55555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t1379"/>
            <p:cNvSpPr/>
            <p:nvPr/>
          </p:nvSpPr>
          <p:spPr>
            <a:xfrm>
              <a:off x="3820790" y="5491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t1380"/>
            <p:cNvSpPr/>
            <p:nvPr/>
          </p:nvSpPr>
          <p:spPr>
            <a:xfrm>
              <a:off x="3809450" y="56073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t1381"/>
            <p:cNvSpPr/>
            <p:nvPr/>
          </p:nvSpPr>
          <p:spPr>
            <a:xfrm>
              <a:off x="3828694" y="5530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t1382"/>
            <p:cNvSpPr/>
            <p:nvPr/>
          </p:nvSpPr>
          <p:spPr>
            <a:xfrm>
              <a:off x="3810595" y="5568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t1383"/>
            <p:cNvSpPr/>
            <p:nvPr/>
          </p:nvSpPr>
          <p:spPr>
            <a:xfrm>
              <a:off x="4241765" y="53402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t1384"/>
            <p:cNvSpPr/>
            <p:nvPr/>
          </p:nvSpPr>
          <p:spPr>
            <a:xfrm>
              <a:off x="3851376" y="55166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t1385"/>
            <p:cNvSpPr/>
            <p:nvPr/>
          </p:nvSpPr>
          <p:spPr>
            <a:xfrm>
              <a:off x="3828809" y="5584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t1386"/>
            <p:cNvSpPr/>
            <p:nvPr/>
          </p:nvSpPr>
          <p:spPr>
            <a:xfrm>
              <a:off x="3822165" y="5544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t1387"/>
            <p:cNvSpPr/>
            <p:nvPr/>
          </p:nvSpPr>
          <p:spPr>
            <a:xfrm>
              <a:off x="3819989" y="55366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t1388"/>
            <p:cNvSpPr/>
            <p:nvPr/>
          </p:nvSpPr>
          <p:spPr>
            <a:xfrm>
              <a:off x="3826747" y="5566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t1389"/>
            <p:cNvSpPr/>
            <p:nvPr/>
          </p:nvSpPr>
          <p:spPr>
            <a:xfrm>
              <a:off x="3833506" y="56040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t1390"/>
            <p:cNvSpPr/>
            <p:nvPr/>
          </p:nvSpPr>
          <p:spPr>
            <a:xfrm>
              <a:off x="3811054" y="55071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t1391"/>
            <p:cNvSpPr/>
            <p:nvPr/>
          </p:nvSpPr>
          <p:spPr>
            <a:xfrm>
              <a:off x="3806586" y="5509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t1392"/>
            <p:cNvSpPr/>
            <p:nvPr/>
          </p:nvSpPr>
          <p:spPr>
            <a:xfrm>
              <a:off x="3799369" y="5506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t1393"/>
            <p:cNvSpPr/>
            <p:nvPr/>
          </p:nvSpPr>
          <p:spPr>
            <a:xfrm>
              <a:off x="3976465" y="5492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t1394"/>
            <p:cNvSpPr/>
            <p:nvPr/>
          </p:nvSpPr>
          <p:spPr>
            <a:xfrm>
              <a:off x="4234777" y="52632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t1395"/>
            <p:cNvSpPr/>
            <p:nvPr/>
          </p:nvSpPr>
          <p:spPr>
            <a:xfrm>
              <a:off x="3822509" y="5571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t1396"/>
            <p:cNvSpPr/>
            <p:nvPr/>
          </p:nvSpPr>
          <p:spPr>
            <a:xfrm>
              <a:off x="3823425" y="5541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t1397"/>
            <p:cNvSpPr/>
            <p:nvPr/>
          </p:nvSpPr>
          <p:spPr>
            <a:xfrm>
              <a:off x="4092734" y="53860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t1398"/>
            <p:cNvSpPr/>
            <p:nvPr/>
          </p:nvSpPr>
          <p:spPr>
            <a:xfrm>
              <a:off x="4168338" y="5440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t1399"/>
            <p:cNvSpPr/>
            <p:nvPr/>
          </p:nvSpPr>
          <p:spPr>
            <a:xfrm>
              <a:off x="3818156" y="5615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t1400"/>
            <p:cNvSpPr/>
            <p:nvPr/>
          </p:nvSpPr>
          <p:spPr>
            <a:xfrm>
              <a:off x="3827434" y="55487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t1401"/>
            <p:cNvSpPr/>
            <p:nvPr/>
          </p:nvSpPr>
          <p:spPr>
            <a:xfrm>
              <a:off x="3924115" y="5502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t1402"/>
            <p:cNvSpPr/>
            <p:nvPr/>
          </p:nvSpPr>
          <p:spPr>
            <a:xfrm>
              <a:off x="3940267" y="52482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t1403"/>
            <p:cNvSpPr/>
            <p:nvPr/>
          </p:nvSpPr>
          <p:spPr>
            <a:xfrm>
              <a:off x="3811283" y="5506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t1404"/>
            <p:cNvSpPr/>
            <p:nvPr/>
          </p:nvSpPr>
          <p:spPr>
            <a:xfrm>
              <a:off x="3833964" y="55959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t1405"/>
            <p:cNvSpPr/>
            <p:nvPr/>
          </p:nvSpPr>
          <p:spPr>
            <a:xfrm>
              <a:off x="3826289" y="5521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t1406"/>
            <p:cNvSpPr/>
            <p:nvPr/>
          </p:nvSpPr>
          <p:spPr>
            <a:xfrm>
              <a:off x="3865809" y="5596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t1407"/>
            <p:cNvSpPr/>
            <p:nvPr/>
          </p:nvSpPr>
          <p:spPr>
            <a:xfrm>
              <a:off x="3814261" y="5480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t1408"/>
            <p:cNvSpPr/>
            <p:nvPr/>
          </p:nvSpPr>
          <p:spPr>
            <a:xfrm>
              <a:off x="3958366" y="5219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t1409"/>
            <p:cNvSpPr/>
            <p:nvPr/>
          </p:nvSpPr>
          <p:spPr>
            <a:xfrm>
              <a:off x="3822852" y="5589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t1410"/>
            <p:cNvSpPr/>
            <p:nvPr/>
          </p:nvSpPr>
          <p:spPr>
            <a:xfrm>
              <a:off x="3828122" y="5519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t1411"/>
            <p:cNvSpPr/>
            <p:nvPr/>
          </p:nvSpPr>
          <p:spPr>
            <a:xfrm>
              <a:off x="3812543" y="55657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t1412"/>
            <p:cNvSpPr/>
            <p:nvPr/>
          </p:nvSpPr>
          <p:spPr>
            <a:xfrm>
              <a:off x="3907964" y="5497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t1413"/>
            <p:cNvSpPr/>
            <p:nvPr/>
          </p:nvSpPr>
          <p:spPr>
            <a:xfrm>
              <a:off x="3830298" y="5621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t1414"/>
            <p:cNvSpPr/>
            <p:nvPr/>
          </p:nvSpPr>
          <p:spPr>
            <a:xfrm>
              <a:off x="3831902" y="5578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t1415"/>
            <p:cNvSpPr/>
            <p:nvPr/>
          </p:nvSpPr>
          <p:spPr>
            <a:xfrm>
              <a:off x="3828122" y="55981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t1416"/>
            <p:cNvSpPr/>
            <p:nvPr/>
          </p:nvSpPr>
          <p:spPr>
            <a:xfrm>
              <a:off x="3830298" y="5581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t1417"/>
            <p:cNvSpPr/>
            <p:nvPr/>
          </p:nvSpPr>
          <p:spPr>
            <a:xfrm>
              <a:off x="3823540" y="5532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t1418"/>
            <p:cNvSpPr/>
            <p:nvPr/>
          </p:nvSpPr>
          <p:spPr>
            <a:xfrm>
              <a:off x="3828122" y="5530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t1419"/>
            <p:cNvSpPr/>
            <p:nvPr/>
          </p:nvSpPr>
          <p:spPr>
            <a:xfrm>
              <a:off x="3796964" y="5527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t1420"/>
            <p:cNvSpPr/>
            <p:nvPr/>
          </p:nvSpPr>
          <p:spPr>
            <a:xfrm>
              <a:off x="3995710" y="5507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t1421"/>
            <p:cNvSpPr/>
            <p:nvPr/>
          </p:nvSpPr>
          <p:spPr>
            <a:xfrm>
              <a:off x="3822967" y="55911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t1422"/>
            <p:cNvSpPr/>
            <p:nvPr/>
          </p:nvSpPr>
          <p:spPr>
            <a:xfrm>
              <a:off x="3824227" y="56009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t1423"/>
            <p:cNvSpPr/>
            <p:nvPr/>
          </p:nvSpPr>
          <p:spPr>
            <a:xfrm>
              <a:off x="3825029" y="5544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t1424"/>
            <p:cNvSpPr/>
            <p:nvPr/>
          </p:nvSpPr>
          <p:spPr>
            <a:xfrm>
              <a:off x="3813574" y="5593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t1425"/>
            <p:cNvSpPr/>
            <p:nvPr/>
          </p:nvSpPr>
          <p:spPr>
            <a:xfrm>
              <a:off x="3827320" y="5612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t1426"/>
            <p:cNvSpPr/>
            <p:nvPr/>
          </p:nvSpPr>
          <p:spPr>
            <a:xfrm>
              <a:off x="4220344" y="5511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t1427"/>
            <p:cNvSpPr/>
            <p:nvPr/>
          </p:nvSpPr>
          <p:spPr>
            <a:xfrm>
              <a:off x="3814032" y="5541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t1428"/>
            <p:cNvSpPr/>
            <p:nvPr/>
          </p:nvSpPr>
          <p:spPr>
            <a:xfrm>
              <a:off x="3816552" y="56051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t1429"/>
            <p:cNvSpPr/>
            <p:nvPr/>
          </p:nvSpPr>
          <p:spPr>
            <a:xfrm>
              <a:off x="3826976" y="56285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t1430"/>
            <p:cNvSpPr/>
            <p:nvPr/>
          </p:nvSpPr>
          <p:spPr>
            <a:xfrm>
              <a:off x="3826747" y="56131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t1431"/>
            <p:cNvSpPr/>
            <p:nvPr/>
          </p:nvSpPr>
          <p:spPr>
            <a:xfrm>
              <a:off x="3873369" y="5429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t1432"/>
            <p:cNvSpPr/>
            <p:nvPr/>
          </p:nvSpPr>
          <p:spPr>
            <a:xfrm>
              <a:off x="3810939" y="55667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t1433"/>
            <p:cNvSpPr/>
            <p:nvPr/>
          </p:nvSpPr>
          <p:spPr>
            <a:xfrm>
              <a:off x="3822394" y="55889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t1434"/>
            <p:cNvSpPr/>
            <p:nvPr/>
          </p:nvSpPr>
          <p:spPr>
            <a:xfrm>
              <a:off x="3817583" y="5620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t1435"/>
            <p:cNvSpPr/>
            <p:nvPr/>
          </p:nvSpPr>
          <p:spPr>
            <a:xfrm>
              <a:off x="3819760" y="5578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t1436"/>
            <p:cNvSpPr/>
            <p:nvPr/>
          </p:nvSpPr>
          <p:spPr>
            <a:xfrm>
              <a:off x="3803722" y="5477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t1437"/>
            <p:cNvSpPr/>
            <p:nvPr/>
          </p:nvSpPr>
          <p:spPr>
            <a:xfrm>
              <a:off x="4075323" y="52807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t1438"/>
            <p:cNvSpPr/>
            <p:nvPr/>
          </p:nvSpPr>
          <p:spPr>
            <a:xfrm>
              <a:off x="3834193" y="5523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t1439"/>
            <p:cNvSpPr/>
            <p:nvPr/>
          </p:nvSpPr>
          <p:spPr>
            <a:xfrm>
              <a:off x="3936029" y="52604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t1440"/>
            <p:cNvSpPr/>
            <p:nvPr/>
          </p:nvSpPr>
          <p:spPr>
            <a:xfrm>
              <a:off x="4033855" y="5363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t1441"/>
            <p:cNvSpPr/>
            <p:nvPr/>
          </p:nvSpPr>
          <p:spPr>
            <a:xfrm>
              <a:off x="3955961" y="54139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t1442"/>
            <p:cNvSpPr/>
            <p:nvPr/>
          </p:nvSpPr>
          <p:spPr>
            <a:xfrm>
              <a:off x="3914722" y="5459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t1443"/>
            <p:cNvSpPr/>
            <p:nvPr/>
          </p:nvSpPr>
          <p:spPr>
            <a:xfrm>
              <a:off x="3848168" y="5535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t1444"/>
            <p:cNvSpPr/>
            <p:nvPr/>
          </p:nvSpPr>
          <p:spPr>
            <a:xfrm>
              <a:off x="3831902" y="5605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t1445"/>
            <p:cNvSpPr/>
            <p:nvPr/>
          </p:nvSpPr>
          <p:spPr>
            <a:xfrm>
              <a:off x="3835911" y="56260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t1446"/>
            <p:cNvSpPr/>
            <p:nvPr/>
          </p:nvSpPr>
          <p:spPr>
            <a:xfrm>
              <a:off x="3822280" y="5059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t1447"/>
            <p:cNvSpPr/>
            <p:nvPr/>
          </p:nvSpPr>
          <p:spPr>
            <a:xfrm>
              <a:off x="3811397" y="55696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t1448"/>
            <p:cNvSpPr/>
            <p:nvPr/>
          </p:nvSpPr>
          <p:spPr>
            <a:xfrm>
              <a:off x="4090672" y="53355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t1449"/>
            <p:cNvSpPr/>
            <p:nvPr/>
          </p:nvSpPr>
          <p:spPr>
            <a:xfrm>
              <a:off x="3920221" y="5463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t1450"/>
            <p:cNvSpPr/>
            <p:nvPr/>
          </p:nvSpPr>
          <p:spPr>
            <a:xfrm>
              <a:off x="3822394" y="55130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t1451"/>
            <p:cNvSpPr/>
            <p:nvPr/>
          </p:nvSpPr>
          <p:spPr>
            <a:xfrm>
              <a:off x="3874400" y="5556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t1452"/>
            <p:cNvSpPr/>
            <p:nvPr/>
          </p:nvSpPr>
          <p:spPr>
            <a:xfrm>
              <a:off x="3822394" y="54940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t1453"/>
            <p:cNvSpPr/>
            <p:nvPr/>
          </p:nvSpPr>
          <p:spPr>
            <a:xfrm>
              <a:off x="3811054" y="55325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t1454"/>
            <p:cNvSpPr/>
            <p:nvPr/>
          </p:nvSpPr>
          <p:spPr>
            <a:xfrm>
              <a:off x="3815521" y="55788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t1455"/>
            <p:cNvSpPr/>
            <p:nvPr/>
          </p:nvSpPr>
          <p:spPr>
            <a:xfrm>
              <a:off x="3808190" y="55414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t1456"/>
            <p:cNvSpPr/>
            <p:nvPr/>
          </p:nvSpPr>
          <p:spPr>
            <a:xfrm>
              <a:off x="3821936" y="5548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t1457"/>
            <p:cNvSpPr/>
            <p:nvPr/>
          </p:nvSpPr>
          <p:spPr>
            <a:xfrm>
              <a:off x="3824456" y="56078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t1458"/>
            <p:cNvSpPr/>
            <p:nvPr/>
          </p:nvSpPr>
          <p:spPr>
            <a:xfrm>
              <a:off x="3897425" y="5453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t1459"/>
            <p:cNvSpPr/>
            <p:nvPr/>
          </p:nvSpPr>
          <p:spPr>
            <a:xfrm>
              <a:off x="3819416" y="54598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t1460"/>
            <p:cNvSpPr/>
            <p:nvPr/>
          </p:nvSpPr>
          <p:spPr>
            <a:xfrm>
              <a:off x="3869704" y="5580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t1461"/>
            <p:cNvSpPr/>
            <p:nvPr/>
          </p:nvSpPr>
          <p:spPr>
            <a:xfrm>
              <a:off x="3823883" y="56219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t1462"/>
            <p:cNvSpPr/>
            <p:nvPr/>
          </p:nvSpPr>
          <p:spPr>
            <a:xfrm>
              <a:off x="3813459" y="5558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t1463"/>
            <p:cNvSpPr/>
            <p:nvPr/>
          </p:nvSpPr>
          <p:spPr>
            <a:xfrm>
              <a:off x="4071428" y="53341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t1464"/>
            <p:cNvSpPr/>
            <p:nvPr/>
          </p:nvSpPr>
          <p:spPr>
            <a:xfrm>
              <a:off x="3812314" y="5548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rc1465"/>
            <p:cNvSpPr/>
            <p:nvPr/>
          </p:nvSpPr>
          <p:spPr>
            <a:xfrm>
              <a:off x="3789819" y="5760843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6" name="pl1466"/>
            <p:cNvSpPr/>
            <p:nvPr/>
          </p:nvSpPr>
          <p:spPr>
            <a:xfrm>
              <a:off x="3789819" y="627910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l1467"/>
            <p:cNvSpPr/>
            <p:nvPr/>
          </p:nvSpPr>
          <p:spPr>
            <a:xfrm>
              <a:off x="3789819" y="606539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l1468"/>
            <p:cNvSpPr/>
            <p:nvPr/>
          </p:nvSpPr>
          <p:spPr>
            <a:xfrm>
              <a:off x="3789819" y="585167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l1469"/>
            <p:cNvSpPr/>
            <p:nvPr/>
          </p:nvSpPr>
          <p:spPr>
            <a:xfrm>
              <a:off x="3911267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l1470"/>
            <p:cNvSpPr/>
            <p:nvPr/>
          </p:nvSpPr>
          <p:spPr>
            <a:xfrm>
              <a:off x="4038546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l1471"/>
            <p:cNvSpPr/>
            <p:nvPr/>
          </p:nvSpPr>
          <p:spPr>
            <a:xfrm>
              <a:off x="4165824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l1472"/>
            <p:cNvSpPr/>
            <p:nvPr/>
          </p:nvSpPr>
          <p:spPr>
            <a:xfrm>
              <a:off x="4293103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l1473"/>
            <p:cNvSpPr/>
            <p:nvPr/>
          </p:nvSpPr>
          <p:spPr>
            <a:xfrm>
              <a:off x="3789819" y="638596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l1474"/>
            <p:cNvSpPr/>
            <p:nvPr/>
          </p:nvSpPr>
          <p:spPr>
            <a:xfrm>
              <a:off x="3789819" y="617224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l1475"/>
            <p:cNvSpPr/>
            <p:nvPr/>
          </p:nvSpPr>
          <p:spPr>
            <a:xfrm>
              <a:off x="3789819" y="595853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l1476"/>
            <p:cNvSpPr/>
            <p:nvPr/>
          </p:nvSpPr>
          <p:spPr>
            <a:xfrm>
              <a:off x="3847627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l1477"/>
            <p:cNvSpPr/>
            <p:nvPr/>
          </p:nvSpPr>
          <p:spPr>
            <a:xfrm>
              <a:off x="3974906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l1478"/>
            <p:cNvSpPr/>
            <p:nvPr/>
          </p:nvSpPr>
          <p:spPr>
            <a:xfrm>
              <a:off x="4102185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l1479"/>
            <p:cNvSpPr/>
            <p:nvPr/>
          </p:nvSpPr>
          <p:spPr>
            <a:xfrm>
              <a:off x="4229464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l1480"/>
            <p:cNvSpPr/>
            <p:nvPr/>
          </p:nvSpPr>
          <p:spPr>
            <a:xfrm>
              <a:off x="4356743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t1481"/>
            <p:cNvSpPr/>
            <p:nvPr/>
          </p:nvSpPr>
          <p:spPr>
            <a:xfrm>
              <a:off x="3823311" y="6292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t1482"/>
            <p:cNvSpPr/>
            <p:nvPr/>
          </p:nvSpPr>
          <p:spPr>
            <a:xfrm>
              <a:off x="3947484" y="6160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t1483"/>
            <p:cNvSpPr/>
            <p:nvPr/>
          </p:nvSpPr>
          <p:spPr>
            <a:xfrm>
              <a:off x="3819874" y="6303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t1484"/>
            <p:cNvSpPr/>
            <p:nvPr/>
          </p:nvSpPr>
          <p:spPr>
            <a:xfrm>
              <a:off x="3841410" y="6268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t1485"/>
            <p:cNvSpPr/>
            <p:nvPr/>
          </p:nvSpPr>
          <p:spPr>
            <a:xfrm>
              <a:off x="3816667" y="6313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t1486"/>
            <p:cNvSpPr/>
            <p:nvPr/>
          </p:nvSpPr>
          <p:spPr>
            <a:xfrm>
              <a:off x="3894905" y="63115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t1487"/>
            <p:cNvSpPr/>
            <p:nvPr/>
          </p:nvSpPr>
          <p:spPr>
            <a:xfrm>
              <a:off x="4217251" y="6098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t1488"/>
            <p:cNvSpPr/>
            <p:nvPr/>
          </p:nvSpPr>
          <p:spPr>
            <a:xfrm>
              <a:off x="3817698" y="6299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t1489"/>
            <p:cNvSpPr/>
            <p:nvPr/>
          </p:nvSpPr>
          <p:spPr>
            <a:xfrm>
              <a:off x="3807044" y="62942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t1490"/>
            <p:cNvSpPr/>
            <p:nvPr/>
          </p:nvSpPr>
          <p:spPr>
            <a:xfrm>
              <a:off x="3822280" y="62477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t1491"/>
            <p:cNvSpPr/>
            <p:nvPr/>
          </p:nvSpPr>
          <p:spPr>
            <a:xfrm>
              <a:off x="3813230" y="6306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t1492"/>
            <p:cNvSpPr/>
            <p:nvPr/>
          </p:nvSpPr>
          <p:spPr>
            <a:xfrm>
              <a:off x="3820790" y="62860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t1493"/>
            <p:cNvSpPr/>
            <p:nvPr/>
          </p:nvSpPr>
          <p:spPr>
            <a:xfrm>
              <a:off x="4012090" y="6143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t1494"/>
            <p:cNvSpPr/>
            <p:nvPr/>
          </p:nvSpPr>
          <p:spPr>
            <a:xfrm>
              <a:off x="3919304" y="6288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t1495"/>
            <p:cNvSpPr/>
            <p:nvPr/>
          </p:nvSpPr>
          <p:spPr>
            <a:xfrm>
              <a:off x="3830642" y="6311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t1496"/>
            <p:cNvSpPr/>
            <p:nvPr/>
          </p:nvSpPr>
          <p:spPr>
            <a:xfrm>
              <a:off x="3904298" y="6237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t1497"/>
            <p:cNvSpPr/>
            <p:nvPr/>
          </p:nvSpPr>
          <p:spPr>
            <a:xfrm>
              <a:off x="3986546" y="6238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t1498"/>
            <p:cNvSpPr/>
            <p:nvPr/>
          </p:nvSpPr>
          <p:spPr>
            <a:xfrm>
              <a:off x="3838890" y="62829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t1499"/>
            <p:cNvSpPr/>
            <p:nvPr/>
          </p:nvSpPr>
          <p:spPr>
            <a:xfrm>
              <a:off x="3830642" y="63030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t1500"/>
            <p:cNvSpPr/>
            <p:nvPr/>
          </p:nvSpPr>
          <p:spPr>
            <a:xfrm>
              <a:off x="3818958" y="63154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t1501"/>
            <p:cNvSpPr/>
            <p:nvPr/>
          </p:nvSpPr>
          <p:spPr>
            <a:xfrm>
              <a:off x="3945078" y="60200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t1502"/>
            <p:cNvSpPr/>
            <p:nvPr/>
          </p:nvSpPr>
          <p:spPr>
            <a:xfrm>
              <a:off x="3839691" y="6313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t1503"/>
            <p:cNvSpPr/>
            <p:nvPr/>
          </p:nvSpPr>
          <p:spPr>
            <a:xfrm>
              <a:off x="3891354" y="6241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t1504"/>
            <p:cNvSpPr/>
            <p:nvPr/>
          </p:nvSpPr>
          <p:spPr>
            <a:xfrm>
              <a:off x="3807159" y="6315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t1505"/>
            <p:cNvSpPr/>
            <p:nvPr/>
          </p:nvSpPr>
          <p:spPr>
            <a:xfrm>
              <a:off x="4096858" y="62443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t1506"/>
            <p:cNvSpPr/>
            <p:nvPr/>
          </p:nvSpPr>
          <p:spPr>
            <a:xfrm>
              <a:off x="3935112" y="62622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t1507"/>
            <p:cNvSpPr/>
            <p:nvPr/>
          </p:nvSpPr>
          <p:spPr>
            <a:xfrm>
              <a:off x="3812657" y="6319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t1508"/>
            <p:cNvSpPr/>
            <p:nvPr/>
          </p:nvSpPr>
          <p:spPr>
            <a:xfrm>
              <a:off x="3824112" y="6228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t1509"/>
            <p:cNvSpPr/>
            <p:nvPr/>
          </p:nvSpPr>
          <p:spPr>
            <a:xfrm>
              <a:off x="3851605" y="62942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t1510"/>
            <p:cNvSpPr/>
            <p:nvPr/>
          </p:nvSpPr>
          <p:spPr>
            <a:xfrm>
              <a:off x="3816208" y="6341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t1511"/>
            <p:cNvSpPr/>
            <p:nvPr/>
          </p:nvSpPr>
          <p:spPr>
            <a:xfrm>
              <a:off x="3842097" y="6299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t1512"/>
            <p:cNvSpPr/>
            <p:nvPr/>
          </p:nvSpPr>
          <p:spPr>
            <a:xfrm>
              <a:off x="3890323" y="6287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t1513"/>
            <p:cNvSpPr/>
            <p:nvPr/>
          </p:nvSpPr>
          <p:spPr>
            <a:xfrm>
              <a:off x="3838088" y="62959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t1514"/>
            <p:cNvSpPr/>
            <p:nvPr/>
          </p:nvSpPr>
          <p:spPr>
            <a:xfrm>
              <a:off x="4108084" y="6081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t1515"/>
            <p:cNvSpPr/>
            <p:nvPr/>
          </p:nvSpPr>
          <p:spPr>
            <a:xfrm>
              <a:off x="3829382" y="6316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t1516"/>
            <p:cNvSpPr/>
            <p:nvPr/>
          </p:nvSpPr>
          <p:spPr>
            <a:xfrm>
              <a:off x="3824227" y="63052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t1517"/>
            <p:cNvSpPr/>
            <p:nvPr/>
          </p:nvSpPr>
          <p:spPr>
            <a:xfrm>
              <a:off x="3820103" y="6316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t1518"/>
            <p:cNvSpPr/>
            <p:nvPr/>
          </p:nvSpPr>
          <p:spPr>
            <a:xfrm>
              <a:off x="3820103" y="63240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t1519"/>
            <p:cNvSpPr/>
            <p:nvPr/>
          </p:nvSpPr>
          <p:spPr>
            <a:xfrm>
              <a:off x="3814719" y="6326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t1520"/>
            <p:cNvSpPr/>
            <p:nvPr/>
          </p:nvSpPr>
          <p:spPr>
            <a:xfrm>
              <a:off x="3914608" y="60989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t1521"/>
            <p:cNvSpPr/>
            <p:nvPr/>
          </p:nvSpPr>
          <p:spPr>
            <a:xfrm>
              <a:off x="3941756" y="61200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t1522"/>
            <p:cNvSpPr/>
            <p:nvPr/>
          </p:nvSpPr>
          <p:spPr>
            <a:xfrm>
              <a:off x="3930874" y="6151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t1523"/>
            <p:cNvSpPr/>
            <p:nvPr/>
          </p:nvSpPr>
          <p:spPr>
            <a:xfrm>
              <a:off x="3958252" y="60699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t1524"/>
            <p:cNvSpPr/>
            <p:nvPr/>
          </p:nvSpPr>
          <p:spPr>
            <a:xfrm>
              <a:off x="3812886" y="63066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t1525"/>
            <p:cNvSpPr/>
            <p:nvPr/>
          </p:nvSpPr>
          <p:spPr>
            <a:xfrm>
              <a:off x="3835109" y="6260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t1526"/>
            <p:cNvSpPr/>
            <p:nvPr/>
          </p:nvSpPr>
          <p:spPr>
            <a:xfrm>
              <a:off x="3975778" y="61626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t1527"/>
            <p:cNvSpPr/>
            <p:nvPr/>
          </p:nvSpPr>
          <p:spPr>
            <a:xfrm>
              <a:off x="4019307" y="60834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t1528"/>
            <p:cNvSpPr/>
            <p:nvPr/>
          </p:nvSpPr>
          <p:spPr>
            <a:xfrm>
              <a:off x="3822051" y="63038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t1529"/>
            <p:cNvSpPr/>
            <p:nvPr/>
          </p:nvSpPr>
          <p:spPr>
            <a:xfrm>
              <a:off x="3812886" y="6287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t1530"/>
            <p:cNvSpPr/>
            <p:nvPr/>
          </p:nvSpPr>
          <p:spPr>
            <a:xfrm>
              <a:off x="3820676" y="6302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t1531"/>
            <p:cNvSpPr/>
            <p:nvPr/>
          </p:nvSpPr>
          <p:spPr>
            <a:xfrm>
              <a:off x="3899716" y="59075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t1532"/>
            <p:cNvSpPr/>
            <p:nvPr/>
          </p:nvSpPr>
          <p:spPr>
            <a:xfrm>
              <a:off x="4081279" y="6270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t1533"/>
            <p:cNvSpPr/>
            <p:nvPr/>
          </p:nvSpPr>
          <p:spPr>
            <a:xfrm>
              <a:off x="3857447" y="6301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t1534"/>
            <p:cNvSpPr/>
            <p:nvPr/>
          </p:nvSpPr>
          <p:spPr>
            <a:xfrm>
              <a:off x="3822738" y="63052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t1535"/>
            <p:cNvSpPr/>
            <p:nvPr/>
          </p:nvSpPr>
          <p:spPr>
            <a:xfrm>
              <a:off x="3830756" y="6314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t1536"/>
            <p:cNvSpPr/>
            <p:nvPr/>
          </p:nvSpPr>
          <p:spPr>
            <a:xfrm>
              <a:off x="3820790" y="6283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t1537"/>
            <p:cNvSpPr/>
            <p:nvPr/>
          </p:nvSpPr>
          <p:spPr>
            <a:xfrm>
              <a:off x="3809450" y="6292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t1538"/>
            <p:cNvSpPr/>
            <p:nvPr/>
          </p:nvSpPr>
          <p:spPr>
            <a:xfrm>
              <a:off x="3820905" y="63232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t1539"/>
            <p:cNvSpPr/>
            <p:nvPr/>
          </p:nvSpPr>
          <p:spPr>
            <a:xfrm>
              <a:off x="3824800" y="63149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t1540"/>
            <p:cNvSpPr/>
            <p:nvPr/>
          </p:nvSpPr>
          <p:spPr>
            <a:xfrm>
              <a:off x="3819645" y="63090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t1541"/>
            <p:cNvSpPr/>
            <p:nvPr/>
          </p:nvSpPr>
          <p:spPr>
            <a:xfrm>
              <a:off x="3818270" y="6333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t1542"/>
            <p:cNvSpPr/>
            <p:nvPr/>
          </p:nvSpPr>
          <p:spPr>
            <a:xfrm>
              <a:off x="3828580" y="6281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t1543"/>
            <p:cNvSpPr/>
            <p:nvPr/>
          </p:nvSpPr>
          <p:spPr>
            <a:xfrm>
              <a:off x="3828694" y="6306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t1544"/>
            <p:cNvSpPr/>
            <p:nvPr/>
          </p:nvSpPr>
          <p:spPr>
            <a:xfrm>
              <a:off x="3993419" y="6192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t1545"/>
            <p:cNvSpPr/>
            <p:nvPr/>
          </p:nvSpPr>
          <p:spPr>
            <a:xfrm>
              <a:off x="3824342" y="6313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t1546"/>
            <p:cNvSpPr/>
            <p:nvPr/>
          </p:nvSpPr>
          <p:spPr>
            <a:xfrm>
              <a:off x="3824227" y="62981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t1547"/>
            <p:cNvSpPr/>
            <p:nvPr/>
          </p:nvSpPr>
          <p:spPr>
            <a:xfrm>
              <a:off x="3815865" y="62910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t1548"/>
            <p:cNvSpPr/>
            <p:nvPr/>
          </p:nvSpPr>
          <p:spPr>
            <a:xfrm>
              <a:off x="3810595" y="6299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t1549"/>
            <p:cNvSpPr/>
            <p:nvPr/>
          </p:nvSpPr>
          <p:spPr>
            <a:xfrm>
              <a:off x="3846908" y="6325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t1550"/>
            <p:cNvSpPr/>
            <p:nvPr/>
          </p:nvSpPr>
          <p:spPr>
            <a:xfrm>
              <a:off x="3831329" y="6292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t1551"/>
            <p:cNvSpPr/>
            <p:nvPr/>
          </p:nvSpPr>
          <p:spPr>
            <a:xfrm>
              <a:off x="3899143" y="61167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t1552"/>
            <p:cNvSpPr/>
            <p:nvPr/>
          </p:nvSpPr>
          <p:spPr>
            <a:xfrm>
              <a:off x="3851376" y="6327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t1553"/>
            <p:cNvSpPr/>
            <p:nvPr/>
          </p:nvSpPr>
          <p:spPr>
            <a:xfrm>
              <a:off x="3873942" y="6314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t1554"/>
            <p:cNvSpPr/>
            <p:nvPr/>
          </p:nvSpPr>
          <p:spPr>
            <a:xfrm>
              <a:off x="3817583" y="6317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t1555"/>
            <p:cNvSpPr/>
            <p:nvPr/>
          </p:nvSpPr>
          <p:spPr>
            <a:xfrm>
              <a:off x="3829611" y="6293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t1556"/>
            <p:cNvSpPr/>
            <p:nvPr/>
          </p:nvSpPr>
          <p:spPr>
            <a:xfrm>
              <a:off x="3826747" y="63139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t1557"/>
            <p:cNvSpPr/>
            <p:nvPr/>
          </p:nvSpPr>
          <p:spPr>
            <a:xfrm>
              <a:off x="3828809" y="6288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t1558"/>
            <p:cNvSpPr/>
            <p:nvPr/>
          </p:nvSpPr>
          <p:spPr>
            <a:xfrm>
              <a:off x="3845419" y="62949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t1559"/>
            <p:cNvSpPr/>
            <p:nvPr/>
          </p:nvSpPr>
          <p:spPr>
            <a:xfrm>
              <a:off x="3822165" y="6316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t1560"/>
            <p:cNvSpPr/>
            <p:nvPr/>
          </p:nvSpPr>
          <p:spPr>
            <a:xfrm>
              <a:off x="3928239" y="6245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t1561"/>
            <p:cNvSpPr/>
            <p:nvPr/>
          </p:nvSpPr>
          <p:spPr>
            <a:xfrm>
              <a:off x="3805899" y="6324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t1562"/>
            <p:cNvSpPr/>
            <p:nvPr/>
          </p:nvSpPr>
          <p:spPr>
            <a:xfrm>
              <a:off x="3826747" y="6288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t1563"/>
            <p:cNvSpPr/>
            <p:nvPr/>
          </p:nvSpPr>
          <p:spPr>
            <a:xfrm>
              <a:off x="3822738" y="62889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t1564"/>
            <p:cNvSpPr/>
            <p:nvPr/>
          </p:nvSpPr>
          <p:spPr>
            <a:xfrm>
              <a:off x="3819301" y="6297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t1565"/>
            <p:cNvSpPr/>
            <p:nvPr/>
          </p:nvSpPr>
          <p:spPr>
            <a:xfrm>
              <a:off x="4069710" y="5853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t1566"/>
            <p:cNvSpPr/>
            <p:nvPr/>
          </p:nvSpPr>
          <p:spPr>
            <a:xfrm>
              <a:off x="3856301" y="6291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t1567"/>
            <p:cNvSpPr/>
            <p:nvPr/>
          </p:nvSpPr>
          <p:spPr>
            <a:xfrm>
              <a:off x="3833506" y="6274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t1568"/>
            <p:cNvSpPr/>
            <p:nvPr/>
          </p:nvSpPr>
          <p:spPr>
            <a:xfrm>
              <a:off x="4108542" y="6166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t1569"/>
            <p:cNvSpPr/>
            <p:nvPr/>
          </p:nvSpPr>
          <p:spPr>
            <a:xfrm>
              <a:off x="3807388" y="62687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t1570"/>
            <p:cNvSpPr/>
            <p:nvPr/>
          </p:nvSpPr>
          <p:spPr>
            <a:xfrm>
              <a:off x="3974976" y="6257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t1571"/>
            <p:cNvSpPr/>
            <p:nvPr/>
          </p:nvSpPr>
          <p:spPr>
            <a:xfrm>
              <a:off x="3962375" y="5866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t1572"/>
            <p:cNvSpPr/>
            <p:nvPr/>
          </p:nvSpPr>
          <p:spPr>
            <a:xfrm>
              <a:off x="3821821" y="6310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t1573"/>
            <p:cNvSpPr/>
            <p:nvPr/>
          </p:nvSpPr>
          <p:spPr>
            <a:xfrm>
              <a:off x="4167536" y="6105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t1574"/>
            <p:cNvSpPr/>
            <p:nvPr/>
          </p:nvSpPr>
          <p:spPr>
            <a:xfrm>
              <a:off x="3811168" y="63072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t1575"/>
            <p:cNvSpPr/>
            <p:nvPr/>
          </p:nvSpPr>
          <p:spPr>
            <a:xfrm>
              <a:off x="3811054" y="6275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t1576"/>
            <p:cNvSpPr/>
            <p:nvPr/>
          </p:nvSpPr>
          <p:spPr>
            <a:xfrm>
              <a:off x="4098233" y="6220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t1577"/>
            <p:cNvSpPr/>
            <p:nvPr/>
          </p:nvSpPr>
          <p:spPr>
            <a:xfrm>
              <a:off x="3997313" y="62005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t1578"/>
            <p:cNvSpPr/>
            <p:nvPr/>
          </p:nvSpPr>
          <p:spPr>
            <a:xfrm>
              <a:off x="3806586" y="6307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t1579"/>
            <p:cNvSpPr/>
            <p:nvPr/>
          </p:nvSpPr>
          <p:spPr>
            <a:xfrm>
              <a:off x="3799369" y="6299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t1580"/>
            <p:cNvSpPr/>
            <p:nvPr/>
          </p:nvSpPr>
          <p:spPr>
            <a:xfrm>
              <a:off x="3836369" y="62549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t1581"/>
            <p:cNvSpPr/>
            <p:nvPr/>
          </p:nvSpPr>
          <p:spPr>
            <a:xfrm>
              <a:off x="3841868" y="6283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t1582"/>
            <p:cNvSpPr/>
            <p:nvPr/>
          </p:nvSpPr>
          <p:spPr>
            <a:xfrm>
              <a:off x="3976465" y="6277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t1583"/>
            <p:cNvSpPr/>
            <p:nvPr/>
          </p:nvSpPr>
          <p:spPr>
            <a:xfrm>
              <a:off x="4234777" y="6024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t1584"/>
            <p:cNvSpPr/>
            <p:nvPr/>
          </p:nvSpPr>
          <p:spPr>
            <a:xfrm>
              <a:off x="3895134" y="63016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t1585"/>
            <p:cNvSpPr/>
            <p:nvPr/>
          </p:nvSpPr>
          <p:spPr>
            <a:xfrm>
              <a:off x="3901434" y="6283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t1586"/>
            <p:cNvSpPr/>
            <p:nvPr/>
          </p:nvSpPr>
          <p:spPr>
            <a:xfrm>
              <a:off x="3816438" y="63125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t1587"/>
            <p:cNvSpPr/>
            <p:nvPr/>
          </p:nvSpPr>
          <p:spPr>
            <a:xfrm>
              <a:off x="3811970" y="6290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t1588"/>
            <p:cNvSpPr/>
            <p:nvPr/>
          </p:nvSpPr>
          <p:spPr>
            <a:xfrm>
              <a:off x="3854812" y="6183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t1589"/>
            <p:cNvSpPr/>
            <p:nvPr/>
          </p:nvSpPr>
          <p:spPr>
            <a:xfrm>
              <a:off x="3833735" y="6275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t1590"/>
            <p:cNvSpPr/>
            <p:nvPr/>
          </p:nvSpPr>
          <p:spPr>
            <a:xfrm>
              <a:off x="4129391" y="5916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t1591"/>
            <p:cNvSpPr/>
            <p:nvPr/>
          </p:nvSpPr>
          <p:spPr>
            <a:xfrm>
              <a:off x="3822509" y="63018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t1592"/>
            <p:cNvSpPr/>
            <p:nvPr/>
          </p:nvSpPr>
          <p:spPr>
            <a:xfrm>
              <a:off x="3823425" y="6304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t1593"/>
            <p:cNvSpPr/>
            <p:nvPr/>
          </p:nvSpPr>
          <p:spPr>
            <a:xfrm>
              <a:off x="4092734" y="60650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t1594"/>
            <p:cNvSpPr/>
            <p:nvPr/>
          </p:nvSpPr>
          <p:spPr>
            <a:xfrm>
              <a:off x="3874629" y="6269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t1595"/>
            <p:cNvSpPr/>
            <p:nvPr/>
          </p:nvSpPr>
          <p:spPr>
            <a:xfrm>
              <a:off x="4168338" y="62372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t1596"/>
            <p:cNvSpPr/>
            <p:nvPr/>
          </p:nvSpPr>
          <p:spPr>
            <a:xfrm>
              <a:off x="4040614" y="61394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t1597"/>
            <p:cNvSpPr/>
            <p:nvPr/>
          </p:nvSpPr>
          <p:spPr>
            <a:xfrm>
              <a:off x="3818156" y="63164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t1598"/>
            <p:cNvSpPr/>
            <p:nvPr/>
          </p:nvSpPr>
          <p:spPr>
            <a:xfrm>
              <a:off x="3974060" y="62552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t1599"/>
            <p:cNvSpPr/>
            <p:nvPr/>
          </p:nvSpPr>
          <p:spPr>
            <a:xfrm>
              <a:off x="4361814" y="5941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t1600"/>
            <p:cNvSpPr/>
            <p:nvPr/>
          </p:nvSpPr>
          <p:spPr>
            <a:xfrm>
              <a:off x="3818270" y="6288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t1601"/>
            <p:cNvSpPr/>
            <p:nvPr/>
          </p:nvSpPr>
          <p:spPr>
            <a:xfrm>
              <a:off x="3812543" y="63189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t1602"/>
            <p:cNvSpPr/>
            <p:nvPr/>
          </p:nvSpPr>
          <p:spPr>
            <a:xfrm>
              <a:off x="3845763" y="6309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t1603"/>
            <p:cNvSpPr/>
            <p:nvPr/>
          </p:nvSpPr>
          <p:spPr>
            <a:xfrm>
              <a:off x="3922741" y="62676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t1604"/>
            <p:cNvSpPr/>
            <p:nvPr/>
          </p:nvSpPr>
          <p:spPr>
            <a:xfrm>
              <a:off x="3839004" y="6306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t1605"/>
            <p:cNvSpPr/>
            <p:nvPr/>
          </p:nvSpPr>
          <p:spPr>
            <a:xfrm>
              <a:off x="3820103" y="62938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t1606"/>
            <p:cNvSpPr/>
            <p:nvPr/>
          </p:nvSpPr>
          <p:spPr>
            <a:xfrm>
              <a:off x="3819301" y="6318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t1607"/>
            <p:cNvSpPr/>
            <p:nvPr/>
          </p:nvSpPr>
          <p:spPr>
            <a:xfrm>
              <a:off x="3924115" y="6314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t1608"/>
            <p:cNvSpPr/>
            <p:nvPr/>
          </p:nvSpPr>
          <p:spPr>
            <a:xfrm>
              <a:off x="3904985" y="6208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t1609"/>
            <p:cNvSpPr/>
            <p:nvPr/>
          </p:nvSpPr>
          <p:spPr>
            <a:xfrm>
              <a:off x="4141075" y="5837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t1610"/>
            <p:cNvSpPr/>
            <p:nvPr/>
          </p:nvSpPr>
          <p:spPr>
            <a:xfrm>
              <a:off x="3811741" y="6301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t1611"/>
            <p:cNvSpPr/>
            <p:nvPr/>
          </p:nvSpPr>
          <p:spPr>
            <a:xfrm>
              <a:off x="3819645" y="63110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t1612"/>
            <p:cNvSpPr/>
            <p:nvPr/>
          </p:nvSpPr>
          <p:spPr>
            <a:xfrm>
              <a:off x="3826976" y="6304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t1613"/>
            <p:cNvSpPr/>
            <p:nvPr/>
          </p:nvSpPr>
          <p:spPr>
            <a:xfrm>
              <a:off x="3940267" y="6030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t1614"/>
            <p:cNvSpPr/>
            <p:nvPr/>
          </p:nvSpPr>
          <p:spPr>
            <a:xfrm>
              <a:off x="3837515" y="6332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t1615"/>
            <p:cNvSpPr/>
            <p:nvPr/>
          </p:nvSpPr>
          <p:spPr>
            <a:xfrm>
              <a:off x="3811283" y="6313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t1616"/>
            <p:cNvSpPr/>
            <p:nvPr/>
          </p:nvSpPr>
          <p:spPr>
            <a:xfrm>
              <a:off x="3823082" y="62748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t1617"/>
            <p:cNvSpPr/>
            <p:nvPr/>
          </p:nvSpPr>
          <p:spPr>
            <a:xfrm>
              <a:off x="3803722" y="6314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t1618"/>
            <p:cNvSpPr/>
            <p:nvPr/>
          </p:nvSpPr>
          <p:spPr>
            <a:xfrm>
              <a:off x="3829038" y="6267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t1619"/>
            <p:cNvSpPr/>
            <p:nvPr/>
          </p:nvSpPr>
          <p:spPr>
            <a:xfrm>
              <a:off x="3844388" y="6285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t1620"/>
            <p:cNvSpPr/>
            <p:nvPr/>
          </p:nvSpPr>
          <p:spPr>
            <a:xfrm>
              <a:off x="3838890" y="63100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t1621"/>
            <p:cNvSpPr/>
            <p:nvPr/>
          </p:nvSpPr>
          <p:spPr>
            <a:xfrm>
              <a:off x="3822165" y="62956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t1622"/>
            <p:cNvSpPr/>
            <p:nvPr/>
          </p:nvSpPr>
          <p:spPr>
            <a:xfrm>
              <a:off x="3833964" y="6294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t1623"/>
            <p:cNvSpPr/>
            <p:nvPr/>
          </p:nvSpPr>
          <p:spPr>
            <a:xfrm>
              <a:off x="3817354" y="62897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t1624"/>
            <p:cNvSpPr/>
            <p:nvPr/>
          </p:nvSpPr>
          <p:spPr>
            <a:xfrm>
              <a:off x="3954586" y="62371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t1625"/>
            <p:cNvSpPr/>
            <p:nvPr/>
          </p:nvSpPr>
          <p:spPr>
            <a:xfrm>
              <a:off x="3837515" y="62792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t1626"/>
            <p:cNvSpPr/>
            <p:nvPr/>
          </p:nvSpPr>
          <p:spPr>
            <a:xfrm>
              <a:off x="3856530" y="63034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t1627"/>
            <p:cNvSpPr/>
            <p:nvPr/>
          </p:nvSpPr>
          <p:spPr>
            <a:xfrm>
              <a:off x="4185635" y="6011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t1628"/>
            <p:cNvSpPr/>
            <p:nvPr/>
          </p:nvSpPr>
          <p:spPr>
            <a:xfrm>
              <a:off x="3825258" y="6296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t1629"/>
            <p:cNvSpPr/>
            <p:nvPr/>
          </p:nvSpPr>
          <p:spPr>
            <a:xfrm>
              <a:off x="3803952" y="6286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t1630"/>
            <p:cNvSpPr/>
            <p:nvPr/>
          </p:nvSpPr>
          <p:spPr>
            <a:xfrm>
              <a:off x="3818499" y="6242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t1631"/>
            <p:cNvSpPr/>
            <p:nvPr/>
          </p:nvSpPr>
          <p:spPr>
            <a:xfrm>
              <a:off x="3838202" y="62982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t1632"/>
            <p:cNvSpPr/>
            <p:nvPr/>
          </p:nvSpPr>
          <p:spPr>
            <a:xfrm>
              <a:off x="3825716" y="6302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t1633"/>
            <p:cNvSpPr/>
            <p:nvPr/>
          </p:nvSpPr>
          <p:spPr>
            <a:xfrm>
              <a:off x="3828351" y="63166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t1634"/>
            <p:cNvSpPr/>
            <p:nvPr/>
          </p:nvSpPr>
          <p:spPr>
            <a:xfrm>
              <a:off x="3818270" y="6280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t1635"/>
            <p:cNvSpPr/>
            <p:nvPr/>
          </p:nvSpPr>
          <p:spPr>
            <a:xfrm>
              <a:off x="3824227" y="6285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t1636"/>
            <p:cNvSpPr/>
            <p:nvPr/>
          </p:nvSpPr>
          <p:spPr>
            <a:xfrm>
              <a:off x="3827778" y="6313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t1637"/>
            <p:cNvSpPr/>
            <p:nvPr/>
          </p:nvSpPr>
          <p:spPr>
            <a:xfrm>
              <a:off x="4046112" y="6268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t1638"/>
            <p:cNvSpPr/>
            <p:nvPr/>
          </p:nvSpPr>
          <p:spPr>
            <a:xfrm>
              <a:off x="3826289" y="6296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t1639"/>
            <p:cNvSpPr/>
            <p:nvPr/>
          </p:nvSpPr>
          <p:spPr>
            <a:xfrm>
              <a:off x="3816208" y="62973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t1640"/>
            <p:cNvSpPr/>
            <p:nvPr/>
          </p:nvSpPr>
          <p:spPr>
            <a:xfrm>
              <a:off x="4018047" y="62759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t1641"/>
            <p:cNvSpPr/>
            <p:nvPr/>
          </p:nvSpPr>
          <p:spPr>
            <a:xfrm>
              <a:off x="3832131" y="6289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t1642"/>
            <p:cNvSpPr/>
            <p:nvPr/>
          </p:nvSpPr>
          <p:spPr>
            <a:xfrm>
              <a:off x="3818843" y="6302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t1643"/>
            <p:cNvSpPr/>
            <p:nvPr/>
          </p:nvSpPr>
          <p:spPr>
            <a:xfrm>
              <a:off x="3833391" y="6281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t1644"/>
            <p:cNvSpPr/>
            <p:nvPr/>
          </p:nvSpPr>
          <p:spPr>
            <a:xfrm>
              <a:off x="3865809" y="6295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t1645"/>
            <p:cNvSpPr/>
            <p:nvPr/>
          </p:nvSpPr>
          <p:spPr>
            <a:xfrm>
              <a:off x="3814261" y="6267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t1646"/>
            <p:cNvSpPr/>
            <p:nvPr/>
          </p:nvSpPr>
          <p:spPr>
            <a:xfrm>
              <a:off x="4026295" y="60144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t1647"/>
            <p:cNvSpPr/>
            <p:nvPr/>
          </p:nvSpPr>
          <p:spPr>
            <a:xfrm>
              <a:off x="3825945" y="6311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pt1648"/>
            <p:cNvSpPr/>
            <p:nvPr/>
          </p:nvSpPr>
          <p:spPr>
            <a:xfrm>
              <a:off x="3900747" y="62578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" name="pt1649"/>
            <p:cNvSpPr/>
            <p:nvPr/>
          </p:nvSpPr>
          <p:spPr>
            <a:xfrm>
              <a:off x="3832704" y="6295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" name="pt1650"/>
            <p:cNvSpPr/>
            <p:nvPr/>
          </p:nvSpPr>
          <p:spPr>
            <a:xfrm>
              <a:off x="3958366" y="61056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" name="pt1651"/>
            <p:cNvSpPr/>
            <p:nvPr/>
          </p:nvSpPr>
          <p:spPr>
            <a:xfrm>
              <a:off x="3822852" y="63106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" name="pt1652"/>
            <p:cNvSpPr/>
            <p:nvPr/>
          </p:nvSpPr>
          <p:spPr>
            <a:xfrm>
              <a:off x="3811283" y="62858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pt1653"/>
            <p:cNvSpPr/>
            <p:nvPr/>
          </p:nvSpPr>
          <p:spPr>
            <a:xfrm>
              <a:off x="3825258" y="6252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" name="pt1654"/>
            <p:cNvSpPr/>
            <p:nvPr/>
          </p:nvSpPr>
          <p:spPr>
            <a:xfrm>
              <a:off x="3928125" y="6048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t1655"/>
            <p:cNvSpPr/>
            <p:nvPr/>
          </p:nvSpPr>
          <p:spPr>
            <a:xfrm>
              <a:off x="3828122" y="6316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t1656"/>
            <p:cNvSpPr/>
            <p:nvPr/>
          </p:nvSpPr>
          <p:spPr>
            <a:xfrm>
              <a:off x="3793413" y="6299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" name="pt1657"/>
            <p:cNvSpPr/>
            <p:nvPr/>
          </p:nvSpPr>
          <p:spPr>
            <a:xfrm>
              <a:off x="3814719" y="6283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pt1658"/>
            <p:cNvSpPr/>
            <p:nvPr/>
          </p:nvSpPr>
          <p:spPr>
            <a:xfrm>
              <a:off x="3952868" y="6117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t1659"/>
            <p:cNvSpPr/>
            <p:nvPr/>
          </p:nvSpPr>
          <p:spPr>
            <a:xfrm>
              <a:off x="3818385" y="62061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t1660"/>
            <p:cNvSpPr/>
            <p:nvPr/>
          </p:nvSpPr>
          <p:spPr>
            <a:xfrm>
              <a:off x="3819645" y="63297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" name="pt1661"/>
            <p:cNvSpPr/>
            <p:nvPr/>
          </p:nvSpPr>
          <p:spPr>
            <a:xfrm>
              <a:off x="3830298" y="6265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" name="pt1662"/>
            <p:cNvSpPr/>
            <p:nvPr/>
          </p:nvSpPr>
          <p:spPr>
            <a:xfrm>
              <a:off x="3955388" y="62748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" name="pt1663"/>
            <p:cNvSpPr/>
            <p:nvPr/>
          </p:nvSpPr>
          <p:spPr>
            <a:xfrm>
              <a:off x="3818729" y="6313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" name="pt1664"/>
            <p:cNvSpPr/>
            <p:nvPr/>
          </p:nvSpPr>
          <p:spPr>
            <a:xfrm>
              <a:off x="4050465" y="6108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pt1665"/>
            <p:cNvSpPr/>
            <p:nvPr/>
          </p:nvSpPr>
          <p:spPr>
            <a:xfrm>
              <a:off x="3885168" y="6183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pt1666"/>
            <p:cNvSpPr/>
            <p:nvPr/>
          </p:nvSpPr>
          <p:spPr>
            <a:xfrm>
              <a:off x="3833277" y="63273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" name="pt1667"/>
            <p:cNvSpPr/>
            <p:nvPr/>
          </p:nvSpPr>
          <p:spPr>
            <a:xfrm>
              <a:off x="3914264" y="6002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" name="pt1668"/>
            <p:cNvSpPr/>
            <p:nvPr/>
          </p:nvSpPr>
          <p:spPr>
            <a:xfrm>
              <a:off x="3845533" y="63047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t1669"/>
            <p:cNvSpPr/>
            <p:nvPr/>
          </p:nvSpPr>
          <p:spPr>
            <a:xfrm>
              <a:off x="3819874" y="63064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t1670"/>
            <p:cNvSpPr/>
            <p:nvPr/>
          </p:nvSpPr>
          <p:spPr>
            <a:xfrm>
              <a:off x="3816323" y="6254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t1671"/>
            <p:cNvSpPr/>
            <p:nvPr/>
          </p:nvSpPr>
          <p:spPr>
            <a:xfrm>
              <a:off x="4142220" y="6223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t1672"/>
            <p:cNvSpPr/>
            <p:nvPr/>
          </p:nvSpPr>
          <p:spPr>
            <a:xfrm>
              <a:off x="3822852" y="6285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t1673"/>
            <p:cNvSpPr/>
            <p:nvPr/>
          </p:nvSpPr>
          <p:spPr>
            <a:xfrm>
              <a:off x="3831902" y="6292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t1674"/>
            <p:cNvSpPr/>
            <p:nvPr/>
          </p:nvSpPr>
          <p:spPr>
            <a:xfrm>
              <a:off x="4104075" y="60883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t1675"/>
            <p:cNvSpPr/>
            <p:nvPr/>
          </p:nvSpPr>
          <p:spPr>
            <a:xfrm>
              <a:off x="3867184" y="6276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pt1676"/>
            <p:cNvSpPr/>
            <p:nvPr/>
          </p:nvSpPr>
          <p:spPr>
            <a:xfrm>
              <a:off x="3852750" y="62819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" name="pt1677"/>
            <p:cNvSpPr/>
            <p:nvPr/>
          </p:nvSpPr>
          <p:spPr>
            <a:xfrm>
              <a:off x="3827664" y="6189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" name="pt1678"/>
            <p:cNvSpPr/>
            <p:nvPr/>
          </p:nvSpPr>
          <p:spPr>
            <a:xfrm>
              <a:off x="3828122" y="6313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" name="pt1679"/>
            <p:cNvSpPr/>
            <p:nvPr/>
          </p:nvSpPr>
          <p:spPr>
            <a:xfrm>
              <a:off x="3826518" y="62787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" name="pt1680"/>
            <p:cNvSpPr/>
            <p:nvPr/>
          </p:nvSpPr>
          <p:spPr>
            <a:xfrm>
              <a:off x="3818499" y="62747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" name="pt1681"/>
            <p:cNvSpPr/>
            <p:nvPr/>
          </p:nvSpPr>
          <p:spPr>
            <a:xfrm>
              <a:off x="3819072" y="6304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" name="pt1682"/>
            <p:cNvSpPr/>
            <p:nvPr/>
          </p:nvSpPr>
          <p:spPr>
            <a:xfrm>
              <a:off x="3827091" y="6302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" name="pt1683"/>
            <p:cNvSpPr/>
            <p:nvPr/>
          </p:nvSpPr>
          <p:spPr>
            <a:xfrm>
              <a:off x="3831215" y="6317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" name="pt1684"/>
            <p:cNvSpPr/>
            <p:nvPr/>
          </p:nvSpPr>
          <p:spPr>
            <a:xfrm>
              <a:off x="3824227" y="6266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" name="pt1685"/>
            <p:cNvSpPr/>
            <p:nvPr/>
          </p:nvSpPr>
          <p:spPr>
            <a:xfrm>
              <a:off x="3817469" y="6270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" name="pt1686"/>
            <p:cNvSpPr/>
            <p:nvPr/>
          </p:nvSpPr>
          <p:spPr>
            <a:xfrm>
              <a:off x="3830298" y="6332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" name="pt1687"/>
            <p:cNvSpPr/>
            <p:nvPr/>
          </p:nvSpPr>
          <p:spPr>
            <a:xfrm>
              <a:off x="3818156" y="6314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" name="pt1688"/>
            <p:cNvSpPr/>
            <p:nvPr/>
          </p:nvSpPr>
          <p:spPr>
            <a:xfrm>
              <a:off x="3838660" y="6303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" name="pt1689"/>
            <p:cNvSpPr/>
            <p:nvPr/>
          </p:nvSpPr>
          <p:spPr>
            <a:xfrm>
              <a:off x="3820218" y="63141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" name="pt1690"/>
            <p:cNvSpPr/>
            <p:nvPr/>
          </p:nvSpPr>
          <p:spPr>
            <a:xfrm>
              <a:off x="3823540" y="63160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" name="pt1691"/>
            <p:cNvSpPr/>
            <p:nvPr/>
          </p:nvSpPr>
          <p:spPr>
            <a:xfrm>
              <a:off x="3828122" y="6296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" name="pt1692"/>
            <p:cNvSpPr/>
            <p:nvPr/>
          </p:nvSpPr>
          <p:spPr>
            <a:xfrm>
              <a:off x="3847595" y="6282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t1693"/>
            <p:cNvSpPr/>
            <p:nvPr/>
          </p:nvSpPr>
          <p:spPr>
            <a:xfrm>
              <a:off x="3824342" y="63316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t1694"/>
            <p:cNvSpPr/>
            <p:nvPr/>
          </p:nvSpPr>
          <p:spPr>
            <a:xfrm>
              <a:off x="3837744" y="63175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t1695"/>
            <p:cNvSpPr/>
            <p:nvPr/>
          </p:nvSpPr>
          <p:spPr>
            <a:xfrm>
              <a:off x="4275672" y="6083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t1696"/>
            <p:cNvSpPr/>
            <p:nvPr/>
          </p:nvSpPr>
          <p:spPr>
            <a:xfrm>
              <a:off x="3824227" y="62996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pt1697"/>
            <p:cNvSpPr/>
            <p:nvPr/>
          </p:nvSpPr>
          <p:spPr>
            <a:xfrm>
              <a:off x="3796964" y="62828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" name="pt1698"/>
            <p:cNvSpPr/>
            <p:nvPr/>
          </p:nvSpPr>
          <p:spPr>
            <a:xfrm>
              <a:off x="3822852" y="63261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" name="pt1699"/>
            <p:cNvSpPr/>
            <p:nvPr/>
          </p:nvSpPr>
          <p:spPr>
            <a:xfrm>
              <a:off x="3948400" y="61733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" name="pt1700"/>
            <p:cNvSpPr/>
            <p:nvPr/>
          </p:nvSpPr>
          <p:spPr>
            <a:xfrm>
              <a:off x="3995710" y="6265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" name="pt1701"/>
            <p:cNvSpPr/>
            <p:nvPr/>
          </p:nvSpPr>
          <p:spPr>
            <a:xfrm>
              <a:off x="3810825" y="6311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" name="pt1702"/>
            <p:cNvSpPr/>
            <p:nvPr/>
          </p:nvSpPr>
          <p:spPr>
            <a:xfrm>
              <a:off x="3827778" y="62789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" name="pt1703"/>
            <p:cNvSpPr/>
            <p:nvPr/>
          </p:nvSpPr>
          <p:spPr>
            <a:xfrm>
              <a:off x="3822967" y="6282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" name="pt1704"/>
            <p:cNvSpPr/>
            <p:nvPr/>
          </p:nvSpPr>
          <p:spPr>
            <a:xfrm>
              <a:off x="4048289" y="60453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" name="pt1705"/>
            <p:cNvSpPr/>
            <p:nvPr/>
          </p:nvSpPr>
          <p:spPr>
            <a:xfrm>
              <a:off x="3823311" y="6245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" name="pt1706"/>
            <p:cNvSpPr/>
            <p:nvPr/>
          </p:nvSpPr>
          <p:spPr>
            <a:xfrm>
              <a:off x="3824227" y="6292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" name="pt1707"/>
            <p:cNvSpPr/>
            <p:nvPr/>
          </p:nvSpPr>
          <p:spPr>
            <a:xfrm>
              <a:off x="3822509" y="6272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" name="pt1708"/>
            <p:cNvSpPr/>
            <p:nvPr/>
          </p:nvSpPr>
          <p:spPr>
            <a:xfrm>
              <a:off x="3846106" y="6284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" name="pt1709"/>
            <p:cNvSpPr/>
            <p:nvPr/>
          </p:nvSpPr>
          <p:spPr>
            <a:xfrm>
              <a:off x="3825029" y="63004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" name="pt1710"/>
            <p:cNvSpPr/>
            <p:nvPr/>
          </p:nvSpPr>
          <p:spPr>
            <a:xfrm>
              <a:off x="3902122" y="6080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" name="pt1711"/>
            <p:cNvSpPr/>
            <p:nvPr/>
          </p:nvSpPr>
          <p:spPr>
            <a:xfrm>
              <a:off x="3907620" y="6279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t1712"/>
            <p:cNvSpPr/>
            <p:nvPr/>
          </p:nvSpPr>
          <p:spPr>
            <a:xfrm>
              <a:off x="3814948" y="62135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" name="pt1713"/>
            <p:cNvSpPr/>
            <p:nvPr/>
          </p:nvSpPr>
          <p:spPr>
            <a:xfrm>
              <a:off x="4123892" y="6137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t1714"/>
            <p:cNvSpPr/>
            <p:nvPr/>
          </p:nvSpPr>
          <p:spPr>
            <a:xfrm>
              <a:off x="3817583" y="62500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t1715"/>
            <p:cNvSpPr/>
            <p:nvPr/>
          </p:nvSpPr>
          <p:spPr>
            <a:xfrm>
              <a:off x="3835109" y="6260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t1716"/>
            <p:cNvSpPr/>
            <p:nvPr/>
          </p:nvSpPr>
          <p:spPr>
            <a:xfrm>
              <a:off x="3823540" y="6291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t1717"/>
            <p:cNvSpPr/>
            <p:nvPr/>
          </p:nvSpPr>
          <p:spPr>
            <a:xfrm>
              <a:off x="3809679" y="6310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t1718"/>
            <p:cNvSpPr/>
            <p:nvPr/>
          </p:nvSpPr>
          <p:spPr>
            <a:xfrm>
              <a:off x="4000979" y="6102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t1719"/>
            <p:cNvSpPr/>
            <p:nvPr/>
          </p:nvSpPr>
          <p:spPr>
            <a:xfrm>
              <a:off x="3827320" y="6301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t1720"/>
            <p:cNvSpPr/>
            <p:nvPr/>
          </p:nvSpPr>
          <p:spPr>
            <a:xfrm>
              <a:off x="3837057" y="62931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pt1721"/>
            <p:cNvSpPr/>
            <p:nvPr/>
          </p:nvSpPr>
          <p:spPr>
            <a:xfrm>
              <a:off x="4095140" y="6176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pt1722"/>
            <p:cNvSpPr/>
            <p:nvPr/>
          </p:nvSpPr>
          <p:spPr>
            <a:xfrm>
              <a:off x="4220344" y="6190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" name="pt1723"/>
            <p:cNvSpPr/>
            <p:nvPr/>
          </p:nvSpPr>
          <p:spPr>
            <a:xfrm>
              <a:off x="3866382" y="6296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t1724"/>
            <p:cNvSpPr/>
            <p:nvPr/>
          </p:nvSpPr>
          <p:spPr>
            <a:xfrm>
              <a:off x="3814948" y="62828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t1725"/>
            <p:cNvSpPr/>
            <p:nvPr/>
          </p:nvSpPr>
          <p:spPr>
            <a:xfrm>
              <a:off x="3823654" y="63209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t1726"/>
            <p:cNvSpPr/>
            <p:nvPr/>
          </p:nvSpPr>
          <p:spPr>
            <a:xfrm>
              <a:off x="3845877" y="6240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t1727"/>
            <p:cNvSpPr/>
            <p:nvPr/>
          </p:nvSpPr>
          <p:spPr>
            <a:xfrm>
              <a:off x="3856989" y="60622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t1728"/>
            <p:cNvSpPr/>
            <p:nvPr/>
          </p:nvSpPr>
          <p:spPr>
            <a:xfrm>
              <a:off x="3799484" y="6308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" name="pt1729"/>
            <p:cNvSpPr/>
            <p:nvPr/>
          </p:nvSpPr>
          <p:spPr>
            <a:xfrm>
              <a:off x="3819301" y="6290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t1730"/>
            <p:cNvSpPr/>
            <p:nvPr/>
          </p:nvSpPr>
          <p:spPr>
            <a:xfrm>
              <a:off x="3815407" y="6300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t1731"/>
            <p:cNvSpPr/>
            <p:nvPr/>
          </p:nvSpPr>
          <p:spPr>
            <a:xfrm>
              <a:off x="3816896" y="6088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pt1732"/>
            <p:cNvSpPr/>
            <p:nvPr/>
          </p:nvSpPr>
          <p:spPr>
            <a:xfrm>
              <a:off x="3819187" y="6309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" name="pt1733"/>
            <p:cNvSpPr/>
            <p:nvPr/>
          </p:nvSpPr>
          <p:spPr>
            <a:xfrm>
              <a:off x="3888376" y="6065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" name="pt1734"/>
            <p:cNvSpPr/>
            <p:nvPr/>
          </p:nvSpPr>
          <p:spPr>
            <a:xfrm>
              <a:off x="3866725" y="6251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" name="pt1735"/>
            <p:cNvSpPr/>
            <p:nvPr/>
          </p:nvSpPr>
          <p:spPr>
            <a:xfrm>
              <a:off x="3804982" y="63174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pt1736"/>
            <p:cNvSpPr/>
            <p:nvPr/>
          </p:nvSpPr>
          <p:spPr>
            <a:xfrm>
              <a:off x="3842784" y="62713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" name="pt1737"/>
            <p:cNvSpPr/>
            <p:nvPr/>
          </p:nvSpPr>
          <p:spPr>
            <a:xfrm>
              <a:off x="4018047" y="62711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" name="pt1738"/>
            <p:cNvSpPr/>
            <p:nvPr/>
          </p:nvSpPr>
          <p:spPr>
            <a:xfrm>
              <a:off x="3816552" y="6303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" name="pt1739"/>
            <p:cNvSpPr/>
            <p:nvPr/>
          </p:nvSpPr>
          <p:spPr>
            <a:xfrm>
              <a:off x="4114041" y="62677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" name="pt1740"/>
            <p:cNvSpPr/>
            <p:nvPr/>
          </p:nvSpPr>
          <p:spPr>
            <a:xfrm>
              <a:off x="3817354" y="6310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" name="pt1741"/>
            <p:cNvSpPr/>
            <p:nvPr/>
          </p:nvSpPr>
          <p:spPr>
            <a:xfrm>
              <a:off x="3799369" y="63042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t1742"/>
            <p:cNvSpPr/>
            <p:nvPr/>
          </p:nvSpPr>
          <p:spPr>
            <a:xfrm>
              <a:off x="3907735" y="6264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t1743"/>
            <p:cNvSpPr/>
            <p:nvPr/>
          </p:nvSpPr>
          <p:spPr>
            <a:xfrm>
              <a:off x="3826976" y="62998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t1744"/>
            <p:cNvSpPr/>
            <p:nvPr/>
          </p:nvSpPr>
          <p:spPr>
            <a:xfrm>
              <a:off x="3826747" y="6286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t1745"/>
            <p:cNvSpPr/>
            <p:nvPr/>
          </p:nvSpPr>
          <p:spPr>
            <a:xfrm>
              <a:off x="3795933" y="6280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t1746"/>
            <p:cNvSpPr/>
            <p:nvPr/>
          </p:nvSpPr>
          <p:spPr>
            <a:xfrm>
              <a:off x="3814605" y="63140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t1747"/>
            <p:cNvSpPr/>
            <p:nvPr/>
          </p:nvSpPr>
          <p:spPr>
            <a:xfrm>
              <a:off x="3849772" y="6283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t1748"/>
            <p:cNvSpPr/>
            <p:nvPr/>
          </p:nvSpPr>
          <p:spPr>
            <a:xfrm>
              <a:off x="3825831" y="63077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t1749"/>
            <p:cNvSpPr/>
            <p:nvPr/>
          </p:nvSpPr>
          <p:spPr>
            <a:xfrm>
              <a:off x="3809564" y="63057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t1750"/>
            <p:cNvSpPr/>
            <p:nvPr/>
          </p:nvSpPr>
          <p:spPr>
            <a:xfrm>
              <a:off x="3814261" y="6315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t1751"/>
            <p:cNvSpPr/>
            <p:nvPr/>
          </p:nvSpPr>
          <p:spPr>
            <a:xfrm>
              <a:off x="3873369" y="6244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t1752"/>
            <p:cNvSpPr/>
            <p:nvPr/>
          </p:nvSpPr>
          <p:spPr>
            <a:xfrm>
              <a:off x="3807503" y="6297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t1753"/>
            <p:cNvSpPr/>
            <p:nvPr/>
          </p:nvSpPr>
          <p:spPr>
            <a:xfrm>
              <a:off x="3819760" y="62639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t1754"/>
            <p:cNvSpPr/>
            <p:nvPr/>
          </p:nvSpPr>
          <p:spPr>
            <a:xfrm>
              <a:off x="3914837" y="6291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t1755"/>
            <p:cNvSpPr/>
            <p:nvPr/>
          </p:nvSpPr>
          <p:spPr>
            <a:xfrm>
              <a:off x="3909682" y="62338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t1756"/>
            <p:cNvSpPr/>
            <p:nvPr/>
          </p:nvSpPr>
          <p:spPr>
            <a:xfrm>
              <a:off x="3810939" y="6307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t1757"/>
            <p:cNvSpPr/>
            <p:nvPr/>
          </p:nvSpPr>
          <p:spPr>
            <a:xfrm>
              <a:off x="3885741" y="62292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t1758"/>
            <p:cNvSpPr/>
            <p:nvPr/>
          </p:nvSpPr>
          <p:spPr>
            <a:xfrm>
              <a:off x="3820790" y="6324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t1759"/>
            <p:cNvSpPr/>
            <p:nvPr/>
          </p:nvSpPr>
          <p:spPr>
            <a:xfrm>
              <a:off x="4148635" y="6152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t1760"/>
            <p:cNvSpPr/>
            <p:nvPr/>
          </p:nvSpPr>
          <p:spPr>
            <a:xfrm>
              <a:off x="3822394" y="6306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t1761"/>
            <p:cNvSpPr/>
            <p:nvPr/>
          </p:nvSpPr>
          <p:spPr>
            <a:xfrm>
              <a:off x="3817583" y="6302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t1762"/>
            <p:cNvSpPr/>
            <p:nvPr/>
          </p:nvSpPr>
          <p:spPr>
            <a:xfrm>
              <a:off x="3885054" y="62796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" name="pt1763"/>
            <p:cNvSpPr/>
            <p:nvPr/>
          </p:nvSpPr>
          <p:spPr>
            <a:xfrm>
              <a:off x="3832475" y="6286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" name="pt1764"/>
            <p:cNvSpPr/>
            <p:nvPr/>
          </p:nvSpPr>
          <p:spPr>
            <a:xfrm>
              <a:off x="3821592" y="6320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" name="pt1765"/>
            <p:cNvSpPr/>
            <p:nvPr/>
          </p:nvSpPr>
          <p:spPr>
            <a:xfrm>
              <a:off x="3847366" y="6284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pt1766"/>
            <p:cNvSpPr/>
            <p:nvPr/>
          </p:nvSpPr>
          <p:spPr>
            <a:xfrm>
              <a:off x="3819301" y="62673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pt1767"/>
            <p:cNvSpPr/>
            <p:nvPr/>
          </p:nvSpPr>
          <p:spPr>
            <a:xfrm>
              <a:off x="3825029" y="61430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t1768"/>
            <p:cNvSpPr/>
            <p:nvPr/>
          </p:nvSpPr>
          <p:spPr>
            <a:xfrm>
              <a:off x="3877493" y="61707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t1769"/>
            <p:cNvSpPr/>
            <p:nvPr/>
          </p:nvSpPr>
          <p:spPr>
            <a:xfrm>
              <a:off x="3819416" y="6249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t1770"/>
            <p:cNvSpPr/>
            <p:nvPr/>
          </p:nvSpPr>
          <p:spPr>
            <a:xfrm>
              <a:off x="3818614" y="6306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t1771"/>
            <p:cNvSpPr/>
            <p:nvPr/>
          </p:nvSpPr>
          <p:spPr>
            <a:xfrm>
              <a:off x="3833277" y="6279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t1772"/>
            <p:cNvSpPr/>
            <p:nvPr/>
          </p:nvSpPr>
          <p:spPr>
            <a:xfrm>
              <a:off x="3962834" y="6186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t1773"/>
            <p:cNvSpPr/>
            <p:nvPr/>
          </p:nvSpPr>
          <p:spPr>
            <a:xfrm>
              <a:off x="3900518" y="6213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t1774"/>
            <p:cNvSpPr/>
            <p:nvPr/>
          </p:nvSpPr>
          <p:spPr>
            <a:xfrm>
              <a:off x="3819416" y="6302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t1775"/>
            <p:cNvSpPr/>
            <p:nvPr/>
          </p:nvSpPr>
          <p:spPr>
            <a:xfrm>
              <a:off x="3819760" y="63024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t1776"/>
            <p:cNvSpPr/>
            <p:nvPr/>
          </p:nvSpPr>
          <p:spPr>
            <a:xfrm>
              <a:off x="3943131" y="6284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t1777"/>
            <p:cNvSpPr/>
            <p:nvPr/>
          </p:nvSpPr>
          <p:spPr>
            <a:xfrm>
              <a:off x="3835682" y="6323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t1778"/>
            <p:cNvSpPr/>
            <p:nvPr/>
          </p:nvSpPr>
          <p:spPr>
            <a:xfrm>
              <a:off x="3912202" y="6114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t1779"/>
            <p:cNvSpPr/>
            <p:nvPr/>
          </p:nvSpPr>
          <p:spPr>
            <a:xfrm>
              <a:off x="3959970" y="6276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t1780"/>
            <p:cNvSpPr/>
            <p:nvPr/>
          </p:nvSpPr>
          <p:spPr>
            <a:xfrm>
              <a:off x="4006477" y="5992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t1781"/>
            <p:cNvSpPr/>
            <p:nvPr/>
          </p:nvSpPr>
          <p:spPr>
            <a:xfrm>
              <a:off x="3924574" y="6306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t1782"/>
            <p:cNvSpPr/>
            <p:nvPr/>
          </p:nvSpPr>
          <p:spPr>
            <a:xfrm>
              <a:off x="4254480" y="59417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t1783"/>
            <p:cNvSpPr/>
            <p:nvPr/>
          </p:nvSpPr>
          <p:spPr>
            <a:xfrm>
              <a:off x="3824342" y="6273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t1784"/>
            <p:cNvSpPr/>
            <p:nvPr/>
          </p:nvSpPr>
          <p:spPr>
            <a:xfrm>
              <a:off x="3830184" y="6276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t1785"/>
            <p:cNvSpPr/>
            <p:nvPr/>
          </p:nvSpPr>
          <p:spPr>
            <a:xfrm>
              <a:off x="3809679" y="6320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t1786"/>
            <p:cNvSpPr/>
            <p:nvPr/>
          </p:nvSpPr>
          <p:spPr>
            <a:xfrm>
              <a:off x="3960886" y="6197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t1787"/>
            <p:cNvSpPr/>
            <p:nvPr/>
          </p:nvSpPr>
          <p:spPr>
            <a:xfrm>
              <a:off x="3830871" y="63017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t1788"/>
            <p:cNvSpPr/>
            <p:nvPr/>
          </p:nvSpPr>
          <p:spPr>
            <a:xfrm>
              <a:off x="3845533" y="6302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t1789"/>
            <p:cNvSpPr/>
            <p:nvPr/>
          </p:nvSpPr>
          <p:spPr>
            <a:xfrm>
              <a:off x="3872338" y="6203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t1790"/>
            <p:cNvSpPr/>
            <p:nvPr/>
          </p:nvSpPr>
          <p:spPr>
            <a:xfrm>
              <a:off x="3815750" y="62989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t1791"/>
            <p:cNvSpPr/>
            <p:nvPr/>
          </p:nvSpPr>
          <p:spPr>
            <a:xfrm>
              <a:off x="4010601" y="6043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t1792"/>
            <p:cNvSpPr/>
            <p:nvPr/>
          </p:nvSpPr>
          <p:spPr>
            <a:xfrm>
              <a:off x="3826633" y="6342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t1793"/>
            <p:cNvSpPr/>
            <p:nvPr/>
          </p:nvSpPr>
          <p:spPr>
            <a:xfrm>
              <a:off x="3901893" y="6290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t1794"/>
            <p:cNvSpPr/>
            <p:nvPr/>
          </p:nvSpPr>
          <p:spPr>
            <a:xfrm>
              <a:off x="3941985" y="6176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t1795"/>
            <p:cNvSpPr/>
            <p:nvPr/>
          </p:nvSpPr>
          <p:spPr>
            <a:xfrm>
              <a:off x="3886772" y="6276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t1796"/>
            <p:cNvSpPr/>
            <p:nvPr/>
          </p:nvSpPr>
          <p:spPr>
            <a:xfrm>
              <a:off x="3819645" y="63022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t1797"/>
            <p:cNvSpPr/>
            <p:nvPr/>
          </p:nvSpPr>
          <p:spPr>
            <a:xfrm>
              <a:off x="3816094" y="6312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t1798"/>
            <p:cNvSpPr/>
            <p:nvPr/>
          </p:nvSpPr>
          <p:spPr>
            <a:xfrm>
              <a:off x="3834422" y="6292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t1799"/>
            <p:cNvSpPr/>
            <p:nvPr/>
          </p:nvSpPr>
          <p:spPr>
            <a:xfrm>
              <a:off x="3813917" y="6314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t1800"/>
            <p:cNvSpPr/>
            <p:nvPr/>
          </p:nvSpPr>
          <p:spPr>
            <a:xfrm>
              <a:off x="3823311" y="6290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t1801"/>
            <p:cNvSpPr/>
            <p:nvPr/>
          </p:nvSpPr>
          <p:spPr>
            <a:xfrm>
              <a:off x="3814032" y="62697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t1802"/>
            <p:cNvSpPr/>
            <p:nvPr/>
          </p:nvSpPr>
          <p:spPr>
            <a:xfrm>
              <a:off x="3891697" y="6290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t1803"/>
            <p:cNvSpPr/>
            <p:nvPr/>
          </p:nvSpPr>
          <p:spPr>
            <a:xfrm>
              <a:off x="4045081" y="6258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t1804"/>
            <p:cNvSpPr/>
            <p:nvPr/>
          </p:nvSpPr>
          <p:spPr>
            <a:xfrm>
              <a:off x="3810023" y="6277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t1805"/>
            <p:cNvSpPr/>
            <p:nvPr/>
          </p:nvSpPr>
          <p:spPr>
            <a:xfrm>
              <a:off x="3829725" y="63068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t1806"/>
            <p:cNvSpPr/>
            <p:nvPr/>
          </p:nvSpPr>
          <p:spPr>
            <a:xfrm>
              <a:off x="3821936" y="62949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t1807"/>
            <p:cNvSpPr/>
            <p:nvPr/>
          </p:nvSpPr>
          <p:spPr>
            <a:xfrm>
              <a:off x="3816667" y="6282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t1808"/>
            <p:cNvSpPr/>
            <p:nvPr/>
          </p:nvSpPr>
          <p:spPr>
            <a:xfrm>
              <a:off x="3824685" y="6319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t1809"/>
            <p:cNvSpPr/>
            <p:nvPr/>
          </p:nvSpPr>
          <p:spPr>
            <a:xfrm>
              <a:off x="3818843" y="63076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t1810"/>
            <p:cNvSpPr/>
            <p:nvPr/>
          </p:nvSpPr>
          <p:spPr>
            <a:xfrm>
              <a:off x="3963406" y="62777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t1811"/>
            <p:cNvSpPr/>
            <p:nvPr/>
          </p:nvSpPr>
          <p:spPr>
            <a:xfrm>
              <a:off x="3803722" y="63112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t1812"/>
            <p:cNvSpPr/>
            <p:nvPr/>
          </p:nvSpPr>
          <p:spPr>
            <a:xfrm>
              <a:off x="3821821" y="6253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t1813"/>
            <p:cNvSpPr/>
            <p:nvPr/>
          </p:nvSpPr>
          <p:spPr>
            <a:xfrm>
              <a:off x="3834193" y="6292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t1814"/>
            <p:cNvSpPr/>
            <p:nvPr/>
          </p:nvSpPr>
          <p:spPr>
            <a:xfrm>
              <a:off x="3828122" y="63075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t1815"/>
            <p:cNvSpPr/>
            <p:nvPr/>
          </p:nvSpPr>
          <p:spPr>
            <a:xfrm>
              <a:off x="3831558" y="6309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t1816"/>
            <p:cNvSpPr/>
            <p:nvPr/>
          </p:nvSpPr>
          <p:spPr>
            <a:xfrm>
              <a:off x="4023202" y="61380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t1817"/>
            <p:cNvSpPr/>
            <p:nvPr/>
          </p:nvSpPr>
          <p:spPr>
            <a:xfrm>
              <a:off x="3936029" y="6048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t1818"/>
            <p:cNvSpPr/>
            <p:nvPr/>
          </p:nvSpPr>
          <p:spPr>
            <a:xfrm>
              <a:off x="4033855" y="6229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t1819"/>
            <p:cNvSpPr/>
            <p:nvPr/>
          </p:nvSpPr>
          <p:spPr>
            <a:xfrm>
              <a:off x="3955961" y="6242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t1820"/>
            <p:cNvSpPr/>
            <p:nvPr/>
          </p:nvSpPr>
          <p:spPr>
            <a:xfrm>
              <a:off x="3812772" y="6305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t1821"/>
            <p:cNvSpPr/>
            <p:nvPr/>
          </p:nvSpPr>
          <p:spPr>
            <a:xfrm>
              <a:off x="3816896" y="6292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t1822"/>
            <p:cNvSpPr/>
            <p:nvPr/>
          </p:nvSpPr>
          <p:spPr>
            <a:xfrm>
              <a:off x="3929385" y="62821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t1823"/>
            <p:cNvSpPr/>
            <p:nvPr/>
          </p:nvSpPr>
          <p:spPr>
            <a:xfrm>
              <a:off x="3844846" y="63060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t1824"/>
            <p:cNvSpPr/>
            <p:nvPr/>
          </p:nvSpPr>
          <p:spPr>
            <a:xfrm>
              <a:off x="4043019" y="6072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t1825"/>
            <p:cNvSpPr/>
            <p:nvPr/>
          </p:nvSpPr>
          <p:spPr>
            <a:xfrm>
              <a:off x="3914722" y="6271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t1826"/>
            <p:cNvSpPr/>
            <p:nvPr/>
          </p:nvSpPr>
          <p:spPr>
            <a:xfrm>
              <a:off x="3815979" y="6308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t1827"/>
            <p:cNvSpPr/>
            <p:nvPr/>
          </p:nvSpPr>
          <p:spPr>
            <a:xfrm>
              <a:off x="3826862" y="62965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t1828"/>
            <p:cNvSpPr/>
            <p:nvPr/>
          </p:nvSpPr>
          <p:spPr>
            <a:xfrm>
              <a:off x="3847481" y="6310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t1829"/>
            <p:cNvSpPr/>
            <p:nvPr/>
          </p:nvSpPr>
          <p:spPr>
            <a:xfrm>
              <a:off x="3818729" y="62971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t1830"/>
            <p:cNvSpPr/>
            <p:nvPr/>
          </p:nvSpPr>
          <p:spPr>
            <a:xfrm>
              <a:off x="3831787" y="6305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t1831"/>
            <p:cNvSpPr/>
            <p:nvPr/>
          </p:nvSpPr>
          <p:spPr>
            <a:xfrm>
              <a:off x="3831215" y="62603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t1832"/>
            <p:cNvSpPr/>
            <p:nvPr/>
          </p:nvSpPr>
          <p:spPr>
            <a:xfrm>
              <a:off x="3810825" y="6297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t1833"/>
            <p:cNvSpPr/>
            <p:nvPr/>
          </p:nvSpPr>
          <p:spPr>
            <a:xfrm>
              <a:off x="4057567" y="6181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t1834"/>
            <p:cNvSpPr/>
            <p:nvPr/>
          </p:nvSpPr>
          <p:spPr>
            <a:xfrm>
              <a:off x="4016329" y="62448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t1835"/>
            <p:cNvSpPr/>
            <p:nvPr/>
          </p:nvSpPr>
          <p:spPr>
            <a:xfrm>
              <a:off x="3857103" y="62849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t1836"/>
            <p:cNvSpPr/>
            <p:nvPr/>
          </p:nvSpPr>
          <p:spPr>
            <a:xfrm>
              <a:off x="3943245" y="61803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t1837"/>
            <p:cNvSpPr/>
            <p:nvPr/>
          </p:nvSpPr>
          <p:spPr>
            <a:xfrm>
              <a:off x="3848168" y="6275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t1838"/>
            <p:cNvSpPr/>
            <p:nvPr/>
          </p:nvSpPr>
          <p:spPr>
            <a:xfrm>
              <a:off x="3831902" y="62958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t1839"/>
            <p:cNvSpPr/>
            <p:nvPr/>
          </p:nvSpPr>
          <p:spPr>
            <a:xfrm>
              <a:off x="3918961" y="58927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t1840"/>
            <p:cNvSpPr/>
            <p:nvPr/>
          </p:nvSpPr>
          <p:spPr>
            <a:xfrm>
              <a:off x="3868673" y="6284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t1841"/>
            <p:cNvSpPr/>
            <p:nvPr/>
          </p:nvSpPr>
          <p:spPr>
            <a:xfrm>
              <a:off x="3827434" y="6280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t1842"/>
            <p:cNvSpPr/>
            <p:nvPr/>
          </p:nvSpPr>
          <p:spPr>
            <a:xfrm>
              <a:off x="3817927" y="62914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t1843"/>
            <p:cNvSpPr/>
            <p:nvPr/>
          </p:nvSpPr>
          <p:spPr>
            <a:xfrm>
              <a:off x="3818156" y="63004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t1844"/>
            <p:cNvSpPr/>
            <p:nvPr/>
          </p:nvSpPr>
          <p:spPr>
            <a:xfrm>
              <a:off x="3816438" y="6313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t1845"/>
            <p:cNvSpPr/>
            <p:nvPr/>
          </p:nvSpPr>
          <p:spPr>
            <a:xfrm>
              <a:off x="3928583" y="6251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t1846"/>
            <p:cNvSpPr/>
            <p:nvPr/>
          </p:nvSpPr>
          <p:spPr>
            <a:xfrm>
              <a:off x="3819530" y="6316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t1847"/>
            <p:cNvSpPr/>
            <p:nvPr/>
          </p:nvSpPr>
          <p:spPr>
            <a:xfrm>
              <a:off x="4080706" y="5959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t1848"/>
            <p:cNvSpPr/>
            <p:nvPr/>
          </p:nvSpPr>
          <p:spPr>
            <a:xfrm>
              <a:off x="3825143" y="62932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t1849"/>
            <p:cNvSpPr/>
            <p:nvPr/>
          </p:nvSpPr>
          <p:spPr>
            <a:xfrm>
              <a:off x="3844044" y="6256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t1850"/>
            <p:cNvSpPr/>
            <p:nvPr/>
          </p:nvSpPr>
          <p:spPr>
            <a:xfrm>
              <a:off x="3826633" y="62665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" name="pt1851"/>
            <p:cNvSpPr/>
            <p:nvPr/>
          </p:nvSpPr>
          <p:spPr>
            <a:xfrm>
              <a:off x="3958137" y="6174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t1852"/>
            <p:cNvSpPr/>
            <p:nvPr/>
          </p:nvSpPr>
          <p:spPr>
            <a:xfrm>
              <a:off x="4059056" y="58019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t1853"/>
            <p:cNvSpPr/>
            <p:nvPr/>
          </p:nvSpPr>
          <p:spPr>
            <a:xfrm>
              <a:off x="4327449" y="5932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t1854"/>
            <p:cNvSpPr/>
            <p:nvPr/>
          </p:nvSpPr>
          <p:spPr>
            <a:xfrm>
              <a:off x="4239703" y="62446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t1855"/>
            <p:cNvSpPr/>
            <p:nvPr/>
          </p:nvSpPr>
          <p:spPr>
            <a:xfrm>
              <a:off x="3825258" y="6325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t1856"/>
            <p:cNvSpPr/>
            <p:nvPr/>
          </p:nvSpPr>
          <p:spPr>
            <a:xfrm>
              <a:off x="3822165" y="6309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t1857"/>
            <p:cNvSpPr/>
            <p:nvPr/>
          </p:nvSpPr>
          <p:spPr>
            <a:xfrm>
              <a:off x="3817354" y="6312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t1858"/>
            <p:cNvSpPr/>
            <p:nvPr/>
          </p:nvSpPr>
          <p:spPr>
            <a:xfrm>
              <a:off x="3815407" y="6276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t1859"/>
            <p:cNvSpPr/>
            <p:nvPr/>
          </p:nvSpPr>
          <p:spPr>
            <a:xfrm>
              <a:off x="3835911" y="6248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t1860"/>
            <p:cNvSpPr/>
            <p:nvPr/>
          </p:nvSpPr>
          <p:spPr>
            <a:xfrm>
              <a:off x="3822738" y="62999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t1861"/>
            <p:cNvSpPr/>
            <p:nvPr/>
          </p:nvSpPr>
          <p:spPr>
            <a:xfrm>
              <a:off x="3822280" y="6028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t1862"/>
            <p:cNvSpPr/>
            <p:nvPr/>
          </p:nvSpPr>
          <p:spPr>
            <a:xfrm>
              <a:off x="3825143" y="63030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t1863"/>
            <p:cNvSpPr/>
            <p:nvPr/>
          </p:nvSpPr>
          <p:spPr>
            <a:xfrm>
              <a:off x="3819874" y="62477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t1864"/>
            <p:cNvSpPr/>
            <p:nvPr/>
          </p:nvSpPr>
          <p:spPr>
            <a:xfrm>
              <a:off x="3864549" y="6153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t1865"/>
            <p:cNvSpPr/>
            <p:nvPr/>
          </p:nvSpPr>
          <p:spPr>
            <a:xfrm>
              <a:off x="3823540" y="6300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t1866"/>
            <p:cNvSpPr/>
            <p:nvPr/>
          </p:nvSpPr>
          <p:spPr>
            <a:xfrm>
              <a:off x="4055620" y="6235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t1867"/>
            <p:cNvSpPr/>
            <p:nvPr/>
          </p:nvSpPr>
          <p:spPr>
            <a:xfrm>
              <a:off x="3867184" y="6272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t1868"/>
            <p:cNvSpPr/>
            <p:nvPr/>
          </p:nvSpPr>
          <p:spPr>
            <a:xfrm>
              <a:off x="3811397" y="6324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t1869"/>
            <p:cNvSpPr/>
            <p:nvPr/>
          </p:nvSpPr>
          <p:spPr>
            <a:xfrm>
              <a:off x="4068793" y="60662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t1870"/>
            <p:cNvSpPr/>
            <p:nvPr/>
          </p:nvSpPr>
          <p:spPr>
            <a:xfrm>
              <a:off x="3813230" y="63211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t1871"/>
            <p:cNvSpPr/>
            <p:nvPr/>
          </p:nvSpPr>
          <p:spPr>
            <a:xfrm>
              <a:off x="3814948" y="62791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t1872"/>
            <p:cNvSpPr/>
            <p:nvPr/>
          </p:nvSpPr>
          <p:spPr>
            <a:xfrm>
              <a:off x="3798682" y="6305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t1873"/>
            <p:cNvSpPr/>
            <p:nvPr/>
          </p:nvSpPr>
          <p:spPr>
            <a:xfrm>
              <a:off x="3808190" y="6303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t1874"/>
            <p:cNvSpPr/>
            <p:nvPr/>
          </p:nvSpPr>
          <p:spPr>
            <a:xfrm>
              <a:off x="3828924" y="6295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t1875"/>
            <p:cNvSpPr/>
            <p:nvPr/>
          </p:nvSpPr>
          <p:spPr>
            <a:xfrm>
              <a:off x="4090672" y="6205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t1876"/>
            <p:cNvSpPr/>
            <p:nvPr/>
          </p:nvSpPr>
          <p:spPr>
            <a:xfrm>
              <a:off x="3829267" y="6232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t1877"/>
            <p:cNvSpPr/>
            <p:nvPr/>
          </p:nvSpPr>
          <p:spPr>
            <a:xfrm>
              <a:off x="3822394" y="6316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t1878"/>
            <p:cNvSpPr/>
            <p:nvPr/>
          </p:nvSpPr>
          <p:spPr>
            <a:xfrm>
              <a:off x="4031450" y="6278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t1879"/>
            <p:cNvSpPr/>
            <p:nvPr/>
          </p:nvSpPr>
          <p:spPr>
            <a:xfrm>
              <a:off x="3840722" y="6298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t1880"/>
            <p:cNvSpPr/>
            <p:nvPr/>
          </p:nvSpPr>
          <p:spPr>
            <a:xfrm>
              <a:off x="3856187" y="5993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t1881"/>
            <p:cNvSpPr/>
            <p:nvPr/>
          </p:nvSpPr>
          <p:spPr>
            <a:xfrm>
              <a:off x="3981391" y="6252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t1882"/>
            <p:cNvSpPr/>
            <p:nvPr/>
          </p:nvSpPr>
          <p:spPr>
            <a:xfrm>
              <a:off x="3904298" y="6282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t1883"/>
            <p:cNvSpPr/>
            <p:nvPr/>
          </p:nvSpPr>
          <p:spPr>
            <a:xfrm>
              <a:off x="3829955" y="6212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t1884"/>
            <p:cNvSpPr/>
            <p:nvPr/>
          </p:nvSpPr>
          <p:spPr>
            <a:xfrm>
              <a:off x="3826289" y="6310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t1885"/>
            <p:cNvSpPr/>
            <p:nvPr/>
          </p:nvSpPr>
          <p:spPr>
            <a:xfrm>
              <a:off x="3823082" y="62595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t1886"/>
            <p:cNvSpPr/>
            <p:nvPr/>
          </p:nvSpPr>
          <p:spPr>
            <a:xfrm>
              <a:off x="3818156" y="62980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t1887"/>
            <p:cNvSpPr/>
            <p:nvPr/>
          </p:nvSpPr>
          <p:spPr>
            <a:xfrm>
              <a:off x="3813001" y="63021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t1888"/>
            <p:cNvSpPr/>
            <p:nvPr/>
          </p:nvSpPr>
          <p:spPr>
            <a:xfrm>
              <a:off x="4073948" y="62284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t1889"/>
            <p:cNvSpPr/>
            <p:nvPr/>
          </p:nvSpPr>
          <p:spPr>
            <a:xfrm>
              <a:off x="3821936" y="62925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t1890"/>
            <p:cNvSpPr/>
            <p:nvPr/>
          </p:nvSpPr>
          <p:spPr>
            <a:xfrm>
              <a:off x="4029044" y="60868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t1891"/>
            <p:cNvSpPr/>
            <p:nvPr/>
          </p:nvSpPr>
          <p:spPr>
            <a:xfrm>
              <a:off x="3824800" y="6282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t1892"/>
            <p:cNvSpPr/>
            <p:nvPr/>
          </p:nvSpPr>
          <p:spPr>
            <a:xfrm>
              <a:off x="3935570" y="6117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t1893"/>
            <p:cNvSpPr/>
            <p:nvPr/>
          </p:nvSpPr>
          <p:spPr>
            <a:xfrm>
              <a:off x="3874400" y="6297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t1894"/>
            <p:cNvSpPr/>
            <p:nvPr/>
          </p:nvSpPr>
          <p:spPr>
            <a:xfrm>
              <a:off x="3822394" y="62251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t1895"/>
            <p:cNvSpPr/>
            <p:nvPr/>
          </p:nvSpPr>
          <p:spPr>
            <a:xfrm>
              <a:off x="3821936" y="62872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t1896"/>
            <p:cNvSpPr/>
            <p:nvPr/>
          </p:nvSpPr>
          <p:spPr>
            <a:xfrm>
              <a:off x="3823769" y="6260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t1897"/>
            <p:cNvSpPr/>
            <p:nvPr/>
          </p:nvSpPr>
          <p:spPr>
            <a:xfrm>
              <a:off x="3833964" y="62388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t1898"/>
            <p:cNvSpPr/>
            <p:nvPr/>
          </p:nvSpPr>
          <p:spPr>
            <a:xfrm>
              <a:off x="3819187" y="6303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t1899"/>
            <p:cNvSpPr/>
            <p:nvPr/>
          </p:nvSpPr>
          <p:spPr>
            <a:xfrm>
              <a:off x="4230195" y="5952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t1900"/>
            <p:cNvSpPr/>
            <p:nvPr/>
          </p:nvSpPr>
          <p:spPr>
            <a:xfrm>
              <a:off x="3811168" y="6310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t1901"/>
            <p:cNvSpPr/>
            <p:nvPr/>
          </p:nvSpPr>
          <p:spPr>
            <a:xfrm>
              <a:off x="3813116" y="6301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t1902"/>
            <p:cNvSpPr/>
            <p:nvPr/>
          </p:nvSpPr>
          <p:spPr>
            <a:xfrm>
              <a:off x="3811054" y="6307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t1903"/>
            <p:cNvSpPr/>
            <p:nvPr/>
          </p:nvSpPr>
          <p:spPr>
            <a:xfrm>
              <a:off x="3815521" y="6292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t1904"/>
            <p:cNvSpPr/>
            <p:nvPr/>
          </p:nvSpPr>
          <p:spPr>
            <a:xfrm>
              <a:off x="3836140" y="6284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t1905"/>
            <p:cNvSpPr/>
            <p:nvPr/>
          </p:nvSpPr>
          <p:spPr>
            <a:xfrm>
              <a:off x="3824342" y="6094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t1906"/>
            <p:cNvSpPr/>
            <p:nvPr/>
          </p:nvSpPr>
          <p:spPr>
            <a:xfrm>
              <a:off x="3823540" y="6304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t1907"/>
            <p:cNvSpPr/>
            <p:nvPr/>
          </p:nvSpPr>
          <p:spPr>
            <a:xfrm>
              <a:off x="3821363" y="63079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t1908"/>
            <p:cNvSpPr/>
            <p:nvPr/>
          </p:nvSpPr>
          <p:spPr>
            <a:xfrm>
              <a:off x="3821936" y="62953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t1909"/>
            <p:cNvSpPr/>
            <p:nvPr/>
          </p:nvSpPr>
          <p:spPr>
            <a:xfrm>
              <a:off x="3814032" y="6295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t1910"/>
            <p:cNvSpPr/>
            <p:nvPr/>
          </p:nvSpPr>
          <p:spPr>
            <a:xfrm>
              <a:off x="3824456" y="63068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t1911"/>
            <p:cNvSpPr/>
            <p:nvPr/>
          </p:nvSpPr>
          <p:spPr>
            <a:xfrm>
              <a:off x="3821821" y="63287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t1912"/>
            <p:cNvSpPr/>
            <p:nvPr/>
          </p:nvSpPr>
          <p:spPr>
            <a:xfrm>
              <a:off x="3897425" y="6244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t1913"/>
            <p:cNvSpPr/>
            <p:nvPr/>
          </p:nvSpPr>
          <p:spPr>
            <a:xfrm>
              <a:off x="3822509" y="63127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t1914"/>
            <p:cNvSpPr/>
            <p:nvPr/>
          </p:nvSpPr>
          <p:spPr>
            <a:xfrm>
              <a:off x="3928812" y="6278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t1915"/>
            <p:cNvSpPr/>
            <p:nvPr/>
          </p:nvSpPr>
          <p:spPr>
            <a:xfrm>
              <a:off x="3869704" y="6278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t1916"/>
            <p:cNvSpPr/>
            <p:nvPr/>
          </p:nvSpPr>
          <p:spPr>
            <a:xfrm>
              <a:off x="3992846" y="6169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t1917"/>
            <p:cNvSpPr/>
            <p:nvPr/>
          </p:nvSpPr>
          <p:spPr>
            <a:xfrm>
              <a:off x="3824227" y="6299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t1918"/>
            <p:cNvSpPr/>
            <p:nvPr/>
          </p:nvSpPr>
          <p:spPr>
            <a:xfrm>
              <a:off x="3828007" y="6309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t1919"/>
            <p:cNvSpPr/>
            <p:nvPr/>
          </p:nvSpPr>
          <p:spPr>
            <a:xfrm>
              <a:off x="3821249" y="6307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t1920"/>
            <p:cNvSpPr/>
            <p:nvPr/>
          </p:nvSpPr>
          <p:spPr>
            <a:xfrm>
              <a:off x="3813459" y="6318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t1921"/>
            <p:cNvSpPr/>
            <p:nvPr/>
          </p:nvSpPr>
          <p:spPr>
            <a:xfrm>
              <a:off x="4071428" y="62369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t1922"/>
            <p:cNvSpPr/>
            <p:nvPr/>
          </p:nvSpPr>
          <p:spPr>
            <a:xfrm>
              <a:off x="3812543" y="63006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t1923"/>
            <p:cNvSpPr/>
            <p:nvPr/>
          </p:nvSpPr>
          <p:spPr>
            <a:xfrm>
              <a:off x="3824456" y="6303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t1924"/>
            <p:cNvSpPr/>
            <p:nvPr/>
          </p:nvSpPr>
          <p:spPr>
            <a:xfrm>
              <a:off x="4019078" y="6181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t1925"/>
            <p:cNvSpPr/>
            <p:nvPr/>
          </p:nvSpPr>
          <p:spPr>
            <a:xfrm>
              <a:off x="4167880" y="61294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t1926"/>
            <p:cNvSpPr/>
            <p:nvPr/>
          </p:nvSpPr>
          <p:spPr>
            <a:xfrm>
              <a:off x="3814032" y="63060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t1927"/>
            <p:cNvSpPr/>
            <p:nvPr/>
          </p:nvSpPr>
          <p:spPr>
            <a:xfrm>
              <a:off x="3890781" y="6248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t1928"/>
            <p:cNvSpPr/>
            <p:nvPr/>
          </p:nvSpPr>
          <p:spPr>
            <a:xfrm>
              <a:off x="3815407" y="62734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t1929"/>
            <p:cNvSpPr/>
            <p:nvPr/>
          </p:nvSpPr>
          <p:spPr>
            <a:xfrm>
              <a:off x="3816438" y="63077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t1930"/>
            <p:cNvSpPr/>
            <p:nvPr/>
          </p:nvSpPr>
          <p:spPr>
            <a:xfrm>
              <a:off x="3812314" y="6289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t1931"/>
            <p:cNvSpPr/>
            <p:nvPr/>
          </p:nvSpPr>
          <p:spPr>
            <a:xfrm>
              <a:off x="3860425" y="6306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t1932"/>
            <p:cNvSpPr/>
            <p:nvPr/>
          </p:nvSpPr>
          <p:spPr>
            <a:xfrm>
              <a:off x="3831673" y="6314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t1933"/>
            <p:cNvSpPr/>
            <p:nvPr/>
          </p:nvSpPr>
          <p:spPr>
            <a:xfrm>
              <a:off x="4279338" y="6064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t1934"/>
            <p:cNvSpPr/>
            <p:nvPr/>
          </p:nvSpPr>
          <p:spPr>
            <a:xfrm>
              <a:off x="3829725" y="6304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rc1935"/>
            <p:cNvSpPr/>
            <p:nvPr/>
          </p:nvSpPr>
          <p:spPr>
            <a:xfrm>
              <a:off x="3789819" y="6466064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6" name="pl1936"/>
            <p:cNvSpPr/>
            <p:nvPr/>
          </p:nvSpPr>
          <p:spPr>
            <a:xfrm>
              <a:off x="3789819" y="708046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l1937"/>
            <p:cNvSpPr/>
            <p:nvPr/>
          </p:nvSpPr>
          <p:spPr>
            <a:xfrm>
              <a:off x="3789819" y="692298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l1938"/>
            <p:cNvSpPr/>
            <p:nvPr/>
          </p:nvSpPr>
          <p:spPr>
            <a:xfrm>
              <a:off x="3789819" y="676550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l1939"/>
            <p:cNvSpPr/>
            <p:nvPr/>
          </p:nvSpPr>
          <p:spPr>
            <a:xfrm>
              <a:off x="3789819" y="660802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l1940"/>
            <p:cNvSpPr/>
            <p:nvPr/>
          </p:nvSpPr>
          <p:spPr>
            <a:xfrm>
              <a:off x="3911267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l1941"/>
            <p:cNvSpPr/>
            <p:nvPr/>
          </p:nvSpPr>
          <p:spPr>
            <a:xfrm>
              <a:off x="4038546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l1942"/>
            <p:cNvSpPr/>
            <p:nvPr/>
          </p:nvSpPr>
          <p:spPr>
            <a:xfrm>
              <a:off x="4165824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l1943"/>
            <p:cNvSpPr/>
            <p:nvPr/>
          </p:nvSpPr>
          <p:spPr>
            <a:xfrm>
              <a:off x="4293103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l1944"/>
            <p:cNvSpPr/>
            <p:nvPr/>
          </p:nvSpPr>
          <p:spPr>
            <a:xfrm>
              <a:off x="3789819" y="700172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l1945"/>
            <p:cNvSpPr/>
            <p:nvPr/>
          </p:nvSpPr>
          <p:spPr>
            <a:xfrm>
              <a:off x="3789819" y="684424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l1946"/>
            <p:cNvSpPr/>
            <p:nvPr/>
          </p:nvSpPr>
          <p:spPr>
            <a:xfrm>
              <a:off x="3789819" y="668676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l1947"/>
            <p:cNvSpPr/>
            <p:nvPr/>
          </p:nvSpPr>
          <p:spPr>
            <a:xfrm>
              <a:off x="3789819" y="652928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l1948"/>
            <p:cNvSpPr/>
            <p:nvPr/>
          </p:nvSpPr>
          <p:spPr>
            <a:xfrm>
              <a:off x="3847627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l1949"/>
            <p:cNvSpPr/>
            <p:nvPr/>
          </p:nvSpPr>
          <p:spPr>
            <a:xfrm>
              <a:off x="3974906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" name="pl1950"/>
            <p:cNvSpPr/>
            <p:nvPr/>
          </p:nvSpPr>
          <p:spPr>
            <a:xfrm>
              <a:off x="4102185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" name="pl1951"/>
            <p:cNvSpPr/>
            <p:nvPr/>
          </p:nvSpPr>
          <p:spPr>
            <a:xfrm>
              <a:off x="4229464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" name="pl1952"/>
            <p:cNvSpPr/>
            <p:nvPr/>
          </p:nvSpPr>
          <p:spPr>
            <a:xfrm>
              <a:off x="4356743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" name="pt1953"/>
            <p:cNvSpPr/>
            <p:nvPr/>
          </p:nvSpPr>
          <p:spPr>
            <a:xfrm>
              <a:off x="3894905" y="6762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" name="pt1954"/>
            <p:cNvSpPr/>
            <p:nvPr/>
          </p:nvSpPr>
          <p:spPr>
            <a:xfrm>
              <a:off x="4012090" y="66636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" name="pt1955"/>
            <p:cNvSpPr/>
            <p:nvPr/>
          </p:nvSpPr>
          <p:spPr>
            <a:xfrm>
              <a:off x="3891354" y="6789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" name="pt1956"/>
            <p:cNvSpPr/>
            <p:nvPr/>
          </p:nvSpPr>
          <p:spPr>
            <a:xfrm>
              <a:off x="4096858" y="68642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" name="pt1957"/>
            <p:cNvSpPr/>
            <p:nvPr/>
          </p:nvSpPr>
          <p:spPr>
            <a:xfrm>
              <a:off x="3820676" y="6851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" name="pt1958"/>
            <p:cNvSpPr/>
            <p:nvPr/>
          </p:nvSpPr>
          <p:spPr>
            <a:xfrm>
              <a:off x="4081279" y="6668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" name="pt1959"/>
            <p:cNvSpPr/>
            <p:nvPr/>
          </p:nvSpPr>
          <p:spPr>
            <a:xfrm>
              <a:off x="3857447" y="69568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" name="pt1960"/>
            <p:cNvSpPr/>
            <p:nvPr/>
          </p:nvSpPr>
          <p:spPr>
            <a:xfrm>
              <a:off x="3899143" y="6637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" name="pt1961"/>
            <p:cNvSpPr/>
            <p:nvPr/>
          </p:nvSpPr>
          <p:spPr>
            <a:xfrm>
              <a:off x="3974976" y="6824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" name="pt1962"/>
            <p:cNvSpPr/>
            <p:nvPr/>
          </p:nvSpPr>
          <p:spPr>
            <a:xfrm>
              <a:off x="3962375" y="6492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" name="pt1963"/>
            <p:cNvSpPr/>
            <p:nvPr/>
          </p:nvSpPr>
          <p:spPr>
            <a:xfrm>
              <a:off x="4167536" y="6682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" name="pt1964"/>
            <p:cNvSpPr/>
            <p:nvPr/>
          </p:nvSpPr>
          <p:spPr>
            <a:xfrm>
              <a:off x="4104762" y="66265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" name="pt1965"/>
            <p:cNvSpPr/>
            <p:nvPr/>
          </p:nvSpPr>
          <p:spPr>
            <a:xfrm>
              <a:off x="4098233" y="6752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" name="pt1966"/>
            <p:cNvSpPr/>
            <p:nvPr/>
          </p:nvSpPr>
          <p:spPr>
            <a:xfrm>
              <a:off x="3976465" y="6873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" name="pt1967"/>
            <p:cNvSpPr/>
            <p:nvPr/>
          </p:nvSpPr>
          <p:spPr>
            <a:xfrm>
              <a:off x="4234777" y="6602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" name="pt1968"/>
            <p:cNvSpPr/>
            <p:nvPr/>
          </p:nvSpPr>
          <p:spPr>
            <a:xfrm>
              <a:off x="3901434" y="68710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" name="pt1969"/>
            <p:cNvSpPr/>
            <p:nvPr/>
          </p:nvSpPr>
          <p:spPr>
            <a:xfrm>
              <a:off x="3854812" y="6632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" name="pt1970"/>
            <p:cNvSpPr/>
            <p:nvPr/>
          </p:nvSpPr>
          <p:spPr>
            <a:xfrm>
              <a:off x="4040614" y="6706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" name="pt1971"/>
            <p:cNvSpPr/>
            <p:nvPr/>
          </p:nvSpPr>
          <p:spPr>
            <a:xfrm>
              <a:off x="4141075" y="6531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" name="pt1972"/>
            <p:cNvSpPr/>
            <p:nvPr/>
          </p:nvSpPr>
          <p:spPr>
            <a:xfrm>
              <a:off x="3940267" y="6632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" name="pt1973"/>
            <p:cNvSpPr/>
            <p:nvPr/>
          </p:nvSpPr>
          <p:spPr>
            <a:xfrm>
              <a:off x="3837515" y="7047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" name="pt1974"/>
            <p:cNvSpPr/>
            <p:nvPr/>
          </p:nvSpPr>
          <p:spPr>
            <a:xfrm>
              <a:off x="3838890" y="6746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" name="pt1975"/>
            <p:cNvSpPr/>
            <p:nvPr/>
          </p:nvSpPr>
          <p:spPr>
            <a:xfrm>
              <a:off x="3838202" y="6800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" name="pt1976"/>
            <p:cNvSpPr/>
            <p:nvPr/>
          </p:nvSpPr>
          <p:spPr>
            <a:xfrm>
              <a:off x="3900747" y="6808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" name="pt1977"/>
            <p:cNvSpPr/>
            <p:nvPr/>
          </p:nvSpPr>
          <p:spPr>
            <a:xfrm>
              <a:off x="3928125" y="6592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" name="pt1978"/>
            <p:cNvSpPr/>
            <p:nvPr/>
          </p:nvSpPr>
          <p:spPr>
            <a:xfrm>
              <a:off x="3952868" y="6702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" name="pt1979"/>
            <p:cNvSpPr/>
            <p:nvPr/>
          </p:nvSpPr>
          <p:spPr>
            <a:xfrm>
              <a:off x="3955388" y="6798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" name="pt1980"/>
            <p:cNvSpPr/>
            <p:nvPr/>
          </p:nvSpPr>
          <p:spPr>
            <a:xfrm>
              <a:off x="4142220" y="6843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" name="pt1981"/>
            <p:cNvSpPr/>
            <p:nvPr/>
          </p:nvSpPr>
          <p:spPr>
            <a:xfrm>
              <a:off x="3852750" y="67105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" name="pt1982"/>
            <p:cNvSpPr/>
            <p:nvPr/>
          </p:nvSpPr>
          <p:spPr>
            <a:xfrm>
              <a:off x="4224239" y="6707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" name="pt1983"/>
            <p:cNvSpPr/>
            <p:nvPr/>
          </p:nvSpPr>
          <p:spPr>
            <a:xfrm>
              <a:off x="3894905" y="68077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" name="pt1984"/>
            <p:cNvSpPr/>
            <p:nvPr/>
          </p:nvSpPr>
          <p:spPr>
            <a:xfrm>
              <a:off x="3865351" y="6744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" name="pt1985"/>
            <p:cNvSpPr/>
            <p:nvPr/>
          </p:nvSpPr>
          <p:spPr>
            <a:xfrm>
              <a:off x="3995710" y="6869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" name="pt1986"/>
            <p:cNvSpPr/>
            <p:nvPr/>
          </p:nvSpPr>
          <p:spPr>
            <a:xfrm>
              <a:off x="3902122" y="6757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pt1987"/>
            <p:cNvSpPr/>
            <p:nvPr/>
          </p:nvSpPr>
          <p:spPr>
            <a:xfrm>
              <a:off x="4123892" y="66792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" name="pt1988"/>
            <p:cNvSpPr/>
            <p:nvPr/>
          </p:nvSpPr>
          <p:spPr>
            <a:xfrm>
              <a:off x="4000979" y="6647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pt1989"/>
            <p:cNvSpPr/>
            <p:nvPr/>
          </p:nvSpPr>
          <p:spPr>
            <a:xfrm>
              <a:off x="4095140" y="67193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" name="pt1990"/>
            <p:cNvSpPr/>
            <p:nvPr/>
          </p:nvSpPr>
          <p:spPr>
            <a:xfrm>
              <a:off x="4220344" y="6722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pt1991"/>
            <p:cNvSpPr/>
            <p:nvPr/>
          </p:nvSpPr>
          <p:spPr>
            <a:xfrm>
              <a:off x="3888376" y="6628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" name="pt1992"/>
            <p:cNvSpPr/>
            <p:nvPr/>
          </p:nvSpPr>
          <p:spPr>
            <a:xfrm>
              <a:off x="3866725" y="6835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" name="pt1993"/>
            <p:cNvSpPr/>
            <p:nvPr/>
          </p:nvSpPr>
          <p:spPr>
            <a:xfrm>
              <a:off x="3945995" y="6893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" name="pt1994"/>
            <p:cNvSpPr/>
            <p:nvPr/>
          </p:nvSpPr>
          <p:spPr>
            <a:xfrm>
              <a:off x="3909682" y="6536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" name="pt1995"/>
            <p:cNvSpPr/>
            <p:nvPr/>
          </p:nvSpPr>
          <p:spPr>
            <a:xfrm>
              <a:off x="3885741" y="6812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" name="pt1996"/>
            <p:cNvSpPr/>
            <p:nvPr/>
          </p:nvSpPr>
          <p:spPr>
            <a:xfrm>
              <a:off x="4122976" y="6839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" name="pt1997"/>
            <p:cNvSpPr/>
            <p:nvPr/>
          </p:nvSpPr>
          <p:spPr>
            <a:xfrm>
              <a:off x="3943131" y="6890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" name="pt1998"/>
            <p:cNvSpPr/>
            <p:nvPr/>
          </p:nvSpPr>
          <p:spPr>
            <a:xfrm>
              <a:off x="3959970" y="6924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" name="pt1999"/>
            <p:cNvSpPr/>
            <p:nvPr/>
          </p:nvSpPr>
          <p:spPr>
            <a:xfrm>
              <a:off x="4006477" y="6574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" name="pt2000"/>
            <p:cNvSpPr/>
            <p:nvPr/>
          </p:nvSpPr>
          <p:spPr>
            <a:xfrm>
              <a:off x="3924574" y="67733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" name="pt2001"/>
            <p:cNvSpPr/>
            <p:nvPr/>
          </p:nvSpPr>
          <p:spPr>
            <a:xfrm>
              <a:off x="4254480" y="6568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" name="pt2002"/>
            <p:cNvSpPr/>
            <p:nvPr/>
          </p:nvSpPr>
          <p:spPr>
            <a:xfrm>
              <a:off x="3830871" y="68285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" name="pt2003"/>
            <p:cNvSpPr/>
            <p:nvPr/>
          </p:nvSpPr>
          <p:spPr>
            <a:xfrm>
              <a:off x="3845533" y="6708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" name="pt2004"/>
            <p:cNvSpPr/>
            <p:nvPr/>
          </p:nvSpPr>
          <p:spPr>
            <a:xfrm>
              <a:off x="3872338" y="6740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" name="pt2005"/>
            <p:cNvSpPr/>
            <p:nvPr/>
          </p:nvSpPr>
          <p:spPr>
            <a:xfrm>
              <a:off x="3941985" y="6702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6" name="pt2006"/>
            <p:cNvSpPr/>
            <p:nvPr/>
          </p:nvSpPr>
          <p:spPr>
            <a:xfrm>
              <a:off x="3886772" y="6864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" name="pt2007"/>
            <p:cNvSpPr/>
            <p:nvPr/>
          </p:nvSpPr>
          <p:spPr>
            <a:xfrm>
              <a:off x="3963406" y="6831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8" name="pt2008"/>
            <p:cNvSpPr/>
            <p:nvPr/>
          </p:nvSpPr>
          <p:spPr>
            <a:xfrm>
              <a:off x="4075323" y="67502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9" name="pt2009"/>
            <p:cNvSpPr/>
            <p:nvPr/>
          </p:nvSpPr>
          <p:spPr>
            <a:xfrm>
              <a:off x="3831558" y="6843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0" name="pt2010"/>
            <p:cNvSpPr/>
            <p:nvPr/>
          </p:nvSpPr>
          <p:spPr>
            <a:xfrm>
              <a:off x="4023202" y="6698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1" name="pt2011"/>
            <p:cNvSpPr/>
            <p:nvPr/>
          </p:nvSpPr>
          <p:spPr>
            <a:xfrm>
              <a:off x="3936029" y="6607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2" name="pt2012"/>
            <p:cNvSpPr/>
            <p:nvPr/>
          </p:nvSpPr>
          <p:spPr>
            <a:xfrm>
              <a:off x="3915410" y="6878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3" name="pt2013"/>
            <p:cNvSpPr/>
            <p:nvPr/>
          </p:nvSpPr>
          <p:spPr>
            <a:xfrm>
              <a:off x="3955961" y="6808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4" name="pt2014"/>
            <p:cNvSpPr/>
            <p:nvPr/>
          </p:nvSpPr>
          <p:spPr>
            <a:xfrm>
              <a:off x="3929385" y="6692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5" name="pt2015"/>
            <p:cNvSpPr/>
            <p:nvPr/>
          </p:nvSpPr>
          <p:spPr>
            <a:xfrm>
              <a:off x="4057567" y="67113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6" name="pt2016"/>
            <p:cNvSpPr/>
            <p:nvPr/>
          </p:nvSpPr>
          <p:spPr>
            <a:xfrm>
              <a:off x="4016329" y="6842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7" name="pt2017"/>
            <p:cNvSpPr/>
            <p:nvPr/>
          </p:nvSpPr>
          <p:spPr>
            <a:xfrm>
              <a:off x="3848168" y="66353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8" name="pt2018"/>
            <p:cNvSpPr/>
            <p:nvPr/>
          </p:nvSpPr>
          <p:spPr>
            <a:xfrm>
              <a:off x="3831902" y="6824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9" name="pt2019"/>
            <p:cNvSpPr/>
            <p:nvPr/>
          </p:nvSpPr>
          <p:spPr>
            <a:xfrm>
              <a:off x="3868673" y="6886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0" name="pt2020"/>
            <p:cNvSpPr/>
            <p:nvPr/>
          </p:nvSpPr>
          <p:spPr>
            <a:xfrm>
              <a:off x="3928583" y="68211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1" name="pt2021"/>
            <p:cNvSpPr/>
            <p:nvPr/>
          </p:nvSpPr>
          <p:spPr>
            <a:xfrm>
              <a:off x="4059056" y="6470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2" name="pt2022"/>
            <p:cNvSpPr/>
            <p:nvPr/>
          </p:nvSpPr>
          <p:spPr>
            <a:xfrm>
              <a:off x="4239703" y="6768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3" name="pt2023"/>
            <p:cNvSpPr/>
            <p:nvPr/>
          </p:nvSpPr>
          <p:spPr>
            <a:xfrm>
              <a:off x="3825143" y="6871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4" name="pt2024"/>
            <p:cNvSpPr/>
            <p:nvPr/>
          </p:nvSpPr>
          <p:spPr>
            <a:xfrm>
              <a:off x="3864549" y="66635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5" name="pt2025"/>
            <p:cNvSpPr/>
            <p:nvPr/>
          </p:nvSpPr>
          <p:spPr>
            <a:xfrm>
              <a:off x="4068793" y="66177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6" name="pt2026"/>
            <p:cNvSpPr/>
            <p:nvPr/>
          </p:nvSpPr>
          <p:spPr>
            <a:xfrm>
              <a:off x="4090672" y="6796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7" name="pt2027"/>
            <p:cNvSpPr/>
            <p:nvPr/>
          </p:nvSpPr>
          <p:spPr>
            <a:xfrm>
              <a:off x="3981391" y="6536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8" name="pt2028"/>
            <p:cNvSpPr/>
            <p:nvPr/>
          </p:nvSpPr>
          <p:spPr>
            <a:xfrm>
              <a:off x="3823082" y="66315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9" name="pt2029"/>
            <p:cNvSpPr/>
            <p:nvPr/>
          </p:nvSpPr>
          <p:spPr>
            <a:xfrm>
              <a:off x="4073948" y="6794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0" name="pt2030"/>
            <p:cNvSpPr/>
            <p:nvPr/>
          </p:nvSpPr>
          <p:spPr>
            <a:xfrm>
              <a:off x="3874171" y="6847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1" name="pt2031"/>
            <p:cNvSpPr/>
            <p:nvPr/>
          </p:nvSpPr>
          <p:spPr>
            <a:xfrm>
              <a:off x="4029044" y="6678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2" name="pt2032"/>
            <p:cNvSpPr/>
            <p:nvPr/>
          </p:nvSpPr>
          <p:spPr>
            <a:xfrm>
              <a:off x="3824800" y="6676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3" name="pt2033"/>
            <p:cNvSpPr/>
            <p:nvPr/>
          </p:nvSpPr>
          <p:spPr>
            <a:xfrm>
              <a:off x="4230195" y="65880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4" name="pt2034"/>
            <p:cNvSpPr/>
            <p:nvPr/>
          </p:nvSpPr>
          <p:spPr>
            <a:xfrm>
              <a:off x="3815521" y="6783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5" name="pt2035"/>
            <p:cNvSpPr/>
            <p:nvPr/>
          </p:nvSpPr>
          <p:spPr>
            <a:xfrm>
              <a:off x="3928812" y="6887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6" name="pt2036"/>
            <p:cNvSpPr/>
            <p:nvPr/>
          </p:nvSpPr>
          <p:spPr>
            <a:xfrm>
              <a:off x="4071428" y="6821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7" name="pt2037"/>
            <p:cNvSpPr/>
            <p:nvPr/>
          </p:nvSpPr>
          <p:spPr>
            <a:xfrm>
              <a:off x="3890781" y="6906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8" name="rc2038"/>
            <p:cNvSpPr/>
            <p:nvPr/>
          </p:nvSpPr>
          <p:spPr>
            <a:xfrm>
              <a:off x="3789819" y="7171286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9" name="pl2039"/>
            <p:cNvSpPr/>
            <p:nvPr/>
          </p:nvSpPr>
          <p:spPr>
            <a:xfrm>
              <a:off x="3789819" y="775367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0" name="pl2040"/>
            <p:cNvSpPr/>
            <p:nvPr/>
          </p:nvSpPr>
          <p:spPr>
            <a:xfrm>
              <a:off x="3789819" y="757340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1" name="pl2041"/>
            <p:cNvSpPr/>
            <p:nvPr/>
          </p:nvSpPr>
          <p:spPr>
            <a:xfrm>
              <a:off x="3789819" y="739314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2" name="pl2042"/>
            <p:cNvSpPr/>
            <p:nvPr/>
          </p:nvSpPr>
          <p:spPr>
            <a:xfrm>
              <a:off x="3789819" y="721288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3" name="pl2043"/>
            <p:cNvSpPr/>
            <p:nvPr/>
          </p:nvSpPr>
          <p:spPr>
            <a:xfrm>
              <a:off x="3911267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4" name="pl2044"/>
            <p:cNvSpPr/>
            <p:nvPr/>
          </p:nvSpPr>
          <p:spPr>
            <a:xfrm>
              <a:off x="4038546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5" name="pl2045"/>
            <p:cNvSpPr/>
            <p:nvPr/>
          </p:nvSpPr>
          <p:spPr>
            <a:xfrm>
              <a:off x="4165824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6" name="pl2046"/>
            <p:cNvSpPr/>
            <p:nvPr/>
          </p:nvSpPr>
          <p:spPr>
            <a:xfrm>
              <a:off x="4293103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7" name="pl2047"/>
            <p:cNvSpPr/>
            <p:nvPr/>
          </p:nvSpPr>
          <p:spPr>
            <a:xfrm>
              <a:off x="3789819" y="766353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8" name="pl2048"/>
            <p:cNvSpPr/>
            <p:nvPr/>
          </p:nvSpPr>
          <p:spPr>
            <a:xfrm>
              <a:off x="3789819" y="748327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9" name="pl2049"/>
            <p:cNvSpPr/>
            <p:nvPr/>
          </p:nvSpPr>
          <p:spPr>
            <a:xfrm>
              <a:off x="3789819" y="730301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0" name="pl2050"/>
            <p:cNvSpPr/>
            <p:nvPr/>
          </p:nvSpPr>
          <p:spPr>
            <a:xfrm>
              <a:off x="3847627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1" name="pl2051"/>
            <p:cNvSpPr/>
            <p:nvPr/>
          </p:nvSpPr>
          <p:spPr>
            <a:xfrm>
              <a:off x="3974906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2" name="pl2052"/>
            <p:cNvSpPr/>
            <p:nvPr/>
          </p:nvSpPr>
          <p:spPr>
            <a:xfrm>
              <a:off x="4102185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3" name="pl2053"/>
            <p:cNvSpPr/>
            <p:nvPr/>
          </p:nvSpPr>
          <p:spPr>
            <a:xfrm>
              <a:off x="4229464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4" name="pl2054"/>
            <p:cNvSpPr/>
            <p:nvPr/>
          </p:nvSpPr>
          <p:spPr>
            <a:xfrm>
              <a:off x="4356743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5" name="pt2055"/>
            <p:cNvSpPr/>
            <p:nvPr/>
          </p:nvSpPr>
          <p:spPr>
            <a:xfrm>
              <a:off x="3894905" y="7445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6" name="pt2056"/>
            <p:cNvSpPr/>
            <p:nvPr/>
          </p:nvSpPr>
          <p:spPr>
            <a:xfrm>
              <a:off x="4012090" y="7417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pt2057"/>
            <p:cNvSpPr/>
            <p:nvPr/>
          </p:nvSpPr>
          <p:spPr>
            <a:xfrm>
              <a:off x="3891354" y="7506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pt2058"/>
            <p:cNvSpPr/>
            <p:nvPr/>
          </p:nvSpPr>
          <p:spPr>
            <a:xfrm>
              <a:off x="4096858" y="76017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9" name="pt2059"/>
            <p:cNvSpPr/>
            <p:nvPr/>
          </p:nvSpPr>
          <p:spPr>
            <a:xfrm>
              <a:off x="3820676" y="7528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0" name="pt2060"/>
            <p:cNvSpPr/>
            <p:nvPr/>
          </p:nvSpPr>
          <p:spPr>
            <a:xfrm>
              <a:off x="4081279" y="7315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1" name="pt2061"/>
            <p:cNvSpPr/>
            <p:nvPr/>
          </p:nvSpPr>
          <p:spPr>
            <a:xfrm>
              <a:off x="3857447" y="7679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pt2062"/>
            <p:cNvSpPr/>
            <p:nvPr/>
          </p:nvSpPr>
          <p:spPr>
            <a:xfrm>
              <a:off x="3899143" y="73143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3" name="pt2063"/>
            <p:cNvSpPr/>
            <p:nvPr/>
          </p:nvSpPr>
          <p:spPr>
            <a:xfrm>
              <a:off x="3974976" y="7554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4" name="pt2064"/>
            <p:cNvSpPr/>
            <p:nvPr/>
          </p:nvSpPr>
          <p:spPr>
            <a:xfrm>
              <a:off x="3962375" y="72868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5" name="pt2065"/>
            <p:cNvSpPr/>
            <p:nvPr/>
          </p:nvSpPr>
          <p:spPr>
            <a:xfrm>
              <a:off x="4167536" y="7362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6" name="pt2066"/>
            <p:cNvSpPr/>
            <p:nvPr/>
          </p:nvSpPr>
          <p:spPr>
            <a:xfrm>
              <a:off x="4104762" y="7259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7" name="pt2067"/>
            <p:cNvSpPr/>
            <p:nvPr/>
          </p:nvSpPr>
          <p:spPr>
            <a:xfrm>
              <a:off x="4098233" y="7493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8" name="pt2068"/>
            <p:cNvSpPr/>
            <p:nvPr/>
          </p:nvSpPr>
          <p:spPr>
            <a:xfrm>
              <a:off x="3976465" y="7608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pt2069"/>
            <p:cNvSpPr/>
            <p:nvPr/>
          </p:nvSpPr>
          <p:spPr>
            <a:xfrm>
              <a:off x="4234777" y="7282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pt2070"/>
            <p:cNvSpPr/>
            <p:nvPr/>
          </p:nvSpPr>
          <p:spPr>
            <a:xfrm>
              <a:off x="3901434" y="75813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pt2071"/>
            <p:cNvSpPr/>
            <p:nvPr/>
          </p:nvSpPr>
          <p:spPr>
            <a:xfrm>
              <a:off x="3854812" y="7352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pt2072"/>
            <p:cNvSpPr/>
            <p:nvPr/>
          </p:nvSpPr>
          <p:spPr>
            <a:xfrm>
              <a:off x="4040614" y="7396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pt2073"/>
            <p:cNvSpPr/>
            <p:nvPr/>
          </p:nvSpPr>
          <p:spPr>
            <a:xfrm>
              <a:off x="4141075" y="72127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pt2074"/>
            <p:cNvSpPr/>
            <p:nvPr/>
          </p:nvSpPr>
          <p:spPr>
            <a:xfrm>
              <a:off x="3940267" y="73558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5" name="pt2075"/>
            <p:cNvSpPr/>
            <p:nvPr/>
          </p:nvSpPr>
          <p:spPr>
            <a:xfrm>
              <a:off x="3837515" y="7729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6" name="pt2076"/>
            <p:cNvSpPr/>
            <p:nvPr/>
          </p:nvSpPr>
          <p:spPr>
            <a:xfrm>
              <a:off x="3838890" y="7497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7" name="pt2077"/>
            <p:cNvSpPr/>
            <p:nvPr/>
          </p:nvSpPr>
          <p:spPr>
            <a:xfrm>
              <a:off x="3838202" y="75358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8" name="pt2078"/>
            <p:cNvSpPr/>
            <p:nvPr/>
          </p:nvSpPr>
          <p:spPr>
            <a:xfrm>
              <a:off x="3900747" y="7575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9" name="pt2079"/>
            <p:cNvSpPr/>
            <p:nvPr/>
          </p:nvSpPr>
          <p:spPr>
            <a:xfrm>
              <a:off x="3928125" y="7273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pt2080"/>
            <p:cNvSpPr/>
            <p:nvPr/>
          </p:nvSpPr>
          <p:spPr>
            <a:xfrm>
              <a:off x="3952868" y="73801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pt2081"/>
            <p:cNvSpPr/>
            <p:nvPr/>
          </p:nvSpPr>
          <p:spPr>
            <a:xfrm>
              <a:off x="3955388" y="7417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pt2082"/>
            <p:cNvSpPr/>
            <p:nvPr/>
          </p:nvSpPr>
          <p:spPr>
            <a:xfrm>
              <a:off x="4142220" y="7623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pt2083"/>
            <p:cNvSpPr/>
            <p:nvPr/>
          </p:nvSpPr>
          <p:spPr>
            <a:xfrm>
              <a:off x="3852750" y="72917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4" name="pt2084"/>
            <p:cNvSpPr/>
            <p:nvPr/>
          </p:nvSpPr>
          <p:spPr>
            <a:xfrm>
              <a:off x="4224239" y="7441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5" name="pt2085"/>
            <p:cNvSpPr/>
            <p:nvPr/>
          </p:nvSpPr>
          <p:spPr>
            <a:xfrm>
              <a:off x="3894905" y="7585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6" name="pt2086"/>
            <p:cNvSpPr/>
            <p:nvPr/>
          </p:nvSpPr>
          <p:spPr>
            <a:xfrm>
              <a:off x="3865351" y="7465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pt2087"/>
            <p:cNvSpPr/>
            <p:nvPr/>
          </p:nvSpPr>
          <p:spPr>
            <a:xfrm>
              <a:off x="3995710" y="7582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8" name="pt2088"/>
            <p:cNvSpPr/>
            <p:nvPr/>
          </p:nvSpPr>
          <p:spPr>
            <a:xfrm>
              <a:off x="3902122" y="75533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9" name="pt2089"/>
            <p:cNvSpPr/>
            <p:nvPr/>
          </p:nvSpPr>
          <p:spPr>
            <a:xfrm>
              <a:off x="4123892" y="7432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0" name="pt2090"/>
            <p:cNvSpPr/>
            <p:nvPr/>
          </p:nvSpPr>
          <p:spPr>
            <a:xfrm>
              <a:off x="4000979" y="73272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1" name="pt2091"/>
            <p:cNvSpPr/>
            <p:nvPr/>
          </p:nvSpPr>
          <p:spPr>
            <a:xfrm>
              <a:off x="4095140" y="7496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2" name="pt2092"/>
            <p:cNvSpPr/>
            <p:nvPr/>
          </p:nvSpPr>
          <p:spPr>
            <a:xfrm>
              <a:off x="4220344" y="74138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3" name="pt2093"/>
            <p:cNvSpPr/>
            <p:nvPr/>
          </p:nvSpPr>
          <p:spPr>
            <a:xfrm>
              <a:off x="3888376" y="7301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4" name="pt2094"/>
            <p:cNvSpPr/>
            <p:nvPr/>
          </p:nvSpPr>
          <p:spPr>
            <a:xfrm>
              <a:off x="3866725" y="7619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5" name="pt2095"/>
            <p:cNvSpPr/>
            <p:nvPr/>
          </p:nvSpPr>
          <p:spPr>
            <a:xfrm>
              <a:off x="3945995" y="7675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6" name="pt2096"/>
            <p:cNvSpPr/>
            <p:nvPr/>
          </p:nvSpPr>
          <p:spPr>
            <a:xfrm>
              <a:off x="3909682" y="7270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7" name="pt2097"/>
            <p:cNvSpPr/>
            <p:nvPr/>
          </p:nvSpPr>
          <p:spPr>
            <a:xfrm>
              <a:off x="3885741" y="7614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8" name="pt2098"/>
            <p:cNvSpPr/>
            <p:nvPr/>
          </p:nvSpPr>
          <p:spPr>
            <a:xfrm>
              <a:off x="4122976" y="7571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9" name="pt2099"/>
            <p:cNvSpPr/>
            <p:nvPr/>
          </p:nvSpPr>
          <p:spPr>
            <a:xfrm>
              <a:off x="3943131" y="7618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0" name="pt2100"/>
            <p:cNvSpPr/>
            <p:nvPr/>
          </p:nvSpPr>
          <p:spPr>
            <a:xfrm>
              <a:off x="3959970" y="7626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1" name="pt2101"/>
            <p:cNvSpPr/>
            <p:nvPr/>
          </p:nvSpPr>
          <p:spPr>
            <a:xfrm>
              <a:off x="4006477" y="7277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2" name="pt2102"/>
            <p:cNvSpPr/>
            <p:nvPr/>
          </p:nvSpPr>
          <p:spPr>
            <a:xfrm>
              <a:off x="3924574" y="74427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3" name="pt2103"/>
            <p:cNvSpPr/>
            <p:nvPr/>
          </p:nvSpPr>
          <p:spPr>
            <a:xfrm>
              <a:off x="4254480" y="71753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4" name="pt2104"/>
            <p:cNvSpPr/>
            <p:nvPr/>
          </p:nvSpPr>
          <p:spPr>
            <a:xfrm>
              <a:off x="3830871" y="77532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5" name="pt2105"/>
            <p:cNvSpPr/>
            <p:nvPr/>
          </p:nvSpPr>
          <p:spPr>
            <a:xfrm>
              <a:off x="3845533" y="7511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6" name="pt2106"/>
            <p:cNvSpPr/>
            <p:nvPr/>
          </p:nvSpPr>
          <p:spPr>
            <a:xfrm>
              <a:off x="3872338" y="7384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7" name="pt2107"/>
            <p:cNvSpPr/>
            <p:nvPr/>
          </p:nvSpPr>
          <p:spPr>
            <a:xfrm>
              <a:off x="3941985" y="73391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8" name="pt2108"/>
            <p:cNvSpPr/>
            <p:nvPr/>
          </p:nvSpPr>
          <p:spPr>
            <a:xfrm>
              <a:off x="3886772" y="7662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9" name="pt2109"/>
            <p:cNvSpPr/>
            <p:nvPr/>
          </p:nvSpPr>
          <p:spPr>
            <a:xfrm>
              <a:off x="3963406" y="7553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0" name="pt2110"/>
            <p:cNvSpPr/>
            <p:nvPr/>
          </p:nvSpPr>
          <p:spPr>
            <a:xfrm>
              <a:off x="4075323" y="74858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1" name="pt2111"/>
            <p:cNvSpPr/>
            <p:nvPr/>
          </p:nvSpPr>
          <p:spPr>
            <a:xfrm>
              <a:off x="3831558" y="76189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2" name="pt2112"/>
            <p:cNvSpPr/>
            <p:nvPr/>
          </p:nvSpPr>
          <p:spPr>
            <a:xfrm>
              <a:off x="4023202" y="7411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3" name="pt2113"/>
            <p:cNvSpPr/>
            <p:nvPr/>
          </p:nvSpPr>
          <p:spPr>
            <a:xfrm>
              <a:off x="3936029" y="7276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4" name="pt2114"/>
            <p:cNvSpPr/>
            <p:nvPr/>
          </p:nvSpPr>
          <p:spPr>
            <a:xfrm>
              <a:off x="3915410" y="7649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5" name="pt2115"/>
            <p:cNvSpPr/>
            <p:nvPr/>
          </p:nvSpPr>
          <p:spPr>
            <a:xfrm>
              <a:off x="3955961" y="7541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6" name="pt2116"/>
            <p:cNvSpPr/>
            <p:nvPr/>
          </p:nvSpPr>
          <p:spPr>
            <a:xfrm>
              <a:off x="3929385" y="7366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7" name="pt2117"/>
            <p:cNvSpPr/>
            <p:nvPr/>
          </p:nvSpPr>
          <p:spPr>
            <a:xfrm>
              <a:off x="4057567" y="7422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8" name="pt2118"/>
            <p:cNvSpPr/>
            <p:nvPr/>
          </p:nvSpPr>
          <p:spPr>
            <a:xfrm>
              <a:off x="4016329" y="7639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9" name="pt2119"/>
            <p:cNvSpPr/>
            <p:nvPr/>
          </p:nvSpPr>
          <p:spPr>
            <a:xfrm>
              <a:off x="3848168" y="73721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0" name="pt2120"/>
            <p:cNvSpPr/>
            <p:nvPr/>
          </p:nvSpPr>
          <p:spPr>
            <a:xfrm>
              <a:off x="3831902" y="7602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1" name="pt2121"/>
            <p:cNvSpPr/>
            <p:nvPr/>
          </p:nvSpPr>
          <p:spPr>
            <a:xfrm>
              <a:off x="3868673" y="76381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2" name="pt2122"/>
            <p:cNvSpPr/>
            <p:nvPr/>
          </p:nvSpPr>
          <p:spPr>
            <a:xfrm>
              <a:off x="3928583" y="75588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3" name="pt2123"/>
            <p:cNvSpPr/>
            <p:nvPr/>
          </p:nvSpPr>
          <p:spPr>
            <a:xfrm>
              <a:off x="4059056" y="72482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4" name="pt2124"/>
            <p:cNvSpPr/>
            <p:nvPr/>
          </p:nvSpPr>
          <p:spPr>
            <a:xfrm>
              <a:off x="4239703" y="7562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5" name="pt2125"/>
            <p:cNvSpPr/>
            <p:nvPr/>
          </p:nvSpPr>
          <p:spPr>
            <a:xfrm>
              <a:off x="3825143" y="7517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6" name="pt2126"/>
            <p:cNvSpPr/>
            <p:nvPr/>
          </p:nvSpPr>
          <p:spPr>
            <a:xfrm>
              <a:off x="3864549" y="73978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7" name="pt2127"/>
            <p:cNvSpPr/>
            <p:nvPr/>
          </p:nvSpPr>
          <p:spPr>
            <a:xfrm>
              <a:off x="4068793" y="7327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8" name="pt2128"/>
            <p:cNvSpPr/>
            <p:nvPr/>
          </p:nvSpPr>
          <p:spPr>
            <a:xfrm>
              <a:off x="4090672" y="7537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9" name="pt2129"/>
            <p:cNvSpPr/>
            <p:nvPr/>
          </p:nvSpPr>
          <p:spPr>
            <a:xfrm>
              <a:off x="3981391" y="7229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0" name="pt2130"/>
            <p:cNvSpPr/>
            <p:nvPr/>
          </p:nvSpPr>
          <p:spPr>
            <a:xfrm>
              <a:off x="3823082" y="7370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1" name="pt2131"/>
            <p:cNvSpPr/>
            <p:nvPr/>
          </p:nvSpPr>
          <p:spPr>
            <a:xfrm>
              <a:off x="4073948" y="7492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2" name="pt2132"/>
            <p:cNvSpPr/>
            <p:nvPr/>
          </p:nvSpPr>
          <p:spPr>
            <a:xfrm>
              <a:off x="3874171" y="7582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3" name="pt2133"/>
            <p:cNvSpPr/>
            <p:nvPr/>
          </p:nvSpPr>
          <p:spPr>
            <a:xfrm>
              <a:off x="4029044" y="74280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4" name="pt2134"/>
            <p:cNvSpPr/>
            <p:nvPr/>
          </p:nvSpPr>
          <p:spPr>
            <a:xfrm>
              <a:off x="3824800" y="7523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5" name="pt2135"/>
            <p:cNvSpPr/>
            <p:nvPr/>
          </p:nvSpPr>
          <p:spPr>
            <a:xfrm>
              <a:off x="4230195" y="72351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6" name="pt2136"/>
            <p:cNvSpPr/>
            <p:nvPr/>
          </p:nvSpPr>
          <p:spPr>
            <a:xfrm>
              <a:off x="3815521" y="7590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7" name="pt2137"/>
            <p:cNvSpPr/>
            <p:nvPr/>
          </p:nvSpPr>
          <p:spPr>
            <a:xfrm>
              <a:off x="3928812" y="7636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8" name="pt2138"/>
            <p:cNvSpPr/>
            <p:nvPr/>
          </p:nvSpPr>
          <p:spPr>
            <a:xfrm>
              <a:off x="4071428" y="75181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9" name="pt2139"/>
            <p:cNvSpPr/>
            <p:nvPr/>
          </p:nvSpPr>
          <p:spPr>
            <a:xfrm>
              <a:off x="3890781" y="7647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0" name="rc2140"/>
            <p:cNvSpPr/>
            <p:nvPr/>
          </p:nvSpPr>
          <p:spPr>
            <a:xfrm>
              <a:off x="3789819" y="7876508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1" name="pl2141"/>
            <p:cNvSpPr/>
            <p:nvPr/>
          </p:nvSpPr>
          <p:spPr>
            <a:xfrm>
              <a:off x="3789819" y="845271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2" name="pl2142"/>
            <p:cNvSpPr/>
            <p:nvPr/>
          </p:nvSpPr>
          <p:spPr>
            <a:xfrm>
              <a:off x="3789819" y="833936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3" name="pl2143"/>
            <p:cNvSpPr/>
            <p:nvPr/>
          </p:nvSpPr>
          <p:spPr>
            <a:xfrm>
              <a:off x="3789819" y="822601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4" name="pl2144"/>
            <p:cNvSpPr/>
            <p:nvPr/>
          </p:nvSpPr>
          <p:spPr>
            <a:xfrm>
              <a:off x="3789819" y="811266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5" name="pl2145"/>
            <p:cNvSpPr/>
            <p:nvPr/>
          </p:nvSpPr>
          <p:spPr>
            <a:xfrm>
              <a:off x="3789819" y="799930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6" name="pl2146"/>
            <p:cNvSpPr/>
            <p:nvPr/>
          </p:nvSpPr>
          <p:spPr>
            <a:xfrm>
              <a:off x="3789819" y="788595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7" name="pl2147"/>
            <p:cNvSpPr/>
            <p:nvPr/>
          </p:nvSpPr>
          <p:spPr>
            <a:xfrm>
              <a:off x="3911267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8" name="pl2148"/>
            <p:cNvSpPr/>
            <p:nvPr/>
          </p:nvSpPr>
          <p:spPr>
            <a:xfrm>
              <a:off x="4038546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9" name="pl2149"/>
            <p:cNvSpPr/>
            <p:nvPr/>
          </p:nvSpPr>
          <p:spPr>
            <a:xfrm>
              <a:off x="4165824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0" name="pl2150"/>
            <p:cNvSpPr/>
            <p:nvPr/>
          </p:nvSpPr>
          <p:spPr>
            <a:xfrm>
              <a:off x="4293103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1" name="pl2151"/>
            <p:cNvSpPr/>
            <p:nvPr/>
          </p:nvSpPr>
          <p:spPr>
            <a:xfrm>
              <a:off x="3789819" y="850939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2" name="pl2152"/>
            <p:cNvSpPr/>
            <p:nvPr/>
          </p:nvSpPr>
          <p:spPr>
            <a:xfrm>
              <a:off x="3789819" y="839604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3" name="pl2153"/>
            <p:cNvSpPr/>
            <p:nvPr/>
          </p:nvSpPr>
          <p:spPr>
            <a:xfrm>
              <a:off x="3789819" y="828268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4" name="pl2154"/>
            <p:cNvSpPr/>
            <p:nvPr/>
          </p:nvSpPr>
          <p:spPr>
            <a:xfrm>
              <a:off x="3789819" y="816933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5" name="pl2155"/>
            <p:cNvSpPr/>
            <p:nvPr/>
          </p:nvSpPr>
          <p:spPr>
            <a:xfrm>
              <a:off x="3789819" y="805598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6" name="pl2156"/>
            <p:cNvSpPr/>
            <p:nvPr/>
          </p:nvSpPr>
          <p:spPr>
            <a:xfrm>
              <a:off x="3789819" y="794263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7" name="pl2157"/>
            <p:cNvSpPr/>
            <p:nvPr/>
          </p:nvSpPr>
          <p:spPr>
            <a:xfrm>
              <a:off x="3847627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8" name="pl2158"/>
            <p:cNvSpPr/>
            <p:nvPr/>
          </p:nvSpPr>
          <p:spPr>
            <a:xfrm>
              <a:off x="3974906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9" name="pl2159"/>
            <p:cNvSpPr/>
            <p:nvPr/>
          </p:nvSpPr>
          <p:spPr>
            <a:xfrm>
              <a:off x="4102185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0" name="pl2160"/>
            <p:cNvSpPr/>
            <p:nvPr/>
          </p:nvSpPr>
          <p:spPr>
            <a:xfrm>
              <a:off x="4229464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1" name="pl2161"/>
            <p:cNvSpPr/>
            <p:nvPr/>
          </p:nvSpPr>
          <p:spPr>
            <a:xfrm>
              <a:off x="4356743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2" name="pt2162"/>
            <p:cNvSpPr/>
            <p:nvPr/>
          </p:nvSpPr>
          <p:spPr>
            <a:xfrm>
              <a:off x="3823311" y="80353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3" name="pt2163"/>
            <p:cNvSpPr/>
            <p:nvPr/>
          </p:nvSpPr>
          <p:spPr>
            <a:xfrm>
              <a:off x="3894905" y="8107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4" name="pt2164"/>
            <p:cNvSpPr/>
            <p:nvPr/>
          </p:nvSpPr>
          <p:spPr>
            <a:xfrm>
              <a:off x="4217251" y="81619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5" name="pt2165"/>
            <p:cNvSpPr/>
            <p:nvPr/>
          </p:nvSpPr>
          <p:spPr>
            <a:xfrm>
              <a:off x="3896280" y="81458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6" name="pt2166"/>
            <p:cNvSpPr/>
            <p:nvPr/>
          </p:nvSpPr>
          <p:spPr>
            <a:xfrm>
              <a:off x="3817698" y="7980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7" name="pt2167"/>
            <p:cNvSpPr/>
            <p:nvPr/>
          </p:nvSpPr>
          <p:spPr>
            <a:xfrm>
              <a:off x="4246233" y="8050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8" name="pt2168"/>
            <p:cNvSpPr/>
            <p:nvPr/>
          </p:nvSpPr>
          <p:spPr>
            <a:xfrm>
              <a:off x="3815292" y="7880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9" name="pt2169"/>
            <p:cNvSpPr/>
            <p:nvPr/>
          </p:nvSpPr>
          <p:spPr>
            <a:xfrm>
              <a:off x="3807044" y="81304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0" name="pt2170"/>
            <p:cNvSpPr/>
            <p:nvPr/>
          </p:nvSpPr>
          <p:spPr>
            <a:xfrm>
              <a:off x="4012090" y="7967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1" name="pt2171"/>
            <p:cNvSpPr/>
            <p:nvPr/>
          </p:nvSpPr>
          <p:spPr>
            <a:xfrm>
              <a:off x="3851146" y="8081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2" name="pt2172"/>
            <p:cNvSpPr/>
            <p:nvPr/>
          </p:nvSpPr>
          <p:spPr>
            <a:xfrm>
              <a:off x="3891354" y="7922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3" name="pt2173"/>
            <p:cNvSpPr/>
            <p:nvPr/>
          </p:nvSpPr>
          <p:spPr>
            <a:xfrm>
              <a:off x="4096858" y="8196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4" name="pt2174"/>
            <p:cNvSpPr/>
            <p:nvPr/>
          </p:nvSpPr>
          <p:spPr>
            <a:xfrm>
              <a:off x="3811397" y="83022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5" name="pt2175"/>
            <p:cNvSpPr/>
            <p:nvPr/>
          </p:nvSpPr>
          <p:spPr>
            <a:xfrm>
              <a:off x="3812657" y="81004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6" name="pt2176"/>
            <p:cNvSpPr/>
            <p:nvPr/>
          </p:nvSpPr>
          <p:spPr>
            <a:xfrm>
              <a:off x="3814719" y="81279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7" name="pt2177"/>
            <p:cNvSpPr/>
            <p:nvPr/>
          </p:nvSpPr>
          <p:spPr>
            <a:xfrm>
              <a:off x="3822051" y="8108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8" name="pt2178"/>
            <p:cNvSpPr/>
            <p:nvPr/>
          </p:nvSpPr>
          <p:spPr>
            <a:xfrm>
              <a:off x="3821821" y="81815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9" name="pt2179"/>
            <p:cNvSpPr/>
            <p:nvPr/>
          </p:nvSpPr>
          <p:spPr>
            <a:xfrm>
              <a:off x="3820676" y="7885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0" name="pt2180"/>
            <p:cNvSpPr/>
            <p:nvPr/>
          </p:nvSpPr>
          <p:spPr>
            <a:xfrm>
              <a:off x="4081279" y="8250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1" name="pt2181"/>
            <p:cNvSpPr/>
            <p:nvPr/>
          </p:nvSpPr>
          <p:spPr>
            <a:xfrm>
              <a:off x="3857447" y="82150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2" name="pt2182"/>
            <p:cNvSpPr/>
            <p:nvPr/>
          </p:nvSpPr>
          <p:spPr>
            <a:xfrm>
              <a:off x="3830756" y="79858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3" name="pt2183"/>
            <p:cNvSpPr/>
            <p:nvPr/>
          </p:nvSpPr>
          <p:spPr>
            <a:xfrm>
              <a:off x="3821020" y="81238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4" name="pt2184"/>
            <p:cNvSpPr/>
            <p:nvPr/>
          </p:nvSpPr>
          <p:spPr>
            <a:xfrm>
              <a:off x="3820790" y="8135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5" name="pt2185"/>
            <p:cNvSpPr/>
            <p:nvPr/>
          </p:nvSpPr>
          <p:spPr>
            <a:xfrm>
              <a:off x="3820561" y="8167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6" name="pt2186"/>
            <p:cNvSpPr/>
            <p:nvPr/>
          </p:nvSpPr>
          <p:spPr>
            <a:xfrm>
              <a:off x="3878868" y="79302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7" name="pt2187"/>
            <p:cNvSpPr/>
            <p:nvPr/>
          </p:nvSpPr>
          <p:spPr>
            <a:xfrm>
              <a:off x="3824342" y="8041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8" name="pt2188"/>
            <p:cNvSpPr/>
            <p:nvPr/>
          </p:nvSpPr>
          <p:spPr>
            <a:xfrm>
              <a:off x="3831329" y="8298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9" name="pt2189"/>
            <p:cNvSpPr/>
            <p:nvPr/>
          </p:nvSpPr>
          <p:spPr>
            <a:xfrm>
              <a:off x="3899143" y="79627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0" name="pt2190"/>
            <p:cNvSpPr/>
            <p:nvPr/>
          </p:nvSpPr>
          <p:spPr>
            <a:xfrm>
              <a:off x="3873942" y="8164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1" name="pt2191"/>
            <p:cNvSpPr/>
            <p:nvPr/>
          </p:nvSpPr>
          <p:spPr>
            <a:xfrm>
              <a:off x="3845419" y="8022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2" name="pt2192"/>
            <p:cNvSpPr/>
            <p:nvPr/>
          </p:nvSpPr>
          <p:spPr>
            <a:xfrm>
              <a:off x="3822165" y="8268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3" name="pt2193"/>
            <p:cNvSpPr/>
            <p:nvPr/>
          </p:nvSpPr>
          <p:spPr>
            <a:xfrm>
              <a:off x="3819989" y="7964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4" name="pt2194"/>
            <p:cNvSpPr/>
            <p:nvPr/>
          </p:nvSpPr>
          <p:spPr>
            <a:xfrm>
              <a:off x="3856301" y="81483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5" name="pt2195"/>
            <p:cNvSpPr/>
            <p:nvPr/>
          </p:nvSpPr>
          <p:spPr>
            <a:xfrm>
              <a:off x="3807388" y="8195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6" name="pt2196"/>
            <p:cNvSpPr/>
            <p:nvPr/>
          </p:nvSpPr>
          <p:spPr>
            <a:xfrm>
              <a:off x="3974976" y="8170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7" name="pt2197"/>
            <p:cNvSpPr/>
            <p:nvPr/>
          </p:nvSpPr>
          <p:spPr>
            <a:xfrm>
              <a:off x="3962375" y="80333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8" name="pt2198"/>
            <p:cNvSpPr/>
            <p:nvPr/>
          </p:nvSpPr>
          <p:spPr>
            <a:xfrm>
              <a:off x="4167536" y="8131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9" name="pt2199"/>
            <p:cNvSpPr/>
            <p:nvPr/>
          </p:nvSpPr>
          <p:spPr>
            <a:xfrm>
              <a:off x="3834880" y="8236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0" name="pt2200"/>
            <p:cNvSpPr/>
            <p:nvPr/>
          </p:nvSpPr>
          <p:spPr>
            <a:xfrm>
              <a:off x="3811054" y="79316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1" name="pt2201"/>
            <p:cNvSpPr/>
            <p:nvPr/>
          </p:nvSpPr>
          <p:spPr>
            <a:xfrm>
              <a:off x="4104762" y="8019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2" name="pt2202"/>
            <p:cNvSpPr/>
            <p:nvPr/>
          </p:nvSpPr>
          <p:spPr>
            <a:xfrm>
              <a:off x="4098233" y="8090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3" name="pt2203"/>
            <p:cNvSpPr/>
            <p:nvPr/>
          </p:nvSpPr>
          <p:spPr>
            <a:xfrm>
              <a:off x="3997313" y="8091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4" name="pt2204"/>
            <p:cNvSpPr/>
            <p:nvPr/>
          </p:nvSpPr>
          <p:spPr>
            <a:xfrm>
              <a:off x="3799369" y="8281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5" name="pt2205"/>
            <p:cNvSpPr/>
            <p:nvPr/>
          </p:nvSpPr>
          <p:spPr>
            <a:xfrm>
              <a:off x="3887115" y="8237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6" name="pt2206"/>
            <p:cNvSpPr/>
            <p:nvPr/>
          </p:nvSpPr>
          <p:spPr>
            <a:xfrm>
              <a:off x="3832360" y="8200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7" name="pt2207"/>
            <p:cNvSpPr/>
            <p:nvPr/>
          </p:nvSpPr>
          <p:spPr>
            <a:xfrm>
              <a:off x="3976465" y="8169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8" name="pt2208"/>
            <p:cNvSpPr/>
            <p:nvPr/>
          </p:nvSpPr>
          <p:spPr>
            <a:xfrm>
              <a:off x="4234777" y="80455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9" name="pt2209"/>
            <p:cNvSpPr/>
            <p:nvPr/>
          </p:nvSpPr>
          <p:spPr>
            <a:xfrm>
              <a:off x="3895134" y="8092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0" name="pt2210"/>
            <p:cNvSpPr/>
            <p:nvPr/>
          </p:nvSpPr>
          <p:spPr>
            <a:xfrm>
              <a:off x="3901434" y="8216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1" name="pt2211"/>
            <p:cNvSpPr/>
            <p:nvPr/>
          </p:nvSpPr>
          <p:spPr>
            <a:xfrm>
              <a:off x="4150468" y="8094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2" name="pt2212"/>
            <p:cNvSpPr/>
            <p:nvPr/>
          </p:nvSpPr>
          <p:spPr>
            <a:xfrm>
              <a:off x="4129391" y="8103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3" name="pt2213"/>
            <p:cNvSpPr/>
            <p:nvPr/>
          </p:nvSpPr>
          <p:spPr>
            <a:xfrm>
              <a:off x="3822509" y="8445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4" name="pt2214"/>
            <p:cNvSpPr/>
            <p:nvPr/>
          </p:nvSpPr>
          <p:spPr>
            <a:xfrm>
              <a:off x="3823425" y="8211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5" name="pt2215"/>
            <p:cNvSpPr/>
            <p:nvPr/>
          </p:nvSpPr>
          <p:spPr>
            <a:xfrm>
              <a:off x="4092734" y="8113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6" name="pt2216"/>
            <p:cNvSpPr/>
            <p:nvPr/>
          </p:nvSpPr>
          <p:spPr>
            <a:xfrm>
              <a:off x="4040614" y="7983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7" name="pt2217"/>
            <p:cNvSpPr/>
            <p:nvPr/>
          </p:nvSpPr>
          <p:spPr>
            <a:xfrm>
              <a:off x="3818156" y="8324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8" name="pt2218"/>
            <p:cNvSpPr/>
            <p:nvPr/>
          </p:nvSpPr>
          <p:spPr>
            <a:xfrm>
              <a:off x="3845763" y="82052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9" name="pt2219"/>
            <p:cNvSpPr/>
            <p:nvPr/>
          </p:nvSpPr>
          <p:spPr>
            <a:xfrm>
              <a:off x="3922741" y="8151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0" name="pt2220"/>
            <p:cNvSpPr/>
            <p:nvPr/>
          </p:nvSpPr>
          <p:spPr>
            <a:xfrm>
              <a:off x="3924115" y="8127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1" name="pt2221"/>
            <p:cNvSpPr/>
            <p:nvPr/>
          </p:nvSpPr>
          <p:spPr>
            <a:xfrm>
              <a:off x="4288731" y="8188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2" name="pt2222"/>
            <p:cNvSpPr/>
            <p:nvPr/>
          </p:nvSpPr>
          <p:spPr>
            <a:xfrm>
              <a:off x="4141075" y="8072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3" name="pt2223"/>
            <p:cNvSpPr/>
            <p:nvPr/>
          </p:nvSpPr>
          <p:spPr>
            <a:xfrm>
              <a:off x="3811741" y="80942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4" name="pt2224"/>
            <p:cNvSpPr/>
            <p:nvPr/>
          </p:nvSpPr>
          <p:spPr>
            <a:xfrm>
              <a:off x="3826976" y="8026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5" name="pt2225"/>
            <p:cNvSpPr/>
            <p:nvPr/>
          </p:nvSpPr>
          <p:spPr>
            <a:xfrm>
              <a:off x="3837515" y="82182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6" name="pt2226"/>
            <p:cNvSpPr/>
            <p:nvPr/>
          </p:nvSpPr>
          <p:spPr>
            <a:xfrm>
              <a:off x="3811283" y="8140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7" name="pt2227"/>
            <p:cNvSpPr/>
            <p:nvPr/>
          </p:nvSpPr>
          <p:spPr>
            <a:xfrm>
              <a:off x="3817354" y="8211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8" name="pt2228"/>
            <p:cNvSpPr/>
            <p:nvPr/>
          </p:nvSpPr>
          <p:spPr>
            <a:xfrm>
              <a:off x="3985515" y="81298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9" name="pt2229"/>
            <p:cNvSpPr/>
            <p:nvPr/>
          </p:nvSpPr>
          <p:spPr>
            <a:xfrm>
              <a:off x="3818499" y="8166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0" name="pt2230"/>
            <p:cNvSpPr/>
            <p:nvPr/>
          </p:nvSpPr>
          <p:spPr>
            <a:xfrm>
              <a:off x="3826289" y="8128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1" name="pt2231"/>
            <p:cNvSpPr/>
            <p:nvPr/>
          </p:nvSpPr>
          <p:spPr>
            <a:xfrm>
              <a:off x="3816208" y="8163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2" name="pt2232"/>
            <p:cNvSpPr/>
            <p:nvPr/>
          </p:nvSpPr>
          <p:spPr>
            <a:xfrm>
              <a:off x="3814261" y="8029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3" name="pt2233"/>
            <p:cNvSpPr/>
            <p:nvPr/>
          </p:nvSpPr>
          <p:spPr>
            <a:xfrm>
              <a:off x="4026295" y="8059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4" name="pt2234"/>
            <p:cNvSpPr/>
            <p:nvPr/>
          </p:nvSpPr>
          <p:spPr>
            <a:xfrm>
              <a:off x="3900747" y="80982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5" name="pt2235"/>
            <p:cNvSpPr/>
            <p:nvPr/>
          </p:nvSpPr>
          <p:spPr>
            <a:xfrm>
              <a:off x="3832704" y="80653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6" name="pt2236"/>
            <p:cNvSpPr/>
            <p:nvPr/>
          </p:nvSpPr>
          <p:spPr>
            <a:xfrm>
              <a:off x="3958366" y="80248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7" name="pt2237"/>
            <p:cNvSpPr/>
            <p:nvPr/>
          </p:nvSpPr>
          <p:spPr>
            <a:xfrm>
              <a:off x="3928125" y="7921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8" name="pt2238"/>
            <p:cNvSpPr/>
            <p:nvPr/>
          </p:nvSpPr>
          <p:spPr>
            <a:xfrm>
              <a:off x="3828122" y="8030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9" name="pt2239"/>
            <p:cNvSpPr/>
            <p:nvPr/>
          </p:nvSpPr>
          <p:spPr>
            <a:xfrm>
              <a:off x="3812543" y="82167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0" name="pt2240"/>
            <p:cNvSpPr/>
            <p:nvPr/>
          </p:nvSpPr>
          <p:spPr>
            <a:xfrm>
              <a:off x="3952868" y="80847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1" name="pt2241"/>
            <p:cNvSpPr/>
            <p:nvPr/>
          </p:nvSpPr>
          <p:spPr>
            <a:xfrm>
              <a:off x="3829496" y="80904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2" name="pt2242"/>
            <p:cNvSpPr/>
            <p:nvPr/>
          </p:nvSpPr>
          <p:spPr>
            <a:xfrm>
              <a:off x="3812886" y="8140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3" name="pt2243"/>
            <p:cNvSpPr/>
            <p:nvPr/>
          </p:nvSpPr>
          <p:spPr>
            <a:xfrm>
              <a:off x="3844961" y="8199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4" name="pt2244"/>
            <p:cNvSpPr/>
            <p:nvPr/>
          </p:nvSpPr>
          <p:spPr>
            <a:xfrm>
              <a:off x="4142220" y="8064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5" name="pt2245"/>
            <p:cNvSpPr/>
            <p:nvPr/>
          </p:nvSpPr>
          <p:spPr>
            <a:xfrm>
              <a:off x="3819989" y="8089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6" name="pt2246"/>
            <p:cNvSpPr/>
            <p:nvPr/>
          </p:nvSpPr>
          <p:spPr>
            <a:xfrm>
              <a:off x="3867184" y="8206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7" name="pt2247"/>
            <p:cNvSpPr/>
            <p:nvPr/>
          </p:nvSpPr>
          <p:spPr>
            <a:xfrm>
              <a:off x="3852750" y="8311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8" name="pt2248"/>
            <p:cNvSpPr/>
            <p:nvPr/>
          </p:nvSpPr>
          <p:spPr>
            <a:xfrm>
              <a:off x="4224239" y="8168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9" name="pt2249"/>
            <p:cNvSpPr/>
            <p:nvPr/>
          </p:nvSpPr>
          <p:spPr>
            <a:xfrm>
              <a:off x="3894905" y="8190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0" name="pt2250"/>
            <p:cNvSpPr/>
            <p:nvPr/>
          </p:nvSpPr>
          <p:spPr>
            <a:xfrm>
              <a:off x="3817469" y="80884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1" name="pt2251"/>
            <p:cNvSpPr/>
            <p:nvPr/>
          </p:nvSpPr>
          <p:spPr>
            <a:xfrm>
              <a:off x="3865351" y="8138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2" name="pt2252"/>
            <p:cNvSpPr/>
            <p:nvPr/>
          </p:nvSpPr>
          <p:spPr>
            <a:xfrm>
              <a:off x="3830298" y="8220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3" name="pt2253"/>
            <p:cNvSpPr/>
            <p:nvPr/>
          </p:nvSpPr>
          <p:spPr>
            <a:xfrm>
              <a:off x="3818156" y="8182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4" name="pt2254"/>
            <p:cNvSpPr/>
            <p:nvPr/>
          </p:nvSpPr>
          <p:spPr>
            <a:xfrm>
              <a:off x="3838660" y="8268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5" name="pt2255"/>
            <p:cNvSpPr/>
            <p:nvPr/>
          </p:nvSpPr>
          <p:spPr>
            <a:xfrm>
              <a:off x="3820218" y="8253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6" name="pt2256"/>
            <p:cNvSpPr/>
            <p:nvPr/>
          </p:nvSpPr>
          <p:spPr>
            <a:xfrm>
              <a:off x="3823540" y="8389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7" name="pt2257"/>
            <p:cNvSpPr/>
            <p:nvPr/>
          </p:nvSpPr>
          <p:spPr>
            <a:xfrm>
              <a:off x="3824227" y="8103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8" name="pt2258"/>
            <p:cNvSpPr/>
            <p:nvPr/>
          </p:nvSpPr>
          <p:spPr>
            <a:xfrm>
              <a:off x="3819187" y="81037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9" name="pt2259"/>
            <p:cNvSpPr/>
            <p:nvPr/>
          </p:nvSpPr>
          <p:spPr>
            <a:xfrm>
              <a:off x="3995710" y="8034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0" name="pt2260"/>
            <p:cNvSpPr/>
            <p:nvPr/>
          </p:nvSpPr>
          <p:spPr>
            <a:xfrm>
              <a:off x="3808763" y="81173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1" name="pt2261"/>
            <p:cNvSpPr/>
            <p:nvPr/>
          </p:nvSpPr>
          <p:spPr>
            <a:xfrm>
              <a:off x="3822509" y="8208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2" name="pt2262"/>
            <p:cNvSpPr/>
            <p:nvPr/>
          </p:nvSpPr>
          <p:spPr>
            <a:xfrm>
              <a:off x="3859738" y="82342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3" name="pt2263"/>
            <p:cNvSpPr/>
            <p:nvPr/>
          </p:nvSpPr>
          <p:spPr>
            <a:xfrm>
              <a:off x="3902122" y="79903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4" name="pt2264"/>
            <p:cNvSpPr/>
            <p:nvPr/>
          </p:nvSpPr>
          <p:spPr>
            <a:xfrm>
              <a:off x="4000979" y="8012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5" name="pt2265"/>
            <p:cNvSpPr/>
            <p:nvPr/>
          </p:nvSpPr>
          <p:spPr>
            <a:xfrm>
              <a:off x="4220344" y="7979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6" name="pt2266"/>
            <p:cNvSpPr/>
            <p:nvPr/>
          </p:nvSpPr>
          <p:spPr>
            <a:xfrm>
              <a:off x="3799484" y="81930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7" name="pt2267"/>
            <p:cNvSpPr/>
            <p:nvPr/>
          </p:nvSpPr>
          <p:spPr>
            <a:xfrm>
              <a:off x="4070053" y="80385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8" name="pt2268"/>
            <p:cNvSpPr/>
            <p:nvPr/>
          </p:nvSpPr>
          <p:spPr>
            <a:xfrm>
              <a:off x="3814032" y="81487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9" name="pt2269"/>
            <p:cNvSpPr/>
            <p:nvPr/>
          </p:nvSpPr>
          <p:spPr>
            <a:xfrm>
              <a:off x="3888376" y="7975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0" name="pt2270"/>
            <p:cNvSpPr/>
            <p:nvPr/>
          </p:nvSpPr>
          <p:spPr>
            <a:xfrm>
              <a:off x="3866725" y="8125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1" name="pt2271"/>
            <p:cNvSpPr/>
            <p:nvPr/>
          </p:nvSpPr>
          <p:spPr>
            <a:xfrm>
              <a:off x="3842784" y="8339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2" name="pt2272"/>
            <p:cNvSpPr/>
            <p:nvPr/>
          </p:nvSpPr>
          <p:spPr>
            <a:xfrm>
              <a:off x="3816552" y="8251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3" name="pt2273"/>
            <p:cNvSpPr/>
            <p:nvPr/>
          </p:nvSpPr>
          <p:spPr>
            <a:xfrm>
              <a:off x="3799369" y="80231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4" name="pt2274"/>
            <p:cNvSpPr/>
            <p:nvPr/>
          </p:nvSpPr>
          <p:spPr>
            <a:xfrm>
              <a:off x="3826976" y="8299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5" name="pt2275"/>
            <p:cNvSpPr/>
            <p:nvPr/>
          </p:nvSpPr>
          <p:spPr>
            <a:xfrm>
              <a:off x="3795933" y="8132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6" name="pt2276"/>
            <p:cNvSpPr/>
            <p:nvPr/>
          </p:nvSpPr>
          <p:spPr>
            <a:xfrm>
              <a:off x="3849772" y="7989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7" name="pt2277"/>
            <p:cNvSpPr/>
            <p:nvPr/>
          </p:nvSpPr>
          <p:spPr>
            <a:xfrm>
              <a:off x="3945995" y="82026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8" name="pt2278"/>
            <p:cNvSpPr/>
            <p:nvPr/>
          </p:nvSpPr>
          <p:spPr>
            <a:xfrm>
              <a:off x="3873369" y="8214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9" name="pt2279"/>
            <p:cNvSpPr/>
            <p:nvPr/>
          </p:nvSpPr>
          <p:spPr>
            <a:xfrm>
              <a:off x="3810939" y="8458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0" name="pt2280"/>
            <p:cNvSpPr/>
            <p:nvPr/>
          </p:nvSpPr>
          <p:spPr>
            <a:xfrm>
              <a:off x="3873484" y="8221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1" name="pt2281"/>
            <p:cNvSpPr/>
            <p:nvPr/>
          </p:nvSpPr>
          <p:spPr>
            <a:xfrm>
              <a:off x="4148635" y="8083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2" name="pt2282"/>
            <p:cNvSpPr/>
            <p:nvPr/>
          </p:nvSpPr>
          <p:spPr>
            <a:xfrm>
              <a:off x="3822394" y="8088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3" name="pt2283"/>
            <p:cNvSpPr/>
            <p:nvPr/>
          </p:nvSpPr>
          <p:spPr>
            <a:xfrm>
              <a:off x="3827091" y="81111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4" name="pt2284"/>
            <p:cNvSpPr/>
            <p:nvPr/>
          </p:nvSpPr>
          <p:spPr>
            <a:xfrm>
              <a:off x="4122976" y="8154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5" name="pt2285"/>
            <p:cNvSpPr/>
            <p:nvPr/>
          </p:nvSpPr>
          <p:spPr>
            <a:xfrm>
              <a:off x="3833277" y="83282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6" name="pt2286"/>
            <p:cNvSpPr/>
            <p:nvPr/>
          </p:nvSpPr>
          <p:spPr>
            <a:xfrm>
              <a:off x="3819760" y="8147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7" name="pt2287"/>
            <p:cNvSpPr/>
            <p:nvPr/>
          </p:nvSpPr>
          <p:spPr>
            <a:xfrm>
              <a:off x="3943131" y="8248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8" name="pt2288"/>
            <p:cNvSpPr/>
            <p:nvPr/>
          </p:nvSpPr>
          <p:spPr>
            <a:xfrm>
              <a:off x="4006477" y="80168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9" name="pt2289"/>
            <p:cNvSpPr/>
            <p:nvPr/>
          </p:nvSpPr>
          <p:spPr>
            <a:xfrm>
              <a:off x="3924574" y="8262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0" name="pt2290"/>
            <p:cNvSpPr/>
            <p:nvPr/>
          </p:nvSpPr>
          <p:spPr>
            <a:xfrm>
              <a:off x="4254480" y="7986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1" name="pt2291"/>
            <p:cNvSpPr/>
            <p:nvPr/>
          </p:nvSpPr>
          <p:spPr>
            <a:xfrm>
              <a:off x="3845533" y="80610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2" name="pt2292"/>
            <p:cNvSpPr/>
            <p:nvPr/>
          </p:nvSpPr>
          <p:spPr>
            <a:xfrm>
              <a:off x="3815750" y="80923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3" name="pt2293"/>
            <p:cNvSpPr/>
            <p:nvPr/>
          </p:nvSpPr>
          <p:spPr>
            <a:xfrm>
              <a:off x="3817469" y="8230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4" name="pt2294"/>
            <p:cNvSpPr/>
            <p:nvPr/>
          </p:nvSpPr>
          <p:spPr>
            <a:xfrm>
              <a:off x="3901893" y="8342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5" name="pt2295"/>
            <p:cNvSpPr/>
            <p:nvPr/>
          </p:nvSpPr>
          <p:spPr>
            <a:xfrm>
              <a:off x="3941985" y="8076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6" name="pt2296"/>
            <p:cNvSpPr/>
            <p:nvPr/>
          </p:nvSpPr>
          <p:spPr>
            <a:xfrm>
              <a:off x="3983224" y="7997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7" name="pt2297"/>
            <p:cNvSpPr/>
            <p:nvPr/>
          </p:nvSpPr>
          <p:spPr>
            <a:xfrm>
              <a:off x="3886772" y="8083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8" name="pt2298"/>
            <p:cNvSpPr/>
            <p:nvPr/>
          </p:nvSpPr>
          <p:spPr>
            <a:xfrm>
              <a:off x="3810023" y="81111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9" name="pt2299"/>
            <p:cNvSpPr/>
            <p:nvPr/>
          </p:nvSpPr>
          <p:spPr>
            <a:xfrm>
              <a:off x="3963406" y="8053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0" name="pt2300"/>
            <p:cNvSpPr/>
            <p:nvPr/>
          </p:nvSpPr>
          <p:spPr>
            <a:xfrm>
              <a:off x="4075323" y="8097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1" name="pt2301"/>
            <p:cNvSpPr/>
            <p:nvPr/>
          </p:nvSpPr>
          <p:spPr>
            <a:xfrm>
              <a:off x="3825602" y="8094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2" name="pt2302"/>
            <p:cNvSpPr/>
            <p:nvPr/>
          </p:nvSpPr>
          <p:spPr>
            <a:xfrm>
              <a:off x="3828122" y="8122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3" name="pt2303"/>
            <p:cNvSpPr/>
            <p:nvPr/>
          </p:nvSpPr>
          <p:spPr>
            <a:xfrm>
              <a:off x="3831558" y="8274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4" name="pt2304"/>
            <p:cNvSpPr/>
            <p:nvPr/>
          </p:nvSpPr>
          <p:spPr>
            <a:xfrm>
              <a:off x="4023202" y="8010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5" name="pt2305"/>
            <p:cNvSpPr/>
            <p:nvPr/>
          </p:nvSpPr>
          <p:spPr>
            <a:xfrm>
              <a:off x="3874515" y="8281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6" name="pt2306"/>
            <p:cNvSpPr/>
            <p:nvPr/>
          </p:nvSpPr>
          <p:spPr>
            <a:xfrm>
              <a:off x="3936029" y="7979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7" name="pt2307"/>
            <p:cNvSpPr/>
            <p:nvPr/>
          </p:nvSpPr>
          <p:spPr>
            <a:xfrm>
              <a:off x="3915410" y="82345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8" name="pt2308"/>
            <p:cNvSpPr/>
            <p:nvPr/>
          </p:nvSpPr>
          <p:spPr>
            <a:xfrm>
              <a:off x="3955961" y="80872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9" name="pt2309"/>
            <p:cNvSpPr/>
            <p:nvPr/>
          </p:nvSpPr>
          <p:spPr>
            <a:xfrm>
              <a:off x="3929385" y="8059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0" name="pt2310"/>
            <p:cNvSpPr/>
            <p:nvPr/>
          </p:nvSpPr>
          <p:spPr>
            <a:xfrm>
              <a:off x="3815979" y="8226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1" name="pt2311"/>
            <p:cNvSpPr/>
            <p:nvPr/>
          </p:nvSpPr>
          <p:spPr>
            <a:xfrm>
              <a:off x="3993304" y="8256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2" name="pt2312"/>
            <p:cNvSpPr/>
            <p:nvPr/>
          </p:nvSpPr>
          <p:spPr>
            <a:xfrm>
              <a:off x="3816323" y="8042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3" name="pt2313"/>
            <p:cNvSpPr/>
            <p:nvPr/>
          </p:nvSpPr>
          <p:spPr>
            <a:xfrm>
              <a:off x="4057567" y="80488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4" name="pt2314"/>
            <p:cNvSpPr/>
            <p:nvPr/>
          </p:nvSpPr>
          <p:spPr>
            <a:xfrm>
              <a:off x="4061691" y="81523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5" name="pt2315"/>
            <p:cNvSpPr/>
            <p:nvPr/>
          </p:nvSpPr>
          <p:spPr>
            <a:xfrm>
              <a:off x="3816323" y="8096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6" name="pt2316"/>
            <p:cNvSpPr/>
            <p:nvPr/>
          </p:nvSpPr>
          <p:spPr>
            <a:xfrm>
              <a:off x="3848168" y="8078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7" name="pt2317"/>
            <p:cNvSpPr/>
            <p:nvPr/>
          </p:nvSpPr>
          <p:spPr>
            <a:xfrm>
              <a:off x="3868673" y="8199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8" name="pt2318"/>
            <p:cNvSpPr/>
            <p:nvPr/>
          </p:nvSpPr>
          <p:spPr>
            <a:xfrm>
              <a:off x="3928583" y="8138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9" name="pt2319"/>
            <p:cNvSpPr/>
            <p:nvPr/>
          </p:nvSpPr>
          <p:spPr>
            <a:xfrm>
              <a:off x="3844044" y="8304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0" name="pt2320"/>
            <p:cNvSpPr/>
            <p:nvPr/>
          </p:nvSpPr>
          <p:spPr>
            <a:xfrm>
              <a:off x="3958137" y="80839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1" name="pt2321"/>
            <p:cNvSpPr/>
            <p:nvPr/>
          </p:nvSpPr>
          <p:spPr>
            <a:xfrm>
              <a:off x="3925146" y="8176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2" name="pt2322"/>
            <p:cNvSpPr/>
            <p:nvPr/>
          </p:nvSpPr>
          <p:spPr>
            <a:xfrm>
              <a:off x="4059056" y="7889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3" name="pt2323"/>
            <p:cNvSpPr/>
            <p:nvPr/>
          </p:nvSpPr>
          <p:spPr>
            <a:xfrm>
              <a:off x="4239703" y="80604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4" name="pt2324"/>
            <p:cNvSpPr/>
            <p:nvPr/>
          </p:nvSpPr>
          <p:spPr>
            <a:xfrm>
              <a:off x="3825143" y="8107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5" name="pt2325"/>
            <p:cNvSpPr/>
            <p:nvPr/>
          </p:nvSpPr>
          <p:spPr>
            <a:xfrm>
              <a:off x="3811397" y="8386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6" name="pt2326"/>
            <p:cNvSpPr/>
            <p:nvPr/>
          </p:nvSpPr>
          <p:spPr>
            <a:xfrm>
              <a:off x="4068793" y="8090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7" name="pt2327"/>
            <p:cNvSpPr/>
            <p:nvPr/>
          </p:nvSpPr>
          <p:spPr>
            <a:xfrm>
              <a:off x="3808190" y="8071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8" name="pt2328"/>
            <p:cNvSpPr/>
            <p:nvPr/>
          </p:nvSpPr>
          <p:spPr>
            <a:xfrm>
              <a:off x="3819416" y="8179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9" name="pt2329"/>
            <p:cNvSpPr/>
            <p:nvPr/>
          </p:nvSpPr>
          <p:spPr>
            <a:xfrm>
              <a:off x="4090672" y="8142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0" name="pt2330"/>
            <p:cNvSpPr/>
            <p:nvPr/>
          </p:nvSpPr>
          <p:spPr>
            <a:xfrm>
              <a:off x="3920221" y="8180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1" name="pt2331"/>
            <p:cNvSpPr/>
            <p:nvPr/>
          </p:nvSpPr>
          <p:spPr>
            <a:xfrm>
              <a:off x="4180595" y="80046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2" name="pt2332"/>
            <p:cNvSpPr/>
            <p:nvPr/>
          </p:nvSpPr>
          <p:spPr>
            <a:xfrm>
              <a:off x="3822394" y="81999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3" name="pt2333"/>
            <p:cNvSpPr/>
            <p:nvPr/>
          </p:nvSpPr>
          <p:spPr>
            <a:xfrm>
              <a:off x="3914149" y="8269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4" name="pt2334"/>
            <p:cNvSpPr/>
            <p:nvPr/>
          </p:nvSpPr>
          <p:spPr>
            <a:xfrm>
              <a:off x="3856187" y="82412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5" name="pt2335"/>
            <p:cNvSpPr/>
            <p:nvPr/>
          </p:nvSpPr>
          <p:spPr>
            <a:xfrm>
              <a:off x="3904298" y="8130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6" name="pt2336"/>
            <p:cNvSpPr/>
            <p:nvPr/>
          </p:nvSpPr>
          <p:spPr>
            <a:xfrm>
              <a:off x="3826289" y="80538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7" name="pt2337"/>
            <p:cNvSpPr/>
            <p:nvPr/>
          </p:nvSpPr>
          <p:spPr>
            <a:xfrm>
              <a:off x="3823082" y="7887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8" name="pt2338"/>
            <p:cNvSpPr/>
            <p:nvPr/>
          </p:nvSpPr>
          <p:spPr>
            <a:xfrm>
              <a:off x="3813001" y="81751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9" name="pt2339"/>
            <p:cNvSpPr/>
            <p:nvPr/>
          </p:nvSpPr>
          <p:spPr>
            <a:xfrm>
              <a:off x="4073948" y="8036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0" name="pt2340"/>
            <p:cNvSpPr/>
            <p:nvPr/>
          </p:nvSpPr>
          <p:spPr>
            <a:xfrm>
              <a:off x="3874171" y="80017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1" name="pt2341"/>
            <p:cNvSpPr/>
            <p:nvPr/>
          </p:nvSpPr>
          <p:spPr>
            <a:xfrm>
              <a:off x="4029044" y="8007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2" name="pt2342"/>
            <p:cNvSpPr/>
            <p:nvPr/>
          </p:nvSpPr>
          <p:spPr>
            <a:xfrm>
              <a:off x="3824800" y="8125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3" name="pt2343"/>
            <p:cNvSpPr/>
            <p:nvPr/>
          </p:nvSpPr>
          <p:spPr>
            <a:xfrm>
              <a:off x="3823769" y="81462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4" name="pt2344"/>
            <p:cNvSpPr/>
            <p:nvPr/>
          </p:nvSpPr>
          <p:spPr>
            <a:xfrm>
              <a:off x="4230195" y="80678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5" name="pt2345"/>
            <p:cNvSpPr/>
            <p:nvPr/>
          </p:nvSpPr>
          <p:spPr>
            <a:xfrm>
              <a:off x="4109001" y="8113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6" name="pt2346"/>
            <p:cNvSpPr/>
            <p:nvPr/>
          </p:nvSpPr>
          <p:spPr>
            <a:xfrm>
              <a:off x="3811168" y="7913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7" name="pt2347"/>
            <p:cNvSpPr/>
            <p:nvPr/>
          </p:nvSpPr>
          <p:spPr>
            <a:xfrm>
              <a:off x="3815521" y="8155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8" name="pt2348"/>
            <p:cNvSpPr/>
            <p:nvPr/>
          </p:nvSpPr>
          <p:spPr>
            <a:xfrm>
              <a:off x="3824342" y="8141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9" name="pt2349"/>
            <p:cNvSpPr/>
            <p:nvPr/>
          </p:nvSpPr>
          <p:spPr>
            <a:xfrm>
              <a:off x="3814032" y="8098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0" name="pt2350"/>
            <p:cNvSpPr/>
            <p:nvPr/>
          </p:nvSpPr>
          <p:spPr>
            <a:xfrm>
              <a:off x="3824456" y="8198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1" name="pt2351"/>
            <p:cNvSpPr/>
            <p:nvPr/>
          </p:nvSpPr>
          <p:spPr>
            <a:xfrm>
              <a:off x="3821821" y="82751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2" name="pt2352"/>
            <p:cNvSpPr/>
            <p:nvPr/>
          </p:nvSpPr>
          <p:spPr>
            <a:xfrm>
              <a:off x="4359867" y="8128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3" name="pt2353"/>
            <p:cNvSpPr/>
            <p:nvPr/>
          </p:nvSpPr>
          <p:spPr>
            <a:xfrm>
              <a:off x="3897425" y="80165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4" name="pt2354"/>
            <p:cNvSpPr/>
            <p:nvPr/>
          </p:nvSpPr>
          <p:spPr>
            <a:xfrm>
              <a:off x="3822509" y="81256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5" name="pt2355"/>
            <p:cNvSpPr/>
            <p:nvPr/>
          </p:nvSpPr>
          <p:spPr>
            <a:xfrm>
              <a:off x="3813459" y="8305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6" name="pt2356"/>
            <p:cNvSpPr/>
            <p:nvPr/>
          </p:nvSpPr>
          <p:spPr>
            <a:xfrm>
              <a:off x="4071428" y="8092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7" name="pt2357"/>
            <p:cNvSpPr/>
            <p:nvPr/>
          </p:nvSpPr>
          <p:spPr>
            <a:xfrm>
              <a:off x="3814032" y="80058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8" name="pt2358"/>
            <p:cNvSpPr/>
            <p:nvPr/>
          </p:nvSpPr>
          <p:spPr>
            <a:xfrm>
              <a:off x="3890781" y="81414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9" name="rc2359"/>
            <p:cNvSpPr/>
            <p:nvPr/>
          </p:nvSpPr>
          <p:spPr>
            <a:xfrm>
              <a:off x="3789819" y="8581729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0" name="pl2360"/>
            <p:cNvSpPr/>
            <p:nvPr/>
          </p:nvSpPr>
          <p:spPr>
            <a:xfrm>
              <a:off x="3789819" y="914161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1" name="pl2361"/>
            <p:cNvSpPr/>
            <p:nvPr/>
          </p:nvSpPr>
          <p:spPr>
            <a:xfrm>
              <a:off x="3789819" y="903186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2" name="pl2362"/>
            <p:cNvSpPr/>
            <p:nvPr/>
          </p:nvSpPr>
          <p:spPr>
            <a:xfrm>
              <a:off x="3789819" y="892211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3" name="pl2363"/>
            <p:cNvSpPr/>
            <p:nvPr/>
          </p:nvSpPr>
          <p:spPr>
            <a:xfrm>
              <a:off x="3789819" y="881236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4" name="pl2364"/>
            <p:cNvSpPr/>
            <p:nvPr/>
          </p:nvSpPr>
          <p:spPr>
            <a:xfrm>
              <a:off x="3789819" y="870261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5" name="pl2365"/>
            <p:cNvSpPr/>
            <p:nvPr/>
          </p:nvSpPr>
          <p:spPr>
            <a:xfrm>
              <a:off x="3789819" y="859285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6" name="pl2366"/>
            <p:cNvSpPr/>
            <p:nvPr/>
          </p:nvSpPr>
          <p:spPr>
            <a:xfrm>
              <a:off x="3911267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7" name="pl2367"/>
            <p:cNvSpPr/>
            <p:nvPr/>
          </p:nvSpPr>
          <p:spPr>
            <a:xfrm>
              <a:off x="4038546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8" name="pl2368"/>
            <p:cNvSpPr/>
            <p:nvPr/>
          </p:nvSpPr>
          <p:spPr>
            <a:xfrm>
              <a:off x="4165824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9" name="pl2369"/>
            <p:cNvSpPr/>
            <p:nvPr/>
          </p:nvSpPr>
          <p:spPr>
            <a:xfrm>
              <a:off x="4293103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0" name="pl2370"/>
            <p:cNvSpPr/>
            <p:nvPr/>
          </p:nvSpPr>
          <p:spPr>
            <a:xfrm>
              <a:off x="3789819" y="919649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1" name="pl2371"/>
            <p:cNvSpPr/>
            <p:nvPr/>
          </p:nvSpPr>
          <p:spPr>
            <a:xfrm>
              <a:off x="3789819" y="908674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2" name="pl2372"/>
            <p:cNvSpPr/>
            <p:nvPr/>
          </p:nvSpPr>
          <p:spPr>
            <a:xfrm>
              <a:off x="3789819" y="897698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3" name="pl2373"/>
            <p:cNvSpPr/>
            <p:nvPr/>
          </p:nvSpPr>
          <p:spPr>
            <a:xfrm>
              <a:off x="3789819" y="886723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4" name="pl2374"/>
            <p:cNvSpPr/>
            <p:nvPr/>
          </p:nvSpPr>
          <p:spPr>
            <a:xfrm>
              <a:off x="3789819" y="875748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5" name="pl2375"/>
            <p:cNvSpPr/>
            <p:nvPr/>
          </p:nvSpPr>
          <p:spPr>
            <a:xfrm>
              <a:off x="3789819" y="864773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6" name="pl2376"/>
            <p:cNvSpPr/>
            <p:nvPr/>
          </p:nvSpPr>
          <p:spPr>
            <a:xfrm>
              <a:off x="3847627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7" name="pl2377"/>
            <p:cNvSpPr/>
            <p:nvPr/>
          </p:nvSpPr>
          <p:spPr>
            <a:xfrm>
              <a:off x="3974906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8" name="pl2378"/>
            <p:cNvSpPr/>
            <p:nvPr/>
          </p:nvSpPr>
          <p:spPr>
            <a:xfrm>
              <a:off x="4102185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9" name="pl2379"/>
            <p:cNvSpPr/>
            <p:nvPr/>
          </p:nvSpPr>
          <p:spPr>
            <a:xfrm>
              <a:off x="4229464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0" name="pl2380"/>
            <p:cNvSpPr/>
            <p:nvPr/>
          </p:nvSpPr>
          <p:spPr>
            <a:xfrm>
              <a:off x="4356743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1" name="pt2381"/>
            <p:cNvSpPr/>
            <p:nvPr/>
          </p:nvSpPr>
          <p:spPr>
            <a:xfrm>
              <a:off x="3823311" y="8755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2" name="pt2382"/>
            <p:cNvSpPr/>
            <p:nvPr/>
          </p:nvSpPr>
          <p:spPr>
            <a:xfrm>
              <a:off x="3894905" y="8741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3" name="pt2383"/>
            <p:cNvSpPr/>
            <p:nvPr/>
          </p:nvSpPr>
          <p:spPr>
            <a:xfrm>
              <a:off x="4217251" y="8899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4" name="pt2384"/>
            <p:cNvSpPr/>
            <p:nvPr/>
          </p:nvSpPr>
          <p:spPr>
            <a:xfrm>
              <a:off x="3896280" y="8885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5" name="pt2385"/>
            <p:cNvSpPr/>
            <p:nvPr/>
          </p:nvSpPr>
          <p:spPr>
            <a:xfrm>
              <a:off x="3817698" y="8714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6" name="pt2386"/>
            <p:cNvSpPr/>
            <p:nvPr/>
          </p:nvSpPr>
          <p:spPr>
            <a:xfrm>
              <a:off x="4246233" y="87308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7" name="pt2387"/>
            <p:cNvSpPr/>
            <p:nvPr/>
          </p:nvSpPr>
          <p:spPr>
            <a:xfrm>
              <a:off x="3815292" y="8638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8" name="pt2388"/>
            <p:cNvSpPr/>
            <p:nvPr/>
          </p:nvSpPr>
          <p:spPr>
            <a:xfrm>
              <a:off x="3807044" y="88646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9" name="pt2389"/>
            <p:cNvSpPr/>
            <p:nvPr/>
          </p:nvSpPr>
          <p:spPr>
            <a:xfrm>
              <a:off x="4012090" y="8699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0" name="pt2390"/>
            <p:cNvSpPr/>
            <p:nvPr/>
          </p:nvSpPr>
          <p:spPr>
            <a:xfrm>
              <a:off x="3851146" y="8792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1" name="pt2391"/>
            <p:cNvSpPr/>
            <p:nvPr/>
          </p:nvSpPr>
          <p:spPr>
            <a:xfrm>
              <a:off x="3891354" y="8636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2" name="pt2392"/>
            <p:cNvSpPr/>
            <p:nvPr/>
          </p:nvSpPr>
          <p:spPr>
            <a:xfrm>
              <a:off x="4096858" y="8931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3" name="pt2393"/>
            <p:cNvSpPr/>
            <p:nvPr/>
          </p:nvSpPr>
          <p:spPr>
            <a:xfrm>
              <a:off x="3811397" y="89916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4" name="pt2394"/>
            <p:cNvSpPr/>
            <p:nvPr/>
          </p:nvSpPr>
          <p:spPr>
            <a:xfrm>
              <a:off x="3812657" y="8889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5" name="pt2395"/>
            <p:cNvSpPr/>
            <p:nvPr/>
          </p:nvSpPr>
          <p:spPr>
            <a:xfrm>
              <a:off x="3814719" y="88744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6" name="pt2396"/>
            <p:cNvSpPr/>
            <p:nvPr/>
          </p:nvSpPr>
          <p:spPr>
            <a:xfrm>
              <a:off x="3822051" y="87444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7" name="pt2397"/>
            <p:cNvSpPr/>
            <p:nvPr/>
          </p:nvSpPr>
          <p:spPr>
            <a:xfrm>
              <a:off x="3821821" y="8911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8" name="pt2398"/>
            <p:cNvSpPr/>
            <p:nvPr/>
          </p:nvSpPr>
          <p:spPr>
            <a:xfrm>
              <a:off x="3820676" y="8671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9" name="pt2399"/>
            <p:cNvSpPr/>
            <p:nvPr/>
          </p:nvSpPr>
          <p:spPr>
            <a:xfrm>
              <a:off x="4081279" y="89575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0" name="pt2400"/>
            <p:cNvSpPr/>
            <p:nvPr/>
          </p:nvSpPr>
          <p:spPr>
            <a:xfrm>
              <a:off x="3857447" y="8961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1" name="pt2401"/>
            <p:cNvSpPr/>
            <p:nvPr/>
          </p:nvSpPr>
          <p:spPr>
            <a:xfrm>
              <a:off x="3830756" y="8719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2" name="pt2402"/>
            <p:cNvSpPr/>
            <p:nvPr/>
          </p:nvSpPr>
          <p:spPr>
            <a:xfrm>
              <a:off x="3821020" y="88490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3" name="pt2403"/>
            <p:cNvSpPr/>
            <p:nvPr/>
          </p:nvSpPr>
          <p:spPr>
            <a:xfrm>
              <a:off x="3820790" y="8835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4" name="pt2404"/>
            <p:cNvSpPr/>
            <p:nvPr/>
          </p:nvSpPr>
          <p:spPr>
            <a:xfrm>
              <a:off x="3820561" y="8870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5" name="pt2405"/>
            <p:cNvSpPr/>
            <p:nvPr/>
          </p:nvSpPr>
          <p:spPr>
            <a:xfrm>
              <a:off x="3878868" y="8585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6" name="pt2406"/>
            <p:cNvSpPr/>
            <p:nvPr/>
          </p:nvSpPr>
          <p:spPr>
            <a:xfrm>
              <a:off x="3824342" y="88133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7" name="pt2407"/>
            <p:cNvSpPr/>
            <p:nvPr/>
          </p:nvSpPr>
          <p:spPr>
            <a:xfrm>
              <a:off x="3831329" y="8926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8" name="pt2408"/>
            <p:cNvSpPr/>
            <p:nvPr/>
          </p:nvSpPr>
          <p:spPr>
            <a:xfrm>
              <a:off x="3899143" y="8685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9" name="pt2409"/>
            <p:cNvSpPr/>
            <p:nvPr/>
          </p:nvSpPr>
          <p:spPr>
            <a:xfrm>
              <a:off x="3873942" y="88158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0" name="pt2410"/>
            <p:cNvSpPr/>
            <p:nvPr/>
          </p:nvSpPr>
          <p:spPr>
            <a:xfrm>
              <a:off x="3845419" y="87599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1" name="pt2411"/>
            <p:cNvSpPr/>
            <p:nvPr/>
          </p:nvSpPr>
          <p:spPr>
            <a:xfrm>
              <a:off x="3822165" y="90092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2" name="pt2412"/>
            <p:cNvSpPr/>
            <p:nvPr/>
          </p:nvSpPr>
          <p:spPr>
            <a:xfrm>
              <a:off x="3819989" y="8698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3" name="pt2413"/>
            <p:cNvSpPr/>
            <p:nvPr/>
          </p:nvSpPr>
          <p:spPr>
            <a:xfrm>
              <a:off x="3856301" y="8916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4" name="pt2414"/>
            <p:cNvSpPr/>
            <p:nvPr/>
          </p:nvSpPr>
          <p:spPr>
            <a:xfrm>
              <a:off x="3807388" y="8920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5" name="pt2415"/>
            <p:cNvSpPr/>
            <p:nvPr/>
          </p:nvSpPr>
          <p:spPr>
            <a:xfrm>
              <a:off x="3974976" y="8899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6" name="pt2416"/>
            <p:cNvSpPr/>
            <p:nvPr/>
          </p:nvSpPr>
          <p:spPr>
            <a:xfrm>
              <a:off x="3962375" y="8757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7" name="pt2417"/>
            <p:cNvSpPr/>
            <p:nvPr/>
          </p:nvSpPr>
          <p:spPr>
            <a:xfrm>
              <a:off x="4167536" y="88788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8" name="pt2418"/>
            <p:cNvSpPr/>
            <p:nvPr/>
          </p:nvSpPr>
          <p:spPr>
            <a:xfrm>
              <a:off x="3834880" y="89368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9" name="pt2419"/>
            <p:cNvSpPr/>
            <p:nvPr/>
          </p:nvSpPr>
          <p:spPr>
            <a:xfrm>
              <a:off x="3811054" y="8663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0" name="pt2420"/>
            <p:cNvSpPr/>
            <p:nvPr/>
          </p:nvSpPr>
          <p:spPr>
            <a:xfrm>
              <a:off x="4104762" y="8753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1" name="pt2421"/>
            <p:cNvSpPr/>
            <p:nvPr/>
          </p:nvSpPr>
          <p:spPr>
            <a:xfrm>
              <a:off x="4098233" y="8830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2" name="pt2422"/>
            <p:cNvSpPr/>
            <p:nvPr/>
          </p:nvSpPr>
          <p:spPr>
            <a:xfrm>
              <a:off x="3997313" y="87573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3" name="pt2423"/>
            <p:cNvSpPr/>
            <p:nvPr/>
          </p:nvSpPr>
          <p:spPr>
            <a:xfrm>
              <a:off x="3799369" y="9020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4" name="pt2424"/>
            <p:cNvSpPr/>
            <p:nvPr/>
          </p:nvSpPr>
          <p:spPr>
            <a:xfrm>
              <a:off x="3887115" y="8948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5" name="pt2425"/>
            <p:cNvSpPr/>
            <p:nvPr/>
          </p:nvSpPr>
          <p:spPr>
            <a:xfrm>
              <a:off x="3832360" y="89489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6" name="pt2426"/>
            <p:cNvSpPr/>
            <p:nvPr/>
          </p:nvSpPr>
          <p:spPr>
            <a:xfrm>
              <a:off x="3976465" y="8910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7" name="pt2427"/>
            <p:cNvSpPr/>
            <p:nvPr/>
          </p:nvSpPr>
          <p:spPr>
            <a:xfrm>
              <a:off x="4234777" y="8765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8" name="pt2428"/>
            <p:cNvSpPr/>
            <p:nvPr/>
          </p:nvSpPr>
          <p:spPr>
            <a:xfrm>
              <a:off x="3895134" y="88028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9" name="pt2429"/>
            <p:cNvSpPr/>
            <p:nvPr/>
          </p:nvSpPr>
          <p:spPr>
            <a:xfrm>
              <a:off x="3901434" y="8961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0" name="pt2430"/>
            <p:cNvSpPr/>
            <p:nvPr/>
          </p:nvSpPr>
          <p:spPr>
            <a:xfrm>
              <a:off x="4150468" y="8761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1" name="pt2431"/>
            <p:cNvSpPr/>
            <p:nvPr/>
          </p:nvSpPr>
          <p:spPr>
            <a:xfrm>
              <a:off x="4129391" y="8833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2" name="pt2432"/>
            <p:cNvSpPr/>
            <p:nvPr/>
          </p:nvSpPr>
          <p:spPr>
            <a:xfrm>
              <a:off x="3822509" y="9139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3" name="pt2433"/>
            <p:cNvSpPr/>
            <p:nvPr/>
          </p:nvSpPr>
          <p:spPr>
            <a:xfrm>
              <a:off x="3823425" y="89676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4" name="pt2434"/>
            <p:cNvSpPr/>
            <p:nvPr/>
          </p:nvSpPr>
          <p:spPr>
            <a:xfrm>
              <a:off x="4092734" y="88592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5" name="pt2435"/>
            <p:cNvSpPr/>
            <p:nvPr/>
          </p:nvSpPr>
          <p:spPr>
            <a:xfrm>
              <a:off x="4040614" y="8650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6" name="pt2436"/>
            <p:cNvSpPr/>
            <p:nvPr/>
          </p:nvSpPr>
          <p:spPr>
            <a:xfrm>
              <a:off x="3818156" y="89825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7" name="pt2437"/>
            <p:cNvSpPr/>
            <p:nvPr/>
          </p:nvSpPr>
          <p:spPr>
            <a:xfrm>
              <a:off x="3845763" y="8863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8" name="pt2438"/>
            <p:cNvSpPr/>
            <p:nvPr/>
          </p:nvSpPr>
          <p:spPr>
            <a:xfrm>
              <a:off x="3922741" y="88723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9" name="pt2439"/>
            <p:cNvSpPr/>
            <p:nvPr/>
          </p:nvSpPr>
          <p:spPr>
            <a:xfrm>
              <a:off x="3924115" y="88425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0" name="pt2440"/>
            <p:cNvSpPr/>
            <p:nvPr/>
          </p:nvSpPr>
          <p:spPr>
            <a:xfrm>
              <a:off x="4288731" y="8888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1" name="pt2441"/>
            <p:cNvSpPr/>
            <p:nvPr/>
          </p:nvSpPr>
          <p:spPr>
            <a:xfrm>
              <a:off x="4141075" y="8803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2" name="pt2442"/>
            <p:cNvSpPr/>
            <p:nvPr/>
          </p:nvSpPr>
          <p:spPr>
            <a:xfrm>
              <a:off x="3811741" y="8863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3" name="pt2443"/>
            <p:cNvSpPr/>
            <p:nvPr/>
          </p:nvSpPr>
          <p:spPr>
            <a:xfrm>
              <a:off x="3826976" y="8699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4" name="pt2444"/>
            <p:cNvSpPr/>
            <p:nvPr/>
          </p:nvSpPr>
          <p:spPr>
            <a:xfrm>
              <a:off x="3837515" y="89528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5" name="pt2445"/>
            <p:cNvSpPr/>
            <p:nvPr/>
          </p:nvSpPr>
          <p:spPr>
            <a:xfrm>
              <a:off x="3811283" y="8897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6" name="pt2446"/>
            <p:cNvSpPr/>
            <p:nvPr/>
          </p:nvSpPr>
          <p:spPr>
            <a:xfrm>
              <a:off x="3817354" y="8855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7" name="pt2447"/>
            <p:cNvSpPr/>
            <p:nvPr/>
          </p:nvSpPr>
          <p:spPr>
            <a:xfrm>
              <a:off x="3985515" y="8806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8" name="pt2448"/>
            <p:cNvSpPr/>
            <p:nvPr/>
          </p:nvSpPr>
          <p:spPr>
            <a:xfrm>
              <a:off x="3818499" y="89265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9" name="pt2449"/>
            <p:cNvSpPr/>
            <p:nvPr/>
          </p:nvSpPr>
          <p:spPr>
            <a:xfrm>
              <a:off x="3826289" y="8877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0" name="pt2450"/>
            <p:cNvSpPr/>
            <p:nvPr/>
          </p:nvSpPr>
          <p:spPr>
            <a:xfrm>
              <a:off x="3816208" y="88400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1" name="pt2451"/>
            <p:cNvSpPr/>
            <p:nvPr/>
          </p:nvSpPr>
          <p:spPr>
            <a:xfrm>
              <a:off x="3814261" y="8759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2" name="pt2452"/>
            <p:cNvSpPr/>
            <p:nvPr/>
          </p:nvSpPr>
          <p:spPr>
            <a:xfrm>
              <a:off x="4026295" y="8789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3" name="pt2453"/>
            <p:cNvSpPr/>
            <p:nvPr/>
          </p:nvSpPr>
          <p:spPr>
            <a:xfrm>
              <a:off x="3900747" y="8804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4" name="pt2454"/>
            <p:cNvSpPr/>
            <p:nvPr/>
          </p:nvSpPr>
          <p:spPr>
            <a:xfrm>
              <a:off x="3832704" y="8751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5" name="pt2455"/>
            <p:cNvSpPr/>
            <p:nvPr/>
          </p:nvSpPr>
          <p:spPr>
            <a:xfrm>
              <a:off x="3958366" y="8683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6" name="pt2456"/>
            <p:cNvSpPr/>
            <p:nvPr/>
          </p:nvSpPr>
          <p:spPr>
            <a:xfrm>
              <a:off x="3928125" y="8632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7" name="pt2457"/>
            <p:cNvSpPr/>
            <p:nvPr/>
          </p:nvSpPr>
          <p:spPr>
            <a:xfrm>
              <a:off x="3828122" y="8840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8" name="pt2458"/>
            <p:cNvSpPr/>
            <p:nvPr/>
          </p:nvSpPr>
          <p:spPr>
            <a:xfrm>
              <a:off x="3812543" y="8922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9" name="pt2459"/>
            <p:cNvSpPr/>
            <p:nvPr/>
          </p:nvSpPr>
          <p:spPr>
            <a:xfrm>
              <a:off x="3952868" y="8832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0" name="pt2460"/>
            <p:cNvSpPr/>
            <p:nvPr/>
          </p:nvSpPr>
          <p:spPr>
            <a:xfrm>
              <a:off x="3829496" y="8780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1" name="pt2461"/>
            <p:cNvSpPr/>
            <p:nvPr/>
          </p:nvSpPr>
          <p:spPr>
            <a:xfrm>
              <a:off x="3812886" y="88371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2" name="pt2462"/>
            <p:cNvSpPr/>
            <p:nvPr/>
          </p:nvSpPr>
          <p:spPr>
            <a:xfrm>
              <a:off x="3844961" y="89232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3" name="pt2463"/>
            <p:cNvSpPr/>
            <p:nvPr/>
          </p:nvSpPr>
          <p:spPr>
            <a:xfrm>
              <a:off x="4142220" y="8798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4" name="pt2464"/>
            <p:cNvSpPr/>
            <p:nvPr/>
          </p:nvSpPr>
          <p:spPr>
            <a:xfrm>
              <a:off x="3819989" y="8836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5" name="pt2465"/>
            <p:cNvSpPr/>
            <p:nvPr/>
          </p:nvSpPr>
          <p:spPr>
            <a:xfrm>
              <a:off x="3867184" y="8942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6" name="pt2466"/>
            <p:cNvSpPr/>
            <p:nvPr/>
          </p:nvSpPr>
          <p:spPr>
            <a:xfrm>
              <a:off x="3852750" y="9030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7" name="pt2467"/>
            <p:cNvSpPr/>
            <p:nvPr/>
          </p:nvSpPr>
          <p:spPr>
            <a:xfrm>
              <a:off x="4224239" y="89104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8" name="pt2468"/>
            <p:cNvSpPr/>
            <p:nvPr/>
          </p:nvSpPr>
          <p:spPr>
            <a:xfrm>
              <a:off x="3894905" y="8889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9" name="pt2469"/>
            <p:cNvSpPr/>
            <p:nvPr/>
          </p:nvSpPr>
          <p:spPr>
            <a:xfrm>
              <a:off x="3817469" y="87564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0" name="pt2470"/>
            <p:cNvSpPr/>
            <p:nvPr/>
          </p:nvSpPr>
          <p:spPr>
            <a:xfrm>
              <a:off x="3865351" y="8894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1" name="pt2471"/>
            <p:cNvSpPr/>
            <p:nvPr/>
          </p:nvSpPr>
          <p:spPr>
            <a:xfrm>
              <a:off x="3830298" y="89507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2" name="pt2472"/>
            <p:cNvSpPr/>
            <p:nvPr/>
          </p:nvSpPr>
          <p:spPr>
            <a:xfrm>
              <a:off x="3818156" y="8923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3" name="pt2473"/>
            <p:cNvSpPr/>
            <p:nvPr/>
          </p:nvSpPr>
          <p:spPr>
            <a:xfrm>
              <a:off x="3838660" y="9009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4" name="pt2474"/>
            <p:cNvSpPr/>
            <p:nvPr/>
          </p:nvSpPr>
          <p:spPr>
            <a:xfrm>
              <a:off x="3820218" y="8990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5" name="pt2475"/>
            <p:cNvSpPr/>
            <p:nvPr/>
          </p:nvSpPr>
          <p:spPr>
            <a:xfrm>
              <a:off x="3823540" y="9118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6" name="pt2476"/>
            <p:cNvSpPr/>
            <p:nvPr/>
          </p:nvSpPr>
          <p:spPr>
            <a:xfrm>
              <a:off x="3824227" y="8784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7" name="pt2477"/>
            <p:cNvSpPr/>
            <p:nvPr/>
          </p:nvSpPr>
          <p:spPr>
            <a:xfrm>
              <a:off x="3819187" y="87416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8" name="pt2478"/>
            <p:cNvSpPr/>
            <p:nvPr/>
          </p:nvSpPr>
          <p:spPr>
            <a:xfrm>
              <a:off x="3995710" y="8795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9" name="pt2479"/>
            <p:cNvSpPr/>
            <p:nvPr/>
          </p:nvSpPr>
          <p:spPr>
            <a:xfrm>
              <a:off x="3808763" y="8865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0" name="pt2480"/>
            <p:cNvSpPr/>
            <p:nvPr/>
          </p:nvSpPr>
          <p:spPr>
            <a:xfrm>
              <a:off x="3822509" y="8946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1" name="pt2481"/>
            <p:cNvSpPr/>
            <p:nvPr/>
          </p:nvSpPr>
          <p:spPr>
            <a:xfrm>
              <a:off x="3859738" y="8945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2" name="pt2482"/>
            <p:cNvSpPr/>
            <p:nvPr/>
          </p:nvSpPr>
          <p:spPr>
            <a:xfrm>
              <a:off x="3902122" y="87022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3" name="pt2483"/>
            <p:cNvSpPr/>
            <p:nvPr/>
          </p:nvSpPr>
          <p:spPr>
            <a:xfrm>
              <a:off x="4000979" y="87288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4" name="pt2484"/>
            <p:cNvSpPr/>
            <p:nvPr/>
          </p:nvSpPr>
          <p:spPr>
            <a:xfrm>
              <a:off x="4220344" y="8706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5" name="pt2485"/>
            <p:cNvSpPr/>
            <p:nvPr/>
          </p:nvSpPr>
          <p:spPr>
            <a:xfrm>
              <a:off x="3799484" y="8968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6" name="pt2486"/>
            <p:cNvSpPr/>
            <p:nvPr/>
          </p:nvSpPr>
          <p:spPr>
            <a:xfrm>
              <a:off x="4070053" y="8728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7" name="pt2487"/>
            <p:cNvSpPr/>
            <p:nvPr/>
          </p:nvSpPr>
          <p:spPr>
            <a:xfrm>
              <a:off x="3814032" y="8856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8" name="pt2488"/>
            <p:cNvSpPr/>
            <p:nvPr/>
          </p:nvSpPr>
          <p:spPr>
            <a:xfrm>
              <a:off x="3888376" y="8650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9" name="pt2489"/>
            <p:cNvSpPr/>
            <p:nvPr/>
          </p:nvSpPr>
          <p:spPr>
            <a:xfrm>
              <a:off x="3866725" y="8843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0" name="pt2490"/>
            <p:cNvSpPr/>
            <p:nvPr/>
          </p:nvSpPr>
          <p:spPr>
            <a:xfrm>
              <a:off x="3842784" y="9067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1" name="pt2491"/>
            <p:cNvSpPr/>
            <p:nvPr/>
          </p:nvSpPr>
          <p:spPr>
            <a:xfrm>
              <a:off x="3816552" y="8962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2" name="pt2492"/>
            <p:cNvSpPr/>
            <p:nvPr/>
          </p:nvSpPr>
          <p:spPr>
            <a:xfrm>
              <a:off x="3799369" y="8838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3" name="pt2493"/>
            <p:cNvSpPr/>
            <p:nvPr/>
          </p:nvSpPr>
          <p:spPr>
            <a:xfrm>
              <a:off x="3826976" y="9061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4" name="pt2494"/>
            <p:cNvSpPr/>
            <p:nvPr/>
          </p:nvSpPr>
          <p:spPr>
            <a:xfrm>
              <a:off x="3795933" y="89029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5" name="pt2495"/>
            <p:cNvSpPr/>
            <p:nvPr/>
          </p:nvSpPr>
          <p:spPr>
            <a:xfrm>
              <a:off x="3849772" y="8707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6" name="pt2496"/>
            <p:cNvSpPr/>
            <p:nvPr/>
          </p:nvSpPr>
          <p:spPr>
            <a:xfrm>
              <a:off x="3945995" y="8941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7" name="pt2497"/>
            <p:cNvSpPr/>
            <p:nvPr/>
          </p:nvSpPr>
          <p:spPr>
            <a:xfrm>
              <a:off x="3873369" y="8927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8" name="pt2498"/>
            <p:cNvSpPr/>
            <p:nvPr/>
          </p:nvSpPr>
          <p:spPr>
            <a:xfrm>
              <a:off x="3810939" y="91636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9" name="pt2499"/>
            <p:cNvSpPr/>
            <p:nvPr/>
          </p:nvSpPr>
          <p:spPr>
            <a:xfrm>
              <a:off x="3873484" y="8932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0" name="pt2500"/>
            <p:cNvSpPr/>
            <p:nvPr/>
          </p:nvSpPr>
          <p:spPr>
            <a:xfrm>
              <a:off x="4148635" y="8850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1" name="pt2501"/>
            <p:cNvSpPr/>
            <p:nvPr/>
          </p:nvSpPr>
          <p:spPr>
            <a:xfrm>
              <a:off x="3822394" y="8834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2" name="pt2502"/>
            <p:cNvSpPr/>
            <p:nvPr/>
          </p:nvSpPr>
          <p:spPr>
            <a:xfrm>
              <a:off x="3827091" y="88099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3" name="pt2503"/>
            <p:cNvSpPr/>
            <p:nvPr/>
          </p:nvSpPr>
          <p:spPr>
            <a:xfrm>
              <a:off x="4122976" y="8871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4" name="pt2504"/>
            <p:cNvSpPr/>
            <p:nvPr/>
          </p:nvSpPr>
          <p:spPr>
            <a:xfrm>
              <a:off x="3833277" y="90705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5" name="pt2505"/>
            <p:cNvSpPr/>
            <p:nvPr/>
          </p:nvSpPr>
          <p:spPr>
            <a:xfrm>
              <a:off x="3819760" y="8898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6" name="pt2506"/>
            <p:cNvSpPr/>
            <p:nvPr/>
          </p:nvSpPr>
          <p:spPr>
            <a:xfrm>
              <a:off x="3943131" y="8939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7" name="pt2507"/>
            <p:cNvSpPr/>
            <p:nvPr/>
          </p:nvSpPr>
          <p:spPr>
            <a:xfrm>
              <a:off x="4006477" y="8747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8" name="pt2508"/>
            <p:cNvSpPr/>
            <p:nvPr/>
          </p:nvSpPr>
          <p:spPr>
            <a:xfrm>
              <a:off x="3924574" y="89825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9" name="pt2509"/>
            <p:cNvSpPr/>
            <p:nvPr/>
          </p:nvSpPr>
          <p:spPr>
            <a:xfrm>
              <a:off x="4254480" y="8722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0" name="pt2510"/>
            <p:cNvSpPr/>
            <p:nvPr/>
          </p:nvSpPr>
          <p:spPr>
            <a:xfrm>
              <a:off x="3845533" y="87156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1" name="pt2511"/>
            <p:cNvSpPr/>
            <p:nvPr/>
          </p:nvSpPr>
          <p:spPr>
            <a:xfrm>
              <a:off x="3815750" y="8827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2" name="pt2512"/>
            <p:cNvSpPr/>
            <p:nvPr/>
          </p:nvSpPr>
          <p:spPr>
            <a:xfrm>
              <a:off x="3817469" y="8958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3" name="pt2513"/>
            <p:cNvSpPr/>
            <p:nvPr/>
          </p:nvSpPr>
          <p:spPr>
            <a:xfrm>
              <a:off x="3901893" y="90564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4" name="pt2514"/>
            <p:cNvSpPr/>
            <p:nvPr/>
          </p:nvSpPr>
          <p:spPr>
            <a:xfrm>
              <a:off x="3941985" y="8789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5" name="pt2515"/>
            <p:cNvSpPr/>
            <p:nvPr/>
          </p:nvSpPr>
          <p:spPr>
            <a:xfrm>
              <a:off x="3983224" y="8658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6" name="pt2516"/>
            <p:cNvSpPr/>
            <p:nvPr/>
          </p:nvSpPr>
          <p:spPr>
            <a:xfrm>
              <a:off x="3886772" y="8811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7" name="pt2517"/>
            <p:cNvSpPr/>
            <p:nvPr/>
          </p:nvSpPr>
          <p:spPr>
            <a:xfrm>
              <a:off x="3810023" y="88961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8" name="pt2518"/>
            <p:cNvSpPr/>
            <p:nvPr/>
          </p:nvSpPr>
          <p:spPr>
            <a:xfrm>
              <a:off x="3963406" y="8791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9" name="pt2519"/>
            <p:cNvSpPr/>
            <p:nvPr/>
          </p:nvSpPr>
          <p:spPr>
            <a:xfrm>
              <a:off x="4075323" y="8838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0" name="pt2520"/>
            <p:cNvSpPr/>
            <p:nvPr/>
          </p:nvSpPr>
          <p:spPr>
            <a:xfrm>
              <a:off x="3825602" y="8763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1" name="pt2521"/>
            <p:cNvSpPr/>
            <p:nvPr/>
          </p:nvSpPr>
          <p:spPr>
            <a:xfrm>
              <a:off x="3828122" y="8836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2" name="pt2522"/>
            <p:cNvSpPr/>
            <p:nvPr/>
          </p:nvSpPr>
          <p:spPr>
            <a:xfrm>
              <a:off x="3831558" y="8972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3" name="pt2523"/>
            <p:cNvSpPr/>
            <p:nvPr/>
          </p:nvSpPr>
          <p:spPr>
            <a:xfrm>
              <a:off x="4023202" y="87618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4" name="pt2524"/>
            <p:cNvSpPr/>
            <p:nvPr/>
          </p:nvSpPr>
          <p:spPr>
            <a:xfrm>
              <a:off x="3874515" y="8996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5" name="pt2525"/>
            <p:cNvSpPr/>
            <p:nvPr/>
          </p:nvSpPr>
          <p:spPr>
            <a:xfrm>
              <a:off x="3936029" y="8727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6" name="pt2526"/>
            <p:cNvSpPr/>
            <p:nvPr/>
          </p:nvSpPr>
          <p:spPr>
            <a:xfrm>
              <a:off x="3915410" y="8939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7" name="pt2527"/>
            <p:cNvSpPr/>
            <p:nvPr/>
          </p:nvSpPr>
          <p:spPr>
            <a:xfrm>
              <a:off x="3955961" y="88173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8" name="pt2528"/>
            <p:cNvSpPr/>
            <p:nvPr/>
          </p:nvSpPr>
          <p:spPr>
            <a:xfrm>
              <a:off x="3929385" y="8711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9" name="pt2529"/>
            <p:cNvSpPr/>
            <p:nvPr/>
          </p:nvSpPr>
          <p:spPr>
            <a:xfrm>
              <a:off x="3815979" y="89409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0" name="pt2530"/>
            <p:cNvSpPr/>
            <p:nvPr/>
          </p:nvSpPr>
          <p:spPr>
            <a:xfrm>
              <a:off x="3993304" y="89900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1" name="pt2531"/>
            <p:cNvSpPr/>
            <p:nvPr/>
          </p:nvSpPr>
          <p:spPr>
            <a:xfrm>
              <a:off x="3816323" y="8755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2" name="pt2532"/>
            <p:cNvSpPr/>
            <p:nvPr/>
          </p:nvSpPr>
          <p:spPr>
            <a:xfrm>
              <a:off x="4057567" y="8766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3" name="pt2533"/>
            <p:cNvSpPr/>
            <p:nvPr/>
          </p:nvSpPr>
          <p:spPr>
            <a:xfrm>
              <a:off x="4061691" y="8825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4" name="pt2534"/>
            <p:cNvSpPr/>
            <p:nvPr/>
          </p:nvSpPr>
          <p:spPr>
            <a:xfrm>
              <a:off x="3816323" y="8764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5" name="pt2535"/>
            <p:cNvSpPr/>
            <p:nvPr/>
          </p:nvSpPr>
          <p:spPr>
            <a:xfrm>
              <a:off x="3848168" y="8815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6" name="pt2536"/>
            <p:cNvSpPr/>
            <p:nvPr/>
          </p:nvSpPr>
          <p:spPr>
            <a:xfrm>
              <a:off x="3868673" y="8897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7" name="pt2537"/>
            <p:cNvSpPr/>
            <p:nvPr/>
          </p:nvSpPr>
          <p:spPr>
            <a:xfrm>
              <a:off x="3928583" y="8843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8" name="pt2538"/>
            <p:cNvSpPr/>
            <p:nvPr/>
          </p:nvSpPr>
          <p:spPr>
            <a:xfrm>
              <a:off x="3844044" y="9027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9" name="pt2539"/>
            <p:cNvSpPr/>
            <p:nvPr/>
          </p:nvSpPr>
          <p:spPr>
            <a:xfrm>
              <a:off x="3958137" y="8843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0" name="pt2540"/>
            <p:cNvSpPr/>
            <p:nvPr/>
          </p:nvSpPr>
          <p:spPr>
            <a:xfrm>
              <a:off x="3925146" y="8842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1" name="pt2541"/>
            <p:cNvSpPr/>
            <p:nvPr/>
          </p:nvSpPr>
          <p:spPr>
            <a:xfrm>
              <a:off x="4059056" y="8643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2" name="pt2542"/>
            <p:cNvSpPr/>
            <p:nvPr/>
          </p:nvSpPr>
          <p:spPr>
            <a:xfrm>
              <a:off x="4239703" y="8792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3" name="pt2543"/>
            <p:cNvSpPr/>
            <p:nvPr/>
          </p:nvSpPr>
          <p:spPr>
            <a:xfrm>
              <a:off x="3825143" y="8883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4" name="pt2544"/>
            <p:cNvSpPr/>
            <p:nvPr/>
          </p:nvSpPr>
          <p:spPr>
            <a:xfrm>
              <a:off x="3811397" y="9092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5" name="pt2545"/>
            <p:cNvSpPr/>
            <p:nvPr/>
          </p:nvSpPr>
          <p:spPr>
            <a:xfrm>
              <a:off x="4068793" y="8790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6" name="pt2546"/>
            <p:cNvSpPr/>
            <p:nvPr/>
          </p:nvSpPr>
          <p:spPr>
            <a:xfrm>
              <a:off x="3808190" y="8810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7" name="pt2547"/>
            <p:cNvSpPr/>
            <p:nvPr/>
          </p:nvSpPr>
          <p:spPr>
            <a:xfrm>
              <a:off x="3819416" y="8883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8" name="pt2548"/>
            <p:cNvSpPr/>
            <p:nvPr/>
          </p:nvSpPr>
          <p:spPr>
            <a:xfrm>
              <a:off x="4090672" y="8871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9" name="pt2549"/>
            <p:cNvSpPr/>
            <p:nvPr/>
          </p:nvSpPr>
          <p:spPr>
            <a:xfrm>
              <a:off x="3920221" y="8878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0" name="pt2550"/>
            <p:cNvSpPr/>
            <p:nvPr/>
          </p:nvSpPr>
          <p:spPr>
            <a:xfrm>
              <a:off x="4180595" y="8714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1" name="pt2551"/>
            <p:cNvSpPr/>
            <p:nvPr/>
          </p:nvSpPr>
          <p:spPr>
            <a:xfrm>
              <a:off x="3822394" y="8932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2" name="pt2552"/>
            <p:cNvSpPr/>
            <p:nvPr/>
          </p:nvSpPr>
          <p:spPr>
            <a:xfrm>
              <a:off x="3914149" y="89718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3" name="pt2553"/>
            <p:cNvSpPr/>
            <p:nvPr/>
          </p:nvSpPr>
          <p:spPr>
            <a:xfrm>
              <a:off x="3856187" y="8960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4" name="pt2554"/>
            <p:cNvSpPr/>
            <p:nvPr/>
          </p:nvSpPr>
          <p:spPr>
            <a:xfrm>
              <a:off x="3904298" y="8783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5" name="pt2555"/>
            <p:cNvSpPr/>
            <p:nvPr/>
          </p:nvSpPr>
          <p:spPr>
            <a:xfrm>
              <a:off x="3826289" y="88096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6" name="pt2556"/>
            <p:cNvSpPr/>
            <p:nvPr/>
          </p:nvSpPr>
          <p:spPr>
            <a:xfrm>
              <a:off x="3823082" y="8635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7" name="pt2557"/>
            <p:cNvSpPr/>
            <p:nvPr/>
          </p:nvSpPr>
          <p:spPr>
            <a:xfrm>
              <a:off x="3813001" y="8906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8" name="pt2558"/>
            <p:cNvSpPr/>
            <p:nvPr/>
          </p:nvSpPr>
          <p:spPr>
            <a:xfrm>
              <a:off x="4073948" y="87432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9" name="pt2559"/>
            <p:cNvSpPr/>
            <p:nvPr/>
          </p:nvSpPr>
          <p:spPr>
            <a:xfrm>
              <a:off x="3874171" y="87725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0" name="pt2560"/>
            <p:cNvSpPr/>
            <p:nvPr/>
          </p:nvSpPr>
          <p:spPr>
            <a:xfrm>
              <a:off x="4029044" y="8741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1" name="pt2561"/>
            <p:cNvSpPr/>
            <p:nvPr/>
          </p:nvSpPr>
          <p:spPr>
            <a:xfrm>
              <a:off x="3824800" y="8907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2" name="pt2562"/>
            <p:cNvSpPr/>
            <p:nvPr/>
          </p:nvSpPr>
          <p:spPr>
            <a:xfrm>
              <a:off x="3823769" y="8789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3" name="pt2563"/>
            <p:cNvSpPr/>
            <p:nvPr/>
          </p:nvSpPr>
          <p:spPr>
            <a:xfrm>
              <a:off x="4230195" y="8757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4" name="pt2564"/>
            <p:cNvSpPr/>
            <p:nvPr/>
          </p:nvSpPr>
          <p:spPr>
            <a:xfrm>
              <a:off x="4109001" y="8792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5" name="pt2565"/>
            <p:cNvSpPr/>
            <p:nvPr/>
          </p:nvSpPr>
          <p:spPr>
            <a:xfrm>
              <a:off x="3811168" y="86214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6" name="pt2566"/>
            <p:cNvSpPr/>
            <p:nvPr/>
          </p:nvSpPr>
          <p:spPr>
            <a:xfrm>
              <a:off x="3815521" y="8879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7" name="pt2567"/>
            <p:cNvSpPr/>
            <p:nvPr/>
          </p:nvSpPr>
          <p:spPr>
            <a:xfrm>
              <a:off x="3824342" y="8850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8" name="pt2568"/>
            <p:cNvSpPr/>
            <p:nvPr/>
          </p:nvSpPr>
          <p:spPr>
            <a:xfrm>
              <a:off x="3814032" y="8908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9" name="pt2569"/>
            <p:cNvSpPr/>
            <p:nvPr/>
          </p:nvSpPr>
          <p:spPr>
            <a:xfrm>
              <a:off x="3824456" y="8979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0" name="pt2570"/>
            <p:cNvSpPr/>
            <p:nvPr/>
          </p:nvSpPr>
          <p:spPr>
            <a:xfrm>
              <a:off x="3821821" y="90528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1" name="pt2571"/>
            <p:cNvSpPr/>
            <p:nvPr/>
          </p:nvSpPr>
          <p:spPr>
            <a:xfrm>
              <a:off x="4359867" y="8802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2" name="pt2572"/>
            <p:cNvSpPr/>
            <p:nvPr/>
          </p:nvSpPr>
          <p:spPr>
            <a:xfrm>
              <a:off x="3897425" y="8700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3" name="pt2573"/>
            <p:cNvSpPr/>
            <p:nvPr/>
          </p:nvSpPr>
          <p:spPr>
            <a:xfrm>
              <a:off x="3822509" y="8824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4" name="pt2574"/>
            <p:cNvSpPr/>
            <p:nvPr/>
          </p:nvSpPr>
          <p:spPr>
            <a:xfrm>
              <a:off x="3813459" y="9092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5" name="pt2575"/>
            <p:cNvSpPr/>
            <p:nvPr/>
          </p:nvSpPr>
          <p:spPr>
            <a:xfrm>
              <a:off x="4071428" y="8805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6" name="pt2576"/>
            <p:cNvSpPr/>
            <p:nvPr/>
          </p:nvSpPr>
          <p:spPr>
            <a:xfrm>
              <a:off x="3814032" y="87345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7" name="pt2577"/>
            <p:cNvSpPr/>
            <p:nvPr/>
          </p:nvSpPr>
          <p:spPr>
            <a:xfrm>
              <a:off x="3890781" y="8873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8" name="rc2578"/>
            <p:cNvSpPr/>
            <p:nvPr/>
          </p:nvSpPr>
          <p:spPr>
            <a:xfrm>
              <a:off x="4484649" y="1529513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2579" name="tx2579"/>
            <p:cNvSpPr/>
            <p:nvPr/>
          </p:nvSpPr>
          <p:spPr>
            <a:xfrm>
              <a:off x="4641492" y="1692779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2580" name="tx2580"/>
            <p:cNvSpPr/>
            <p:nvPr/>
          </p:nvSpPr>
          <p:spPr>
            <a:xfrm>
              <a:off x="4540002" y="1894672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0.628***</a:t>
              </a:r>
            </a:p>
          </p:txBody>
        </p:sp>
        <p:sp>
          <p:nvSpPr>
            <p:cNvPr id="2581" name="rc2581"/>
            <p:cNvSpPr/>
            <p:nvPr/>
          </p:nvSpPr>
          <p:spPr>
            <a:xfrm>
              <a:off x="4484649" y="1529513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2" name="rc2582"/>
            <p:cNvSpPr/>
            <p:nvPr/>
          </p:nvSpPr>
          <p:spPr>
            <a:xfrm>
              <a:off x="4484649" y="2234734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3" name="pl2583"/>
            <p:cNvSpPr/>
            <p:nvPr/>
          </p:nvSpPr>
          <p:spPr>
            <a:xfrm>
              <a:off x="4484649" y="277244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4" name="pl2584"/>
            <p:cNvSpPr/>
            <p:nvPr/>
          </p:nvSpPr>
          <p:spPr>
            <a:xfrm>
              <a:off x="4484649" y="263439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5" name="pl2585"/>
            <p:cNvSpPr/>
            <p:nvPr/>
          </p:nvSpPr>
          <p:spPr>
            <a:xfrm>
              <a:off x="4484649" y="249634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6" name="pl2586"/>
            <p:cNvSpPr/>
            <p:nvPr/>
          </p:nvSpPr>
          <p:spPr>
            <a:xfrm>
              <a:off x="4484649" y="235829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7" name="pl2587"/>
            <p:cNvSpPr/>
            <p:nvPr/>
          </p:nvSpPr>
          <p:spPr>
            <a:xfrm>
              <a:off x="4630610" y="223473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8" name="pl2588"/>
            <p:cNvSpPr/>
            <p:nvPr/>
          </p:nvSpPr>
          <p:spPr>
            <a:xfrm>
              <a:off x="4835705" y="223473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9" name="pl2589"/>
            <p:cNvSpPr/>
            <p:nvPr/>
          </p:nvSpPr>
          <p:spPr>
            <a:xfrm>
              <a:off x="5040800" y="223473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0" name="pl2590"/>
            <p:cNvSpPr/>
            <p:nvPr/>
          </p:nvSpPr>
          <p:spPr>
            <a:xfrm>
              <a:off x="4484649" y="284147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1" name="pl2591"/>
            <p:cNvSpPr/>
            <p:nvPr/>
          </p:nvSpPr>
          <p:spPr>
            <a:xfrm>
              <a:off x="4484649" y="270342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2" name="pl2592"/>
            <p:cNvSpPr/>
            <p:nvPr/>
          </p:nvSpPr>
          <p:spPr>
            <a:xfrm>
              <a:off x="4484649" y="256537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3" name="pl2593"/>
            <p:cNvSpPr/>
            <p:nvPr/>
          </p:nvSpPr>
          <p:spPr>
            <a:xfrm>
              <a:off x="4484649" y="242732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4" name="pl2594"/>
            <p:cNvSpPr/>
            <p:nvPr/>
          </p:nvSpPr>
          <p:spPr>
            <a:xfrm>
              <a:off x="4484649" y="228927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5" name="pl2595"/>
            <p:cNvSpPr/>
            <p:nvPr/>
          </p:nvSpPr>
          <p:spPr>
            <a:xfrm>
              <a:off x="4528063" y="223473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6" name="pl2596"/>
            <p:cNvSpPr/>
            <p:nvPr/>
          </p:nvSpPr>
          <p:spPr>
            <a:xfrm>
              <a:off x="4733158" y="223473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7" name="pl2597"/>
            <p:cNvSpPr/>
            <p:nvPr/>
          </p:nvSpPr>
          <p:spPr>
            <a:xfrm>
              <a:off x="4938253" y="223473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8" name="pg2598"/>
            <p:cNvSpPr/>
            <p:nvPr/>
          </p:nvSpPr>
          <p:spPr>
            <a:xfrm>
              <a:off x="4513070" y="2263627"/>
              <a:ext cx="568401" cy="577847"/>
            </a:xfrm>
            <a:custGeom>
              <a:avLst/>
              <a:pathLst>
                <a:path w="568401" h="577847">
                  <a:moveTo>
                    <a:pt x="0" y="548513"/>
                  </a:moveTo>
                  <a:lnTo>
                    <a:pt x="1112" y="545332"/>
                  </a:lnTo>
                  <a:lnTo>
                    <a:pt x="2224" y="541873"/>
                  </a:lnTo>
                  <a:lnTo>
                    <a:pt x="3336" y="538123"/>
                  </a:lnTo>
                  <a:lnTo>
                    <a:pt x="4449" y="533984"/>
                  </a:lnTo>
                  <a:lnTo>
                    <a:pt x="5561" y="529471"/>
                  </a:lnTo>
                  <a:lnTo>
                    <a:pt x="6673" y="524604"/>
                  </a:lnTo>
                  <a:lnTo>
                    <a:pt x="7786" y="519369"/>
                  </a:lnTo>
                  <a:lnTo>
                    <a:pt x="8898" y="513750"/>
                  </a:lnTo>
                  <a:lnTo>
                    <a:pt x="10010" y="507610"/>
                  </a:lnTo>
                  <a:lnTo>
                    <a:pt x="11123" y="501025"/>
                  </a:lnTo>
                  <a:lnTo>
                    <a:pt x="12235" y="494006"/>
                  </a:lnTo>
                  <a:lnTo>
                    <a:pt x="13347" y="486543"/>
                  </a:lnTo>
                  <a:lnTo>
                    <a:pt x="14460" y="478627"/>
                  </a:lnTo>
                  <a:lnTo>
                    <a:pt x="15572" y="470086"/>
                  </a:lnTo>
                  <a:lnTo>
                    <a:pt x="16684" y="461072"/>
                  </a:lnTo>
                  <a:lnTo>
                    <a:pt x="17797" y="451585"/>
                  </a:lnTo>
                  <a:lnTo>
                    <a:pt x="18909" y="441625"/>
                  </a:lnTo>
                  <a:lnTo>
                    <a:pt x="20021" y="431168"/>
                  </a:lnTo>
                  <a:lnTo>
                    <a:pt x="21134" y="420105"/>
                  </a:lnTo>
                  <a:lnTo>
                    <a:pt x="22246" y="408587"/>
                  </a:lnTo>
                  <a:lnTo>
                    <a:pt x="23358" y="396624"/>
                  </a:lnTo>
                  <a:lnTo>
                    <a:pt x="24471" y="384230"/>
                  </a:lnTo>
                  <a:lnTo>
                    <a:pt x="25583" y="371379"/>
                  </a:lnTo>
                  <a:lnTo>
                    <a:pt x="26695" y="358047"/>
                  </a:lnTo>
                  <a:lnTo>
                    <a:pt x="27808" y="344360"/>
                  </a:lnTo>
                  <a:lnTo>
                    <a:pt x="28920" y="330345"/>
                  </a:lnTo>
                  <a:lnTo>
                    <a:pt x="30032" y="316028"/>
                  </a:lnTo>
                  <a:lnTo>
                    <a:pt x="31145" y="301405"/>
                  </a:lnTo>
                  <a:lnTo>
                    <a:pt x="32257" y="286528"/>
                  </a:lnTo>
                  <a:lnTo>
                    <a:pt x="33369" y="271485"/>
                  </a:lnTo>
                  <a:lnTo>
                    <a:pt x="34482" y="256315"/>
                  </a:lnTo>
                  <a:lnTo>
                    <a:pt x="35594" y="241058"/>
                  </a:lnTo>
                  <a:lnTo>
                    <a:pt x="36706" y="225763"/>
                  </a:lnTo>
                  <a:lnTo>
                    <a:pt x="37819" y="210509"/>
                  </a:lnTo>
                  <a:lnTo>
                    <a:pt x="38931" y="195348"/>
                  </a:lnTo>
                  <a:lnTo>
                    <a:pt x="40043" y="180325"/>
                  </a:lnTo>
                  <a:lnTo>
                    <a:pt x="41156" y="165489"/>
                  </a:lnTo>
                  <a:lnTo>
                    <a:pt x="42268" y="150972"/>
                  </a:lnTo>
                  <a:lnTo>
                    <a:pt x="43380" y="136812"/>
                  </a:lnTo>
                  <a:lnTo>
                    <a:pt x="44493" y="123034"/>
                  </a:lnTo>
                  <a:lnTo>
                    <a:pt x="45605" y="109684"/>
                  </a:lnTo>
                  <a:lnTo>
                    <a:pt x="46717" y="96810"/>
                  </a:lnTo>
                  <a:lnTo>
                    <a:pt x="47830" y="84647"/>
                  </a:lnTo>
                  <a:lnTo>
                    <a:pt x="48942" y="73116"/>
                  </a:lnTo>
                  <a:lnTo>
                    <a:pt x="50054" y="62237"/>
                  </a:lnTo>
                  <a:lnTo>
                    <a:pt x="51167" y="52049"/>
                  </a:lnTo>
                  <a:lnTo>
                    <a:pt x="52279" y="42601"/>
                  </a:lnTo>
                  <a:lnTo>
                    <a:pt x="53391" y="34197"/>
                  </a:lnTo>
                  <a:lnTo>
                    <a:pt x="54504" y="26620"/>
                  </a:lnTo>
                  <a:lnTo>
                    <a:pt x="55616" y="19895"/>
                  </a:lnTo>
                  <a:lnTo>
                    <a:pt x="56728" y="14047"/>
                  </a:lnTo>
                  <a:lnTo>
                    <a:pt x="57841" y="9158"/>
                  </a:lnTo>
                  <a:lnTo>
                    <a:pt x="58953" y="5455"/>
                  </a:lnTo>
                  <a:lnTo>
                    <a:pt x="60065" y="2691"/>
                  </a:lnTo>
                  <a:lnTo>
                    <a:pt x="61178" y="871"/>
                  </a:lnTo>
                  <a:lnTo>
                    <a:pt x="62290" y="0"/>
                  </a:lnTo>
                  <a:lnTo>
                    <a:pt x="63402" y="190"/>
                  </a:lnTo>
                  <a:lnTo>
                    <a:pt x="64515" y="1536"/>
                  </a:lnTo>
                  <a:lnTo>
                    <a:pt x="65627" y="3807"/>
                  </a:lnTo>
                  <a:lnTo>
                    <a:pt x="66739" y="6987"/>
                  </a:lnTo>
                  <a:lnTo>
                    <a:pt x="67852" y="11059"/>
                  </a:lnTo>
                  <a:lnTo>
                    <a:pt x="68964" y="16146"/>
                  </a:lnTo>
                  <a:lnTo>
                    <a:pt x="70076" y="22205"/>
                  </a:lnTo>
                  <a:lnTo>
                    <a:pt x="71189" y="29050"/>
                  </a:lnTo>
                  <a:lnTo>
                    <a:pt x="72301" y="36650"/>
                  </a:lnTo>
                  <a:lnTo>
                    <a:pt x="73413" y="44969"/>
                  </a:lnTo>
                  <a:lnTo>
                    <a:pt x="74526" y="54107"/>
                  </a:lnTo>
                  <a:lnTo>
                    <a:pt x="75638" y="63927"/>
                  </a:lnTo>
                  <a:lnTo>
                    <a:pt x="76750" y="74301"/>
                  </a:lnTo>
                  <a:lnTo>
                    <a:pt x="77863" y="85186"/>
                  </a:lnTo>
                  <a:lnTo>
                    <a:pt x="78975" y="96536"/>
                  </a:lnTo>
                  <a:lnTo>
                    <a:pt x="80087" y="108397"/>
                  </a:lnTo>
                  <a:lnTo>
                    <a:pt x="81200" y="120609"/>
                  </a:lnTo>
                  <a:lnTo>
                    <a:pt x="82312" y="133096"/>
                  </a:lnTo>
                  <a:lnTo>
                    <a:pt x="83424" y="145811"/>
                  </a:lnTo>
                  <a:lnTo>
                    <a:pt x="84537" y="158708"/>
                  </a:lnTo>
                  <a:lnTo>
                    <a:pt x="85649" y="171755"/>
                  </a:lnTo>
                  <a:lnTo>
                    <a:pt x="86761" y="184847"/>
                  </a:lnTo>
                  <a:lnTo>
                    <a:pt x="87874" y="197940"/>
                  </a:lnTo>
                  <a:lnTo>
                    <a:pt x="88986" y="210993"/>
                  </a:lnTo>
                  <a:lnTo>
                    <a:pt x="90098" y="223960"/>
                  </a:lnTo>
                  <a:lnTo>
                    <a:pt x="91211" y="236743"/>
                  </a:lnTo>
                  <a:lnTo>
                    <a:pt x="92323" y="249334"/>
                  </a:lnTo>
                  <a:lnTo>
                    <a:pt x="93435" y="261703"/>
                  </a:lnTo>
                  <a:lnTo>
                    <a:pt x="94548" y="273818"/>
                  </a:lnTo>
                  <a:lnTo>
                    <a:pt x="95660" y="285624"/>
                  </a:lnTo>
                  <a:lnTo>
                    <a:pt x="96772" y="297022"/>
                  </a:lnTo>
                  <a:lnTo>
                    <a:pt x="97885" y="308067"/>
                  </a:lnTo>
                  <a:lnTo>
                    <a:pt x="98997" y="318743"/>
                  </a:lnTo>
                  <a:lnTo>
                    <a:pt x="100109" y="329032"/>
                  </a:lnTo>
                  <a:lnTo>
                    <a:pt x="101222" y="338863"/>
                  </a:lnTo>
                  <a:lnTo>
                    <a:pt x="102334" y="348184"/>
                  </a:lnTo>
                  <a:lnTo>
                    <a:pt x="103446" y="357078"/>
                  </a:lnTo>
                  <a:lnTo>
                    <a:pt x="104559" y="365538"/>
                  </a:lnTo>
                  <a:lnTo>
                    <a:pt x="105671" y="373561"/>
                  </a:lnTo>
                  <a:lnTo>
                    <a:pt x="106783" y="381064"/>
                  </a:lnTo>
                  <a:lnTo>
                    <a:pt x="107896" y="388064"/>
                  </a:lnTo>
                  <a:lnTo>
                    <a:pt x="109008" y="394635"/>
                  </a:lnTo>
                  <a:lnTo>
                    <a:pt x="110120" y="400784"/>
                  </a:lnTo>
                  <a:lnTo>
                    <a:pt x="111233" y="406519"/>
                  </a:lnTo>
                  <a:lnTo>
                    <a:pt x="112345" y="411755"/>
                  </a:lnTo>
                  <a:lnTo>
                    <a:pt x="113457" y="416566"/>
                  </a:lnTo>
                  <a:lnTo>
                    <a:pt x="114570" y="421007"/>
                  </a:lnTo>
                  <a:lnTo>
                    <a:pt x="115682" y="425092"/>
                  </a:lnTo>
                  <a:lnTo>
                    <a:pt x="116794" y="428836"/>
                  </a:lnTo>
                  <a:lnTo>
                    <a:pt x="117907" y="432167"/>
                  </a:lnTo>
                  <a:lnTo>
                    <a:pt x="119019" y="435186"/>
                  </a:lnTo>
                  <a:lnTo>
                    <a:pt x="120131" y="437929"/>
                  </a:lnTo>
                  <a:lnTo>
                    <a:pt x="121244" y="440411"/>
                  </a:lnTo>
                  <a:lnTo>
                    <a:pt x="122356" y="442651"/>
                  </a:lnTo>
                  <a:lnTo>
                    <a:pt x="123468" y="444596"/>
                  </a:lnTo>
                  <a:lnTo>
                    <a:pt x="124581" y="446350"/>
                  </a:lnTo>
                  <a:lnTo>
                    <a:pt x="125693" y="447927"/>
                  </a:lnTo>
                  <a:lnTo>
                    <a:pt x="126805" y="449344"/>
                  </a:lnTo>
                  <a:lnTo>
                    <a:pt x="127918" y="450610"/>
                  </a:lnTo>
                  <a:lnTo>
                    <a:pt x="129030" y="451718"/>
                  </a:lnTo>
                  <a:lnTo>
                    <a:pt x="130142" y="452725"/>
                  </a:lnTo>
                  <a:lnTo>
                    <a:pt x="131255" y="453644"/>
                  </a:lnTo>
                  <a:lnTo>
                    <a:pt x="132367" y="454487"/>
                  </a:lnTo>
                  <a:lnTo>
                    <a:pt x="133479" y="455259"/>
                  </a:lnTo>
                  <a:lnTo>
                    <a:pt x="134592" y="455973"/>
                  </a:lnTo>
                  <a:lnTo>
                    <a:pt x="135704" y="456652"/>
                  </a:lnTo>
                  <a:lnTo>
                    <a:pt x="136816" y="457304"/>
                  </a:lnTo>
                  <a:lnTo>
                    <a:pt x="137929" y="457937"/>
                  </a:lnTo>
                  <a:lnTo>
                    <a:pt x="139041" y="458557"/>
                  </a:lnTo>
                  <a:lnTo>
                    <a:pt x="140153" y="459175"/>
                  </a:lnTo>
                  <a:lnTo>
                    <a:pt x="141266" y="459797"/>
                  </a:lnTo>
                  <a:lnTo>
                    <a:pt x="142378" y="460426"/>
                  </a:lnTo>
                  <a:lnTo>
                    <a:pt x="143490" y="461067"/>
                  </a:lnTo>
                  <a:lnTo>
                    <a:pt x="144603" y="461727"/>
                  </a:lnTo>
                  <a:lnTo>
                    <a:pt x="145715" y="462409"/>
                  </a:lnTo>
                  <a:lnTo>
                    <a:pt x="146827" y="463111"/>
                  </a:lnTo>
                  <a:lnTo>
                    <a:pt x="147940" y="463836"/>
                  </a:lnTo>
                  <a:lnTo>
                    <a:pt x="149052" y="464585"/>
                  </a:lnTo>
                  <a:lnTo>
                    <a:pt x="150164" y="465366"/>
                  </a:lnTo>
                  <a:lnTo>
                    <a:pt x="151277" y="466175"/>
                  </a:lnTo>
                  <a:lnTo>
                    <a:pt x="152389" y="467012"/>
                  </a:lnTo>
                  <a:lnTo>
                    <a:pt x="153501" y="467875"/>
                  </a:lnTo>
                  <a:lnTo>
                    <a:pt x="154614" y="468767"/>
                  </a:lnTo>
                  <a:lnTo>
                    <a:pt x="155726" y="469696"/>
                  </a:lnTo>
                  <a:lnTo>
                    <a:pt x="156838" y="470655"/>
                  </a:lnTo>
                  <a:lnTo>
                    <a:pt x="157951" y="471643"/>
                  </a:lnTo>
                  <a:lnTo>
                    <a:pt x="159063" y="472661"/>
                  </a:lnTo>
                  <a:lnTo>
                    <a:pt x="160175" y="473710"/>
                  </a:lnTo>
                  <a:lnTo>
                    <a:pt x="161288" y="474799"/>
                  </a:lnTo>
                  <a:lnTo>
                    <a:pt x="162400" y="475918"/>
                  </a:lnTo>
                  <a:lnTo>
                    <a:pt x="163512" y="477068"/>
                  </a:lnTo>
                  <a:lnTo>
                    <a:pt x="164625" y="478248"/>
                  </a:lnTo>
                  <a:lnTo>
                    <a:pt x="165737" y="479460"/>
                  </a:lnTo>
                  <a:lnTo>
                    <a:pt x="166849" y="480709"/>
                  </a:lnTo>
                  <a:lnTo>
                    <a:pt x="167962" y="481986"/>
                  </a:lnTo>
                  <a:lnTo>
                    <a:pt x="169074" y="483290"/>
                  </a:lnTo>
                  <a:lnTo>
                    <a:pt x="170186" y="484618"/>
                  </a:lnTo>
                  <a:lnTo>
                    <a:pt x="171299" y="485973"/>
                  </a:lnTo>
                  <a:lnTo>
                    <a:pt x="172411" y="487350"/>
                  </a:lnTo>
                  <a:lnTo>
                    <a:pt x="173523" y="488744"/>
                  </a:lnTo>
                  <a:lnTo>
                    <a:pt x="174636" y="490149"/>
                  </a:lnTo>
                  <a:lnTo>
                    <a:pt x="175748" y="491564"/>
                  </a:lnTo>
                  <a:lnTo>
                    <a:pt x="176860" y="492983"/>
                  </a:lnTo>
                  <a:lnTo>
                    <a:pt x="177973" y="494398"/>
                  </a:lnTo>
                  <a:lnTo>
                    <a:pt x="179085" y="495804"/>
                  </a:lnTo>
                  <a:lnTo>
                    <a:pt x="180197" y="497197"/>
                  </a:lnTo>
                  <a:lnTo>
                    <a:pt x="181310" y="498569"/>
                  </a:lnTo>
                  <a:lnTo>
                    <a:pt x="182422" y="499909"/>
                  </a:lnTo>
                  <a:lnTo>
                    <a:pt x="183534" y="501208"/>
                  </a:lnTo>
                  <a:lnTo>
                    <a:pt x="184647" y="502465"/>
                  </a:lnTo>
                  <a:lnTo>
                    <a:pt x="185759" y="503674"/>
                  </a:lnTo>
                  <a:lnTo>
                    <a:pt x="186871" y="504828"/>
                  </a:lnTo>
                  <a:lnTo>
                    <a:pt x="187984" y="505902"/>
                  </a:lnTo>
                  <a:lnTo>
                    <a:pt x="189096" y="506902"/>
                  </a:lnTo>
                  <a:lnTo>
                    <a:pt x="190208" y="507826"/>
                  </a:lnTo>
                  <a:lnTo>
                    <a:pt x="191321" y="508669"/>
                  </a:lnTo>
                  <a:lnTo>
                    <a:pt x="192433" y="509428"/>
                  </a:lnTo>
                  <a:lnTo>
                    <a:pt x="193545" y="510067"/>
                  </a:lnTo>
                  <a:lnTo>
                    <a:pt x="194658" y="510610"/>
                  </a:lnTo>
                  <a:lnTo>
                    <a:pt x="195770" y="511057"/>
                  </a:lnTo>
                  <a:lnTo>
                    <a:pt x="196882" y="511406"/>
                  </a:lnTo>
                  <a:lnTo>
                    <a:pt x="197995" y="511653"/>
                  </a:lnTo>
                  <a:lnTo>
                    <a:pt x="199107" y="511770"/>
                  </a:lnTo>
                  <a:lnTo>
                    <a:pt x="200219" y="511790"/>
                  </a:lnTo>
                  <a:lnTo>
                    <a:pt x="201332" y="511714"/>
                  </a:lnTo>
                  <a:lnTo>
                    <a:pt x="202444" y="511546"/>
                  </a:lnTo>
                  <a:lnTo>
                    <a:pt x="203556" y="511281"/>
                  </a:lnTo>
                  <a:lnTo>
                    <a:pt x="204669" y="510910"/>
                  </a:lnTo>
                  <a:lnTo>
                    <a:pt x="205781" y="510464"/>
                  </a:lnTo>
                  <a:lnTo>
                    <a:pt x="206893" y="509947"/>
                  </a:lnTo>
                  <a:lnTo>
                    <a:pt x="208006" y="509365"/>
                  </a:lnTo>
                  <a:lnTo>
                    <a:pt x="209118" y="508720"/>
                  </a:lnTo>
                  <a:lnTo>
                    <a:pt x="210230" y="508018"/>
                  </a:lnTo>
                  <a:lnTo>
                    <a:pt x="211343" y="507282"/>
                  </a:lnTo>
                  <a:lnTo>
                    <a:pt x="212455" y="506517"/>
                  </a:lnTo>
                  <a:lnTo>
                    <a:pt x="213567" y="505733"/>
                  </a:lnTo>
                  <a:lnTo>
                    <a:pt x="214680" y="504937"/>
                  </a:lnTo>
                  <a:lnTo>
                    <a:pt x="215792" y="504146"/>
                  </a:lnTo>
                  <a:lnTo>
                    <a:pt x="216904" y="503367"/>
                  </a:lnTo>
                  <a:lnTo>
                    <a:pt x="218017" y="502610"/>
                  </a:lnTo>
                  <a:lnTo>
                    <a:pt x="219129" y="501882"/>
                  </a:lnTo>
                  <a:lnTo>
                    <a:pt x="220241" y="501202"/>
                  </a:lnTo>
                  <a:lnTo>
                    <a:pt x="221354" y="500578"/>
                  </a:lnTo>
                  <a:lnTo>
                    <a:pt x="222466" y="500011"/>
                  </a:lnTo>
                  <a:lnTo>
                    <a:pt x="223578" y="499507"/>
                  </a:lnTo>
                  <a:lnTo>
                    <a:pt x="224691" y="499073"/>
                  </a:lnTo>
                  <a:lnTo>
                    <a:pt x="225803" y="498737"/>
                  </a:lnTo>
                  <a:lnTo>
                    <a:pt x="226915" y="498488"/>
                  </a:lnTo>
                  <a:lnTo>
                    <a:pt x="228028" y="498325"/>
                  </a:lnTo>
                  <a:lnTo>
                    <a:pt x="229140" y="498251"/>
                  </a:lnTo>
                  <a:lnTo>
                    <a:pt x="230252" y="498268"/>
                  </a:lnTo>
                  <a:lnTo>
                    <a:pt x="231365" y="498410"/>
                  </a:lnTo>
                  <a:lnTo>
                    <a:pt x="232477" y="498646"/>
                  </a:lnTo>
                  <a:lnTo>
                    <a:pt x="233589" y="498976"/>
                  </a:lnTo>
                  <a:lnTo>
                    <a:pt x="234702" y="499399"/>
                  </a:lnTo>
                  <a:lnTo>
                    <a:pt x="235814" y="499917"/>
                  </a:lnTo>
                  <a:lnTo>
                    <a:pt x="236926" y="500550"/>
                  </a:lnTo>
                  <a:lnTo>
                    <a:pt x="238039" y="501267"/>
                  </a:lnTo>
                  <a:lnTo>
                    <a:pt x="239151" y="502064"/>
                  </a:lnTo>
                  <a:lnTo>
                    <a:pt x="240263" y="502937"/>
                  </a:lnTo>
                  <a:lnTo>
                    <a:pt x="241376" y="503889"/>
                  </a:lnTo>
                  <a:lnTo>
                    <a:pt x="242488" y="504921"/>
                  </a:lnTo>
                  <a:lnTo>
                    <a:pt x="243600" y="506010"/>
                  </a:lnTo>
                  <a:lnTo>
                    <a:pt x="244713" y="507150"/>
                  </a:lnTo>
                  <a:lnTo>
                    <a:pt x="245825" y="508335"/>
                  </a:lnTo>
                  <a:lnTo>
                    <a:pt x="246937" y="509564"/>
                  </a:lnTo>
                  <a:lnTo>
                    <a:pt x="248049" y="510826"/>
                  </a:lnTo>
                  <a:lnTo>
                    <a:pt x="249162" y="512108"/>
                  </a:lnTo>
                  <a:lnTo>
                    <a:pt x="250274" y="513403"/>
                  </a:lnTo>
                  <a:lnTo>
                    <a:pt x="251386" y="514705"/>
                  </a:lnTo>
                  <a:lnTo>
                    <a:pt x="252499" y="516005"/>
                  </a:lnTo>
                  <a:lnTo>
                    <a:pt x="253611" y="517291"/>
                  </a:lnTo>
                  <a:lnTo>
                    <a:pt x="254723" y="518558"/>
                  </a:lnTo>
                  <a:lnTo>
                    <a:pt x="255836" y="519799"/>
                  </a:lnTo>
                  <a:lnTo>
                    <a:pt x="256948" y="521010"/>
                  </a:lnTo>
                  <a:lnTo>
                    <a:pt x="258060" y="522171"/>
                  </a:lnTo>
                  <a:lnTo>
                    <a:pt x="259173" y="523282"/>
                  </a:lnTo>
                  <a:lnTo>
                    <a:pt x="260285" y="524341"/>
                  </a:lnTo>
                  <a:lnTo>
                    <a:pt x="261397" y="525344"/>
                  </a:lnTo>
                  <a:lnTo>
                    <a:pt x="262510" y="526286"/>
                  </a:lnTo>
                  <a:lnTo>
                    <a:pt x="263622" y="527144"/>
                  </a:lnTo>
                  <a:lnTo>
                    <a:pt x="264734" y="527929"/>
                  </a:lnTo>
                  <a:lnTo>
                    <a:pt x="265847" y="528644"/>
                  </a:lnTo>
                  <a:lnTo>
                    <a:pt x="266959" y="529287"/>
                  </a:lnTo>
                  <a:lnTo>
                    <a:pt x="268071" y="529855"/>
                  </a:lnTo>
                  <a:lnTo>
                    <a:pt x="269184" y="530324"/>
                  </a:lnTo>
                  <a:lnTo>
                    <a:pt x="270296" y="530720"/>
                  </a:lnTo>
                  <a:lnTo>
                    <a:pt x="271408" y="531045"/>
                  </a:lnTo>
                  <a:lnTo>
                    <a:pt x="272521" y="531300"/>
                  </a:lnTo>
                  <a:lnTo>
                    <a:pt x="273633" y="531482"/>
                  </a:lnTo>
                  <a:lnTo>
                    <a:pt x="274745" y="531584"/>
                  </a:lnTo>
                  <a:lnTo>
                    <a:pt x="275858" y="531629"/>
                  </a:lnTo>
                  <a:lnTo>
                    <a:pt x="276970" y="531619"/>
                  </a:lnTo>
                  <a:lnTo>
                    <a:pt x="278082" y="531561"/>
                  </a:lnTo>
                  <a:lnTo>
                    <a:pt x="279195" y="531454"/>
                  </a:lnTo>
                  <a:lnTo>
                    <a:pt x="280307" y="531304"/>
                  </a:lnTo>
                  <a:lnTo>
                    <a:pt x="281419" y="531126"/>
                  </a:lnTo>
                  <a:lnTo>
                    <a:pt x="282532" y="530926"/>
                  </a:lnTo>
                  <a:lnTo>
                    <a:pt x="283644" y="530711"/>
                  </a:lnTo>
                  <a:lnTo>
                    <a:pt x="284756" y="530486"/>
                  </a:lnTo>
                  <a:lnTo>
                    <a:pt x="285869" y="530261"/>
                  </a:lnTo>
                  <a:lnTo>
                    <a:pt x="286981" y="530045"/>
                  </a:lnTo>
                  <a:lnTo>
                    <a:pt x="288093" y="529843"/>
                  </a:lnTo>
                  <a:lnTo>
                    <a:pt x="289206" y="529660"/>
                  </a:lnTo>
                  <a:lnTo>
                    <a:pt x="290318" y="529509"/>
                  </a:lnTo>
                  <a:lnTo>
                    <a:pt x="291430" y="529395"/>
                  </a:lnTo>
                  <a:lnTo>
                    <a:pt x="292543" y="529320"/>
                  </a:lnTo>
                  <a:lnTo>
                    <a:pt x="293655" y="529286"/>
                  </a:lnTo>
                  <a:lnTo>
                    <a:pt x="294767" y="529298"/>
                  </a:lnTo>
                  <a:lnTo>
                    <a:pt x="295880" y="529373"/>
                  </a:lnTo>
                  <a:lnTo>
                    <a:pt x="296992" y="529504"/>
                  </a:lnTo>
                  <a:lnTo>
                    <a:pt x="298104" y="529689"/>
                  </a:lnTo>
                  <a:lnTo>
                    <a:pt x="299217" y="529929"/>
                  </a:lnTo>
                  <a:lnTo>
                    <a:pt x="300329" y="530224"/>
                  </a:lnTo>
                  <a:lnTo>
                    <a:pt x="301441" y="530592"/>
                  </a:lnTo>
                  <a:lnTo>
                    <a:pt x="302554" y="531015"/>
                  </a:lnTo>
                  <a:lnTo>
                    <a:pt x="303666" y="531490"/>
                  </a:lnTo>
                  <a:lnTo>
                    <a:pt x="304778" y="532016"/>
                  </a:lnTo>
                  <a:lnTo>
                    <a:pt x="305891" y="532591"/>
                  </a:lnTo>
                  <a:lnTo>
                    <a:pt x="307003" y="533226"/>
                  </a:lnTo>
                  <a:lnTo>
                    <a:pt x="308115" y="533901"/>
                  </a:lnTo>
                  <a:lnTo>
                    <a:pt x="309228" y="534613"/>
                  </a:lnTo>
                  <a:lnTo>
                    <a:pt x="310340" y="535359"/>
                  </a:lnTo>
                  <a:lnTo>
                    <a:pt x="311452" y="536139"/>
                  </a:lnTo>
                  <a:lnTo>
                    <a:pt x="312565" y="536951"/>
                  </a:lnTo>
                  <a:lnTo>
                    <a:pt x="313677" y="537784"/>
                  </a:lnTo>
                  <a:lnTo>
                    <a:pt x="314789" y="538635"/>
                  </a:lnTo>
                  <a:lnTo>
                    <a:pt x="315902" y="539500"/>
                  </a:lnTo>
                  <a:lnTo>
                    <a:pt x="317014" y="540376"/>
                  </a:lnTo>
                  <a:lnTo>
                    <a:pt x="318126" y="541261"/>
                  </a:lnTo>
                  <a:lnTo>
                    <a:pt x="319239" y="542148"/>
                  </a:lnTo>
                  <a:lnTo>
                    <a:pt x="320351" y="543035"/>
                  </a:lnTo>
                  <a:lnTo>
                    <a:pt x="321463" y="543919"/>
                  </a:lnTo>
                  <a:lnTo>
                    <a:pt x="322576" y="544798"/>
                  </a:lnTo>
                  <a:lnTo>
                    <a:pt x="323688" y="545669"/>
                  </a:lnTo>
                  <a:lnTo>
                    <a:pt x="324800" y="546529"/>
                  </a:lnTo>
                  <a:lnTo>
                    <a:pt x="325913" y="547379"/>
                  </a:lnTo>
                  <a:lnTo>
                    <a:pt x="327025" y="548216"/>
                  </a:lnTo>
                  <a:lnTo>
                    <a:pt x="328137" y="549037"/>
                  </a:lnTo>
                  <a:lnTo>
                    <a:pt x="329250" y="549841"/>
                  </a:lnTo>
                  <a:lnTo>
                    <a:pt x="330362" y="550629"/>
                  </a:lnTo>
                  <a:lnTo>
                    <a:pt x="331474" y="551401"/>
                  </a:lnTo>
                  <a:lnTo>
                    <a:pt x="332587" y="552156"/>
                  </a:lnTo>
                  <a:lnTo>
                    <a:pt x="333699" y="552889"/>
                  </a:lnTo>
                  <a:lnTo>
                    <a:pt x="334811" y="553602"/>
                  </a:lnTo>
                  <a:lnTo>
                    <a:pt x="335924" y="554297"/>
                  </a:lnTo>
                  <a:lnTo>
                    <a:pt x="337036" y="554973"/>
                  </a:lnTo>
                  <a:lnTo>
                    <a:pt x="338148" y="555630"/>
                  </a:lnTo>
                  <a:lnTo>
                    <a:pt x="339261" y="556260"/>
                  </a:lnTo>
                  <a:lnTo>
                    <a:pt x="340373" y="556869"/>
                  </a:lnTo>
                  <a:lnTo>
                    <a:pt x="341485" y="557458"/>
                  </a:lnTo>
                  <a:lnTo>
                    <a:pt x="342598" y="558024"/>
                  </a:lnTo>
                  <a:lnTo>
                    <a:pt x="343710" y="558567"/>
                  </a:lnTo>
                  <a:lnTo>
                    <a:pt x="344822" y="559080"/>
                  </a:lnTo>
                  <a:lnTo>
                    <a:pt x="345935" y="559569"/>
                  </a:lnTo>
                  <a:lnTo>
                    <a:pt x="347047" y="560033"/>
                  </a:lnTo>
                  <a:lnTo>
                    <a:pt x="348159" y="560471"/>
                  </a:lnTo>
                  <a:lnTo>
                    <a:pt x="349272" y="560880"/>
                  </a:lnTo>
                  <a:lnTo>
                    <a:pt x="350384" y="561255"/>
                  </a:lnTo>
                  <a:lnTo>
                    <a:pt x="351496" y="561602"/>
                  </a:lnTo>
                  <a:lnTo>
                    <a:pt x="352609" y="561920"/>
                  </a:lnTo>
                  <a:lnTo>
                    <a:pt x="353721" y="562208"/>
                  </a:lnTo>
                  <a:lnTo>
                    <a:pt x="354833" y="562461"/>
                  </a:lnTo>
                  <a:lnTo>
                    <a:pt x="355946" y="562679"/>
                  </a:lnTo>
                  <a:lnTo>
                    <a:pt x="357058" y="562866"/>
                  </a:lnTo>
                  <a:lnTo>
                    <a:pt x="358170" y="563022"/>
                  </a:lnTo>
                  <a:lnTo>
                    <a:pt x="359283" y="563148"/>
                  </a:lnTo>
                  <a:lnTo>
                    <a:pt x="360395" y="563237"/>
                  </a:lnTo>
                  <a:lnTo>
                    <a:pt x="361507" y="563294"/>
                  </a:lnTo>
                  <a:lnTo>
                    <a:pt x="362620" y="563322"/>
                  </a:lnTo>
                  <a:lnTo>
                    <a:pt x="363732" y="563324"/>
                  </a:lnTo>
                  <a:lnTo>
                    <a:pt x="364844" y="563299"/>
                  </a:lnTo>
                  <a:lnTo>
                    <a:pt x="365957" y="563245"/>
                  </a:lnTo>
                  <a:lnTo>
                    <a:pt x="367069" y="563167"/>
                  </a:lnTo>
                  <a:lnTo>
                    <a:pt x="368181" y="563070"/>
                  </a:lnTo>
                  <a:lnTo>
                    <a:pt x="369294" y="562956"/>
                  </a:lnTo>
                  <a:lnTo>
                    <a:pt x="370406" y="562827"/>
                  </a:lnTo>
                  <a:lnTo>
                    <a:pt x="371518" y="562683"/>
                  </a:lnTo>
                  <a:lnTo>
                    <a:pt x="372631" y="562531"/>
                  </a:lnTo>
                  <a:lnTo>
                    <a:pt x="373743" y="562374"/>
                  </a:lnTo>
                  <a:lnTo>
                    <a:pt x="374855" y="562215"/>
                  </a:lnTo>
                  <a:lnTo>
                    <a:pt x="375968" y="562056"/>
                  </a:lnTo>
                  <a:lnTo>
                    <a:pt x="377080" y="561904"/>
                  </a:lnTo>
                  <a:lnTo>
                    <a:pt x="378192" y="561759"/>
                  </a:lnTo>
                  <a:lnTo>
                    <a:pt x="379305" y="561625"/>
                  </a:lnTo>
                  <a:lnTo>
                    <a:pt x="380417" y="561504"/>
                  </a:lnTo>
                  <a:lnTo>
                    <a:pt x="381529" y="561400"/>
                  </a:lnTo>
                  <a:lnTo>
                    <a:pt x="382642" y="561319"/>
                  </a:lnTo>
                  <a:lnTo>
                    <a:pt x="383754" y="561259"/>
                  </a:lnTo>
                  <a:lnTo>
                    <a:pt x="384866" y="561222"/>
                  </a:lnTo>
                  <a:lnTo>
                    <a:pt x="385979" y="561208"/>
                  </a:lnTo>
                  <a:lnTo>
                    <a:pt x="387091" y="561221"/>
                  </a:lnTo>
                  <a:lnTo>
                    <a:pt x="388203" y="561265"/>
                  </a:lnTo>
                  <a:lnTo>
                    <a:pt x="389316" y="561334"/>
                  </a:lnTo>
                  <a:lnTo>
                    <a:pt x="390428" y="561428"/>
                  </a:lnTo>
                  <a:lnTo>
                    <a:pt x="391540" y="561546"/>
                  </a:lnTo>
                  <a:lnTo>
                    <a:pt x="392653" y="561692"/>
                  </a:lnTo>
                  <a:lnTo>
                    <a:pt x="393765" y="561863"/>
                  </a:lnTo>
                  <a:lnTo>
                    <a:pt x="394877" y="562052"/>
                  </a:lnTo>
                  <a:lnTo>
                    <a:pt x="395990" y="562259"/>
                  </a:lnTo>
                  <a:lnTo>
                    <a:pt x="397102" y="562481"/>
                  </a:lnTo>
                  <a:lnTo>
                    <a:pt x="398214" y="562718"/>
                  </a:lnTo>
                  <a:lnTo>
                    <a:pt x="399327" y="562965"/>
                  </a:lnTo>
                  <a:lnTo>
                    <a:pt x="400439" y="563216"/>
                  </a:lnTo>
                  <a:lnTo>
                    <a:pt x="401551" y="563470"/>
                  </a:lnTo>
                  <a:lnTo>
                    <a:pt x="402664" y="563724"/>
                  </a:lnTo>
                  <a:lnTo>
                    <a:pt x="403776" y="563972"/>
                  </a:lnTo>
                  <a:lnTo>
                    <a:pt x="404888" y="564212"/>
                  </a:lnTo>
                  <a:lnTo>
                    <a:pt x="406001" y="564441"/>
                  </a:lnTo>
                  <a:lnTo>
                    <a:pt x="407113" y="564657"/>
                  </a:lnTo>
                  <a:lnTo>
                    <a:pt x="408225" y="564857"/>
                  </a:lnTo>
                  <a:lnTo>
                    <a:pt x="409338" y="565033"/>
                  </a:lnTo>
                  <a:lnTo>
                    <a:pt x="410450" y="565189"/>
                  </a:lnTo>
                  <a:lnTo>
                    <a:pt x="411562" y="565322"/>
                  </a:lnTo>
                  <a:lnTo>
                    <a:pt x="412675" y="565434"/>
                  </a:lnTo>
                  <a:lnTo>
                    <a:pt x="413787" y="565521"/>
                  </a:lnTo>
                  <a:lnTo>
                    <a:pt x="414899" y="565577"/>
                  </a:lnTo>
                  <a:lnTo>
                    <a:pt x="416012" y="565610"/>
                  </a:lnTo>
                  <a:lnTo>
                    <a:pt x="417124" y="565621"/>
                  </a:lnTo>
                  <a:lnTo>
                    <a:pt x="418236" y="565611"/>
                  </a:lnTo>
                  <a:lnTo>
                    <a:pt x="419349" y="565579"/>
                  </a:lnTo>
                  <a:lnTo>
                    <a:pt x="420461" y="565525"/>
                  </a:lnTo>
                  <a:lnTo>
                    <a:pt x="421573" y="565457"/>
                  </a:lnTo>
                  <a:lnTo>
                    <a:pt x="422686" y="565376"/>
                  </a:lnTo>
                  <a:lnTo>
                    <a:pt x="423798" y="565286"/>
                  </a:lnTo>
                  <a:lnTo>
                    <a:pt x="424910" y="565188"/>
                  </a:lnTo>
                  <a:lnTo>
                    <a:pt x="426023" y="565087"/>
                  </a:lnTo>
                  <a:lnTo>
                    <a:pt x="427135" y="564988"/>
                  </a:lnTo>
                  <a:lnTo>
                    <a:pt x="428247" y="564893"/>
                  </a:lnTo>
                  <a:lnTo>
                    <a:pt x="429360" y="564805"/>
                  </a:lnTo>
                  <a:lnTo>
                    <a:pt x="430472" y="564730"/>
                  </a:lnTo>
                  <a:lnTo>
                    <a:pt x="431584" y="564672"/>
                  </a:lnTo>
                  <a:lnTo>
                    <a:pt x="432697" y="564631"/>
                  </a:lnTo>
                  <a:lnTo>
                    <a:pt x="433809" y="564611"/>
                  </a:lnTo>
                  <a:lnTo>
                    <a:pt x="434921" y="564612"/>
                  </a:lnTo>
                  <a:lnTo>
                    <a:pt x="436034" y="564644"/>
                  </a:lnTo>
                  <a:lnTo>
                    <a:pt x="437146" y="564705"/>
                  </a:lnTo>
                  <a:lnTo>
                    <a:pt x="438258" y="564793"/>
                  </a:lnTo>
                  <a:lnTo>
                    <a:pt x="439371" y="564909"/>
                  </a:lnTo>
                  <a:lnTo>
                    <a:pt x="440483" y="565054"/>
                  </a:lnTo>
                  <a:lnTo>
                    <a:pt x="441595" y="565235"/>
                  </a:lnTo>
                  <a:lnTo>
                    <a:pt x="442708" y="565446"/>
                  </a:lnTo>
                  <a:lnTo>
                    <a:pt x="443820" y="565683"/>
                  </a:lnTo>
                  <a:lnTo>
                    <a:pt x="444932" y="565946"/>
                  </a:lnTo>
                  <a:lnTo>
                    <a:pt x="446045" y="566233"/>
                  </a:lnTo>
                  <a:lnTo>
                    <a:pt x="447157" y="566549"/>
                  </a:lnTo>
                  <a:lnTo>
                    <a:pt x="448269" y="566885"/>
                  </a:lnTo>
                  <a:lnTo>
                    <a:pt x="449382" y="567237"/>
                  </a:lnTo>
                  <a:lnTo>
                    <a:pt x="450494" y="567603"/>
                  </a:lnTo>
                  <a:lnTo>
                    <a:pt x="451606" y="567981"/>
                  </a:lnTo>
                  <a:lnTo>
                    <a:pt x="452719" y="568370"/>
                  </a:lnTo>
                  <a:lnTo>
                    <a:pt x="453831" y="568763"/>
                  </a:lnTo>
                  <a:lnTo>
                    <a:pt x="454943" y="569158"/>
                  </a:lnTo>
                  <a:lnTo>
                    <a:pt x="456056" y="569552"/>
                  </a:lnTo>
                  <a:lnTo>
                    <a:pt x="457168" y="569942"/>
                  </a:lnTo>
                  <a:lnTo>
                    <a:pt x="458280" y="570324"/>
                  </a:lnTo>
                  <a:lnTo>
                    <a:pt x="459393" y="570695"/>
                  </a:lnTo>
                  <a:lnTo>
                    <a:pt x="460505" y="571055"/>
                  </a:lnTo>
                  <a:lnTo>
                    <a:pt x="461617" y="571402"/>
                  </a:lnTo>
                  <a:lnTo>
                    <a:pt x="462730" y="571730"/>
                  </a:lnTo>
                  <a:lnTo>
                    <a:pt x="463842" y="572038"/>
                  </a:lnTo>
                  <a:lnTo>
                    <a:pt x="464954" y="572327"/>
                  </a:lnTo>
                  <a:lnTo>
                    <a:pt x="466067" y="572597"/>
                  </a:lnTo>
                  <a:lnTo>
                    <a:pt x="467179" y="572847"/>
                  </a:lnTo>
                  <a:lnTo>
                    <a:pt x="468291" y="573071"/>
                  </a:lnTo>
                  <a:lnTo>
                    <a:pt x="469404" y="573273"/>
                  </a:lnTo>
                  <a:lnTo>
                    <a:pt x="470516" y="573454"/>
                  </a:lnTo>
                  <a:lnTo>
                    <a:pt x="471628" y="573615"/>
                  </a:lnTo>
                  <a:lnTo>
                    <a:pt x="472741" y="573757"/>
                  </a:lnTo>
                  <a:lnTo>
                    <a:pt x="473853" y="573876"/>
                  </a:lnTo>
                  <a:lnTo>
                    <a:pt x="474965" y="573977"/>
                  </a:lnTo>
                  <a:lnTo>
                    <a:pt x="476078" y="574063"/>
                  </a:lnTo>
                  <a:lnTo>
                    <a:pt x="477190" y="574134"/>
                  </a:lnTo>
                  <a:lnTo>
                    <a:pt x="478302" y="574192"/>
                  </a:lnTo>
                  <a:lnTo>
                    <a:pt x="479415" y="574236"/>
                  </a:lnTo>
                  <a:lnTo>
                    <a:pt x="480527" y="574271"/>
                  </a:lnTo>
                  <a:lnTo>
                    <a:pt x="481639" y="574298"/>
                  </a:lnTo>
                  <a:lnTo>
                    <a:pt x="482752" y="574319"/>
                  </a:lnTo>
                  <a:lnTo>
                    <a:pt x="483864" y="574336"/>
                  </a:lnTo>
                  <a:lnTo>
                    <a:pt x="484976" y="574349"/>
                  </a:lnTo>
                  <a:lnTo>
                    <a:pt x="486089" y="574362"/>
                  </a:lnTo>
                  <a:lnTo>
                    <a:pt x="487201" y="574375"/>
                  </a:lnTo>
                  <a:lnTo>
                    <a:pt x="488313" y="574391"/>
                  </a:lnTo>
                  <a:lnTo>
                    <a:pt x="489426" y="574409"/>
                  </a:lnTo>
                  <a:lnTo>
                    <a:pt x="490538" y="574432"/>
                  </a:lnTo>
                  <a:lnTo>
                    <a:pt x="491650" y="574461"/>
                  </a:lnTo>
                  <a:lnTo>
                    <a:pt x="492762" y="574495"/>
                  </a:lnTo>
                  <a:lnTo>
                    <a:pt x="493875" y="574536"/>
                  </a:lnTo>
                  <a:lnTo>
                    <a:pt x="494987" y="574583"/>
                  </a:lnTo>
                  <a:lnTo>
                    <a:pt x="496099" y="574640"/>
                  </a:lnTo>
                  <a:lnTo>
                    <a:pt x="497212" y="574703"/>
                  </a:lnTo>
                  <a:lnTo>
                    <a:pt x="498324" y="574773"/>
                  </a:lnTo>
                  <a:lnTo>
                    <a:pt x="499436" y="574850"/>
                  </a:lnTo>
                  <a:lnTo>
                    <a:pt x="500549" y="574934"/>
                  </a:lnTo>
                  <a:lnTo>
                    <a:pt x="501661" y="575025"/>
                  </a:lnTo>
                  <a:lnTo>
                    <a:pt x="502773" y="575121"/>
                  </a:lnTo>
                  <a:lnTo>
                    <a:pt x="503886" y="575222"/>
                  </a:lnTo>
                  <a:lnTo>
                    <a:pt x="504998" y="575327"/>
                  </a:lnTo>
                  <a:lnTo>
                    <a:pt x="506110" y="575436"/>
                  </a:lnTo>
                  <a:lnTo>
                    <a:pt x="507223" y="575547"/>
                  </a:lnTo>
                  <a:lnTo>
                    <a:pt x="508335" y="575660"/>
                  </a:lnTo>
                  <a:lnTo>
                    <a:pt x="509447" y="575774"/>
                  </a:lnTo>
                  <a:lnTo>
                    <a:pt x="510560" y="575887"/>
                  </a:lnTo>
                  <a:lnTo>
                    <a:pt x="511672" y="576000"/>
                  </a:lnTo>
                  <a:lnTo>
                    <a:pt x="512784" y="576110"/>
                  </a:lnTo>
                  <a:lnTo>
                    <a:pt x="513897" y="576218"/>
                  </a:lnTo>
                  <a:lnTo>
                    <a:pt x="515009" y="576322"/>
                  </a:lnTo>
                  <a:lnTo>
                    <a:pt x="516121" y="576422"/>
                  </a:lnTo>
                  <a:lnTo>
                    <a:pt x="517234" y="576517"/>
                  </a:lnTo>
                  <a:lnTo>
                    <a:pt x="518346" y="576606"/>
                  </a:lnTo>
                  <a:lnTo>
                    <a:pt x="519458" y="576689"/>
                  </a:lnTo>
                  <a:lnTo>
                    <a:pt x="520571" y="576765"/>
                  </a:lnTo>
                  <a:lnTo>
                    <a:pt x="521683" y="576835"/>
                  </a:lnTo>
                  <a:lnTo>
                    <a:pt x="522795" y="576896"/>
                  </a:lnTo>
                  <a:lnTo>
                    <a:pt x="523908" y="576949"/>
                  </a:lnTo>
                  <a:lnTo>
                    <a:pt x="525020" y="576995"/>
                  </a:lnTo>
                  <a:lnTo>
                    <a:pt x="526132" y="577033"/>
                  </a:lnTo>
                  <a:lnTo>
                    <a:pt x="527245" y="577062"/>
                  </a:lnTo>
                  <a:lnTo>
                    <a:pt x="528357" y="577081"/>
                  </a:lnTo>
                  <a:lnTo>
                    <a:pt x="529469" y="577091"/>
                  </a:lnTo>
                  <a:lnTo>
                    <a:pt x="530582" y="577093"/>
                  </a:lnTo>
                  <a:lnTo>
                    <a:pt x="531694" y="577087"/>
                  </a:lnTo>
                  <a:lnTo>
                    <a:pt x="532806" y="577072"/>
                  </a:lnTo>
                  <a:lnTo>
                    <a:pt x="533919" y="577046"/>
                  </a:lnTo>
                  <a:lnTo>
                    <a:pt x="535031" y="577013"/>
                  </a:lnTo>
                  <a:lnTo>
                    <a:pt x="536143" y="576971"/>
                  </a:lnTo>
                  <a:lnTo>
                    <a:pt x="537256" y="576922"/>
                  </a:lnTo>
                  <a:lnTo>
                    <a:pt x="538368" y="576864"/>
                  </a:lnTo>
                  <a:lnTo>
                    <a:pt x="539480" y="576798"/>
                  </a:lnTo>
                  <a:lnTo>
                    <a:pt x="540593" y="576725"/>
                  </a:lnTo>
                  <a:lnTo>
                    <a:pt x="541705" y="576645"/>
                  </a:lnTo>
                  <a:lnTo>
                    <a:pt x="542817" y="576560"/>
                  </a:lnTo>
                  <a:lnTo>
                    <a:pt x="543930" y="576468"/>
                  </a:lnTo>
                  <a:lnTo>
                    <a:pt x="545042" y="576370"/>
                  </a:lnTo>
                  <a:lnTo>
                    <a:pt x="546154" y="576269"/>
                  </a:lnTo>
                  <a:lnTo>
                    <a:pt x="547267" y="576164"/>
                  </a:lnTo>
                  <a:lnTo>
                    <a:pt x="548379" y="576056"/>
                  </a:lnTo>
                  <a:lnTo>
                    <a:pt x="549491" y="575946"/>
                  </a:lnTo>
                  <a:lnTo>
                    <a:pt x="550604" y="575834"/>
                  </a:lnTo>
                  <a:lnTo>
                    <a:pt x="551716" y="575723"/>
                  </a:lnTo>
                  <a:lnTo>
                    <a:pt x="552828" y="575612"/>
                  </a:lnTo>
                  <a:lnTo>
                    <a:pt x="553941" y="575503"/>
                  </a:lnTo>
                  <a:lnTo>
                    <a:pt x="555053" y="575398"/>
                  </a:lnTo>
                  <a:lnTo>
                    <a:pt x="556165" y="575296"/>
                  </a:lnTo>
                  <a:lnTo>
                    <a:pt x="557278" y="575199"/>
                  </a:lnTo>
                  <a:lnTo>
                    <a:pt x="558390" y="575107"/>
                  </a:lnTo>
                  <a:lnTo>
                    <a:pt x="559502" y="575022"/>
                  </a:lnTo>
                  <a:lnTo>
                    <a:pt x="560615" y="574946"/>
                  </a:lnTo>
                  <a:lnTo>
                    <a:pt x="561727" y="574878"/>
                  </a:lnTo>
                  <a:lnTo>
                    <a:pt x="562839" y="574818"/>
                  </a:lnTo>
                  <a:lnTo>
                    <a:pt x="563952" y="574768"/>
                  </a:lnTo>
                  <a:lnTo>
                    <a:pt x="565064" y="574729"/>
                  </a:lnTo>
                  <a:lnTo>
                    <a:pt x="566176" y="574702"/>
                  </a:lnTo>
                  <a:lnTo>
                    <a:pt x="567289" y="574685"/>
                  </a:lnTo>
                  <a:lnTo>
                    <a:pt x="568401" y="574680"/>
                  </a:lnTo>
                  <a:lnTo>
                    <a:pt x="568401" y="577847"/>
                  </a:lnTo>
                  <a:lnTo>
                    <a:pt x="567289" y="577847"/>
                  </a:lnTo>
                  <a:lnTo>
                    <a:pt x="566176" y="577847"/>
                  </a:lnTo>
                  <a:lnTo>
                    <a:pt x="565064" y="577847"/>
                  </a:lnTo>
                  <a:lnTo>
                    <a:pt x="563952" y="577847"/>
                  </a:lnTo>
                  <a:lnTo>
                    <a:pt x="562839" y="577847"/>
                  </a:lnTo>
                  <a:lnTo>
                    <a:pt x="561727" y="577847"/>
                  </a:lnTo>
                  <a:lnTo>
                    <a:pt x="560615" y="577847"/>
                  </a:lnTo>
                  <a:lnTo>
                    <a:pt x="559502" y="577847"/>
                  </a:lnTo>
                  <a:lnTo>
                    <a:pt x="558390" y="577847"/>
                  </a:lnTo>
                  <a:lnTo>
                    <a:pt x="557278" y="577847"/>
                  </a:lnTo>
                  <a:lnTo>
                    <a:pt x="556165" y="577847"/>
                  </a:lnTo>
                  <a:lnTo>
                    <a:pt x="555053" y="577847"/>
                  </a:lnTo>
                  <a:lnTo>
                    <a:pt x="553941" y="577847"/>
                  </a:lnTo>
                  <a:lnTo>
                    <a:pt x="552828" y="577847"/>
                  </a:lnTo>
                  <a:lnTo>
                    <a:pt x="551716" y="577847"/>
                  </a:lnTo>
                  <a:lnTo>
                    <a:pt x="550604" y="577847"/>
                  </a:lnTo>
                  <a:lnTo>
                    <a:pt x="549491" y="577847"/>
                  </a:lnTo>
                  <a:lnTo>
                    <a:pt x="548379" y="577847"/>
                  </a:lnTo>
                  <a:lnTo>
                    <a:pt x="547267" y="577847"/>
                  </a:lnTo>
                  <a:lnTo>
                    <a:pt x="546154" y="577847"/>
                  </a:lnTo>
                  <a:lnTo>
                    <a:pt x="545042" y="577847"/>
                  </a:lnTo>
                  <a:lnTo>
                    <a:pt x="543930" y="577847"/>
                  </a:lnTo>
                  <a:lnTo>
                    <a:pt x="542817" y="577847"/>
                  </a:lnTo>
                  <a:lnTo>
                    <a:pt x="541705" y="577847"/>
                  </a:lnTo>
                  <a:lnTo>
                    <a:pt x="540593" y="577847"/>
                  </a:lnTo>
                  <a:lnTo>
                    <a:pt x="539480" y="577847"/>
                  </a:lnTo>
                  <a:lnTo>
                    <a:pt x="538368" y="577847"/>
                  </a:lnTo>
                  <a:lnTo>
                    <a:pt x="537256" y="577847"/>
                  </a:lnTo>
                  <a:lnTo>
                    <a:pt x="536143" y="577847"/>
                  </a:lnTo>
                  <a:lnTo>
                    <a:pt x="535031" y="577847"/>
                  </a:lnTo>
                  <a:lnTo>
                    <a:pt x="533919" y="577847"/>
                  </a:lnTo>
                  <a:lnTo>
                    <a:pt x="532806" y="577847"/>
                  </a:lnTo>
                  <a:lnTo>
                    <a:pt x="531694" y="577847"/>
                  </a:lnTo>
                  <a:lnTo>
                    <a:pt x="530582" y="577847"/>
                  </a:lnTo>
                  <a:lnTo>
                    <a:pt x="529469" y="577847"/>
                  </a:lnTo>
                  <a:lnTo>
                    <a:pt x="528357" y="577847"/>
                  </a:lnTo>
                  <a:lnTo>
                    <a:pt x="527245" y="577847"/>
                  </a:lnTo>
                  <a:lnTo>
                    <a:pt x="526132" y="577847"/>
                  </a:lnTo>
                  <a:lnTo>
                    <a:pt x="525020" y="577847"/>
                  </a:lnTo>
                  <a:lnTo>
                    <a:pt x="523908" y="577847"/>
                  </a:lnTo>
                  <a:lnTo>
                    <a:pt x="522795" y="577847"/>
                  </a:lnTo>
                  <a:lnTo>
                    <a:pt x="521683" y="577847"/>
                  </a:lnTo>
                  <a:lnTo>
                    <a:pt x="520571" y="577847"/>
                  </a:lnTo>
                  <a:lnTo>
                    <a:pt x="519458" y="577847"/>
                  </a:lnTo>
                  <a:lnTo>
                    <a:pt x="518346" y="577847"/>
                  </a:lnTo>
                  <a:lnTo>
                    <a:pt x="517234" y="577847"/>
                  </a:lnTo>
                  <a:lnTo>
                    <a:pt x="516121" y="577847"/>
                  </a:lnTo>
                  <a:lnTo>
                    <a:pt x="515009" y="577847"/>
                  </a:lnTo>
                  <a:lnTo>
                    <a:pt x="513897" y="577847"/>
                  </a:lnTo>
                  <a:lnTo>
                    <a:pt x="512784" y="577847"/>
                  </a:lnTo>
                  <a:lnTo>
                    <a:pt x="511672" y="577847"/>
                  </a:lnTo>
                  <a:lnTo>
                    <a:pt x="510560" y="577847"/>
                  </a:lnTo>
                  <a:lnTo>
                    <a:pt x="509447" y="577847"/>
                  </a:lnTo>
                  <a:lnTo>
                    <a:pt x="508335" y="577847"/>
                  </a:lnTo>
                  <a:lnTo>
                    <a:pt x="507223" y="577847"/>
                  </a:lnTo>
                  <a:lnTo>
                    <a:pt x="506110" y="577847"/>
                  </a:lnTo>
                  <a:lnTo>
                    <a:pt x="504998" y="577847"/>
                  </a:lnTo>
                  <a:lnTo>
                    <a:pt x="503886" y="577847"/>
                  </a:lnTo>
                  <a:lnTo>
                    <a:pt x="502773" y="577847"/>
                  </a:lnTo>
                  <a:lnTo>
                    <a:pt x="501661" y="577847"/>
                  </a:lnTo>
                  <a:lnTo>
                    <a:pt x="500549" y="577847"/>
                  </a:lnTo>
                  <a:lnTo>
                    <a:pt x="499436" y="577847"/>
                  </a:lnTo>
                  <a:lnTo>
                    <a:pt x="498324" y="577847"/>
                  </a:lnTo>
                  <a:lnTo>
                    <a:pt x="497212" y="577847"/>
                  </a:lnTo>
                  <a:lnTo>
                    <a:pt x="496099" y="577847"/>
                  </a:lnTo>
                  <a:lnTo>
                    <a:pt x="494987" y="577847"/>
                  </a:lnTo>
                  <a:lnTo>
                    <a:pt x="493875" y="577847"/>
                  </a:lnTo>
                  <a:lnTo>
                    <a:pt x="492762" y="577847"/>
                  </a:lnTo>
                  <a:lnTo>
                    <a:pt x="491650" y="577847"/>
                  </a:lnTo>
                  <a:lnTo>
                    <a:pt x="490538" y="577847"/>
                  </a:lnTo>
                  <a:lnTo>
                    <a:pt x="489426" y="577847"/>
                  </a:lnTo>
                  <a:lnTo>
                    <a:pt x="488313" y="577847"/>
                  </a:lnTo>
                  <a:lnTo>
                    <a:pt x="487201" y="577847"/>
                  </a:lnTo>
                  <a:lnTo>
                    <a:pt x="486089" y="577847"/>
                  </a:lnTo>
                  <a:lnTo>
                    <a:pt x="484976" y="577847"/>
                  </a:lnTo>
                  <a:lnTo>
                    <a:pt x="483864" y="577847"/>
                  </a:lnTo>
                  <a:lnTo>
                    <a:pt x="482752" y="577847"/>
                  </a:lnTo>
                  <a:lnTo>
                    <a:pt x="481639" y="577847"/>
                  </a:lnTo>
                  <a:lnTo>
                    <a:pt x="480527" y="577847"/>
                  </a:lnTo>
                  <a:lnTo>
                    <a:pt x="479415" y="577847"/>
                  </a:lnTo>
                  <a:lnTo>
                    <a:pt x="478302" y="577847"/>
                  </a:lnTo>
                  <a:lnTo>
                    <a:pt x="477190" y="577847"/>
                  </a:lnTo>
                  <a:lnTo>
                    <a:pt x="476078" y="577847"/>
                  </a:lnTo>
                  <a:lnTo>
                    <a:pt x="474965" y="577847"/>
                  </a:lnTo>
                  <a:lnTo>
                    <a:pt x="473853" y="577847"/>
                  </a:lnTo>
                  <a:lnTo>
                    <a:pt x="472741" y="577847"/>
                  </a:lnTo>
                  <a:lnTo>
                    <a:pt x="471628" y="577847"/>
                  </a:lnTo>
                  <a:lnTo>
                    <a:pt x="470516" y="577847"/>
                  </a:lnTo>
                  <a:lnTo>
                    <a:pt x="469404" y="577847"/>
                  </a:lnTo>
                  <a:lnTo>
                    <a:pt x="468291" y="577847"/>
                  </a:lnTo>
                  <a:lnTo>
                    <a:pt x="467179" y="577847"/>
                  </a:lnTo>
                  <a:lnTo>
                    <a:pt x="466067" y="577847"/>
                  </a:lnTo>
                  <a:lnTo>
                    <a:pt x="464954" y="577847"/>
                  </a:lnTo>
                  <a:lnTo>
                    <a:pt x="463842" y="577847"/>
                  </a:lnTo>
                  <a:lnTo>
                    <a:pt x="462730" y="577847"/>
                  </a:lnTo>
                  <a:lnTo>
                    <a:pt x="461617" y="577847"/>
                  </a:lnTo>
                  <a:lnTo>
                    <a:pt x="460505" y="577847"/>
                  </a:lnTo>
                  <a:lnTo>
                    <a:pt x="459393" y="577847"/>
                  </a:lnTo>
                  <a:lnTo>
                    <a:pt x="458280" y="577847"/>
                  </a:lnTo>
                  <a:lnTo>
                    <a:pt x="457168" y="577847"/>
                  </a:lnTo>
                  <a:lnTo>
                    <a:pt x="456056" y="577847"/>
                  </a:lnTo>
                  <a:lnTo>
                    <a:pt x="454943" y="577847"/>
                  </a:lnTo>
                  <a:lnTo>
                    <a:pt x="453831" y="577847"/>
                  </a:lnTo>
                  <a:lnTo>
                    <a:pt x="452719" y="577847"/>
                  </a:lnTo>
                  <a:lnTo>
                    <a:pt x="451606" y="577847"/>
                  </a:lnTo>
                  <a:lnTo>
                    <a:pt x="450494" y="577847"/>
                  </a:lnTo>
                  <a:lnTo>
                    <a:pt x="449382" y="577847"/>
                  </a:lnTo>
                  <a:lnTo>
                    <a:pt x="448269" y="577847"/>
                  </a:lnTo>
                  <a:lnTo>
                    <a:pt x="447157" y="577847"/>
                  </a:lnTo>
                  <a:lnTo>
                    <a:pt x="446045" y="577847"/>
                  </a:lnTo>
                  <a:lnTo>
                    <a:pt x="444932" y="577847"/>
                  </a:lnTo>
                  <a:lnTo>
                    <a:pt x="443820" y="577847"/>
                  </a:lnTo>
                  <a:lnTo>
                    <a:pt x="442708" y="577847"/>
                  </a:lnTo>
                  <a:lnTo>
                    <a:pt x="441595" y="577847"/>
                  </a:lnTo>
                  <a:lnTo>
                    <a:pt x="440483" y="577847"/>
                  </a:lnTo>
                  <a:lnTo>
                    <a:pt x="439371" y="577847"/>
                  </a:lnTo>
                  <a:lnTo>
                    <a:pt x="438258" y="577847"/>
                  </a:lnTo>
                  <a:lnTo>
                    <a:pt x="437146" y="577847"/>
                  </a:lnTo>
                  <a:lnTo>
                    <a:pt x="436034" y="577847"/>
                  </a:lnTo>
                  <a:lnTo>
                    <a:pt x="434921" y="577847"/>
                  </a:lnTo>
                  <a:lnTo>
                    <a:pt x="433809" y="577847"/>
                  </a:lnTo>
                  <a:lnTo>
                    <a:pt x="432697" y="577847"/>
                  </a:lnTo>
                  <a:lnTo>
                    <a:pt x="431584" y="577847"/>
                  </a:lnTo>
                  <a:lnTo>
                    <a:pt x="430472" y="577847"/>
                  </a:lnTo>
                  <a:lnTo>
                    <a:pt x="429360" y="577847"/>
                  </a:lnTo>
                  <a:lnTo>
                    <a:pt x="428247" y="577847"/>
                  </a:lnTo>
                  <a:lnTo>
                    <a:pt x="427135" y="577847"/>
                  </a:lnTo>
                  <a:lnTo>
                    <a:pt x="426023" y="577847"/>
                  </a:lnTo>
                  <a:lnTo>
                    <a:pt x="424910" y="577847"/>
                  </a:lnTo>
                  <a:lnTo>
                    <a:pt x="423798" y="577847"/>
                  </a:lnTo>
                  <a:lnTo>
                    <a:pt x="422686" y="577847"/>
                  </a:lnTo>
                  <a:lnTo>
                    <a:pt x="421573" y="577847"/>
                  </a:lnTo>
                  <a:lnTo>
                    <a:pt x="420461" y="577847"/>
                  </a:lnTo>
                  <a:lnTo>
                    <a:pt x="419349" y="577847"/>
                  </a:lnTo>
                  <a:lnTo>
                    <a:pt x="418236" y="577847"/>
                  </a:lnTo>
                  <a:lnTo>
                    <a:pt x="417124" y="577847"/>
                  </a:lnTo>
                  <a:lnTo>
                    <a:pt x="416012" y="577847"/>
                  </a:lnTo>
                  <a:lnTo>
                    <a:pt x="414899" y="577847"/>
                  </a:lnTo>
                  <a:lnTo>
                    <a:pt x="413787" y="577847"/>
                  </a:lnTo>
                  <a:lnTo>
                    <a:pt x="412675" y="577847"/>
                  </a:lnTo>
                  <a:lnTo>
                    <a:pt x="411562" y="577847"/>
                  </a:lnTo>
                  <a:lnTo>
                    <a:pt x="410450" y="577847"/>
                  </a:lnTo>
                  <a:lnTo>
                    <a:pt x="409338" y="577847"/>
                  </a:lnTo>
                  <a:lnTo>
                    <a:pt x="408225" y="577847"/>
                  </a:lnTo>
                  <a:lnTo>
                    <a:pt x="407113" y="577847"/>
                  </a:lnTo>
                  <a:lnTo>
                    <a:pt x="406001" y="577847"/>
                  </a:lnTo>
                  <a:lnTo>
                    <a:pt x="404888" y="577847"/>
                  </a:lnTo>
                  <a:lnTo>
                    <a:pt x="403776" y="577847"/>
                  </a:lnTo>
                  <a:lnTo>
                    <a:pt x="402664" y="577847"/>
                  </a:lnTo>
                  <a:lnTo>
                    <a:pt x="401551" y="577847"/>
                  </a:lnTo>
                  <a:lnTo>
                    <a:pt x="400439" y="577847"/>
                  </a:lnTo>
                  <a:lnTo>
                    <a:pt x="399327" y="577847"/>
                  </a:lnTo>
                  <a:lnTo>
                    <a:pt x="398214" y="577847"/>
                  </a:lnTo>
                  <a:lnTo>
                    <a:pt x="397102" y="577847"/>
                  </a:lnTo>
                  <a:lnTo>
                    <a:pt x="395990" y="577847"/>
                  </a:lnTo>
                  <a:lnTo>
                    <a:pt x="394877" y="577847"/>
                  </a:lnTo>
                  <a:lnTo>
                    <a:pt x="393765" y="577847"/>
                  </a:lnTo>
                  <a:lnTo>
                    <a:pt x="392653" y="577847"/>
                  </a:lnTo>
                  <a:lnTo>
                    <a:pt x="391540" y="577847"/>
                  </a:lnTo>
                  <a:lnTo>
                    <a:pt x="390428" y="577847"/>
                  </a:lnTo>
                  <a:lnTo>
                    <a:pt x="389316" y="577847"/>
                  </a:lnTo>
                  <a:lnTo>
                    <a:pt x="388203" y="577847"/>
                  </a:lnTo>
                  <a:lnTo>
                    <a:pt x="387091" y="577847"/>
                  </a:lnTo>
                  <a:lnTo>
                    <a:pt x="385979" y="577847"/>
                  </a:lnTo>
                  <a:lnTo>
                    <a:pt x="384866" y="577847"/>
                  </a:lnTo>
                  <a:lnTo>
                    <a:pt x="383754" y="577847"/>
                  </a:lnTo>
                  <a:lnTo>
                    <a:pt x="382642" y="577847"/>
                  </a:lnTo>
                  <a:lnTo>
                    <a:pt x="381529" y="577847"/>
                  </a:lnTo>
                  <a:lnTo>
                    <a:pt x="380417" y="577847"/>
                  </a:lnTo>
                  <a:lnTo>
                    <a:pt x="379305" y="577847"/>
                  </a:lnTo>
                  <a:lnTo>
                    <a:pt x="378192" y="577847"/>
                  </a:lnTo>
                  <a:lnTo>
                    <a:pt x="377080" y="577847"/>
                  </a:lnTo>
                  <a:lnTo>
                    <a:pt x="375968" y="577847"/>
                  </a:lnTo>
                  <a:lnTo>
                    <a:pt x="374855" y="577847"/>
                  </a:lnTo>
                  <a:lnTo>
                    <a:pt x="373743" y="577847"/>
                  </a:lnTo>
                  <a:lnTo>
                    <a:pt x="372631" y="577847"/>
                  </a:lnTo>
                  <a:lnTo>
                    <a:pt x="371518" y="577847"/>
                  </a:lnTo>
                  <a:lnTo>
                    <a:pt x="370406" y="577847"/>
                  </a:lnTo>
                  <a:lnTo>
                    <a:pt x="369294" y="577847"/>
                  </a:lnTo>
                  <a:lnTo>
                    <a:pt x="368181" y="577847"/>
                  </a:lnTo>
                  <a:lnTo>
                    <a:pt x="367069" y="577847"/>
                  </a:lnTo>
                  <a:lnTo>
                    <a:pt x="365957" y="577847"/>
                  </a:lnTo>
                  <a:lnTo>
                    <a:pt x="364844" y="577847"/>
                  </a:lnTo>
                  <a:lnTo>
                    <a:pt x="363732" y="577847"/>
                  </a:lnTo>
                  <a:lnTo>
                    <a:pt x="362620" y="577847"/>
                  </a:lnTo>
                  <a:lnTo>
                    <a:pt x="361507" y="577847"/>
                  </a:lnTo>
                  <a:lnTo>
                    <a:pt x="360395" y="577847"/>
                  </a:lnTo>
                  <a:lnTo>
                    <a:pt x="359283" y="577847"/>
                  </a:lnTo>
                  <a:lnTo>
                    <a:pt x="358170" y="577847"/>
                  </a:lnTo>
                  <a:lnTo>
                    <a:pt x="357058" y="577847"/>
                  </a:lnTo>
                  <a:lnTo>
                    <a:pt x="355946" y="577847"/>
                  </a:lnTo>
                  <a:lnTo>
                    <a:pt x="354833" y="577847"/>
                  </a:lnTo>
                  <a:lnTo>
                    <a:pt x="353721" y="577847"/>
                  </a:lnTo>
                  <a:lnTo>
                    <a:pt x="352609" y="577847"/>
                  </a:lnTo>
                  <a:lnTo>
                    <a:pt x="351496" y="577847"/>
                  </a:lnTo>
                  <a:lnTo>
                    <a:pt x="350384" y="577847"/>
                  </a:lnTo>
                  <a:lnTo>
                    <a:pt x="349272" y="577847"/>
                  </a:lnTo>
                  <a:lnTo>
                    <a:pt x="348159" y="577847"/>
                  </a:lnTo>
                  <a:lnTo>
                    <a:pt x="347047" y="577847"/>
                  </a:lnTo>
                  <a:lnTo>
                    <a:pt x="345935" y="577847"/>
                  </a:lnTo>
                  <a:lnTo>
                    <a:pt x="344822" y="577847"/>
                  </a:lnTo>
                  <a:lnTo>
                    <a:pt x="343710" y="577847"/>
                  </a:lnTo>
                  <a:lnTo>
                    <a:pt x="342598" y="577847"/>
                  </a:lnTo>
                  <a:lnTo>
                    <a:pt x="341485" y="577847"/>
                  </a:lnTo>
                  <a:lnTo>
                    <a:pt x="340373" y="577847"/>
                  </a:lnTo>
                  <a:lnTo>
                    <a:pt x="339261" y="577847"/>
                  </a:lnTo>
                  <a:lnTo>
                    <a:pt x="338148" y="577847"/>
                  </a:lnTo>
                  <a:lnTo>
                    <a:pt x="337036" y="577847"/>
                  </a:lnTo>
                  <a:lnTo>
                    <a:pt x="335924" y="577847"/>
                  </a:lnTo>
                  <a:lnTo>
                    <a:pt x="334811" y="577847"/>
                  </a:lnTo>
                  <a:lnTo>
                    <a:pt x="333699" y="577847"/>
                  </a:lnTo>
                  <a:lnTo>
                    <a:pt x="332587" y="577847"/>
                  </a:lnTo>
                  <a:lnTo>
                    <a:pt x="331474" y="577847"/>
                  </a:lnTo>
                  <a:lnTo>
                    <a:pt x="330362" y="577847"/>
                  </a:lnTo>
                  <a:lnTo>
                    <a:pt x="329250" y="577847"/>
                  </a:lnTo>
                  <a:lnTo>
                    <a:pt x="328137" y="577847"/>
                  </a:lnTo>
                  <a:lnTo>
                    <a:pt x="327025" y="577847"/>
                  </a:lnTo>
                  <a:lnTo>
                    <a:pt x="325913" y="577847"/>
                  </a:lnTo>
                  <a:lnTo>
                    <a:pt x="324800" y="577847"/>
                  </a:lnTo>
                  <a:lnTo>
                    <a:pt x="323688" y="577847"/>
                  </a:lnTo>
                  <a:lnTo>
                    <a:pt x="322576" y="577847"/>
                  </a:lnTo>
                  <a:lnTo>
                    <a:pt x="321463" y="577847"/>
                  </a:lnTo>
                  <a:lnTo>
                    <a:pt x="320351" y="577847"/>
                  </a:lnTo>
                  <a:lnTo>
                    <a:pt x="319239" y="577847"/>
                  </a:lnTo>
                  <a:lnTo>
                    <a:pt x="318126" y="577847"/>
                  </a:lnTo>
                  <a:lnTo>
                    <a:pt x="317014" y="577847"/>
                  </a:lnTo>
                  <a:lnTo>
                    <a:pt x="315902" y="577847"/>
                  </a:lnTo>
                  <a:lnTo>
                    <a:pt x="314789" y="577847"/>
                  </a:lnTo>
                  <a:lnTo>
                    <a:pt x="313677" y="577847"/>
                  </a:lnTo>
                  <a:lnTo>
                    <a:pt x="312565" y="577847"/>
                  </a:lnTo>
                  <a:lnTo>
                    <a:pt x="311452" y="577847"/>
                  </a:lnTo>
                  <a:lnTo>
                    <a:pt x="310340" y="577847"/>
                  </a:lnTo>
                  <a:lnTo>
                    <a:pt x="309228" y="577847"/>
                  </a:lnTo>
                  <a:lnTo>
                    <a:pt x="308115" y="577847"/>
                  </a:lnTo>
                  <a:lnTo>
                    <a:pt x="307003" y="577847"/>
                  </a:lnTo>
                  <a:lnTo>
                    <a:pt x="305891" y="577847"/>
                  </a:lnTo>
                  <a:lnTo>
                    <a:pt x="304778" y="577847"/>
                  </a:lnTo>
                  <a:lnTo>
                    <a:pt x="303666" y="577847"/>
                  </a:lnTo>
                  <a:lnTo>
                    <a:pt x="302554" y="577847"/>
                  </a:lnTo>
                  <a:lnTo>
                    <a:pt x="301441" y="577847"/>
                  </a:lnTo>
                  <a:lnTo>
                    <a:pt x="300329" y="577847"/>
                  </a:lnTo>
                  <a:lnTo>
                    <a:pt x="299217" y="577847"/>
                  </a:lnTo>
                  <a:lnTo>
                    <a:pt x="298104" y="577847"/>
                  </a:lnTo>
                  <a:lnTo>
                    <a:pt x="296992" y="577847"/>
                  </a:lnTo>
                  <a:lnTo>
                    <a:pt x="295880" y="577847"/>
                  </a:lnTo>
                  <a:lnTo>
                    <a:pt x="294767" y="577847"/>
                  </a:lnTo>
                  <a:lnTo>
                    <a:pt x="293655" y="577847"/>
                  </a:lnTo>
                  <a:lnTo>
                    <a:pt x="292543" y="577847"/>
                  </a:lnTo>
                  <a:lnTo>
                    <a:pt x="291430" y="577847"/>
                  </a:lnTo>
                  <a:lnTo>
                    <a:pt x="290318" y="577847"/>
                  </a:lnTo>
                  <a:lnTo>
                    <a:pt x="289206" y="577847"/>
                  </a:lnTo>
                  <a:lnTo>
                    <a:pt x="288093" y="577847"/>
                  </a:lnTo>
                  <a:lnTo>
                    <a:pt x="286981" y="577847"/>
                  </a:lnTo>
                  <a:lnTo>
                    <a:pt x="285869" y="577847"/>
                  </a:lnTo>
                  <a:lnTo>
                    <a:pt x="284756" y="577847"/>
                  </a:lnTo>
                  <a:lnTo>
                    <a:pt x="283644" y="577847"/>
                  </a:lnTo>
                  <a:lnTo>
                    <a:pt x="282532" y="577847"/>
                  </a:lnTo>
                  <a:lnTo>
                    <a:pt x="281419" y="577847"/>
                  </a:lnTo>
                  <a:lnTo>
                    <a:pt x="280307" y="577847"/>
                  </a:lnTo>
                  <a:lnTo>
                    <a:pt x="279195" y="577847"/>
                  </a:lnTo>
                  <a:lnTo>
                    <a:pt x="278082" y="577847"/>
                  </a:lnTo>
                  <a:lnTo>
                    <a:pt x="276970" y="577847"/>
                  </a:lnTo>
                  <a:lnTo>
                    <a:pt x="275858" y="577847"/>
                  </a:lnTo>
                  <a:lnTo>
                    <a:pt x="274745" y="577847"/>
                  </a:lnTo>
                  <a:lnTo>
                    <a:pt x="273633" y="577847"/>
                  </a:lnTo>
                  <a:lnTo>
                    <a:pt x="272521" y="577847"/>
                  </a:lnTo>
                  <a:lnTo>
                    <a:pt x="271408" y="577847"/>
                  </a:lnTo>
                  <a:lnTo>
                    <a:pt x="270296" y="577847"/>
                  </a:lnTo>
                  <a:lnTo>
                    <a:pt x="269184" y="577847"/>
                  </a:lnTo>
                  <a:lnTo>
                    <a:pt x="268071" y="577847"/>
                  </a:lnTo>
                  <a:lnTo>
                    <a:pt x="266959" y="577847"/>
                  </a:lnTo>
                  <a:lnTo>
                    <a:pt x="265847" y="577847"/>
                  </a:lnTo>
                  <a:lnTo>
                    <a:pt x="264734" y="577847"/>
                  </a:lnTo>
                  <a:lnTo>
                    <a:pt x="263622" y="577847"/>
                  </a:lnTo>
                  <a:lnTo>
                    <a:pt x="262510" y="577847"/>
                  </a:lnTo>
                  <a:lnTo>
                    <a:pt x="261397" y="577847"/>
                  </a:lnTo>
                  <a:lnTo>
                    <a:pt x="260285" y="577847"/>
                  </a:lnTo>
                  <a:lnTo>
                    <a:pt x="259173" y="577847"/>
                  </a:lnTo>
                  <a:lnTo>
                    <a:pt x="258060" y="577847"/>
                  </a:lnTo>
                  <a:lnTo>
                    <a:pt x="256948" y="577847"/>
                  </a:lnTo>
                  <a:lnTo>
                    <a:pt x="255836" y="577847"/>
                  </a:lnTo>
                  <a:lnTo>
                    <a:pt x="254723" y="577847"/>
                  </a:lnTo>
                  <a:lnTo>
                    <a:pt x="253611" y="577847"/>
                  </a:lnTo>
                  <a:lnTo>
                    <a:pt x="252499" y="577847"/>
                  </a:lnTo>
                  <a:lnTo>
                    <a:pt x="251386" y="577847"/>
                  </a:lnTo>
                  <a:lnTo>
                    <a:pt x="250274" y="577847"/>
                  </a:lnTo>
                  <a:lnTo>
                    <a:pt x="249162" y="577847"/>
                  </a:lnTo>
                  <a:lnTo>
                    <a:pt x="248049" y="577847"/>
                  </a:lnTo>
                  <a:lnTo>
                    <a:pt x="246937" y="577847"/>
                  </a:lnTo>
                  <a:lnTo>
                    <a:pt x="245825" y="577847"/>
                  </a:lnTo>
                  <a:lnTo>
                    <a:pt x="244713" y="577847"/>
                  </a:lnTo>
                  <a:lnTo>
                    <a:pt x="243600" y="577847"/>
                  </a:lnTo>
                  <a:lnTo>
                    <a:pt x="242488" y="577847"/>
                  </a:lnTo>
                  <a:lnTo>
                    <a:pt x="241376" y="577847"/>
                  </a:lnTo>
                  <a:lnTo>
                    <a:pt x="240263" y="577847"/>
                  </a:lnTo>
                  <a:lnTo>
                    <a:pt x="239151" y="577847"/>
                  </a:lnTo>
                  <a:lnTo>
                    <a:pt x="238039" y="577847"/>
                  </a:lnTo>
                  <a:lnTo>
                    <a:pt x="236926" y="577847"/>
                  </a:lnTo>
                  <a:lnTo>
                    <a:pt x="235814" y="577847"/>
                  </a:lnTo>
                  <a:lnTo>
                    <a:pt x="234702" y="577847"/>
                  </a:lnTo>
                  <a:lnTo>
                    <a:pt x="233589" y="577847"/>
                  </a:lnTo>
                  <a:lnTo>
                    <a:pt x="232477" y="577847"/>
                  </a:lnTo>
                  <a:lnTo>
                    <a:pt x="231365" y="577847"/>
                  </a:lnTo>
                  <a:lnTo>
                    <a:pt x="230252" y="577847"/>
                  </a:lnTo>
                  <a:lnTo>
                    <a:pt x="229140" y="577847"/>
                  </a:lnTo>
                  <a:lnTo>
                    <a:pt x="228028" y="577847"/>
                  </a:lnTo>
                  <a:lnTo>
                    <a:pt x="226915" y="577847"/>
                  </a:lnTo>
                  <a:lnTo>
                    <a:pt x="225803" y="577847"/>
                  </a:lnTo>
                  <a:lnTo>
                    <a:pt x="224691" y="577847"/>
                  </a:lnTo>
                  <a:lnTo>
                    <a:pt x="223578" y="577847"/>
                  </a:lnTo>
                  <a:lnTo>
                    <a:pt x="222466" y="577847"/>
                  </a:lnTo>
                  <a:lnTo>
                    <a:pt x="221354" y="577847"/>
                  </a:lnTo>
                  <a:lnTo>
                    <a:pt x="220241" y="577847"/>
                  </a:lnTo>
                  <a:lnTo>
                    <a:pt x="219129" y="577847"/>
                  </a:lnTo>
                  <a:lnTo>
                    <a:pt x="218017" y="577847"/>
                  </a:lnTo>
                  <a:lnTo>
                    <a:pt x="216904" y="577847"/>
                  </a:lnTo>
                  <a:lnTo>
                    <a:pt x="215792" y="577847"/>
                  </a:lnTo>
                  <a:lnTo>
                    <a:pt x="214680" y="577847"/>
                  </a:lnTo>
                  <a:lnTo>
                    <a:pt x="213567" y="577847"/>
                  </a:lnTo>
                  <a:lnTo>
                    <a:pt x="212455" y="577847"/>
                  </a:lnTo>
                  <a:lnTo>
                    <a:pt x="211343" y="577847"/>
                  </a:lnTo>
                  <a:lnTo>
                    <a:pt x="210230" y="577847"/>
                  </a:lnTo>
                  <a:lnTo>
                    <a:pt x="209118" y="577847"/>
                  </a:lnTo>
                  <a:lnTo>
                    <a:pt x="208006" y="577847"/>
                  </a:lnTo>
                  <a:lnTo>
                    <a:pt x="206893" y="577847"/>
                  </a:lnTo>
                  <a:lnTo>
                    <a:pt x="205781" y="577847"/>
                  </a:lnTo>
                  <a:lnTo>
                    <a:pt x="204669" y="577847"/>
                  </a:lnTo>
                  <a:lnTo>
                    <a:pt x="203556" y="577847"/>
                  </a:lnTo>
                  <a:lnTo>
                    <a:pt x="202444" y="577847"/>
                  </a:lnTo>
                  <a:lnTo>
                    <a:pt x="201332" y="577847"/>
                  </a:lnTo>
                  <a:lnTo>
                    <a:pt x="200219" y="577847"/>
                  </a:lnTo>
                  <a:lnTo>
                    <a:pt x="199107" y="577847"/>
                  </a:lnTo>
                  <a:lnTo>
                    <a:pt x="197995" y="577847"/>
                  </a:lnTo>
                  <a:lnTo>
                    <a:pt x="196882" y="577847"/>
                  </a:lnTo>
                  <a:lnTo>
                    <a:pt x="195770" y="577847"/>
                  </a:lnTo>
                  <a:lnTo>
                    <a:pt x="194658" y="577847"/>
                  </a:lnTo>
                  <a:lnTo>
                    <a:pt x="193545" y="577847"/>
                  </a:lnTo>
                  <a:lnTo>
                    <a:pt x="192433" y="577847"/>
                  </a:lnTo>
                  <a:lnTo>
                    <a:pt x="191321" y="577847"/>
                  </a:lnTo>
                  <a:lnTo>
                    <a:pt x="190208" y="577847"/>
                  </a:lnTo>
                  <a:lnTo>
                    <a:pt x="189096" y="577847"/>
                  </a:lnTo>
                  <a:lnTo>
                    <a:pt x="187984" y="577847"/>
                  </a:lnTo>
                  <a:lnTo>
                    <a:pt x="186871" y="577847"/>
                  </a:lnTo>
                  <a:lnTo>
                    <a:pt x="185759" y="577847"/>
                  </a:lnTo>
                  <a:lnTo>
                    <a:pt x="184647" y="577847"/>
                  </a:lnTo>
                  <a:lnTo>
                    <a:pt x="183534" y="577847"/>
                  </a:lnTo>
                  <a:lnTo>
                    <a:pt x="182422" y="577847"/>
                  </a:lnTo>
                  <a:lnTo>
                    <a:pt x="181310" y="577847"/>
                  </a:lnTo>
                  <a:lnTo>
                    <a:pt x="180197" y="577847"/>
                  </a:lnTo>
                  <a:lnTo>
                    <a:pt x="179085" y="577847"/>
                  </a:lnTo>
                  <a:lnTo>
                    <a:pt x="177973" y="577847"/>
                  </a:lnTo>
                  <a:lnTo>
                    <a:pt x="176860" y="577847"/>
                  </a:lnTo>
                  <a:lnTo>
                    <a:pt x="175748" y="577847"/>
                  </a:lnTo>
                  <a:lnTo>
                    <a:pt x="174636" y="577847"/>
                  </a:lnTo>
                  <a:lnTo>
                    <a:pt x="173523" y="577847"/>
                  </a:lnTo>
                  <a:lnTo>
                    <a:pt x="172411" y="577847"/>
                  </a:lnTo>
                  <a:lnTo>
                    <a:pt x="171299" y="577847"/>
                  </a:lnTo>
                  <a:lnTo>
                    <a:pt x="170186" y="577847"/>
                  </a:lnTo>
                  <a:lnTo>
                    <a:pt x="169074" y="577847"/>
                  </a:lnTo>
                  <a:lnTo>
                    <a:pt x="167962" y="577847"/>
                  </a:lnTo>
                  <a:lnTo>
                    <a:pt x="166849" y="577847"/>
                  </a:lnTo>
                  <a:lnTo>
                    <a:pt x="165737" y="577847"/>
                  </a:lnTo>
                  <a:lnTo>
                    <a:pt x="164625" y="577847"/>
                  </a:lnTo>
                  <a:lnTo>
                    <a:pt x="163512" y="577847"/>
                  </a:lnTo>
                  <a:lnTo>
                    <a:pt x="162400" y="577847"/>
                  </a:lnTo>
                  <a:lnTo>
                    <a:pt x="161288" y="577847"/>
                  </a:lnTo>
                  <a:lnTo>
                    <a:pt x="160175" y="577847"/>
                  </a:lnTo>
                  <a:lnTo>
                    <a:pt x="159063" y="577847"/>
                  </a:lnTo>
                  <a:lnTo>
                    <a:pt x="157951" y="577847"/>
                  </a:lnTo>
                  <a:lnTo>
                    <a:pt x="156838" y="577847"/>
                  </a:lnTo>
                  <a:lnTo>
                    <a:pt x="155726" y="577847"/>
                  </a:lnTo>
                  <a:lnTo>
                    <a:pt x="154614" y="577847"/>
                  </a:lnTo>
                  <a:lnTo>
                    <a:pt x="153501" y="577847"/>
                  </a:lnTo>
                  <a:lnTo>
                    <a:pt x="152389" y="577847"/>
                  </a:lnTo>
                  <a:lnTo>
                    <a:pt x="151277" y="577847"/>
                  </a:lnTo>
                  <a:lnTo>
                    <a:pt x="150164" y="577847"/>
                  </a:lnTo>
                  <a:lnTo>
                    <a:pt x="149052" y="577847"/>
                  </a:lnTo>
                  <a:lnTo>
                    <a:pt x="147940" y="577847"/>
                  </a:lnTo>
                  <a:lnTo>
                    <a:pt x="146827" y="577847"/>
                  </a:lnTo>
                  <a:lnTo>
                    <a:pt x="145715" y="577847"/>
                  </a:lnTo>
                  <a:lnTo>
                    <a:pt x="144603" y="577847"/>
                  </a:lnTo>
                  <a:lnTo>
                    <a:pt x="143490" y="577847"/>
                  </a:lnTo>
                  <a:lnTo>
                    <a:pt x="142378" y="577847"/>
                  </a:lnTo>
                  <a:lnTo>
                    <a:pt x="141266" y="577847"/>
                  </a:lnTo>
                  <a:lnTo>
                    <a:pt x="140153" y="577847"/>
                  </a:lnTo>
                  <a:lnTo>
                    <a:pt x="139041" y="577847"/>
                  </a:lnTo>
                  <a:lnTo>
                    <a:pt x="137929" y="577847"/>
                  </a:lnTo>
                  <a:lnTo>
                    <a:pt x="136816" y="577847"/>
                  </a:lnTo>
                  <a:lnTo>
                    <a:pt x="135704" y="577847"/>
                  </a:lnTo>
                  <a:lnTo>
                    <a:pt x="134592" y="577847"/>
                  </a:lnTo>
                  <a:lnTo>
                    <a:pt x="133479" y="577847"/>
                  </a:lnTo>
                  <a:lnTo>
                    <a:pt x="132367" y="577847"/>
                  </a:lnTo>
                  <a:lnTo>
                    <a:pt x="131255" y="577847"/>
                  </a:lnTo>
                  <a:lnTo>
                    <a:pt x="130142" y="577847"/>
                  </a:lnTo>
                  <a:lnTo>
                    <a:pt x="129030" y="577847"/>
                  </a:lnTo>
                  <a:lnTo>
                    <a:pt x="127918" y="577847"/>
                  </a:lnTo>
                  <a:lnTo>
                    <a:pt x="126805" y="577847"/>
                  </a:lnTo>
                  <a:lnTo>
                    <a:pt x="125693" y="577847"/>
                  </a:lnTo>
                  <a:lnTo>
                    <a:pt x="124581" y="577847"/>
                  </a:lnTo>
                  <a:lnTo>
                    <a:pt x="123468" y="577847"/>
                  </a:lnTo>
                  <a:lnTo>
                    <a:pt x="122356" y="577847"/>
                  </a:lnTo>
                  <a:lnTo>
                    <a:pt x="121244" y="577847"/>
                  </a:lnTo>
                  <a:lnTo>
                    <a:pt x="120131" y="577847"/>
                  </a:lnTo>
                  <a:lnTo>
                    <a:pt x="119019" y="577847"/>
                  </a:lnTo>
                  <a:lnTo>
                    <a:pt x="117907" y="577847"/>
                  </a:lnTo>
                  <a:lnTo>
                    <a:pt x="116794" y="577847"/>
                  </a:lnTo>
                  <a:lnTo>
                    <a:pt x="115682" y="577847"/>
                  </a:lnTo>
                  <a:lnTo>
                    <a:pt x="114570" y="577847"/>
                  </a:lnTo>
                  <a:lnTo>
                    <a:pt x="113457" y="577847"/>
                  </a:lnTo>
                  <a:lnTo>
                    <a:pt x="112345" y="577847"/>
                  </a:lnTo>
                  <a:lnTo>
                    <a:pt x="111233" y="577847"/>
                  </a:lnTo>
                  <a:lnTo>
                    <a:pt x="110120" y="577847"/>
                  </a:lnTo>
                  <a:lnTo>
                    <a:pt x="109008" y="577847"/>
                  </a:lnTo>
                  <a:lnTo>
                    <a:pt x="107896" y="577847"/>
                  </a:lnTo>
                  <a:lnTo>
                    <a:pt x="106783" y="577847"/>
                  </a:lnTo>
                  <a:lnTo>
                    <a:pt x="105671" y="577847"/>
                  </a:lnTo>
                  <a:lnTo>
                    <a:pt x="104559" y="577847"/>
                  </a:lnTo>
                  <a:lnTo>
                    <a:pt x="103446" y="577847"/>
                  </a:lnTo>
                  <a:lnTo>
                    <a:pt x="102334" y="577847"/>
                  </a:lnTo>
                  <a:lnTo>
                    <a:pt x="101222" y="577847"/>
                  </a:lnTo>
                  <a:lnTo>
                    <a:pt x="100109" y="577847"/>
                  </a:lnTo>
                  <a:lnTo>
                    <a:pt x="98997" y="577847"/>
                  </a:lnTo>
                  <a:lnTo>
                    <a:pt x="97885" y="577847"/>
                  </a:lnTo>
                  <a:lnTo>
                    <a:pt x="96772" y="577847"/>
                  </a:lnTo>
                  <a:lnTo>
                    <a:pt x="95660" y="577847"/>
                  </a:lnTo>
                  <a:lnTo>
                    <a:pt x="94548" y="577847"/>
                  </a:lnTo>
                  <a:lnTo>
                    <a:pt x="93435" y="577847"/>
                  </a:lnTo>
                  <a:lnTo>
                    <a:pt x="92323" y="577847"/>
                  </a:lnTo>
                  <a:lnTo>
                    <a:pt x="91211" y="577847"/>
                  </a:lnTo>
                  <a:lnTo>
                    <a:pt x="90098" y="577847"/>
                  </a:lnTo>
                  <a:lnTo>
                    <a:pt x="88986" y="577847"/>
                  </a:lnTo>
                  <a:lnTo>
                    <a:pt x="87874" y="577847"/>
                  </a:lnTo>
                  <a:lnTo>
                    <a:pt x="86761" y="577847"/>
                  </a:lnTo>
                  <a:lnTo>
                    <a:pt x="85649" y="577847"/>
                  </a:lnTo>
                  <a:lnTo>
                    <a:pt x="84537" y="577847"/>
                  </a:lnTo>
                  <a:lnTo>
                    <a:pt x="83424" y="577847"/>
                  </a:lnTo>
                  <a:lnTo>
                    <a:pt x="82312" y="577847"/>
                  </a:lnTo>
                  <a:lnTo>
                    <a:pt x="81200" y="577847"/>
                  </a:lnTo>
                  <a:lnTo>
                    <a:pt x="80087" y="577847"/>
                  </a:lnTo>
                  <a:lnTo>
                    <a:pt x="78975" y="577847"/>
                  </a:lnTo>
                  <a:lnTo>
                    <a:pt x="77863" y="577847"/>
                  </a:lnTo>
                  <a:lnTo>
                    <a:pt x="76750" y="577847"/>
                  </a:lnTo>
                  <a:lnTo>
                    <a:pt x="75638" y="577847"/>
                  </a:lnTo>
                  <a:lnTo>
                    <a:pt x="74526" y="577847"/>
                  </a:lnTo>
                  <a:lnTo>
                    <a:pt x="73413" y="577847"/>
                  </a:lnTo>
                  <a:lnTo>
                    <a:pt x="72301" y="577847"/>
                  </a:lnTo>
                  <a:lnTo>
                    <a:pt x="71189" y="577847"/>
                  </a:lnTo>
                  <a:lnTo>
                    <a:pt x="70076" y="577847"/>
                  </a:lnTo>
                  <a:lnTo>
                    <a:pt x="68964" y="577847"/>
                  </a:lnTo>
                  <a:lnTo>
                    <a:pt x="67852" y="577847"/>
                  </a:lnTo>
                  <a:lnTo>
                    <a:pt x="66739" y="577847"/>
                  </a:lnTo>
                  <a:lnTo>
                    <a:pt x="65627" y="577847"/>
                  </a:lnTo>
                  <a:lnTo>
                    <a:pt x="64515" y="577847"/>
                  </a:lnTo>
                  <a:lnTo>
                    <a:pt x="63402" y="577847"/>
                  </a:lnTo>
                  <a:lnTo>
                    <a:pt x="62290" y="577847"/>
                  </a:lnTo>
                  <a:lnTo>
                    <a:pt x="61178" y="577847"/>
                  </a:lnTo>
                  <a:lnTo>
                    <a:pt x="60065" y="577847"/>
                  </a:lnTo>
                  <a:lnTo>
                    <a:pt x="58953" y="577847"/>
                  </a:lnTo>
                  <a:lnTo>
                    <a:pt x="57841" y="577847"/>
                  </a:lnTo>
                  <a:lnTo>
                    <a:pt x="56728" y="577847"/>
                  </a:lnTo>
                  <a:lnTo>
                    <a:pt x="55616" y="577847"/>
                  </a:lnTo>
                  <a:lnTo>
                    <a:pt x="54504" y="577847"/>
                  </a:lnTo>
                  <a:lnTo>
                    <a:pt x="53391" y="577847"/>
                  </a:lnTo>
                  <a:lnTo>
                    <a:pt x="52279" y="577847"/>
                  </a:lnTo>
                  <a:lnTo>
                    <a:pt x="51167" y="577847"/>
                  </a:lnTo>
                  <a:lnTo>
                    <a:pt x="50054" y="577847"/>
                  </a:lnTo>
                  <a:lnTo>
                    <a:pt x="48942" y="577847"/>
                  </a:lnTo>
                  <a:lnTo>
                    <a:pt x="47830" y="577847"/>
                  </a:lnTo>
                  <a:lnTo>
                    <a:pt x="46717" y="577847"/>
                  </a:lnTo>
                  <a:lnTo>
                    <a:pt x="45605" y="577847"/>
                  </a:lnTo>
                  <a:lnTo>
                    <a:pt x="44493" y="577847"/>
                  </a:lnTo>
                  <a:lnTo>
                    <a:pt x="43380" y="577847"/>
                  </a:lnTo>
                  <a:lnTo>
                    <a:pt x="42268" y="577847"/>
                  </a:lnTo>
                  <a:lnTo>
                    <a:pt x="41156" y="577847"/>
                  </a:lnTo>
                  <a:lnTo>
                    <a:pt x="40043" y="577847"/>
                  </a:lnTo>
                  <a:lnTo>
                    <a:pt x="38931" y="577847"/>
                  </a:lnTo>
                  <a:lnTo>
                    <a:pt x="37819" y="577847"/>
                  </a:lnTo>
                  <a:lnTo>
                    <a:pt x="36706" y="577847"/>
                  </a:lnTo>
                  <a:lnTo>
                    <a:pt x="35594" y="577847"/>
                  </a:lnTo>
                  <a:lnTo>
                    <a:pt x="34482" y="577847"/>
                  </a:lnTo>
                  <a:lnTo>
                    <a:pt x="33369" y="577847"/>
                  </a:lnTo>
                  <a:lnTo>
                    <a:pt x="32257" y="577847"/>
                  </a:lnTo>
                  <a:lnTo>
                    <a:pt x="31145" y="577847"/>
                  </a:lnTo>
                  <a:lnTo>
                    <a:pt x="30032" y="577847"/>
                  </a:lnTo>
                  <a:lnTo>
                    <a:pt x="28920" y="577847"/>
                  </a:lnTo>
                  <a:lnTo>
                    <a:pt x="27808" y="577847"/>
                  </a:lnTo>
                  <a:lnTo>
                    <a:pt x="26695" y="577847"/>
                  </a:lnTo>
                  <a:lnTo>
                    <a:pt x="25583" y="577847"/>
                  </a:lnTo>
                  <a:lnTo>
                    <a:pt x="24471" y="577847"/>
                  </a:lnTo>
                  <a:lnTo>
                    <a:pt x="23358" y="577847"/>
                  </a:lnTo>
                  <a:lnTo>
                    <a:pt x="22246" y="577847"/>
                  </a:lnTo>
                  <a:lnTo>
                    <a:pt x="21134" y="577847"/>
                  </a:lnTo>
                  <a:lnTo>
                    <a:pt x="20021" y="577847"/>
                  </a:lnTo>
                  <a:lnTo>
                    <a:pt x="18909" y="577847"/>
                  </a:lnTo>
                  <a:lnTo>
                    <a:pt x="17797" y="577847"/>
                  </a:lnTo>
                  <a:lnTo>
                    <a:pt x="16684" y="577847"/>
                  </a:lnTo>
                  <a:lnTo>
                    <a:pt x="15572" y="577847"/>
                  </a:lnTo>
                  <a:lnTo>
                    <a:pt x="14460" y="577847"/>
                  </a:lnTo>
                  <a:lnTo>
                    <a:pt x="13347" y="577847"/>
                  </a:lnTo>
                  <a:lnTo>
                    <a:pt x="12235" y="577847"/>
                  </a:lnTo>
                  <a:lnTo>
                    <a:pt x="11123" y="577847"/>
                  </a:lnTo>
                  <a:lnTo>
                    <a:pt x="10010" y="577847"/>
                  </a:lnTo>
                  <a:lnTo>
                    <a:pt x="8898" y="577847"/>
                  </a:lnTo>
                  <a:lnTo>
                    <a:pt x="7786" y="577847"/>
                  </a:lnTo>
                  <a:lnTo>
                    <a:pt x="6673" y="577847"/>
                  </a:lnTo>
                  <a:lnTo>
                    <a:pt x="5561" y="577847"/>
                  </a:lnTo>
                  <a:lnTo>
                    <a:pt x="4449" y="577847"/>
                  </a:lnTo>
                  <a:lnTo>
                    <a:pt x="3336" y="577847"/>
                  </a:lnTo>
                  <a:lnTo>
                    <a:pt x="2224" y="577847"/>
                  </a:lnTo>
                  <a:lnTo>
                    <a:pt x="1112" y="577847"/>
                  </a:lnTo>
                  <a:lnTo>
                    <a:pt x="0" y="57784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99" name="pl2599"/>
            <p:cNvSpPr/>
            <p:nvPr/>
          </p:nvSpPr>
          <p:spPr>
            <a:xfrm>
              <a:off x="4513070" y="2263627"/>
              <a:ext cx="568401" cy="577093"/>
            </a:xfrm>
            <a:custGeom>
              <a:avLst/>
              <a:pathLst>
                <a:path w="568401" h="577093">
                  <a:moveTo>
                    <a:pt x="0" y="548513"/>
                  </a:moveTo>
                  <a:lnTo>
                    <a:pt x="1112" y="545332"/>
                  </a:lnTo>
                  <a:lnTo>
                    <a:pt x="2224" y="541873"/>
                  </a:lnTo>
                  <a:lnTo>
                    <a:pt x="3336" y="538123"/>
                  </a:lnTo>
                  <a:lnTo>
                    <a:pt x="4449" y="533984"/>
                  </a:lnTo>
                  <a:lnTo>
                    <a:pt x="5561" y="529471"/>
                  </a:lnTo>
                  <a:lnTo>
                    <a:pt x="6673" y="524604"/>
                  </a:lnTo>
                  <a:lnTo>
                    <a:pt x="7786" y="519369"/>
                  </a:lnTo>
                  <a:lnTo>
                    <a:pt x="8898" y="513750"/>
                  </a:lnTo>
                  <a:lnTo>
                    <a:pt x="10010" y="507610"/>
                  </a:lnTo>
                  <a:lnTo>
                    <a:pt x="11123" y="501025"/>
                  </a:lnTo>
                  <a:lnTo>
                    <a:pt x="12235" y="494006"/>
                  </a:lnTo>
                  <a:lnTo>
                    <a:pt x="13347" y="486543"/>
                  </a:lnTo>
                  <a:lnTo>
                    <a:pt x="14460" y="478627"/>
                  </a:lnTo>
                  <a:lnTo>
                    <a:pt x="15572" y="470086"/>
                  </a:lnTo>
                  <a:lnTo>
                    <a:pt x="16684" y="461072"/>
                  </a:lnTo>
                  <a:lnTo>
                    <a:pt x="17797" y="451585"/>
                  </a:lnTo>
                  <a:lnTo>
                    <a:pt x="18909" y="441625"/>
                  </a:lnTo>
                  <a:lnTo>
                    <a:pt x="20021" y="431168"/>
                  </a:lnTo>
                  <a:lnTo>
                    <a:pt x="21134" y="420105"/>
                  </a:lnTo>
                  <a:lnTo>
                    <a:pt x="22246" y="408587"/>
                  </a:lnTo>
                  <a:lnTo>
                    <a:pt x="23358" y="396624"/>
                  </a:lnTo>
                  <a:lnTo>
                    <a:pt x="24471" y="384230"/>
                  </a:lnTo>
                  <a:lnTo>
                    <a:pt x="25583" y="371379"/>
                  </a:lnTo>
                  <a:lnTo>
                    <a:pt x="26695" y="358047"/>
                  </a:lnTo>
                  <a:lnTo>
                    <a:pt x="27808" y="344360"/>
                  </a:lnTo>
                  <a:lnTo>
                    <a:pt x="28920" y="330345"/>
                  </a:lnTo>
                  <a:lnTo>
                    <a:pt x="30032" y="316028"/>
                  </a:lnTo>
                  <a:lnTo>
                    <a:pt x="31145" y="301405"/>
                  </a:lnTo>
                  <a:lnTo>
                    <a:pt x="32257" y="286528"/>
                  </a:lnTo>
                  <a:lnTo>
                    <a:pt x="33369" y="271485"/>
                  </a:lnTo>
                  <a:lnTo>
                    <a:pt x="34482" y="256315"/>
                  </a:lnTo>
                  <a:lnTo>
                    <a:pt x="35594" y="241058"/>
                  </a:lnTo>
                  <a:lnTo>
                    <a:pt x="36706" y="225763"/>
                  </a:lnTo>
                  <a:lnTo>
                    <a:pt x="37819" y="210509"/>
                  </a:lnTo>
                  <a:lnTo>
                    <a:pt x="38931" y="195348"/>
                  </a:lnTo>
                  <a:lnTo>
                    <a:pt x="40043" y="180325"/>
                  </a:lnTo>
                  <a:lnTo>
                    <a:pt x="41156" y="165489"/>
                  </a:lnTo>
                  <a:lnTo>
                    <a:pt x="42268" y="150972"/>
                  </a:lnTo>
                  <a:lnTo>
                    <a:pt x="43380" y="136812"/>
                  </a:lnTo>
                  <a:lnTo>
                    <a:pt x="44493" y="123034"/>
                  </a:lnTo>
                  <a:lnTo>
                    <a:pt x="45605" y="109684"/>
                  </a:lnTo>
                  <a:lnTo>
                    <a:pt x="46717" y="96810"/>
                  </a:lnTo>
                  <a:lnTo>
                    <a:pt x="47830" y="84647"/>
                  </a:lnTo>
                  <a:lnTo>
                    <a:pt x="48942" y="73116"/>
                  </a:lnTo>
                  <a:lnTo>
                    <a:pt x="50054" y="62237"/>
                  </a:lnTo>
                  <a:lnTo>
                    <a:pt x="51167" y="52049"/>
                  </a:lnTo>
                  <a:lnTo>
                    <a:pt x="52279" y="42601"/>
                  </a:lnTo>
                  <a:lnTo>
                    <a:pt x="53391" y="34197"/>
                  </a:lnTo>
                  <a:lnTo>
                    <a:pt x="54504" y="26620"/>
                  </a:lnTo>
                  <a:lnTo>
                    <a:pt x="55616" y="19895"/>
                  </a:lnTo>
                  <a:lnTo>
                    <a:pt x="56728" y="14047"/>
                  </a:lnTo>
                  <a:lnTo>
                    <a:pt x="57841" y="9158"/>
                  </a:lnTo>
                  <a:lnTo>
                    <a:pt x="58953" y="5455"/>
                  </a:lnTo>
                  <a:lnTo>
                    <a:pt x="60065" y="2691"/>
                  </a:lnTo>
                  <a:lnTo>
                    <a:pt x="61178" y="871"/>
                  </a:lnTo>
                  <a:lnTo>
                    <a:pt x="62290" y="0"/>
                  </a:lnTo>
                  <a:lnTo>
                    <a:pt x="63402" y="190"/>
                  </a:lnTo>
                  <a:lnTo>
                    <a:pt x="64515" y="1536"/>
                  </a:lnTo>
                  <a:lnTo>
                    <a:pt x="65627" y="3807"/>
                  </a:lnTo>
                  <a:lnTo>
                    <a:pt x="66739" y="6987"/>
                  </a:lnTo>
                  <a:lnTo>
                    <a:pt x="67852" y="11059"/>
                  </a:lnTo>
                  <a:lnTo>
                    <a:pt x="68964" y="16146"/>
                  </a:lnTo>
                  <a:lnTo>
                    <a:pt x="70076" y="22205"/>
                  </a:lnTo>
                  <a:lnTo>
                    <a:pt x="71189" y="29050"/>
                  </a:lnTo>
                  <a:lnTo>
                    <a:pt x="72301" y="36650"/>
                  </a:lnTo>
                  <a:lnTo>
                    <a:pt x="73413" y="44969"/>
                  </a:lnTo>
                  <a:lnTo>
                    <a:pt x="74526" y="54107"/>
                  </a:lnTo>
                  <a:lnTo>
                    <a:pt x="75638" y="63927"/>
                  </a:lnTo>
                  <a:lnTo>
                    <a:pt x="76750" y="74301"/>
                  </a:lnTo>
                  <a:lnTo>
                    <a:pt x="77863" y="85186"/>
                  </a:lnTo>
                  <a:lnTo>
                    <a:pt x="78975" y="96536"/>
                  </a:lnTo>
                  <a:lnTo>
                    <a:pt x="80087" y="108397"/>
                  </a:lnTo>
                  <a:lnTo>
                    <a:pt x="81200" y="120609"/>
                  </a:lnTo>
                  <a:lnTo>
                    <a:pt x="82312" y="133096"/>
                  </a:lnTo>
                  <a:lnTo>
                    <a:pt x="83424" y="145811"/>
                  </a:lnTo>
                  <a:lnTo>
                    <a:pt x="84537" y="158708"/>
                  </a:lnTo>
                  <a:lnTo>
                    <a:pt x="85649" y="171755"/>
                  </a:lnTo>
                  <a:lnTo>
                    <a:pt x="86761" y="184847"/>
                  </a:lnTo>
                  <a:lnTo>
                    <a:pt x="87874" y="197940"/>
                  </a:lnTo>
                  <a:lnTo>
                    <a:pt x="88986" y="210993"/>
                  </a:lnTo>
                  <a:lnTo>
                    <a:pt x="90098" y="223960"/>
                  </a:lnTo>
                  <a:lnTo>
                    <a:pt x="91211" y="236743"/>
                  </a:lnTo>
                  <a:lnTo>
                    <a:pt x="92323" y="249334"/>
                  </a:lnTo>
                  <a:lnTo>
                    <a:pt x="93435" y="261703"/>
                  </a:lnTo>
                  <a:lnTo>
                    <a:pt x="94548" y="273818"/>
                  </a:lnTo>
                  <a:lnTo>
                    <a:pt x="95660" y="285624"/>
                  </a:lnTo>
                  <a:lnTo>
                    <a:pt x="96772" y="297022"/>
                  </a:lnTo>
                  <a:lnTo>
                    <a:pt x="97885" y="308067"/>
                  </a:lnTo>
                  <a:lnTo>
                    <a:pt x="98997" y="318743"/>
                  </a:lnTo>
                  <a:lnTo>
                    <a:pt x="100109" y="329032"/>
                  </a:lnTo>
                  <a:lnTo>
                    <a:pt x="101222" y="338863"/>
                  </a:lnTo>
                  <a:lnTo>
                    <a:pt x="102334" y="348184"/>
                  </a:lnTo>
                  <a:lnTo>
                    <a:pt x="103446" y="357078"/>
                  </a:lnTo>
                  <a:lnTo>
                    <a:pt x="104559" y="365538"/>
                  </a:lnTo>
                  <a:lnTo>
                    <a:pt x="105671" y="373561"/>
                  </a:lnTo>
                  <a:lnTo>
                    <a:pt x="106783" y="381064"/>
                  </a:lnTo>
                  <a:lnTo>
                    <a:pt x="107896" y="388064"/>
                  </a:lnTo>
                  <a:lnTo>
                    <a:pt x="109008" y="394635"/>
                  </a:lnTo>
                  <a:lnTo>
                    <a:pt x="110120" y="400784"/>
                  </a:lnTo>
                  <a:lnTo>
                    <a:pt x="111233" y="406519"/>
                  </a:lnTo>
                  <a:lnTo>
                    <a:pt x="112345" y="411755"/>
                  </a:lnTo>
                  <a:lnTo>
                    <a:pt x="113457" y="416566"/>
                  </a:lnTo>
                  <a:lnTo>
                    <a:pt x="114570" y="421007"/>
                  </a:lnTo>
                  <a:lnTo>
                    <a:pt x="115682" y="425092"/>
                  </a:lnTo>
                  <a:lnTo>
                    <a:pt x="116794" y="428836"/>
                  </a:lnTo>
                  <a:lnTo>
                    <a:pt x="117907" y="432167"/>
                  </a:lnTo>
                  <a:lnTo>
                    <a:pt x="119019" y="435186"/>
                  </a:lnTo>
                  <a:lnTo>
                    <a:pt x="120131" y="437929"/>
                  </a:lnTo>
                  <a:lnTo>
                    <a:pt x="121244" y="440411"/>
                  </a:lnTo>
                  <a:lnTo>
                    <a:pt x="122356" y="442651"/>
                  </a:lnTo>
                  <a:lnTo>
                    <a:pt x="123468" y="444596"/>
                  </a:lnTo>
                  <a:lnTo>
                    <a:pt x="124581" y="446350"/>
                  </a:lnTo>
                  <a:lnTo>
                    <a:pt x="125693" y="447927"/>
                  </a:lnTo>
                  <a:lnTo>
                    <a:pt x="126805" y="449344"/>
                  </a:lnTo>
                  <a:lnTo>
                    <a:pt x="127918" y="450610"/>
                  </a:lnTo>
                  <a:lnTo>
                    <a:pt x="129030" y="451718"/>
                  </a:lnTo>
                  <a:lnTo>
                    <a:pt x="130142" y="452725"/>
                  </a:lnTo>
                  <a:lnTo>
                    <a:pt x="131255" y="453644"/>
                  </a:lnTo>
                  <a:lnTo>
                    <a:pt x="132367" y="454487"/>
                  </a:lnTo>
                  <a:lnTo>
                    <a:pt x="133479" y="455259"/>
                  </a:lnTo>
                  <a:lnTo>
                    <a:pt x="134592" y="455973"/>
                  </a:lnTo>
                  <a:lnTo>
                    <a:pt x="135704" y="456652"/>
                  </a:lnTo>
                  <a:lnTo>
                    <a:pt x="136816" y="457304"/>
                  </a:lnTo>
                  <a:lnTo>
                    <a:pt x="137929" y="457937"/>
                  </a:lnTo>
                  <a:lnTo>
                    <a:pt x="139041" y="458557"/>
                  </a:lnTo>
                  <a:lnTo>
                    <a:pt x="140153" y="459175"/>
                  </a:lnTo>
                  <a:lnTo>
                    <a:pt x="141266" y="459797"/>
                  </a:lnTo>
                  <a:lnTo>
                    <a:pt x="142378" y="460426"/>
                  </a:lnTo>
                  <a:lnTo>
                    <a:pt x="143490" y="461067"/>
                  </a:lnTo>
                  <a:lnTo>
                    <a:pt x="144603" y="461727"/>
                  </a:lnTo>
                  <a:lnTo>
                    <a:pt x="145715" y="462409"/>
                  </a:lnTo>
                  <a:lnTo>
                    <a:pt x="146827" y="463111"/>
                  </a:lnTo>
                  <a:lnTo>
                    <a:pt x="147940" y="463836"/>
                  </a:lnTo>
                  <a:lnTo>
                    <a:pt x="149052" y="464585"/>
                  </a:lnTo>
                  <a:lnTo>
                    <a:pt x="150164" y="465366"/>
                  </a:lnTo>
                  <a:lnTo>
                    <a:pt x="151277" y="466175"/>
                  </a:lnTo>
                  <a:lnTo>
                    <a:pt x="152389" y="467012"/>
                  </a:lnTo>
                  <a:lnTo>
                    <a:pt x="153501" y="467875"/>
                  </a:lnTo>
                  <a:lnTo>
                    <a:pt x="154614" y="468767"/>
                  </a:lnTo>
                  <a:lnTo>
                    <a:pt x="155726" y="469696"/>
                  </a:lnTo>
                  <a:lnTo>
                    <a:pt x="156838" y="470655"/>
                  </a:lnTo>
                  <a:lnTo>
                    <a:pt x="157951" y="471643"/>
                  </a:lnTo>
                  <a:lnTo>
                    <a:pt x="159063" y="472661"/>
                  </a:lnTo>
                  <a:lnTo>
                    <a:pt x="160175" y="473710"/>
                  </a:lnTo>
                  <a:lnTo>
                    <a:pt x="161288" y="474799"/>
                  </a:lnTo>
                  <a:lnTo>
                    <a:pt x="162400" y="475918"/>
                  </a:lnTo>
                  <a:lnTo>
                    <a:pt x="163512" y="477068"/>
                  </a:lnTo>
                  <a:lnTo>
                    <a:pt x="164625" y="478248"/>
                  </a:lnTo>
                  <a:lnTo>
                    <a:pt x="165737" y="479460"/>
                  </a:lnTo>
                  <a:lnTo>
                    <a:pt x="166849" y="480709"/>
                  </a:lnTo>
                  <a:lnTo>
                    <a:pt x="167962" y="481986"/>
                  </a:lnTo>
                  <a:lnTo>
                    <a:pt x="169074" y="483290"/>
                  </a:lnTo>
                  <a:lnTo>
                    <a:pt x="170186" y="484618"/>
                  </a:lnTo>
                  <a:lnTo>
                    <a:pt x="171299" y="485973"/>
                  </a:lnTo>
                  <a:lnTo>
                    <a:pt x="172411" y="487350"/>
                  </a:lnTo>
                  <a:lnTo>
                    <a:pt x="173523" y="488744"/>
                  </a:lnTo>
                  <a:lnTo>
                    <a:pt x="174636" y="490149"/>
                  </a:lnTo>
                  <a:lnTo>
                    <a:pt x="175748" y="491564"/>
                  </a:lnTo>
                  <a:lnTo>
                    <a:pt x="176860" y="492983"/>
                  </a:lnTo>
                  <a:lnTo>
                    <a:pt x="177973" y="494398"/>
                  </a:lnTo>
                  <a:lnTo>
                    <a:pt x="179085" y="495804"/>
                  </a:lnTo>
                  <a:lnTo>
                    <a:pt x="180197" y="497197"/>
                  </a:lnTo>
                  <a:lnTo>
                    <a:pt x="181310" y="498569"/>
                  </a:lnTo>
                  <a:lnTo>
                    <a:pt x="182422" y="499909"/>
                  </a:lnTo>
                  <a:lnTo>
                    <a:pt x="183534" y="501208"/>
                  </a:lnTo>
                  <a:lnTo>
                    <a:pt x="184647" y="502465"/>
                  </a:lnTo>
                  <a:lnTo>
                    <a:pt x="185759" y="503674"/>
                  </a:lnTo>
                  <a:lnTo>
                    <a:pt x="186871" y="504828"/>
                  </a:lnTo>
                  <a:lnTo>
                    <a:pt x="187984" y="505902"/>
                  </a:lnTo>
                  <a:lnTo>
                    <a:pt x="189096" y="506902"/>
                  </a:lnTo>
                  <a:lnTo>
                    <a:pt x="190208" y="507826"/>
                  </a:lnTo>
                  <a:lnTo>
                    <a:pt x="191321" y="508669"/>
                  </a:lnTo>
                  <a:lnTo>
                    <a:pt x="192433" y="509428"/>
                  </a:lnTo>
                  <a:lnTo>
                    <a:pt x="193545" y="510067"/>
                  </a:lnTo>
                  <a:lnTo>
                    <a:pt x="194658" y="510610"/>
                  </a:lnTo>
                  <a:lnTo>
                    <a:pt x="195770" y="511057"/>
                  </a:lnTo>
                  <a:lnTo>
                    <a:pt x="196882" y="511406"/>
                  </a:lnTo>
                  <a:lnTo>
                    <a:pt x="197995" y="511653"/>
                  </a:lnTo>
                  <a:lnTo>
                    <a:pt x="199107" y="511770"/>
                  </a:lnTo>
                  <a:lnTo>
                    <a:pt x="200219" y="511790"/>
                  </a:lnTo>
                  <a:lnTo>
                    <a:pt x="201332" y="511714"/>
                  </a:lnTo>
                  <a:lnTo>
                    <a:pt x="202444" y="511546"/>
                  </a:lnTo>
                  <a:lnTo>
                    <a:pt x="203556" y="511281"/>
                  </a:lnTo>
                  <a:lnTo>
                    <a:pt x="204669" y="510910"/>
                  </a:lnTo>
                  <a:lnTo>
                    <a:pt x="205781" y="510464"/>
                  </a:lnTo>
                  <a:lnTo>
                    <a:pt x="206893" y="509947"/>
                  </a:lnTo>
                  <a:lnTo>
                    <a:pt x="208006" y="509365"/>
                  </a:lnTo>
                  <a:lnTo>
                    <a:pt x="209118" y="508720"/>
                  </a:lnTo>
                  <a:lnTo>
                    <a:pt x="210230" y="508018"/>
                  </a:lnTo>
                  <a:lnTo>
                    <a:pt x="211343" y="507282"/>
                  </a:lnTo>
                  <a:lnTo>
                    <a:pt x="212455" y="506517"/>
                  </a:lnTo>
                  <a:lnTo>
                    <a:pt x="213567" y="505733"/>
                  </a:lnTo>
                  <a:lnTo>
                    <a:pt x="214680" y="504937"/>
                  </a:lnTo>
                  <a:lnTo>
                    <a:pt x="215792" y="504146"/>
                  </a:lnTo>
                  <a:lnTo>
                    <a:pt x="216904" y="503367"/>
                  </a:lnTo>
                  <a:lnTo>
                    <a:pt x="218017" y="502610"/>
                  </a:lnTo>
                  <a:lnTo>
                    <a:pt x="219129" y="501882"/>
                  </a:lnTo>
                  <a:lnTo>
                    <a:pt x="220241" y="501202"/>
                  </a:lnTo>
                  <a:lnTo>
                    <a:pt x="221354" y="500578"/>
                  </a:lnTo>
                  <a:lnTo>
                    <a:pt x="222466" y="500011"/>
                  </a:lnTo>
                  <a:lnTo>
                    <a:pt x="223578" y="499507"/>
                  </a:lnTo>
                  <a:lnTo>
                    <a:pt x="224691" y="499073"/>
                  </a:lnTo>
                  <a:lnTo>
                    <a:pt x="225803" y="498737"/>
                  </a:lnTo>
                  <a:lnTo>
                    <a:pt x="226915" y="498488"/>
                  </a:lnTo>
                  <a:lnTo>
                    <a:pt x="228028" y="498325"/>
                  </a:lnTo>
                  <a:lnTo>
                    <a:pt x="229140" y="498251"/>
                  </a:lnTo>
                  <a:lnTo>
                    <a:pt x="230252" y="498268"/>
                  </a:lnTo>
                  <a:lnTo>
                    <a:pt x="231365" y="498410"/>
                  </a:lnTo>
                  <a:lnTo>
                    <a:pt x="232477" y="498646"/>
                  </a:lnTo>
                  <a:lnTo>
                    <a:pt x="233589" y="498976"/>
                  </a:lnTo>
                  <a:lnTo>
                    <a:pt x="234702" y="499399"/>
                  </a:lnTo>
                  <a:lnTo>
                    <a:pt x="235814" y="499917"/>
                  </a:lnTo>
                  <a:lnTo>
                    <a:pt x="236926" y="500550"/>
                  </a:lnTo>
                  <a:lnTo>
                    <a:pt x="238039" y="501267"/>
                  </a:lnTo>
                  <a:lnTo>
                    <a:pt x="239151" y="502064"/>
                  </a:lnTo>
                  <a:lnTo>
                    <a:pt x="240263" y="502937"/>
                  </a:lnTo>
                  <a:lnTo>
                    <a:pt x="241376" y="503889"/>
                  </a:lnTo>
                  <a:lnTo>
                    <a:pt x="242488" y="504921"/>
                  </a:lnTo>
                  <a:lnTo>
                    <a:pt x="243600" y="506010"/>
                  </a:lnTo>
                  <a:lnTo>
                    <a:pt x="244713" y="507150"/>
                  </a:lnTo>
                  <a:lnTo>
                    <a:pt x="245825" y="508335"/>
                  </a:lnTo>
                  <a:lnTo>
                    <a:pt x="246937" y="509564"/>
                  </a:lnTo>
                  <a:lnTo>
                    <a:pt x="248049" y="510826"/>
                  </a:lnTo>
                  <a:lnTo>
                    <a:pt x="249162" y="512108"/>
                  </a:lnTo>
                  <a:lnTo>
                    <a:pt x="250274" y="513403"/>
                  </a:lnTo>
                  <a:lnTo>
                    <a:pt x="251386" y="514705"/>
                  </a:lnTo>
                  <a:lnTo>
                    <a:pt x="252499" y="516005"/>
                  </a:lnTo>
                  <a:lnTo>
                    <a:pt x="253611" y="517291"/>
                  </a:lnTo>
                  <a:lnTo>
                    <a:pt x="254723" y="518558"/>
                  </a:lnTo>
                  <a:lnTo>
                    <a:pt x="255836" y="519799"/>
                  </a:lnTo>
                  <a:lnTo>
                    <a:pt x="256948" y="521010"/>
                  </a:lnTo>
                  <a:lnTo>
                    <a:pt x="258060" y="522171"/>
                  </a:lnTo>
                  <a:lnTo>
                    <a:pt x="259173" y="523282"/>
                  </a:lnTo>
                  <a:lnTo>
                    <a:pt x="260285" y="524341"/>
                  </a:lnTo>
                  <a:lnTo>
                    <a:pt x="261397" y="525344"/>
                  </a:lnTo>
                  <a:lnTo>
                    <a:pt x="262510" y="526286"/>
                  </a:lnTo>
                  <a:lnTo>
                    <a:pt x="263622" y="527144"/>
                  </a:lnTo>
                  <a:lnTo>
                    <a:pt x="264734" y="527929"/>
                  </a:lnTo>
                  <a:lnTo>
                    <a:pt x="265847" y="528644"/>
                  </a:lnTo>
                  <a:lnTo>
                    <a:pt x="266959" y="529287"/>
                  </a:lnTo>
                  <a:lnTo>
                    <a:pt x="268071" y="529855"/>
                  </a:lnTo>
                  <a:lnTo>
                    <a:pt x="269184" y="530324"/>
                  </a:lnTo>
                  <a:lnTo>
                    <a:pt x="270296" y="530720"/>
                  </a:lnTo>
                  <a:lnTo>
                    <a:pt x="271408" y="531045"/>
                  </a:lnTo>
                  <a:lnTo>
                    <a:pt x="272521" y="531300"/>
                  </a:lnTo>
                  <a:lnTo>
                    <a:pt x="273633" y="531482"/>
                  </a:lnTo>
                  <a:lnTo>
                    <a:pt x="274745" y="531584"/>
                  </a:lnTo>
                  <a:lnTo>
                    <a:pt x="275858" y="531629"/>
                  </a:lnTo>
                  <a:lnTo>
                    <a:pt x="276970" y="531619"/>
                  </a:lnTo>
                  <a:lnTo>
                    <a:pt x="278082" y="531561"/>
                  </a:lnTo>
                  <a:lnTo>
                    <a:pt x="279195" y="531454"/>
                  </a:lnTo>
                  <a:lnTo>
                    <a:pt x="280307" y="531304"/>
                  </a:lnTo>
                  <a:lnTo>
                    <a:pt x="281419" y="531126"/>
                  </a:lnTo>
                  <a:lnTo>
                    <a:pt x="282532" y="530926"/>
                  </a:lnTo>
                  <a:lnTo>
                    <a:pt x="283644" y="530711"/>
                  </a:lnTo>
                  <a:lnTo>
                    <a:pt x="284756" y="530486"/>
                  </a:lnTo>
                  <a:lnTo>
                    <a:pt x="285869" y="530261"/>
                  </a:lnTo>
                  <a:lnTo>
                    <a:pt x="286981" y="530045"/>
                  </a:lnTo>
                  <a:lnTo>
                    <a:pt x="288093" y="529843"/>
                  </a:lnTo>
                  <a:lnTo>
                    <a:pt x="289206" y="529660"/>
                  </a:lnTo>
                  <a:lnTo>
                    <a:pt x="290318" y="529509"/>
                  </a:lnTo>
                  <a:lnTo>
                    <a:pt x="291430" y="529395"/>
                  </a:lnTo>
                  <a:lnTo>
                    <a:pt x="292543" y="529320"/>
                  </a:lnTo>
                  <a:lnTo>
                    <a:pt x="293655" y="529286"/>
                  </a:lnTo>
                  <a:lnTo>
                    <a:pt x="294767" y="529298"/>
                  </a:lnTo>
                  <a:lnTo>
                    <a:pt x="295880" y="529373"/>
                  </a:lnTo>
                  <a:lnTo>
                    <a:pt x="296992" y="529504"/>
                  </a:lnTo>
                  <a:lnTo>
                    <a:pt x="298104" y="529689"/>
                  </a:lnTo>
                  <a:lnTo>
                    <a:pt x="299217" y="529929"/>
                  </a:lnTo>
                  <a:lnTo>
                    <a:pt x="300329" y="530224"/>
                  </a:lnTo>
                  <a:lnTo>
                    <a:pt x="301441" y="530592"/>
                  </a:lnTo>
                  <a:lnTo>
                    <a:pt x="302554" y="531015"/>
                  </a:lnTo>
                  <a:lnTo>
                    <a:pt x="303666" y="531490"/>
                  </a:lnTo>
                  <a:lnTo>
                    <a:pt x="304778" y="532016"/>
                  </a:lnTo>
                  <a:lnTo>
                    <a:pt x="305891" y="532591"/>
                  </a:lnTo>
                  <a:lnTo>
                    <a:pt x="307003" y="533226"/>
                  </a:lnTo>
                  <a:lnTo>
                    <a:pt x="308115" y="533901"/>
                  </a:lnTo>
                  <a:lnTo>
                    <a:pt x="309228" y="534613"/>
                  </a:lnTo>
                  <a:lnTo>
                    <a:pt x="310340" y="535359"/>
                  </a:lnTo>
                  <a:lnTo>
                    <a:pt x="311452" y="536139"/>
                  </a:lnTo>
                  <a:lnTo>
                    <a:pt x="312565" y="536951"/>
                  </a:lnTo>
                  <a:lnTo>
                    <a:pt x="313677" y="537784"/>
                  </a:lnTo>
                  <a:lnTo>
                    <a:pt x="314789" y="538635"/>
                  </a:lnTo>
                  <a:lnTo>
                    <a:pt x="315902" y="539500"/>
                  </a:lnTo>
                  <a:lnTo>
                    <a:pt x="317014" y="540376"/>
                  </a:lnTo>
                  <a:lnTo>
                    <a:pt x="318126" y="541261"/>
                  </a:lnTo>
                  <a:lnTo>
                    <a:pt x="319239" y="542148"/>
                  </a:lnTo>
                  <a:lnTo>
                    <a:pt x="320351" y="543035"/>
                  </a:lnTo>
                  <a:lnTo>
                    <a:pt x="321463" y="543919"/>
                  </a:lnTo>
                  <a:lnTo>
                    <a:pt x="322576" y="544798"/>
                  </a:lnTo>
                  <a:lnTo>
                    <a:pt x="323688" y="545669"/>
                  </a:lnTo>
                  <a:lnTo>
                    <a:pt x="324800" y="546529"/>
                  </a:lnTo>
                  <a:lnTo>
                    <a:pt x="325913" y="547379"/>
                  </a:lnTo>
                  <a:lnTo>
                    <a:pt x="327025" y="548216"/>
                  </a:lnTo>
                  <a:lnTo>
                    <a:pt x="328137" y="549037"/>
                  </a:lnTo>
                  <a:lnTo>
                    <a:pt x="329250" y="549841"/>
                  </a:lnTo>
                  <a:lnTo>
                    <a:pt x="330362" y="550629"/>
                  </a:lnTo>
                  <a:lnTo>
                    <a:pt x="331474" y="551401"/>
                  </a:lnTo>
                  <a:lnTo>
                    <a:pt x="332587" y="552156"/>
                  </a:lnTo>
                  <a:lnTo>
                    <a:pt x="333699" y="552889"/>
                  </a:lnTo>
                  <a:lnTo>
                    <a:pt x="334811" y="553602"/>
                  </a:lnTo>
                  <a:lnTo>
                    <a:pt x="335924" y="554297"/>
                  </a:lnTo>
                  <a:lnTo>
                    <a:pt x="337036" y="554973"/>
                  </a:lnTo>
                  <a:lnTo>
                    <a:pt x="338148" y="555630"/>
                  </a:lnTo>
                  <a:lnTo>
                    <a:pt x="339261" y="556260"/>
                  </a:lnTo>
                  <a:lnTo>
                    <a:pt x="340373" y="556869"/>
                  </a:lnTo>
                  <a:lnTo>
                    <a:pt x="341485" y="557458"/>
                  </a:lnTo>
                  <a:lnTo>
                    <a:pt x="342598" y="558024"/>
                  </a:lnTo>
                  <a:lnTo>
                    <a:pt x="343710" y="558567"/>
                  </a:lnTo>
                  <a:lnTo>
                    <a:pt x="344822" y="559080"/>
                  </a:lnTo>
                  <a:lnTo>
                    <a:pt x="345935" y="559569"/>
                  </a:lnTo>
                  <a:lnTo>
                    <a:pt x="347047" y="560033"/>
                  </a:lnTo>
                  <a:lnTo>
                    <a:pt x="348159" y="560471"/>
                  </a:lnTo>
                  <a:lnTo>
                    <a:pt x="349272" y="560880"/>
                  </a:lnTo>
                  <a:lnTo>
                    <a:pt x="350384" y="561255"/>
                  </a:lnTo>
                  <a:lnTo>
                    <a:pt x="351496" y="561602"/>
                  </a:lnTo>
                  <a:lnTo>
                    <a:pt x="352609" y="561920"/>
                  </a:lnTo>
                  <a:lnTo>
                    <a:pt x="353721" y="562208"/>
                  </a:lnTo>
                  <a:lnTo>
                    <a:pt x="354833" y="562461"/>
                  </a:lnTo>
                  <a:lnTo>
                    <a:pt x="355946" y="562679"/>
                  </a:lnTo>
                  <a:lnTo>
                    <a:pt x="357058" y="562866"/>
                  </a:lnTo>
                  <a:lnTo>
                    <a:pt x="358170" y="563022"/>
                  </a:lnTo>
                  <a:lnTo>
                    <a:pt x="359283" y="563148"/>
                  </a:lnTo>
                  <a:lnTo>
                    <a:pt x="360395" y="563237"/>
                  </a:lnTo>
                  <a:lnTo>
                    <a:pt x="361507" y="563294"/>
                  </a:lnTo>
                  <a:lnTo>
                    <a:pt x="362620" y="563322"/>
                  </a:lnTo>
                  <a:lnTo>
                    <a:pt x="363732" y="563324"/>
                  </a:lnTo>
                  <a:lnTo>
                    <a:pt x="364844" y="563299"/>
                  </a:lnTo>
                  <a:lnTo>
                    <a:pt x="365957" y="563245"/>
                  </a:lnTo>
                  <a:lnTo>
                    <a:pt x="367069" y="563167"/>
                  </a:lnTo>
                  <a:lnTo>
                    <a:pt x="368181" y="563070"/>
                  </a:lnTo>
                  <a:lnTo>
                    <a:pt x="369294" y="562956"/>
                  </a:lnTo>
                  <a:lnTo>
                    <a:pt x="370406" y="562827"/>
                  </a:lnTo>
                  <a:lnTo>
                    <a:pt x="371518" y="562683"/>
                  </a:lnTo>
                  <a:lnTo>
                    <a:pt x="372631" y="562531"/>
                  </a:lnTo>
                  <a:lnTo>
                    <a:pt x="373743" y="562374"/>
                  </a:lnTo>
                  <a:lnTo>
                    <a:pt x="374855" y="562215"/>
                  </a:lnTo>
                  <a:lnTo>
                    <a:pt x="375968" y="562056"/>
                  </a:lnTo>
                  <a:lnTo>
                    <a:pt x="377080" y="561904"/>
                  </a:lnTo>
                  <a:lnTo>
                    <a:pt x="378192" y="561759"/>
                  </a:lnTo>
                  <a:lnTo>
                    <a:pt x="379305" y="561625"/>
                  </a:lnTo>
                  <a:lnTo>
                    <a:pt x="380417" y="561504"/>
                  </a:lnTo>
                  <a:lnTo>
                    <a:pt x="381529" y="561400"/>
                  </a:lnTo>
                  <a:lnTo>
                    <a:pt x="382642" y="561319"/>
                  </a:lnTo>
                  <a:lnTo>
                    <a:pt x="383754" y="561259"/>
                  </a:lnTo>
                  <a:lnTo>
                    <a:pt x="384866" y="561222"/>
                  </a:lnTo>
                  <a:lnTo>
                    <a:pt x="385979" y="561208"/>
                  </a:lnTo>
                  <a:lnTo>
                    <a:pt x="387091" y="561221"/>
                  </a:lnTo>
                  <a:lnTo>
                    <a:pt x="388203" y="561265"/>
                  </a:lnTo>
                  <a:lnTo>
                    <a:pt x="389316" y="561334"/>
                  </a:lnTo>
                  <a:lnTo>
                    <a:pt x="390428" y="561428"/>
                  </a:lnTo>
                  <a:lnTo>
                    <a:pt x="391540" y="561546"/>
                  </a:lnTo>
                  <a:lnTo>
                    <a:pt x="392653" y="561692"/>
                  </a:lnTo>
                  <a:lnTo>
                    <a:pt x="393765" y="561863"/>
                  </a:lnTo>
                  <a:lnTo>
                    <a:pt x="394877" y="562052"/>
                  </a:lnTo>
                  <a:lnTo>
                    <a:pt x="395990" y="562259"/>
                  </a:lnTo>
                  <a:lnTo>
                    <a:pt x="397102" y="562481"/>
                  </a:lnTo>
                  <a:lnTo>
                    <a:pt x="398214" y="562718"/>
                  </a:lnTo>
                  <a:lnTo>
                    <a:pt x="399327" y="562965"/>
                  </a:lnTo>
                  <a:lnTo>
                    <a:pt x="400439" y="563216"/>
                  </a:lnTo>
                  <a:lnTo>
                    <a:pt x="401551" y="563470"/>
                  </a:lnTo>
                  <a:lnTo>
                    <a:pt x="402664" y="563724"/>
                  </a:lnTo>
                  <a:lnTo>
                    <a:pt x="403776" y="563972"/>
                  </a:lnTo>
                  <a:lnTo>
                    <a:pt x="404888" y="564212"/>
                  </a:lnTo>
                  <a:lnTo>
                    <a:pt x="406001" y="564441"/>
                  </a:lnTo>
                  <a:lnTo>
                    <a:pt x="407113" y="564657"/>
                  </a:lnTo>
                  <a:lnTo>
                    <a:pt x="408225" y="564857"/>
                  </a:lnTo>
                  <a:lnTo>
                    <a:pt x="409338" y="565033"/>
                  </a:lnTo>
                  <a:lnTo>
                    <a:pt x="410450" y="565189"/>
                  </a:lnTo>
                  <a:lnTo>
                    <a:pt x="411562" y="565322"/>
                  </a:lnTo>
                  <a:lnTo>
                    <a:pt x="412675" y="565434"/>
                  </a:lnTo>
                  <a:lnTo>
                    <a:pt x="413787" y="565521"/>
                  </a:lnTo>
                  <a:lnTo>
                    <a:pt x="414899" y="565577"/>
                  </a:lnTo>
                  <a:lnTo>
                    <a:pt x="416012" y="565610"/>
                  </a:lnTo>
                  <a:lnTo>
                    <a:pt x="417124" y="565621"/>
                  </a:lnTo>
                  <a:lnTo>
                    <a:pt x="418236" y="565611"/>
                  </a:lnTo>
                  <a:lnTo>
                    <a:pt x="419349" y="565579"/>
                  </a:lnTo>
                  <a:lnTo>
                    <a:pt x="420461" y="565525"/>
                  </a:lnTo>
                  <a:lnTo>
                    <a:pt x="421573" y="565457"/>
                  </a:lnTo>
                  <a:lnTo>
                    <a:pt x="422686" y="565376"/>
                  </a:lnTo>
                  <a:lnTo>
                    <a:pt x="423798" y="565286"/>
                  </a:lnTo>
                  <a:lnTo>
                    <a:pt x="424910" y="565188"/>
                  </a:lnTo>
                  <a:lnTo>
                    <a:pt x="426023" y="565087"/>
                  </a:lnTo>
                  <a:lnTo>
                    <a:pt x="427135" y="564988"/>
                  </a:lnTo>
                  <a:lnTo>
                    <a:pt x="428247" y="564893"/>
                  </a:lnTo>
                  <a:lnTo>
                    <a:pt x="429360" y="564805"/>
                  </a:lnTo>
                  <a:lnTo>
                    <a:pt x="430472" y="564730"/>
                  </a:lnTo>
                  <a:lnTo>
                    <a:pt x="431584" y="564672"/>
                  </a:lnTo>
                  <a:lnTo>
                    <a:pt x="432697" y="564631"/>
                  </a:lnTo>
                  <a:lnTo>
                    <a:pt x="433809" y="564611"/>
                  </a:lnTo>
                  <a:lnTo>
                    <a:pt x="434921" y="564612"/>
                  </a:lnTo>
                  <a:lnTo>
                    <a:pt x="436034" y="564644"/>
                  </a:lnTo>
                  <a:lnTo>
                    <a:pt x="437146" y="564705"/>
                  </a:lnTo>
                  <a:lnTo>
                    <a:pt x="438258" y="564793"/>
                  </a:lnTo>
                  <a:lnTo>
                    <a:pt x="439371" y="564909"/>
                  </a:lnTo>
                  <a:lnTo>
                    <a:pt x="440483" y="565054"/>
                  </a:lnTo>
                  <a:lnTo>
                    <a:pt x="441595" y="565235"/>
                  </a:lnTo>
                  <a:lnTo>
                    <a:pt x="442708" y="565446"/>
                  </a:lnTo>
                  <a:lnTo>
                    <a:pt x="443820" y="565683"/>
                  </a:lnTo>
                  <a:lnTo>
                    <a:pt x="444932" y="565946"/>
                  </a:lnTo>
                  <a:lnTo>
                    <a:pt x="446045" y="566233"/>
                  </a:lnTo>
                  <a:lnTo>
                    <a:pt x="447157" y="566549"/>
                  </a:lnTo>
                  <a:lnTo>
                    <a:pt x="448269" y="566885"/>
                  </a:lnTo>
                  <a:lnTo>
                    <a:pt x="449382" y="567237"/>
                  </a:lnTo>
                  <a:lnTo>
                    <a:pt x="450494" y="567603"/>
                  </a:lnTo>
                  <a:lnTo>
                    <a:pt x="451606" y="567981"/>
                  </a:lnTo>
                  <a:lnTo>
                    <a:pt x="452719" y="568370"/>
                  </a:lnTo>
                  <a:lnTo>
                    <a:pt x="453831" y="568763"/>
                  </a:lnTo>
                  <a:lnTo>
                    <a:pt x="454943" y="569158"/>
                  </a:lnTo>
                  <a:lnTo>
                    <a:pt x="456056" y="569552"/>
                  </a:lnTo>
                  <a:lnTo>
                    <a:pt x="457168" y="569942"/>
                  </a:lnTo>
                  <a:lnTo>
                    <a:pt x="458280" y="570324"/>
                  </a:lnTo>
                  <a:lnTo>
                    <a:pt x="459393" y="570695"/>
                  </a:lnTo>
                  <a:lnTo>
                    <a:pt x="460505" y="571055"/>
                  </a:lnTo>
                  <a:lnTo>
                    <a:pt x="461617" y="571402"/>
                  </a:lnTo>
                  <a:lnTo>
                    <a:pt x="462730" y="571730"/>
                  </a:lnTo>
                  <a:lnTo>
                    <a:pt x="463842" y="572038"/>
                  </a:lnTo>
                  <a:lnTo>
                    <a:pt x="464954" y="572327"/>
                  </a:lnTo>
                  <a:lnTo>
                    <a:pt x="466067" y="572597"/>
                  </a:lnTo>
                  <a:lnTo>
                    <a:pt x="467179" y="572847"/>
                  </a:lnTo>
                  <a:lnTo>
                    <a:pt x="468291" y="573071"/>
                  </a:lnTo>
                  <a:lnTo>
                    <a:pt x="469404" y="573273"/>
                  </a:lnTo>
                  <a:lnTo>
                    <a:pt x="470516" y="573454"/>
                  </a:lnTo>
                  <a:lnTo>
                    <a:pt x="471628" y="573615"/>
                  </a:lnTo>
                  <a:lnTo>
                    <a:pt x="472741" y="573757"/>
                  </a:lnTo>
                  <a:lnTo>
                    <a:pt x="473853" y="573876"/>
                  </a:lnTo>
                  <a:lnTo>
                    <a:pt x="474965" y="573977"/>
                  </a:lnTo>
                  <a:lnTo>
                    <a:pt x="476078" y="574063"/>
                  </a:lnTo>
                  <a:lnTo>
                    <a:pt x="477190" y="574134"/>
                  </a:lnTo>
                  <a:lnTo>
                    <a:pt x="478302" y="574192"/>
                  </a:lnTo>
                  <a:lnTo>
                    <a:pt x="479415" y="574236"/>
                  </a:lnTo>
                  <a:lnTo>
                    <a:pt x="480527" y="574271"/>
                  </a:lnTo>
                  <a:lnTo>
                    <a:pt x="481639" y="574298"/>
                  </a:lnTo>
                  <a:lnTo>
                    <a:pt x="482752" y="574319"/>
                  </a:lnTo>
                  <a:lnTo>
                    <a:pt x="483864" y="574336"/>
                  </a:lnTo>
                  <a:lnTo>
                    <a:pt x="484976" y="574349"/>
                  </a:lnTo>
                  <a:lnTo>
                    <a:pt x="486089" y="574362"/>
                  </a:lnTo>
                  <a:lnTo>
                    <a:pt x="487201" y="574375"/>
                  </a:lnTo>
                  <a:lnTo>
                    <a:pt x="488313" y="574391"/>
                  </a:lnTo>
                  <a:lnTo>
                    <a:pt x="489426" y="574409"/>
                  </a:lnTo>
                  <a:lnTo>
                    <a:pt x="490538" y="574432"/>
                  </a:lnTo>
                  <a:lnTo>
                    <a:pt x="491650" y="574461"/>
                  </a:lnTo>
                  <a:lnTo>
                    <a:pt x="492762" y="574495"/>
                  </a:lnTo>
                  <a:lnTo>
                    <a:pt x="493875" y="574536"/>
                  </a:lnTo>
                  <a:lnTo>
                    <a:pt x="494987" y="574583"/>
                  </a:lnTo>
                  <a:lnTo>
                    <a:pt x="496099" y="574640"/>
                  </a:lnTo>
                  <a:lnTo>
                    <a:pt x="497212" y="574703"/>
                  </a:lnTo>
                  <a:lnTo>
                    <a:pt x="498324" y="574773"/>
                  </a:lnTo>
                  <a:lnTo>
                    <a:pt x="499436" y="574850"/>
                  </a:lnTo>
                  <a:lnTo>
                    <a:pt x="500549" y="574934"/>
                  </a:lnTo>
                  <a:lnTo>
                    <a:pt x="501661" y="575025"/>
                  </a:lnTo>
                  <a:lnTo>
                    <a:pt x="502773" y="575121"/>
                  </a:lnTo>
                  <a:lnTo>
                    <a:pt x="503886" y="575222"/>
                  </a:lnTo>
                  <a:lnTo>
                    <a:pt x="504998" y="575327"/>
                  </a:lnTo>
                  <a:lnTo>
                    <a:pt x="506110" y="575436"/>
                  </a:lnTo>
                  <a:lnTo>
                    <a:pt x="507223" y="575547"/>
                  </a:lnTo>
                  <a:lnTo>
                    <a:pt x="508335" y="575660"/>
                  </a:lnTo>
                  <a:lnTo>
                    <a:pt x="509447" y="575774"/>
                  </a:lnTo>
                  <a:lnTo>
                    <a:pt x="510560" y="575887"/>
                  </a:lnTo>
                  <a:lnTo>
                    <a:pt x="511672" y="576000"/>
                  </a:lnTo>
                  <a:lnTo>
                    <a:pt x="512784" y="576110"/>
                  </a:lnTo>
                  <a:lnTo>
                    <a:pt x="513897" y="576218"/>
                  </a:lnTo>
                  <a:lnTo>
                    <a:pt x="515009" y="576322"/>
                  </a:lnTo>
                  <a:lnTo>
                    <a:pt x="516121" y="576422"/>
                  </a:lnTo>
                  <a:lnTo>
                    <a:pt x="517234" y="576517"/>
                  </a:lnTo>
                  <a:lnTo>
                    <a:pt x="518346" y="576606"/>
                  </a:lnTo>
                  <a:lnTo>
                    <a:pt x="519458" y="576689"/>
                  </a:lnTo>
                  <a:lnTo>
                    <a:pt x="520571" y="576765"/>
                  </a:lnTo>
                  <a:lnTo>
                    <a:pt x="521683" y="576835"/>
                  </a:lnTo>
                  <a:lnTo>
                    <a:pt x="522795" y="576896"/>
                  </a:lnTo>
                  <a:lnTo>
                    <a:pt x="523908" y="576949"/>
                  </a:lnTo>
                  <a:lnTo>
                    <a:pt x="525020" y="576995"/>
                  </a:lnTo>
                  <a:lnTo>
                    <a:pt x="526132" y="577033"/>
                  </a:lnTo>
                  <a:lnTo>
                    <a:pt x="527245" y="577062"/>
                  </a:lnTo>
                  <a:lnTo>
                    <a:pt x="528357" y="577081"/>
                  </a:lnTo>
                  <a:lnTo>
                    <a:pt x="529469" y="577091"/>
                  </a:lnTo>
                  <a:lnTo>
                    <a:pt x="530582" y="577093"/>
                  </a:lnTo>
                  <a:lnTo>
                    <a:pt x="531694" y="577087"/>
                  </a:lnTo>
                  <a:lnTo>
                    <a:pt x="532806" y="577072"/>
                  </a:lnTo>
                  <a:lnTo>
                    <a:pt x="533919" y="577046"/>
                  </a:lnTo>
                  <a:lnTo>
                    <a:pt x="535031" y="577013"/>
                  </a:lnTo>
                  <a:lnTo>
                    <a:pt x="536143" y="576971"/>
                  </a:lnTo>
                  <a:lnTo>
                    <a:pt x="537256" y="576922"/>
                  </a:lnTo>
                  <a:lnTo>
                    <a:pt x="538368" y="576864"/>
                  </a:lnTo>
                  <a:lnTo>
                    <a:pt x="539480" y="576798"/>
                  </a:lnTo>
                  <a:lnTo>
                    <a:pt x="540593" y="576725"/>
                  </a:lnTo>
                  <a:lnTo>
                    <a:pt x="541705" y="576645"/>
                  </a:lnTo>
                  <a:lnTo>
                    <a:pt x="542817" y="576560"/>
                  </a:lnTo>
                  <a:lnTo>
                    <a:pt x="543930" y="576468"/>
                  </a:lnTo>
                  <a:lnTo>
                    <a:pt x="545042" y="576370"/>
                  </a:lnTo>
                  <a:lnTo>
                    <a:pt x="546154" y="576269"/>
                  </a:lnTo>
                  <a:lnTo>
                    <a:pt x="547267" y="576164"/>
                  </a:lnTo>
                  <a:lnTo>
                    <a:pt x="548379" y="576056"/>
                  </a:lnTo>
                  <a:lnTo>
                    <a:pt x="549491" y="575946"/>
                  </a:lnTo>
                  <a:lnTo>
                    <a:pt x="550604" y="575834"/>
                  </a:lnTo>
                  <a:lnTo>
                    <a:pt x="551716" y="575723"/>
                  </a:lnTo>
                  <a:lnTo>
                    <a:pt x="552828" y="575612"/>
                  </a:lnTo>
                  <a:lnTo>
                    <a:pt x="553941" y="575503"/>
                  </a:lnTo>
                  <a:lnTo>
                    <a:pt x="555053" y="575398"/>
                  </a:lnTo>
                  <a:lnTo>
                    <a:pt x="556165" y="575296"/>
                  </a:lnTo>
                  <a:lnTo>
                    <a:pt x="557278" y="575199"/>
                  </a:lnTo>
                  <a:lnTo>
                    <a:pt x="558390" y="575107"/>
                  </a:lnTo>
                  <a:lnTo>
                    <a:pt x="559502" y="575022"/>
                  </a:lnTo>
                  <a:lnTo>
                    <a:pt x="560615" y="574946"/>
                  </a:lnTo>
                  <a:lnTo>
                    <a:pt x="561727" y="574878"/>
                  </a:lnTo>
                  <a:lnTo>
                    <a:pt x="562839" y="574818"/>
                  </a:lnTo>
                  <a:lnTo>
                    <a:pt x="563952" y="574768"/>
                  </a:lnTo>
                  <a:lnTo>
                    <a:pt x="565064" y="574729"/>
                  </a:lnTo>
                  <a:lnTo>
                    <a:pt x="566176" y="574702"/>
                  </a:lnTo>
                  <a:lnTo>
                    <a:pt x="567289" y="574685"/>
                  </a:lnTo>
                  <a:lnTo>
                    <a:pt x="568401" y="57468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0" name="rc2600"/>
            <p:cNvSpPr/>
            <p:nvPr/>
          </p:nvSpPr>
          <p:spPr>
            <a:xfrm>
              <a:off x="4484649" y="2939956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1" name="pl2601"/>
            <p:cNvSpPr/>
            <p:nvPr/>
          </p:nvSpPr>
          <p:spPr>
            <a:xfrm>
              <a:off x="4484649" y="348857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2" name="pl2602"/>
            <p:cNvSpPr/>
            <p:nvPr/>
          </p:nvSpPr>
          <p:spPr>
            <a:xfrm>
              <a:off x="4484649" y="331044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3" name="pl2603"/>
            <p:cNvSpPr/>
            <p:nvPr/>
          </p:nvSpPr>
          <p:spPr>
            <a:xfrm>
              <a:off x="4484649" y="313230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4" name="pl2604"/>
            <p:cNvSpPr/>
            <p:nvPr/>
          </p:nvSpPr>
          <p:spPr>
            <a:xfrm>
              <a:off x="4484649" y="295417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5" name="pl2605"/>
            <p:cNvSpPr/>
            <p:nvPr/>
          </p:nvSpPr>
          <p:spPr>
            <a:xfrm>
              <a:off x="4630610" y="293995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6" name="pl2606"/>
            <p:cNvSpPr/>
            <p:nvPr/>
          </p:nvSpPr>
          <p:spPr>
            <a:xfrm>
              <a:off x="4835705" y="293995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7" name="pl2607"/>
            <p:cNvSpPr/>
            <p:nvPr/>
          </p:nvSpPr>
          <p:spPr>
            <a:xfrm>
              <a:off x="5040800" y="293995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8" name="pl2608"/>
            <p:cNvSpPr/>
            <p:nvPr/>
          </p:nvSpPr>
          <p:spPr>
            <a:xfrm>
              <a:off x="4484649" y="339950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9" name="pl2609"/>
            <p:cNvSpPr/>
            <p:nvPr/>
          </p:nvSpPr>
          <p:spPr>
            <a:xfrm>
              <a:off x="4484649" y="322137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0" name="pl2610"/>
            <p:cNvSpPr/>
            <p:nvPr/>
          </p:nvSpPr>
          <p:spPr>
            <a:xfrm>
              <a:off x="4484649" y="304324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1" name="pl2611"/>
            <p:cNvSpPr/>
            <p:nvPr/>
          </p:nvSpPr>
          <p:spPr>
            <a:xfrm>
              <a:off x="4528063" y="293995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2" name="pl2612"/>
            <p:cNvSpPr/>
            <p:nvPr/>
          </p:nvSpPr>
          <p:spPr>
            <a:xfrm>
              <a:off x="4733158" y="293995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3" name="pl2613"/>
            <p:cNvSpPr/>
            <p:nvPr/>
          </p:nvSpPr>
          <p:spPr>
            <a:xfrm>
              <a:off x="4938253" y="293995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4" name="pt2614"/>
            <p:cNvSpPr/>
            <p:nvPr/>
          </p:nvSpPr>
          <p:spPr>
            <a:xfrm>
              <a:off x="4513261" y="34901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5" name="pt2615"/>
            <p:cNvSpPr/>
            <p:nvPr/>
          </p:nvSpPr>
          <p:spPr>
            <a:xfrm>
              <a:off x="4573819" y="34841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6" name="pt2616"/>
            <p:cNvSpPr/>
            <p:nvPr/>
          </p:nvSpPr>
          <p:spPr>
            <a:xfrm>
              <a:off x="4542539" y="3499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7" name="pt2617"/>
            <p:cNvSpPr/>
            <p:nvPr/>
          </p:nvSpPr>
          <p:spPr>
            <a:xfrm>
              <a:off x="4565624" y="34761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8" name="pt2618"/>
            <p:cNvSpPr/>
            <p:nvPr/>
          </p:nvSpPr>
          <p:spPr>
            <a:xfrm>
              <a:off x="4537724" y="3481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9" name="pt2619"/>
            <p:cNvSpPr/>
            <p:nvPr/>
          </p:nvSpPr>
          <p:spPr>
            <a:xfrm>
              <a:off x="4545094" y="3495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0" name="pt2620"/>
            <p:cNvSpPr/>
            <p:nvPr/>
          </p:nvSpPr>
          <p:spPr>
            <a:xfrm>
              <a:off x="4719443" y="3302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1" name="pt2621"/>
            <p:cNvSpPr/>
            <p:nvPr/>
          </p:nvSpPr>
          <p:spPr>
            <a:xfrm>
              <a:off x="4563590" y="3486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2" name="pt2622"/>
            <p:cNvSpPr/>
            <p:nvPr/>
          </p:nvSpPr>
          <p:spPr>
            <a:xfrm>
              <a:off x="4636266" y="34049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3" name="pt2623"/>
            <p:cNvSpPr/>
            <p:nvPr/>
          </p:nvSpPr>
          <p:spPr>
            <a:xfrm>
              <a:off x="4565928" y="34887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4" name="pt2624"/>
            <p:cNvSpPr/>
            <p:nvPr/>
          </p:nvSpPr>
          <p:spPr>
            <a:xfrm>
              <a:off x="4725290" y="3182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5" name="pt2625"/>
            <p:cNvSpPr/>
            <p:nvPr/>
          </p:nvSpPr>
          <p:spPr>
            <a:xfrm>
              <a:off x="4539670" y="3493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6" name="pt2626"/>
            <p:cNvSpPr/>
            <p:nvPr/>
          </p:nvSpPr>
          <p:spPr>
            <a:xfrm>
              <a:off x="4563008" y="34873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7" name="pt2627"/>
            <p:cNvSpPr/>
            <p:nvPr/>
          </p:nvSpPr>
          <p:spPr>
            <a:xfrm>
              <a:off x="4550463" y="34798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8" name="pt2628"/>
            <p:cNvSpPr/>
            <p:nvPr/>
          </p:nvSpPr>
          <p:spPr>
            <a:xfrm>
              <a:off x="4542871" y="34947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9" name="pt2629"/>
            <p:cNvSpPr/>
            <p:nvPr/>
          </p:nvSpPr>
          <p:spPr>
            <a:xfrm>
              <a:off x="4563331" y="34924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0" name="pt2630"/>
            <p:cNvSpPr/>
            <p:nvPr/>
          </p:nvSpPr>
          <p:spPr>
            <a:xfrm>
              <a:off x="4569143" y="34738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1" name="pt2631"/>
            <p:cNvSpPr/>
            <p:nvPr/>
          </p:nvSpPr>
          <p:spPr>
            <a:xfrm>
              <a:off x="4826127" y="31652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2" name="pt2632"/>
            <p:cNvSpPr/>
            <p:nvPr/>
          </p:nvSpPr>
          <p:spPr>
            <a:xfrm>
              <a:off x="4526933" y="34927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3" name="pt2633"/>
            <p:cNvSpPr/>
            <p:nvPr/>
          </p:nvSpPr>
          <p:spPr>
            <a:xfrm>
              <a:off x="4598727" y="3452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4" name="pt2634"/>
            <p:cNvSpPr/>
            <p:nvPr/>
          </p:nvSpPr>
          <p:spPr>
            <a:xfrm>
              <a:off x="4650224" y="3430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5" name="pt2635"/>
            <p:cNvSpPr/>
            <p:nvPr/>
          </p:nvSpPr>
          <p:spPr>
            <a:xfrm>
              <a:off x="4763003" y="31597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6" name="pt2636"/>
            <p:cNvSpPr/>
            <p:nvPr/>
          </p:nvSpPr>
          <p:spPr>
            <a:xfrm>
              <a:off x="4635314" y="33900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7" name="pt2637"/>
            <p:cNvSpPr/>
            <p:nvPr/>
          </p:nvSpPr>
          <p:spPr>
            <a:xfrm>
              <a:off x="4656572" y="34513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8" name="pt2638"/>
            <p:cNvSpPr/>
            <p:nvPr/>
          </p:nvSpPr>
          <p:spPr>
            <a:xfrm>
              <a:off x="4531537" y="3498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9" name="pt2639"/>
            <p:cNvSpPr/>
            <p:nvPr/>
          </p:nvSpPr>
          <p:spPr>
            <a:xfrm>
              <a:off x="4554395" y="3495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0" name="pt2640"/>
            <p:cNvSpPr/>
            <p:nvPr/>
          </p:nvSpPr>
          <p:spPr>
            <a:xfrm>
              <a:off x="4834316" y="30786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1" name="pt2641"/>
            <p:cNvSpPr/>
            <p:nvPr/>
          </p:nvSpPr>
          <p:spPr>
            <a:xfrm>
              <a:off x="4871038" y="32084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2" name="pt2642"/>
            <p:cNvSpPr/>
            <p:nvPr/>
          </p:nvSpPr>
          <p:spPr>
            <a:xfrm>
              <a:off x="4622548" y="34159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3" name="pt2643"/>
            <p:cNvSpPr/>
            <p:nvPr/>
          </p:nvSpPr>
          <p:spPr>
            <a:xfrm>
              <a:off x="4599791" y="3455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4" name="pt2644"/>
            <p:cNvSpPr/>
            <p:nvPr/>
          </p:nvSpPr>
          <p:spPr>
            <a:xfrm>
              <a:off x="4548764" y="3509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5" name="pt2645"/>
            <p:cNvSpPr/>
            <p:nvPr/>
          </p:nvSpPr>
          <p:spPr>
            <a:xfrm>
              <a:off x="4575596" y="3492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6" name="pt2646"/>
            <p:cNvSpPr/>
            <p:nvPr/>
          </p:nvSpPr>
          <p:spPr>
            <a:xfrm>
              <a:off x="4556501" y="3469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7" name="pt2647"/>
            <p:cNvSpPr/>
            <p:nvPr/>
          </p:nvSpPr>
          <p:spPr>
            <a:xfrm>
              <a:off x="4542734" y="3497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8" name="pt2648"/>
            <p:cNvSpPr/>
            <p:nvPr/>
          </p:nvSpPr>
          <p:spPr>
            <a:xfrm>
              <a:off x="4587948" y="3422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9" name="pt2649"/>
            <p:cNvSpPr/>
            <p:nvPr/>
          </p:nvSpPr>
          <p:spPr>
            <a:xfrm>
              <a:off x="4563839" y="3485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0" name="pt2650"/>
            <p:cNvSpPr/>
            <p:nvPr/>
          </p:nvSpPr>
          <p:spPr>
            <a:xfrm>
              <a:off x="4540436" y="3493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1" name="pt2651"/>
            <p:cNvSpPr/>
            <p:nvPr/>
          </p:nvSpPr>
          <p:spPr>
            <a:xfrm>
              <a:off x="4590964" y="3489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2" name="pt2652"/>
            <p:cNvSpPr/>
            <p:nvPr/>
          </p:nvSpPr>
          <p:spPr>
            <a:xfrm>
              <a:off x="4558419" y="34632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3" name="pt2653"/>
            <p:cNvSpPr/>
            <p:nvPr/>
          </p:nvSpPr>
          <p:spPr>
            <a:xfrm>
              <a:off x="5056645" y="3022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4" name="pt2654"/>
            <p:cNvSpPr/>
            <p:nvPr/>
          </p:nvSpPr>
          <p:spPr>
            <a:xfrm>
              <a:off x="4728085" y="32362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5" name="pt2655"/>
            <p:cNvSpPr/>
            <p:nvPr/>
          </p:nvSpPr>
          <p:spPr>
            <a:xfrm>
              <a:off x="4560422" y="35042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6" name="pt2656"/>
            <p:cNvSpPr/>
            <p:nvPr/>
          </p:nvSpPr>
          <p:spPr>
            <a:xfrm>
              <a:off x="4576432" y="3489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7" name="pt2657"/>
            <p:cNvSpPr/>
            <p:nvPr/>
          </p:nvSpPr>
          <p:spPr>
            <a:xfrm>
              <a:off x="4780449" y="3263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8" name="pt2658"/>
            <p:cNvSpPr/>
            <p:nvPr/>
          </p:nvSpPr>
          <p:spPr>
            <a:xfrm>
              <a:off x="4707952" y="32590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9" name="pt2659"/>
            <p:cNvSpPr/>
            <p:nvPr/>
          </p:nvSpPr>
          <p:spPr>
            <a:xfrm>
              <a:off x="4564159" y="3478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0" name="pt2660"/>
            <p:cNvSpPr/>
            <p:nvPr/>
          </p:nvSpPr>
          <p:spPr>
            <a:xfrm>
              <a:off x="4552540" y="35010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1" name="pt2661"/>
            <p:cNvSpPr/>
            <p:nvPr/>
          </p:nvSpPr>
          <p:spPr>
            <a:xfrm>
              <a:off x="4820145" y="31437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2" name="pt2662"/>
            <p:cNvSpPr/>
            <p:nvPr/>
          </p:nvSpPr>
          <p:spPr>
            <a:xfrm>
              <a:off x="4531507" y="35050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3" name="pt2663"/>
            <p:cNvSpPr/>
            <p:nvPr/>
          </p:nvSpPr>
          <p:spPr>
            <a:xfrm>
              <a:off x="4569855" y="3497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4" name="pt2664"/>
            <p:cNvSpPr/>
            <p:nvPr/>
          </p:nvSpPr>
          <p:spPr>
            <a:xfrm>
              <a:off x="4730458" y="32419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5" name="pt2665"/>
            <p:cNvSpPr/>
            <p:nvPr/>
          </p:nvSpPr>
          <p:spPr>
            <a:xfrm>
              <a:off x="4587004" y="3440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6" name="pt2666"/>
            <p:cNvSpPr/>
            <p:nvPr/>
          </p:nvSpPr>
          <p:spPr>
            <a:xfrm>
              <a:off x="4554013" y="3485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7" name="pt2667"/>
            <p:cNvSpPr/>
            <p:nvPr/>
          </p:nvSpPr>
          <p:spPr>
            <a:xfrm>
              <a:off x="4558982" y="35045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8" name="pt2668"/>
            <p:cNvSpPr/>
            <p:nvPr/>
          </p:nvSpPr>
          <p:spPr>
            <a:xfrm>
              <a:off x="4532813" y="35131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9" name="pt2669"/>
            <p:cNvSpPr/>
            <p:nvPr/>
          </p:nvSpPr>
          <p:spPr>
            <a:xfrm>
              <a:off x="4513719" y="35063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0" name="pt2670"/>
            <p:cNvSpPr/>
            <p:nvPr/>
          </p:nvSpPr>
          <p:spPr>
            <a:xfrm>
              <a:off x="4556394" y="3481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1" name="pt2671"/>
            <p:cNvSpPr/>
            <p:nvPr/>
          </p:nvSpPr>
          <p:spPr>
            <a:xfrm>
              <a:off x="4888376" y="3088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2" name="pt2672"/>
            <p:cNvSpPr/>
            <p:nvPr/>
          </p:nvSpPr>
          <p:spPr>
            <a:xfrm>
              <a:off x="4555846" y="34820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3" name="pt2673"/>
            <p:cNvSpPr/>
            <p:nvPr/>
          </p:nvSpPr>
          <p:spPr>
            <a:xfrm>
              <a:off x="4526221" y="3500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4" name="pt2674"/>
            <p:cNvSpPr/>
            <p:nvPr/>
          </p:nvSpPr>
          <p:spPr>
            <a:xfrm>
              <a:off x="4571220" y="34926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5" name="pt2675"/>
            <p:cNvSpPr/>
            <p:nvPr/>
          </p:nvSpPr>
          <p:spPr>
            <a:xfrm>
              <a:off x="4682856" y="33480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6" name="pt2676"/>
            <p:cNvSpPr/>
            <p:nvPr/>
          </p:nvSpPr>
          <p:spPr>
            <a:xfrm>
              <a:off x="4554520" y="3497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7" name="pt2677"/>
            <p:cNvSpPr/>
            <p:nvPr/>
          </p:nvSpPr>
          <p:spPr>
            <a:xfrm>
              <a:off x="4580450" y="35001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8" name="pt2678"/>
            <p:cNvSpPr/>
            <p:nvPr/>
          </p:nvSpPr>
          <p:spPr>
            <a:xfrm>
              <a:off x="4550223" y="3506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9" name="pt2679"/>
            <p:cNvSpPr/>
            <p:nvPr/>
          </p:nvSpPr>
          <p:spPr>
            <a:xfrm>
              <a:off x="4544621" y="3494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0" name="pt2680"/>
            <p:cNvSpPr/>
            <p:nvPr/>
          </p:nvSpPr>
          <p:spPr>
            <a:xfrm>
              <a:off x="4550103" y="34879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1" name="pt2681"/>
            <p:cNvSpPr/>
            <p:nvPr/>
          </p:nvSpPr>
          <p:spPr>
            <a:xfrm>
              <a:off x="4980399" y="3142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2" name="pt2682"/>
            <p:cNvSpPr/>
            <p:nvPr/>
          </p:nvSpPr>
          <p:spPr>
            <a:xfrm>
              <a:off x="4561895" y="3476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3" name="pt2683"/>
            <p:cNvSpPr/>
            <p:nvPr/>
          </p:nvSpPr>
          <p:spPr>
            <a:xfrm>
              <a:off x="4560571" y="34872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4" name="pt2684"/>
            <p:cNvSpPr/>
            <p:nvPr/>
          </p:nvSpPr>
          <p:spPr>
            <a:xfrm>
              <a:off x="4550304" y="3488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5" name="pt2685"/>
            <p:cNvSpPr/>
            <p:nvPr/>
          </p:nvSpPr>
          <p:spPr>
            <a:xfrm>
              <a:off x="4540601" y="3504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6" name="pt2686"/>
            <p:cNvSpPr/>
            <p:nvPr/>
          </p:nvSpPr>
          <p:spPr>
            <a:xfrm>
              <a:off x="4547671" y="3499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7" name="pt2687"/>
            <p:cNvSpPr/>
            <p:nvPr/>
          </p:nvSpPr>
          <p:spPr>
            <a:xfrm>
              <a:off x="4555901" y="34873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8" name="pt2688"/>
            <p:cNvSpPr/>
            <p:nvPr/>
          </p:nvSpPr>
          <p:spPr>
            <a:xfrm>
              <a:off x="4559461" y="35183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9" name="pt2689"/>
            <p:cNvSpPr/>
            <p:nvPr/>
          </p:nvSpPr>
          <p:spPr>
            <a:xfrm>
              <a:off x="4546867" y="3495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0" name="pt2690"/>
            <p:cNvSpPr/>
            <p:nvPr/>
          </p:nvSpPr>
          <p:spPr>
            <a:xfrm>
              <a:off x="4561862" y="3492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1" name="pt2691"/>
            <p:cNvSpPr/>
            <p:nvPr/>
          </p:nvSpPr>
          <p:spPr>
            <a:xfrm>
              <a:off x="4548043" y="34980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2" name="pt2692"/>
            <p:cNvSpPr/>
            <p:nvPr/>
          </p:nvSpPr>
          <p:spPr>
            <a:xfrm>
              <a:off x="4785322" y="32543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3" name="pt2693"/>
            <p:cNvSpPr/>
            <p:nvPr/>
          </p:nvSpPr>
          <p:spPr>
            <a:xfrm>
              <a:off x="4741139" y="33382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4" name="pt2694"/>
            <p:cNvSpPr/>
            <p:nvPr/>
          </p:nvSpPr>
          <p:spPr>
            <a:xfrm>
              <a:off x="4557242" y="3521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5" name="pt2695"/>
            <p:cNvSpPr/>
            <p:nvPr/>
          </p:nvSpPr>
          <p:spPr>
            <a:xfrm>
              <a:off x="4713401" y="33034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6" name="pt2696"/>
            <p:cNvSpPr/>
            <p:nvPr/>
          </p:nvSpPr>
          <p:spPr>
            <a:xfrm>
              <a:off x="4716546" y="3301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7" name="pt2697"/>
            <p:cNvSpPr/>
            <p:nvPr/>
          </p:nvSpPr>
          <p:spPr>
            <a:xfrm>
              <a:off x="4658369" y="33932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8" name="pt2698"/>
            <p:cNvSpPr/>
            <p:nvPr/>
          </p:nvSpPr>
          <p:spPr>
            <a:xfrm>
              <a:off x="4525261" y="34884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9" name="pt2699"/>
            <p:cNvSpPr/>
            <p:nvPr/>
          </p:nvSpPr>
          <p:spPr>
            <a:xfrm>
              <a:off x="4519038" y="34958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0" name="pt2700"/>
            <p:cNvSpPr/>
            <p:nvPr/>
          </p:nvSpPr>
          <p:spPr>
            <a:xfrm>
              <a:off x="4653957" y="33813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1" name="pt2701"/>
            <p:cNvSpPr/>
            <p:nvPr/>
          </p:nvSpPr>
          <p:spPr>
            <a:xfrm>
              <a:off x="4562135" y="34855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2" name="pt2702"/>
            <p:cNvSpPr/>
            <p:nvPr/>
          </p:nvSpPr>
          <p:spPr>
            <a:xfrm>
              <a:off x="4590092" y="34970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3" name="pt2703"/>
            <p:cNvSpPr/>
            <p:nvPr/>
          </p:nvSpPr>
          <p:spPr>
            <a:xfrm>
              <a:off x="4650440" y="3390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4" name="pt2704"/>
            <p:cNvSpPr/>
            <p:nvPr/>
          </p:nvSpPr>
          <p:spPr>
            <a:xfrm>
              <a:off x="4784317" y="31759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5" name="pt2705"/>
            <p:cNvSpPr/>
            <p:nvPr/>
          </p:nvSpPr>
          <p:spPr>
            <a:xfrm>
              <a:off x="4611697" y="34617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6" name="pt2706"/>
            <p:cNvSpPr/>
            <p:nvPr/>
          </p:nvSpPr>
          <p:spPr>
            <a:xfrm>
              <a:off x="4550008" y="3498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7" name="pt2707"/>
            <p:cNvSpPr/>
            <p:nvPr/>
          </p:nvSpPr>
          <p:spPr>
            <a:xfrm>
              <a:off x="4540760" y="3472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8" name="pt2708"/>
            <p:cNvSpPr/>
            <p:nvPr/>
          </p:nvSpPr>
          <p:spPr>
            <a:xfrm>
              <a:off x="4626156" y="32637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9" name="pt2709"/>
            <p:cNvSpPr/>
            <p:nvPr/>
          </p:nvSpPr>
          <p:spPr>
            <a:xfrm>
              <a:off x="4533515" y="3489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0" name="pt2710"/>
            <p:cNvSpPr/>
            <p:nvPr/>
          </p:nvSpPr>
          <p:spPr>
            <a:xfrm>
              <a:off x="4549117" y="35183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1" name="pt2711"/>
            <p:cNvSpPr/>
            <p:nvPr/>
          </p:nvSpPr>
          <p:spPr>
            <a:xfrm>
              <a:off x="4663529" y="3330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2" name="pt2712"/>
            <p:cNvSpPr/>
            <p:nvPr/>
          </p:nvSpPr>
          <p:spPr>
            <a:xfrm>
              <a:off x="4570394" y="3453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3" name="pt2713"/>
            <p:cNvSpPr/>
            <p:nvPr/>
          </p:nvSpPr>
          <p:spPr>
            <a:xfrm>
              <a:off x="4665027" y="3384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4" name="pt2714"/>
            <p:cNvSpPr/>
            <p:nvPr/>
          </p:nvSpPr>
          <p:spPr>
            <a:xfrm>
              <a:off x="4753668" y="33051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5" name="pt2715"/>
            <p:cNvSpPr/>
            <p:nvPr/>
          </p:nvSpPr>
          <p:spPr>
            <a:xfrm>
              <a:off x="4531785" y="3496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6" name="pt2716"/>
            <p:cNvSpPr/>
            <p:nvPr/>
          </p:nvSpPr>
          <p:spPr>
            <a:xfrm>
              <a:off x="4784283" y="3169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7" name="pt2717"/>
            <p:cNvSpPr/>
            <p:nvPr/>
          </p:nvSpPr>
          <p:spPr>
            <a:xfrm>
              <a:off x="4548456" y="34847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8" name="pt2718"/>
            <p:cNvSpPr/>
            <p:nvPr/>
          </p:nvSpPr>
          <p:spPr>
            <a:xfrm>
              <a:off x="4645449" y="3418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9" name="pt2719"/>
            <p:cNvSpPr/>
            <p:nvPr/>
          </p:nvSpPr>
          <p:spPr>
            <a:xfrm>
              <a:off x="4520957" y="3513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0" name="pt2720"/>
            <p:cNvSpPr/>
            <p:nvPr/>
          </p:nvSpPr>
          <p:spPr>
            <a:xfrm>
              <a:off x="4539067" y="3493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1" name="pt2721"/>
            <p:cNvSpPr/>
            <p:nvPr/>
          </p:nvSpPr>
          <p:spPr>
            <a:xfrm>
              <a:off x="4548633" y="3498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2" name="pt2722"/>
            <p:cNvSpPr/>
            <p:nvPr/>
          </p:nvSpPr>
          <p:spPr>
            <a:xfrm>
              <a:off x="4629209" y="3477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3" name="pt2723"/>
            <p:cNvSpPr/>
            <p:nvPr/>
          </p:nvSpPr>
          <p:spPr>
            <a:xfrm>
              <a:off x="4926495" y="31258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4" name="pt2724"/>
            <p:cNvSpPr/>
            <p:nvPr/>
          </p:nvSpPr>
          <p:spPr>
            <a:xfrm>
              <a:off x="4608375" y="3490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5" name="pt2725"/>
            <p:cNvSpPr/>
            <p:nvPr/>
          </p:nvSpPr>
          <p:spPr>
            <a:xfrm>
              <a:off x="4558384" y="34779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6" name="pt2726"/>
            <p:cNvSpPr/>
            <p:nvPr/>
          </p:nvSpPr>
          <p:spPr>
            <a:xfrm>
              <a:off x="4531306" y="3496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7" name="pt2727"/>
            <p:cNvSpPr/>
            <p:nvPr/>
          </p:nvSpPr>
          <p:spPr>
            <a:xfrm>
              <a:off x="4550239" y="3501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8" name="pt2728"/>
            <p:cNvSpPr/>
            <p:nvPr/>
          </p:nvSpPr>
          <p:spPr>
            <a:xfrm>
              <a:off x="4772686" y="32616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9" name="pt2729"/>
            <p:cNvSpPr/>
            <p:nvPr/>
          </p:nvSpPr>
          <p:spPr>
            <a:xfrm>
              <a:off x="4571845" y="34940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0" name="pt2730"/>
            <p:cNvSpPr/>
            <p:nvPr/>
          </p:nvSpPr>
          <p:spPr>
            <a:xfrm>
              <a:off x="4545321" y="34974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1" name="pt2731"/>
            <p:cNvSpPr/>
            <p:nvPr/>
          </p:nvSpPr>
          <p:spPr>
            <a:xfrm>
              <a:off x="4547828" y="34856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2" name="pt2732"/>
            <p:cNvSpPr/>
            <p:nvPr/>
          </p:nvSpPr>
          <p:spPr>
            <a:xfrm>
              <a:off x="4572505" y="34842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3" name="pt2733"/>
            <p:cNvSpPr/>
            <p:nvPr/>
          </p:nvSpPr>
          <p:spPr>
            <a:xfrm>
              <a:off x="4527970" y="34819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4" name="pt2734"/>
            <p:cNvSpPr/>
            <p:nvPr/>
          </p:nvSpPr>
          <p:spPr>
            <a:xfrm>
              <a:off x="4538008" y="3487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5" name="pt2735"/>
            <p:cNvSpPr/>
            <p:nvPr/>
          </p:nvSpPr>
          <p:spPr>
            <a:xfrm>
              <a:off x="4546378" y="34987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6" name="pt2736"/>
            <p:cNvSpPr/>
            <p:nvPr/>
          </p:nvSpPr>
          <p:spPr>
            <a:xfrm>
              <a:off x="4614893" y="3375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7" name="pt2737"/>
            <p:cNvSpPr/>
            <p:nvPr/>
          </p:nvSpPr>
          <p:spPr>
            <a:xfrm>
              <a:off x="4539663" y="34878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8" name="pt2738"/>
            <p:cNvSpPr/>
            <p:nvPr/>
          </p:nvSpPr>
          <p:spPr>
            <a:xfrm>
              <a:off x="4663997" y="32861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9" name="pt2739"/>
            <p:cNvSpPr/>
            <p:nvPr/>
          </p:nvSpPr>
          <p:spPr>
            <a:xfrm>
              <a:off x="4749965" y="32889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0" name="pt2740"/>
            <p:cNvSpPr/>
            <p:nvPr/>
          </p:nvSpPr>
          <p:spPr>
            <a:xfrm>
              <a:off x="4563279" y="3496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1" name="pt2741"/>
            <p:cNvSpPr/>
            <p:nvPr/>
          </p:nvSpPr>
          <p:spPr>
            <a:xfrm>
              <a:off x="4559138" y="3492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2" name="pt2742"/>
            <p:cNvSpPr/>
            <p:nvPr/>
          </p:nvSpPr>
          <p:spPr>
            <a:xfrm>
              <a:off x="4539182" y="3499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3" name="pt2743"/>
            <p:cNvSpPr/>
            <p:nvPr/>
          </p:nvSpPr>
          <p:spPr>
            <a:xfrm>
              <a:off x="4713028" y="32737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4" name="pt2744"/>
            <p:cNvSpPr/>
            <p:nvPr/>
          </p:nvSpPr>
          <p:spPr>
            <a:xfrm>
              <a:off x="4547324" y="3491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5" name="pt2745"/>
            <p:cNvSpPr/>
            <p:nvPr/>
          </p:nvSpPr>
          <p:spPr>
            <a:xfrm>
              <a:off x="4567990" y="3488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6" name="pt2746"/>
            <p:cNvSpPr/>
            <p:nvPr/>
          </p:nvSpPr>
          <p:spPr>
            <a:xfrm>
              <a:off x="4671489" y="3388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7" name="pt2747"/>
            <p:cNvSpPr/>
            <p:nvPr/>
          </p:nvSpPr>
          <p:spPr>
            <a:xfrm>
              <a:off x="4568940" y="34897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8" name="pt2748"/>
            <p:cNvSpPr/>
            <p:nvPr/>
          </p:nvSpPr>
          <p:spPr>
            <a:xfrm>
              <a:off x="4550824" y="34930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9" name="pt2749"/>
            <p:cNvSpPr/>
            <p:nvPr/>
          </p:nvSpPr>
          <p:spPr>
            <a:xfrm>
              <a:off x="4516389" y="35139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0" name="pt2750"/>
            <p:cNvSpPr/>
            <p:nvPr/>
          </p:nvSpPr>
          <p:spPr>
            <a:xfrm>
              <a:off x="4640923" y="3431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1" name="pt2751"/>
            <p:cNvSpPr/>
            <p:nvPr/>
          </p:nvSpPr>
          <p:spPr>
            <a:xfrm>
              <a:off x="4542634" y="34932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2" name="pt2752"/>
            <p:cNvSpPr/>
            <p:nvPr/>
          </p:nvSpPr>
          <p:spPr>
            <a:xfrm>
              <a:off x="4548938" y="34947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3" name="pt2753"/>
            <p:cNvSpPr/>
            <p:nvPr/>
          </p:nvSpPr>
          <p:spPr>
            <a:xfrm>
              <a:off x="4664242" y="33722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4" name="pt2754"/>
            <p:cNvSpPr/>
            <p:nvPr/>
          </p:nvSpPr>
          <p:spPr>
            <a:xfrm>
              <a:off x="4581414" y="3486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5" name="pt2755"/>
            <p:cNvSpPr/>
            <p:nvPr/>
          </p:nvSpPr>
          <p:spPr>
            <a:xfrm>
              <a:off x="4503874" y="3456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6" name="pt2756"/>
            <p:cNvSpPr/>
            <p:nvPr/>
          </p:nvSpPr>
          <p:spPr>
            <a:xfrm>
              <a:off x="4531012" y="3481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7" name="pt2757"/>
            <p:cNvSpPr/>
            <p:nvPr/>
          </p:nvSpPr>
          <p:spPr>
            <a:xfrm>
              <a:off x="4573165" y="34927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8" name="pt2758"/>
            <p:cNvSpPr/>
            <p:nvPr/>
          </p:nvSpPr>
          <p:spPr>
            <a:xfrm>
              <a:off x="4931992" y="29440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9" name="pt2759"/>
            <p:cNvSpPr/>
            <p:nvPr/>
          </p:nvSpPr>
          <p:spPr>
            <a:xfrm>
              <a:off x="4620516" y="34438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0" name="pt2760"/>
            <p:cNvSpPr/>
            <p:nvPr/>
          </p:nvSpPr>
          <p:spPr>
            <a:xfrm>
              <a:off x="4538178" y="3488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1" name="pt2761"/>
            <p:cNvSpPr/>
            <p:nvPr/>
          </p:nvSpPr>
          <p:spPr>
            <a:xfrm>
              <a:off x="4566607" y="3503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2" name="pt2762"/>
            <p:cNvSpPr/>
            <p:nvPr/>
          </p:nvSpPr>
          <p:spPr>
            <a:xfrm>
              <a:off x="4616056" y="33886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3" name="pt2763"/>
            <p:cNvSpPr/>
            <p:nvPr/>
          </p:nvSpPr>
          <p:spPr>
            <a:xfrm>
              <a:off x="4795914" y="31503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4" name="pt2764"/>
            <p:cNvSpPr/>
            <p:nvPr/>
          </p:nvSpPr>
          <p:spPr>
            <a:xfrm>
              <a:off x="4537129" y="35041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5" name="pt2765"/>
            <p:cNvSpPr/>
            <p:nvPr/>
          </p:nvSpPr>
          <p:spPr>
            <a:xfrm>
              <a:off x="4562826" y="3486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6" name="pt2766"/>
            <p:cNvSpPr/>
            <p:nvPr/>
          </p:nvSpPr>
          <p:spPr>
            <a:xfrm>
              <a:off x="4870672" y="3096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7" name="pt2767"/>
            <p:cNvSpPr/>
            <p:nvPr/>
          </p:nvSpPr>
          <p:spPr>
            <a:xfrm>
              <a:off x="4525201" y="3503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8" name="pt2768"/>
            <p:cNvSpPr/>
            <p:nvPr/>
          </p:nvSpPr>
          <p:spPr>
            <a:xfrm>
              <a:off x="4592404" y="3476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9" name="pt2769"/>
            <p:cNvSpPr/>
            <p:nvPr/>
          </p:nvSpPr>
          <p:spPr>
            <a:xfrm>
              <a:off x="4534711" y="34927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0" name="pt2770"/>
            <p:cNvSpPr/>
            <p:nvPr/>
          </p:nvSpPr>
          <p:spPr>
            <a:xfrm>
              <a:off x="4557169" y="3488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1" name="pt2771"/>
            <p:cNvSpPr/>
            <p:nvPr/>
          </p:nvSpPr>
          <p:spPr>
            <a:xfrm>
              <a:off x="4599333" y="3440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2" name="pt2772"/>
            <p:cNvSpPr/>
            <p:nvPr/>
          </p:nvSpPr>
          <p:spPr>
            <a:xfrm>
              <a:off x="4743019" y="33372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3" name="pt2773"/>
            <p:cNvSpPr/>
            <p:nvPr/>
          </p:nvSpPr>
          <p:spPr>
            <a:xfrm>
              <a:off x="4577660" y="3490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4" name="pt2774"/>
            <p:cNvSpPr/>
            <p:nvPr/>
          </p:nvSpPr>
          <p:spPr>
            <a:xfrm>
              <a:off x="4543146" y="35015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5" name="pt2775"/>
            <p:cNvSpPr/>
            <p:nvPr/>
          </p:nvSpPr>
          <p:spPr>
            <a:xfrm>
              <a:off x="4555916" y="3495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6" name="pt2776"/>
            <p:cNvSpPr/>
            <p:nvPr/>
          </p:nvSpPr>
          <p:spPr>
            <a:xfrm>
              <a:off x="4545342" y="3495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7" name="pt2777"/>
            <p:cNvSpPr/>
            <p:nvPr/>
          </p:nvSpPr>
          <p:spPr>
            <a:xfrm>
              <a:off x="4646152" y="34083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8" name="pt2778"/>
            <p:cNvSpPr/>
            <p:nvPr/>
          </p:nvSpPr>
          <p:spPr>
            <a:xfrm>
              <a:off x="4563837" y="3489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9" name="pt2779"/>
            <p:cNvSpPr/>
            <p:nvPr/>
          </p:nvSpPr>
          <p:spPr>
            <a:xfrm>
              <a:off x="4786398" y="32681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0" name="pt2780"/>
            <p:cNvSpPr/>
            <p:nvPr/>
          </p:nvSpPr>
          <p:spPr>
            <a:xfrm>
              <a:off x="4537444" y="34918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1" name="pt2781"/>
            <p:cNvSpPr/>
            <p:nvPr/>
          </p:nvSpPr>
          <p:spPr>
            <a:xfrm>
              <a:off x="4784160" y="3219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2" name="pt2782"/>
            <p:cNvSpPr/>
            <p:nvPr/>
          </p:nvSpPr>
          <p:spPr>
            <a:xfrm>
              <a:off x="4570669" y="3482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3" name="pt2783"/>
            <p:cNvSpPr/>
            <p:nvPr/>
          </p:nvSpPr>
          <p:spPr>
            <a:xfrm>
              <a:off x="4572741" y="3489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4" name="pt2784"/>
            <p:cNvSpPr/>
            <p:nvPr/>
          </p:nvSpPr>
          <p:spPr>
            <a:xfrm>
              <a:off x="4536975" y="34993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5" name="pt2785"/>
            <p:cNvSpPr/>
            <p:nvPr/>
          </p:nvSpPr>
          <p:spPr>
            <a:xfrm>
              <a:off x="4547457" y="3485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6" name="pt2786"/>
            <p:cNvSpPr/>
            <p:nvPr/>
          </p:nvSpPr>
          <p:spPr>
            <a:xfrm>
              <a:off x="4814181" y="3257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7" name="pt2787"/>
            <p:cNvSpPr/>
            <p:nvPr/>
          </p:nvSpPr>
          <p:spPr>
            <a:xfrm>
              <a:off x="4560893" y="3494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8" name="pt2788"/>
            <p:cNvSpPr/>
            <p:nvPr/>
          </p:nvSpPr>
          <p:spPr>
            <a:xfrm>
              <a:off x="4554465" y="34824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9" name="pt2789"/>
            <p:cNvSpPr/>
            <p:nvPr/>
          </p:nvSpPr>
          <p:spPr>
            <a:xfrm>
              <a:off x="4706205" y="3256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0" name="pt2790"/>
            <p:cNvSpPr/>
            <p:nvPr/>
          </p:nvSpPr>
          <p:spPr>
            <a:xfrm>
              <a:off x="4546696" y="35076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1" name="pt2791"/>
            <p:cNvSpPr/>
            <p:nvPr/>
          </p:nvSpPr>
          <p:spPr>
            <a:xfrm>
              <a:off x="4615941" y="3457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2" name="pt2792"/>
            <p:cNvSpPr/>
            <p:nvPr/>
          </p:nvSpPr>
          <p:spPr>
            <a:xfrm>
              <a:off x="4638759" y="33563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3" name="pt2793"/>
            <p:cNvSpPr/>
            <p:nvPr/>
          </p:nvSpPr>
          <p:spPr>
            <a:xfrm>
              <a:off x="4564113" y="3490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4" name="pt2794"/>
            <p:cNvSpPr/>
            <p:nvPr/>
          </p:nvSpPr>
          <p:spPr>
            <a:xfrm>
              <a:off x="4575887" y="3487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5" name="pt2795"/>
            <p:cNvSpPr/>
            <p:nvPr/>
          </p:nvSpPr>
          <p:spPr>
            <a:xfrm>
              <a:off x="4642484" y="34001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6" name="pt2796"/>
            <p:cNvSpPr/>
            <p:nvPr/>
          </p:nvSpPr>
          <p:spPr>
            <a:xfrm>
              <a:off x="4563482" y="34948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7" name="pt2797"/>
            <p:cNvSpPr/>
            <p:nvPr/>
          </p:nvSpPr>
          <p:spPr>
            <a:xfrm>
              <a:off x="4543477" y="3496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8" name="pt2798"/>
            <p:cNvSpPr/>
            <p:nvPr/>
          </p:nvSpPr>
          <p:spPr>
            <a:xfrm>
              <a:off x="4559301" y="34796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9" name="pt2799"/>
            <p:cNvSpPr/>
            <p:nvPr/>
          </p:nvSpPr>
          <p:spPr>
            <a:xfrm>
              <a:off x="4541201" y="34919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0" name="pt2800"/>
            <p:cNvSpPr/>
            <p:nvPr/>
          </p:nvSpPr>
          <p:spPr>
            <a:xfrm>
              <a:off x="4561510" y="34900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1" name="pt2801"/>
            <p:cNvSpPr/>
            <p:nvPr/>
          </p:nvSpPr>
          <p:spPr>
            <a:xfrm>
              <a:off x="4660764" y="3388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2" name="pt2802"/>
            <p:cNvSpPr/>
            <p:nvPr/>
          </p:nvSpPr>
          <p:spPr>
            <a:xfrm>
              <a:off x="4847926" y="3174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3" name="pt2803"/>
            <p:cNvSpPr/>
            <p:nvPr/>
          </p:nvSpPr>
          <p:spPr>
            <a:xfrm>
              <a:off x="4562412" y="34905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4" name="pt2804"/>
            <p:cNvSpPr/>
            <p:nvPr/>
          </p:nvSpPr>
          <p:spPr>
            <a:xfrm>
              <a:off x="4560571" y="34923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5" name="pt2805"/>
            <p:cNvSpPr/>
            <p:nvPr/>
          </p:nvSpPr>
          <p:spPr>
            <a:xfrm>
              <a:off x="4556572" y="34963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6" name="pt2806"/>
            <p:cNvSpPr/>
            <p:nvPr/>
          </p:nvSpPr>
          <p:spPr>
            <a:xfrm>
              <a:off x="4548536" y="35010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7" name="pt2807"/>
            <p:cNvSpPr/>
            <p:nvPr/>
          </p:nvSpPr>
          <p:spPr>
            <a:xfrm>
              <a:off x="4553175" y="34967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8" name="pt2808"/>
            <p:cNvSpPr/>
            <p:nvPr/>
          </p:nvSpPr>
          <p:spPr>
            <a:xfrm>
              <a:off x="4615201" y="34447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9" name="pt2809"/>
            <p:cNvSpPr/>
            <p:nvPr/>
          </p:nvSpPr>
          <p:spPr>
            <a:xfrm>
              <a:off x="4544340" y="34836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0" name="pt2810"/>
            <p:cNvSpPr/>
            <p:nvPr/>
          </p:nvSpPr>
          <p:spPr>
            <a:xfrm>
              <a:off x="4553944" y="3504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1" name="pt2811"/>
            <p:cNvSpPr/>
            <p:nvPr/>
          </p:nvSpPr>
          <p:spPr>
            <a:xfrm>
              <a:off x="4925851" y="3143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2" name="pt2812"/>
            <p:cNvSpPr/>
            <p:nvPr/>
          </p:nvSpPr>
          <p:spPr>
            <a:xfrm>
              <a:off x="4535583" y="3480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3" name="pt2813"/>
            <p:cNvSpPr/>
            <p:nvPr/>
          </p:nvSpPr>
          <p:spPr>
            <a:xfrm>
              <a:off x="4672880" y="33385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4" name="pt2814"/>
            <p:cNvSpPr/>
            <p:nvPr/>
          </p:nvSpPr>
          <p:spPr>
            <a:xfrm>
              <a:off x="4581209" y="3494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5" name="pt2815"/>
            <p:cNvSpPr/>
            <p:nvPr/>
          </p:nvSpPr>
          <p:spPr>
            <a:xfrm>
              <a:off x="4528260" y="3499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6" name="pt2816"/>
            <p:cNvSpPr/>
            <p:nvPr/>
          </p:nvSpPr>
          <p:spPr>
            <a:xfrm>
              <a:off x="4565535" y="3491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7" name="pt2817"/>
            <p:cNvSpPr/>
            <p:nvPr/>
          </p:nvSpPr>
          <p:spPr>
            <a:xfrm>
              <a:off x="4554458" y="34887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8" name="pt2818"/>
            <p:cNvSpPr/>
            <p:nvPr/>
          </p:nvSpPr>
          <p:spPr>
            <a:xfrm>
              <a:off x="4535810" y="3519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9" name="pt2819"/>
            <p:cNvSpPr/>
            <p:nvPr/>
          </p:nvSpPr>
          <p:spPr>
            <a:xfrm>
              <a:off x="4539685" y="3498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0" name="pt2820"/>
            <p:cNvSpPr/>
            <p:nvPr/>
          </p:nvSpPr>
          <p:spPr>
            <a:xfrm>
              <a:off x="4881239" y="3163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1" name="pt2821"/>
            <p:cNvSpPr/>
            <p:nvPr/>
          </p:nvSpPr>
          <p:spPr>
            <a:xfrm>
              <a:off x="4671181" y="3359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2" name="pt2822"/>
            <p:cNvSpPr/>
            <p:nvPr/>
          </p:nvSpPr>
          <p:spPr>
            <a:xfrm>
              <a:off x="4743184" y="33338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3" name="pt2823"/>
            <p:cNvSpPr/>
            <p:nvPr/>
          </p:nvSpPr>
          <p:spPr>
            <a:xfrm>
              <a:off x="4555762" y="3495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4" name="pt2824"/>
            <p:cNvSpPr/>
            <p:nvPr/>
          </p:nvSpPr>
          <p:spPr>
            <a:xfrm>
              <a:off x="4522939" y="34945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5" name="pt2825"/>
            <p:cNvSpPr/>
            <p:nvPr/>
          </p:nvSpPr>
          <p:spPr>
            <a:xfrm>
              <a:off x="4538450" y="3488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6" name="pt2826"/>
            <p:cNvSpPr/>
            <p:nvPr/>
          </p:nvSpPr>
          <p:spPr>
            <a:xfrm>
              <a:off x="4732183" y="32715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7" name="pt2827"/>
            <p:cNvSpPr/>
            <p:nvPr/>
          </p:nvSpPr>
          <p:spPr>
            <a:xfrm>
              <a:off x="4529496" y="34848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8" name="pt2828"/>
            <p:cNvSpPr/>
            <p:nvPr/>
          </p:nvSpPr>
          <p:spPr>
            <a:xfrm>
              <a:off x="4571147" y="3479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9" name="pt2829"/>
            <p:cNvSpPr/>
            <p:nvPr/>
          </p:nvSpPr>
          <p:spPr>
            <a:xfrm>
              <a:off x="4698522" y="3339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0" name="pt2830"/>
            <p:cNvSpPr/>
            <p:nvPr/>
          </p:nvSpPr>
          <p:spPr>
            <a:xfrm>
              <a:off x="4705814" y="32862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1" name="pt2831"/>
            <p:cNvSpPr/>
            <p:nvPr/>
          </p:nvSpPr>
          <p:spPr>
            <a:xfrm>
              <a:off x="4585841" y="3474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2" name="pt2832"/>
            <p:cNvSpPr/>
            <p:nvPr/>
          </p:nvSpPr>
          <p:spPr>
            <a:xfrm>
              <a:off x="4521610" y="3495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3" name="pt2833"/>
            <p:cNvSpPr/>
            <p:nvPr/>
          </p:nvSpPr>
          <p:spPr>
            <a:xfrm>
              <a:off x="4513449" y="3489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4" name="pt2834"/>
            <p:cNvSpPr/>
            <p:nvPr/>
          </p:nvSpPr>
          <p:spPr>
            <a:xfrm>
              <a:off x="4718997" y="32765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5" name="pt2835"/>
            <p:cNvSpPr/>
            <p:nvPr/>
          </p:nvSpPr>
          <p:spPr>
            <a:xfrm>
              <a:off x="4563848" y="34898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6" name="pt2836"/>
            <p:cNvSpPr/>
            <p:nvPr/>
          </p:nvSpPr>
          <p:spPr>
            <a:xfrm>
              <a:off x="4521253" y="3498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7" name="pt2837"/>
            <p:cNvSpPr/>
            <p:nvPr/>
          </p:nvSpPr>
          <p:spPr>
            <a:xfrm>
              <a:off x="4530261" y="35032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8" name="pt2838"/>
            <p:cNvSpPr/>
            <p:nvPr/>
          </p:nvSpPr>
          <p:spPr>
            <a:xfrm>
              <a:off x="4622036" y="3424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9" name="pt2839"/>
            <p:cNvSpPr/>
            <p:nvPr/>
          </p:nvSpPr>
          <p:spPr>
            <a:xfrm>
              <a:off x="4547396" y="3499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0" name="pt2840"/>
            <p:cNvSpPr/>
            <p:nvPr/>
          </p:nvSpPr>
          <p:spPr>
            <a:xfrm>
              <a:off x="4523178" y="3499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1" name="pt2841"/>
            <p:cNvSpPr/>
            <p:nvPr/>
          </p:nvSpPr>
          <p:spPr>
            <a:xfrm>
              <a:off x="4589780" y="3439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2" name="pt2842"/>
            <p:cNvSpPr/>
            <p:nvPr/>
          </p:nvSpPr>
          <p:spPr>
            <a:xfrm>
              <a:off x="4559076" y="3500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3" name="pt2843"/>
            <p:cNvSpPr/>
            <p:nvPr/>
          </p:nvSpPr>
          <p:spPr>
            <a:xfrm>
              <a:off x="4695088" y="3279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4" name="pt2844"/>
            <p:cNvSpPr/>
            <p:nvPr/>
          </p:nvSpPr>
          <p:spPr>
            <a:xfrm>
              <a:off x="4612143" y="3428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5" name="pt2845"/>
            <p:cNvSpPr/>
            <p:nvPr/>
          </p:nvSpPr>
          <p:spPr>
            <a:xfrm>
              <a:off x="4559932" y="3491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6" name="pt2846"/>
            <p:cNvSpPr/>
            <p:nvPr/>
          </p:nvSpPr>
          <p:spPr>
            <a:xfrm>
              <a:off x="4592604" y="3442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7" name="pt2847"/>
            <p:cNvSpPr/>
            <p:nvPr/>
          </p:nvSpPr>
          <p:spPr>
            <a:xfrm>
              <a:off x="4532240" y="34972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8" name="pt2848"/>
            <p:cNvSpPr/>
            <p:nvPr/>
          </p:nvSpPr>
          <p:spPr>
            <a:xfrm>
              <a:off x="4551112" y="3492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9" name="pt2849"/>
            <p:cNvSpPr/>
            <p:nvPr/>
          </p:nvSpPr>
          <p:spPr>
            <a:xfrm>
              <a:off x="4544922" y="3497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0" name="pt2850"/>
            <p:cNvSpPr/>
            <p:nvPr/>
          </p:nvSpPr>
          <p:spPr>
            <a:xfrm>
              <a:off x="4631184" y="34385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1" name="pt2851"/>
            <p:cNvSpPr/>
            <p:nvPr/>
          </p:nvSpPr>
          <p:spPr>
            <a:xfrm>
              <a:off x="4634396" y="34233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2" name="pt2852"/>
            <p:cNvSpPr/>
            <p:nvPr/>
          </p:nvSpPr>
          <p:spPr>
            <a:xfrm>
              <a:off x="4550253" y="3496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3" name="pt2853"/>
            <p:cNvSpPr/>
            <p:nvPr/>
          </p:nvSpPr>
          <p:spPr>
            <a:xfrm>
              <a:off x="4557356" y="3485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4" name="pt2854"/>
            <p:cNvSpPr/>
            <p:nvPr/>
          </p:nvSpPr>
          <p:spPr>
            <a:xfrm>
              <a:off x="4570200" y="3497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5" name="pt2855"/>
            <p:cNvSpPr/>
            <p:nvPr/>
          </p:nvSpPr>
          <p:spPr>
            <a:xfrm>
              <a:off x="4566607" y="34873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6" name="pt2856"/>
            <p:cNvSpPr/>
            <p:nvPr/>
          </p:nvSpPr>
          <p:spPr>
            <a:xfrm>
              <a:off x="4647905" y="34017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7" name="pt2857"/>
            <p:cNvSpPr/>
            <p:nvPr/>
          </p:nvSpPr>
          <p:spPr>
            <a:xfrm>
              <a:off x="4626577" y="3404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8" name="pt2858"/>
            <p:cNvSpPr/>
            <p:nvPr/>
          </p:nvSpPr>
          <p:spPr>
            <a:xfrm>
              <a:off x="4578372" y="34518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9" name="pt2859"/>
            <p:cNvSpPr/>
            <p:nvPr/>
          </p:nvSpPr>
          <p:spPr>
            <a:xfrm>
              <a:off x="4586180" y="3453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0" name="pt2860"/>
            <p:cNvSpPr/>
            <p:nvPr/>
          </p:nvSpPr>
          <p:spPr>
            <a:xfrm>
              <a:off x="4569424" y="3493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1" name="pt2861"/>
            <p:cNvSpPr/>
            <p:nvPr/>
          </p:nvSpPr>
          <p:spPr>
            <a:xfrm>
              <a:off x="4714125" y="3263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2" name="pt2862"/>
            <p:cNvSpPr/>
            <p:nvPr/>
          </p:nvSpPr>
          <p:spPr>
            <a:xfrm>
              <a:off x="4542151" y="3510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3" name="pt2863"/>
            <p:cNvSpPr/>
            <p:nvPr/>
          </p:nvSpPr>
          <p:spPr>
            <a:xfrm>
              <a:off x="4527412" y="35012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4" name="pt2864"/>
            <p:cNvSpPr/>
            <p:nvPr/>
          </p:nvSpPr>
          <p:spPr>
            <a:xfrm>
              <a:off x="4584277" y="34630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5" name="pt2865"/>
            <p:cNvSpPr/>
            <p:nvPr/>
          </p:nvSpPr>
          <p:spPr>
            <a:xfrm>
              <a:off x="4514109" y="3500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6" name="pt2866"/>
            <p:cNvSpPr/>
            <p:nvPr/>
          </p:nvSpPr>
          <p:spPr>
            <a:xfrm>
              <a:off x="4542402" y="34936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7" name="pt2867"/>
            <p:cNvSpPr/>
            <p:nvPr/>
          </p:nvSpPr>
          <p:spPr>
            <a:xfrm>
              <a:off x="4536932" y="34939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8" name="pt2868"/>
            <p:cNvSpPr/>
            <p:nvPr/>
          </p:nvSpPr>
          <p:spPr>
            <a:xfrm>
              <a:off x="4547184" y="34909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9" name="pt2869"/>
            <p:cNvSpPr/>
            <p:nvPr/>
          </p:nvSpPr>
          <p:spPr>
            <a:xfrm>
              <a:off x="4535056" y="3495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0" name="pt2870"/>
            <p:cNvSpPr/>
            <p:nvPr/>
          </p:nvSpPr>
          <p:spPr>
            <a:xfrm>
              <a:off x="4560327" y="3494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1" name="pt2871"/>
            <p:cNvSpPr/>
            <p:nvPr/>
          </p:nvSpPr>
          <p:spPr>
            <a:xfrm>
              <a:off x="4526981" y="34929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2" name="pt2872"/>
            <p:cNvSpPr/>
            <p:nvPr/>
          </p:nvSpPr>
          <p:spPr>
            <a:xfrm>
              <a:off x="4573736" y="34693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3" name="pt2873"/>
            <p:cNvSpPr/>
            <p:nvPr/>
          </p:nvSpPr>
          <p:spPr>
            <a:xfrm>
              <a:off x="4632869" y="34119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4" name="pt2874"/>
            <p:cNvSpPr/>
            <p:nvPr/>
          </p:nvSpPr>
          <p:spPr>
            <a:xfrm>
              <a:off x="4552603" y="3500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5" name="pt2875"/>
            <p:cNvSpPr/>
            <p:nvPr/>
          </p:nvSpPr>
          <p:spPr>
            <a:xfrm>
              <a:off x="4669363" y="33484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6" name="pt2876"/>
            <p:cNvSpPr/>
            <p:nvPr/>
          </p:nvSpPr>
          <p:spPr>
            <a:xfrm>
              <a:off x="4919923" y="3157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7" name="pt2877"/>
            <p:cNvSpPr/>
            <p:nvPr/>
          </p:nvSpPr>
          <p:spPr>
            <a:xfrm>
              <a:off x="4626346" y="3412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8" name="pt2878"/>
            <p:cNvSpPr/>
            <p:nvPr/>
          </p:nvSpPr>
          <p:spPr>
            <a:xfrm>
              <a:off x="4559957" y="34898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9" name="pt2879"/>
            <p:cNvSpPr/>
            <p:nvPr/>
          </p:nvSpPr>
          <p:spPr>
            <a:xfrm>
              <a:off x="4567122" y="34781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0" name="pt2880"/>
            <p:cNvSpPr/>
            <p:nvPr/>
          </p:nvSpPr>
          <p:spPr>
            <a:xfrm>
              <a:off x="4588187" y="34904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1" name="pt2881"/>
            <p:cNvSpPr/>
            <p:nvPr/>
          </p:nvSpPr>
          <p:spPr>
            <a:xfrm>
              <a:off x="4556783" y="3486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2" name="pt2882"/>
            <p:cNvSpPr/>
            <p:nvPr/>
          </p:nvSpPr>
          <p:spPr>
            <a:xfrm>
              <a:off x="4570192" y="3478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3" name="pt2883"/>
            <p:cNvSpPr/>
            <p:nvPr/>
          </p:nvSpPr>
          <p:spPr>
            <a:xfrm>
              <a:off x="4875541" y="3194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4" name="pt2884"/>
            <p:cNvSpPr/>
            <p:nvPr/>
          </p:nvSpPr>
          <p:spPr>
            <a:xfrm>
              <a:off x="4554190" y="3484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5" name="pt2885"/>
            <p:cNvSpPr/>
            <p:nvPr/>
          </p:nvSpPr>
          <p:spPr>
            <a:xfrm>
              <a:off x="4793040" y="3194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6" name="pt2886"/>
            <p:cNvSpPr/>
            <p:nvPr/>
          </p:nvSpPr>
          <p:spPr>
            <a:xfrm>
              <a:off x="4604598" y="3458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7" name="pt2887"/>
            <p:cNvSpPr/>
            <p:nvPr/>
          </p:nvSpPr>
          <p:spPr>
            <a:xfrm>
              <a:off x="4583063" y="3446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8" name="pt2888"/>
            <p:cNvSpPr/>
            <p:nvPr/>
          </p:nvSpPr>
          <p:spPr>
            <a:xfrm>
              <a:off x="4556386" y="3488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9" name="pt2889"/>
            <p:cNvSpPr/>
            <p:nvPr/>
          </p:nvSpPr>
          <p:spPr>
            <a:xfrm>
              <a:off x="4522823" y="3496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0" name="pt2890"/>
            <p:cNvSpPr/>
            <p:nvPr/>
          </p:nvSpPr>
          <p:spPr>
            <a:xfrm>
              <a:off x="4573444" y="3491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1" name="pt2891"/>
            <p:cNvSpPr/>
            <p:nvPr/>
          </p:nvSpPr>
          <p:spPr>
            <a:xfrm>
              <a:off x="4555071" y="34974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2" name="pt2892"/>
            <p:cNvSpPr/>
            <p:nvPr/>
          </p:nvSpPr>
          <p:spPr>
            <a:xfrm>
              <a:off x="4570397" y="3464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3" name="pt2893"/>
            <p:cNvSpPr/>
            <p:nvPr/>
          </p:nvSpPr>
          <p:spPr>
            <a:xfrm>
              <a:off x="4589848" y="3443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4" name="pt2894"/>
            <p:cNvSpPr/>
            <p:nvPr/>
          </p:nvSpPr>
          <p:spPr>
            <a:xfrm>
              <a:off x="4560147" y="3494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5" name="pt2895"/>
            <p:cNvSpPr/>
            <p:nvPr/>
          </p:nvSpPr>
          <p:spPr>
            <a:xfrm>
              <a:off x="4610025" y="34294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6" name="pt2896"/>
            <p:cNvSpPr/>
            <p:nvPr/>
          </p:nvSpPr>
          <p:spPr>
            <a:xfrm>
              <a:off x="4532740" y="34905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7" name="pt2897"/>
            <p:cNvSpPr/>
            <p:nvPr/>
          </p:nvSpPr>
          <p:spPr>
            <a:xfrm>
              <a:off x="4528300" y="3480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8" name="pt2898"/>
            <p:cNvSpPr/>
            <p:nvPr/>
          </p:nvSpPr>
          <p:spPr>
            <a:xfrm>
              <a:off x="4764162" y="32652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9" name="pt2899"/>
            <p:cNvSpPr/>
            <p:nvPr/>
          </p:nvSpPr>
          <p:spPr>
            <a:xfrm>
              <a:off x="4689670" y="3242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0" name="pt2900"/>
            <p:cNvSpPr/>
            <p:nvPr/>
          </p:nvSpPr>
          <p:spPr>
            <a:xfrm>
              <a:off x="4532557" y="3496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1" name="pt2901"/>
            <p:cNvSpPr/>
            <p:nvPr/>
          </p:nvSpPr>
          <p:spPr>
            <a:xfrm>
              <a:off x="4708897" y="32343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2" name="pt2902"/>
            <p:cNvSpPr/>
            <p:nvPr/>
          </p:nvSpPr>
          <p:spPr>
            <a:xfrm>
              <a:off x="4802805" y="3164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3" name="pt2903"/>
            <p:cNvSpPr/>
            <p:nvPr/>
          </p:nvSpPr>
          <p:spPr>
            <a:xfrm>
              <a:off x="4621887" y="33633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4" name="pt2904"/>
            <p:cNvSpPr/>
            <p:nvPr/>
          </p:nvSpPr>
          <p:spPr>
            <a:xfrm>
              <a:off x="4721410" y="3316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5" name="pt2905"/>
            <p:cNvSpPr/>
            <p:nvPr/>
          </p:nvSpPr>
          <p:spPr>
            <a:xfrm>
              <a:off x="4537615" y="3499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6" name="pt2906"/>
            <p:cNvSpPr/>
            <p:nvPr/>
          </p:nvSpPr>
          <p:spPr>
            <a:xfrm>
              <a:off x="4652158" y="33993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7" name="pt2907"/>
            <p:cNvSpPr/>
            <p:nvPr/>
          </p:nvSpPr>
          <p:spPr>
            <a:xfrm>
              <a:off x="4558715" y="3482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8" name="pt2908"/>
            <p:cNvSpPr/>
            <p:nvPr/>
          </p:nvSpPr>
          <p:spPr>
            <a:xfrm>
              <a:off x="4623314" y="3441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9" name="pt2909"/>
            <p:cNvSpPr/>
            <p:nvPr/>
          </p:nvSpPr>
          <p:spPr>
            <a:xfrm>
              <a:off x="4552068" y="3492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0" name="pt2910"/>
            <p:cNvSpPr/>
            <p:nvPr/>
          </p:nvSpPr>
          <p:spPr>
            <a:xfrm>
              <a:off x="4585994" y="3484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1" name="pt2911"/>
            <p:cNvSpPr/>
            <p:nvPr/>
          </p:nvSpPr>
          <p:spPr>
            <a:xfrm>
              <a:off x="4556139" y="34935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2" name="pt2912"/>
            <p:cNvSpPr/>
            <p:nvPr/>
          </p:nvSpPr>
          <p:spPr>
            <a:xfrm>
              <a:off x="4657256" y="3420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3" name="pt2913"/>
            <p:cNvSpPr/>
            <p:nvPr/>
          </p:nvSpPr>
          <p:spPr>
            <a:xfrm>
              <a:off x="4703405" y="33281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4" name="pt2914"/>
            <p:cNvSpPr/>
            <p:nvPr/>
          </p:nvSpPr>
          <p:spPr>
            <a:xfrm>
              <a:off x="4780782" y="3225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5" name="pt2915"/>
            <p:cNvSpPr/>
            <p:nvPr/>
          </p:nvSpPr>
          <p:spPr>
            <a:xfrm>
              <a:off x="4716798" y="33508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6" name="pt2916"/>
            <p:cNvSpPr/>
            <p:nvPr/>
          </p:nvSpPr>
          <p:spPr>
            <a:xfrm>
              <a:off x="4533727" y="3489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7" name="pt2917"/>
            <p:cNvSpPr/>
            <p:nvPr/>
          </p:nvSpPr>
          <p:spPr>
            <a:xfrm>
              <a:off x="4528211" y="3498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8" name="pt2918"/>
            <p:cNvSpPr/>
            <p:nvPr/>
          </p:nvSpPr>
          <p:spPr>
            <a:xfrm>
              <a:off x="4608312" y="34192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9" name="pt2919"/>
            <p:cNvSpPr/>
            <p:nvPr/>
          </p:nvSpPr>
          <p:spPr>
            <a:xfrm>
              <a:off x="4542335" y="3485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0" name="pt2920"/>
            <p:cNvSpPr/>
            <p:nvPr/>
          </p:nvSpPr>
          <p:spPr>
            <a:xfrm>
              <a:off x="4540217" y="3489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1" name="pt2921"/>
            <p:cNvSpPr/>
            <p:nvPr/>
          </p:nvSpPr>
          <p:spPr>
            <a:xfrm>
              <a:off x="4644561" y="34155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2" name="pt2922"/>
            <p:cNvSpPr/>
            <p:nvPr/>
          </p:nvSpPr>
          <p:spPr>
            <a:xfrm>
              <a:off x="4544036" y="3492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3" name="pt2923"/>
            <p:cNvSpPr/>
            <p:nvPr/>
          </p:nvSpPr>
          <p:spPr>
            <a:xfrm>
              <a:off x="4576416" y="3461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4" name="pt2924"/>
            <p:cNvSpPr/>
            <p:nvPr/>
          </p:nvSpPr>
          <p:spPr>
            <a:xfrm>
              <a:off x="4549227" y="3481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5" name="pt2925"/>
            <p:cNvSpPr/>
            <p:nvPr/>
          </p:nvSpPr>
          <p:spPr>
            <a:xfrm>
              <a:off x="4655512" y="3294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6" name="pt2926"/>
            <p:cNvSpPr/>
            <p:nvPr/>
          </p:nvSpPr>
          <p:spPr>
            <a:xfrm>
              <a:off x="4786714" y="3184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7" name="pt2927"/>
            <p:cNvSpPr/>
            <p:nvPr/>
          </p:nvSpPr>
          <p:spPr>
            <a:xfrm>
              <a:off x="4713366" y="3181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8" name="pt2928"/>
            <p:cNvSpPr/>
            <p:nvPr/>
          </p:nvSpPr>
          <p:spPr>
            <a:xfrm>
              <a:off x="4730077" y="32720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9" name="pt2929"/>
            <p:cNvSpPr/>
            <p:nvPr/>
          </p:nvSpPr>
          <p:spPr>
            <a:xfrm>
              <a:off x="4544427" y="3495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0" name="pt2930"/>
            <p:cNvSpPr/>
            <p:nvPr/>
          </p:nvSpPr>
          <p:spPr>
            <a:xfrm>
              <a:off x="4557627" y="3493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1" name="pt2931"/>
            <p:cNvSpPr/>
            <p:nvPr/>
          </p:nvSpPr>
          <p:spPr>
            <a:xfrm>
              <a:off x="4544760" y="3478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2" name="pt2932"/>
            <p:cNvSpPr/>
            <p:nvPr/>
          </p:nvSpPr>
          <p:spPr>
            <a:xfrm>
              <a:off x="4529649" y="3498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3" name="pt2933"/>
            <p:cNvSpPr/>
            <p:nvPr/>
          </p:nvSpPr>
          <p:spPr>
            <a:xfrm>
              <a:off x="4564104" y="34840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4" name="pt2934"/>
            <p:cNvSpPr/>
            <p:nvPr/>
          </p:nvSpPr>
          <p:spPr>
            <a:xfrm>
              <a:off x="4553511" y="3494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5" name="pt2935"/>
            <p:cNvSpPr/>
            <p:nvPr/>
          </p:nvSpPr>
          <p:spPr>
            <a:xfrm>
              <a:off x="4741276" y="3279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6" name="pt2936"/>
            <p:cNvSpPr/>
            <p:nvPr/>
          </p:nvSpPr>
          <p:spPr>
            <a:xfrm>
              <a:off x="4537990" y="3491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7" name="pt2937"/>
            <p:cNvSpPr/>
            <p:nvPr/>
          </p:nvSpPr>
          <p:spPr>
            <a:xfrm>
              <a:off x="4541935" y="34909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8" name="pt2938"/>
            <p:cNvSpPr/>
            <p:nvPr/>
          </p:nvSpPr>
          <p:spPr>
            <a:xfrm>
              <a:off x="4631634" y="3416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9" name="pt2939"/>
            <p:cNvSpPr/>
            <p:nvPr/>
          </p:nvSpPr>
          <p:spPr>
            <a:xfrm>
              <a:off x="4535653" y="34918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0" name="pt2940"/>
            <p:cNvSpPr/>
            <p:nvPr/>
          </p:nvSpPr>
          <p:spPr>
            <a:xfrm>
              <a:off x="4594729" y="3426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1" name="pt2941"/>
            <p:cNvSpPr/>
            <p:nvPr/>
          </p:nvSpPr>
          <p:spPr>
            <a:xfrm>
              <a:off x="4572513" y="3457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2" name="pt2942"/>
            <p:cNvSpPr/>
            <p:nvPr/>
          </p:nvSpPr>
          <p:spPr>
            <a:xfrm>
              <a:off x="4525166" y="3488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3" name="pt2943"/>
            <p:cNvSpPr/>
            <p:nvPr/>
          </p:nvSpPr>
          <p:spPr>
            <a:xfrm>
              <a:off x="4563084" y="33905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4" name="pt2944"/>
            <p:cNvSpPr/>
            <p:nvPr/>
          </p:nvSpPr>
          <p:spPr>
            <a:xfrm>
              <a:off x="4538289" y="34941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5" name="pt2945"/>
            <p:cNvSpPr/>
            <p:nvPr/>
          </p:nvSpPr>
          <p:spPr>
            <a:xfrm>
              <a:off x="4524627" y="3498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6" name="pt2946"/>
            <p:cNvSpPr/>
            <p:nvPr/>
          </p:nvSpPr>
          <p:spPr>
            <a:xfrm>
              <a:off x="4537344" y="35034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7" name="pt2947"/>
            <p:cNvSpPr/>
            <p:nvPr/>
          </p:nvSpPr>
          <p:spPr>
            <a:xfrm>
              <a:off x="4551142" y="3487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8" name="pt2948"/>
            <p:cNvSpPr/>
            <p:nvPr/>
          </p:nvSpPr>
          <p:spPr>
            <a:xfrm>
              <a:off x="4672960" y="33928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9" name="pt2949"/>
            <p:cNvSpPr/>
            <p:nvPr/>
          </p:nvSpPr>
          <p:spPr>
            <a:xfrm>
              <a:off x="4621404" y="34251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0" name="pt2950"/>
            <p:cNvSpPr/>
            <p:nvPr/>
          </p:nvSpPr>
          <p:spPr>
            <a:xfrm>
              <a:off x="4565095" y="34769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1" name="pt2951"/>
            <p:cNvSpPr/>
            <p:nvPr/>
          </p:nvSpPr>
          <p:spPr>
            <a:xfrm>
              <a:off x="4813259" y="3098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2" name="pt2952"/>
            <p:cNvSpPr/>
            <p:nvPr/>
          </p:nvSpPr>
          <p:spPr>
            <a:xfrm>
              <a:off x="4733076" y="3346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3" name="pt2953"/>
            <p:cNvSpPr/>
            <p:nvPr/>
          </p:nvSpPr>
          <p:spPr>
            <a:xfrm>
              <a:off x="4639381" y="3407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4" name="pt2954"/>
            <p:cNvSpPr/>
            <p:nvPr/>
          </p:nvSpPr>
          <p:spPr>
            <a:xfrm>
              <a:off x="4558839" y="3493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5" name="pt2955"/>
            <p:cNvSpPr/>
            <p:nvPr/>
          </p:nvSpPr>
          <p:spPr>
            <a:xfrm>
              <a:off x="4550806" y="3465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6" name="pt2956"/>
            <p:cNvSpPr/>
            <p:nvPr/>
          </p:nvSpPr>
          <p:spPr>
            <a:xfrm>
              <a:off x="4586373" y="34544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7" name="pt2957"/>
            <p:cNvSpPr/>
            <p:nvPr/>
          </p:nvSpPr>
          <p:spPr>
            <a:xfrm>
              <a:off x="4551808" y="3457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8" name="pt2958"/>
            <p:cNvSpPr/>
            <p:nvPr/>
          </p:nvSpPr>
          <p:spPr>
            <a:xfrm>
              <a:off x="4538673" y="3510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9" name="pt2959"/>
            <p:cNvSpPr/>
            <p:nvPr/>
          </p:nvSpPr>
          <p:spPr>
            <a:xfrm>
              <a:off x="4772013" y="32974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0" name="pt2960"/>
            <p:cNvSpPr/>
            <p:nvPr/>
          </p:nvSpPr>
          <p:spPr>
            <a:xfrm>
              <a:off x="4621407" y="3462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1" name="pt2961"/>
            <p:cNvSpPr/>
            <p:nvPr/>
          </p:nvSpPr>
          <p:spPr>
            <a:xfrm>
              <a:off x="4557516" y="34946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2" name="pt2962"/>
            <p:cNvSpPr/>
            <p:nvPr/>
          </p:nvSpPr>
          <p:spPr>
            <a:xfrm>
              <a:off x="4563286" y="3465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3" name="pt2963"/>
            <p:cNvSpPr/>
            <p:nvPr/>
          </p:nvSpPr>
          <p:spPr>
            <a:xfrm>
              <a:off x="4529018" y="3501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4" name="pt2964"/>
            <p:cNvSpPr/>
            <p:nvPr/>
          </p:nvSpPr>
          <p:spPr>
            <a:xfrm>
              <a:off x="4543614" y="34935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5" name="pt2965"/>
            <p:cNvSpPr/>
            <p:nvPr/>
          </p:nvSpPr>
          <p:spPr>
            <a:xfrm>
              <a:off x="4553508" y="34987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6" name="pt2966"/>
            <p:cNvSpPr/>
            <p:nvPr/>
          </p:nvSpPr>
          <p:spPr>
            <a:xfrm>
              <a:off x="4801047" y="31912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7" name="pt2967"/>
            <p:cNvSpPr/>
            <p:nvPr/>
          </p:nvSpPr>
          <p:spPr>
            <a:xfrm>
              <a:off x="4581549" y="34830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8" name="pt2968"/>
            <p:cNvSpPr/>
            <p:nvPr/>
          </p:nvSpPr>
          <p:spPr>
            <a:xfrm>
              <a:off x="4711531" y="3302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9" name="pt2969"/>
            <p:cNvSpPr/>
            <p:nvPr/>
          </p:nvSpPr>
          <p:spPr>
            <a:xfrm>
              <a:off x="4577902" y="34893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0" name="pt2970"/>
            <p:cNvSpPr/>
            <p:nvPr/>
          </p:nvSpPr>
          <p:spPr>
            <a:xfrm>
              <a:off x="4537331" y="35095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1" name="pt2971"/>
            <p:cNvSpPr/>
            <p:nvPr/>
          </p:nvSpPr>
          <p:spPr>
            <a:xfrm>
              <a:off x="4573984" y="34902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2" name="pt2972"/>
            <p:cNvSpPr/>
            <p:nvPr/>
          </p:nvSpPr>
          <p:spPr>
            <a:xfrm>
              <a:off x="4552167" y="3504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3" name="pt2973"/>
            <p:cNvSpPr/>
            <p:nvPr/>
          </p:nvSpPr>
          <p:spPr>
            <a:xfrm>
              <a:off x="4544617" y="3503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4" name="pt2974"/>
            <p:cNvSpPr/>
            <p:nvPr/>
          </p:nvSpPr>
          <p:spPr>
            <a:xfrm>
              <a:off x="4547001" y="3499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5" name="pt2975"/>
            <p:cNvSpPr/>
            <p:nvPr/>
          </p:nvSpPr>
          <p:spPr>
            <a:xfrm>
              <a:off x="4519588" y="35089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6" name="pt2976"/>
            <p:cNvSpPr/>
            <p:nvPr/>
          </p:nvSpPr>
          <p:spPr>
            <a:xfrm>
              <a:off x="4530563" y="35013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7" name="pt2977"/>
            <p:cNvSpPr/>
            <p:nvPr/>
          </p:nvSpPr>
          <p:spPr>
            <a:xfrm>
              <a:off x="4538182" y="3502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8" name="pt2978"/>
            <p:cNvSpPr/>
            <p:nvPr/>
          </p:nvSpPr>
          <p:spPr>
            <a:xfrm>
              <a:off x="4539252" y="3495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9" name="pt2979"/>
            <p:cNvSpPr/>
            <p:nvPr/>
          </p:nvSpPr>
          <p:spPr>
            <a:xfrm>
              <a:off x="4609727" y="3436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0" name="pt2980"/>
            <p:cNvSpPr/>
            <p:nvPr/>
          </p:nvSpPr>
          <p:spPr>
            <a:xfrm>
              <a:off x="4528114" y="3500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1" name="pt2981"/>
            <p:cNvSpPr/>
            <p:nvPr/>
          </p:nvSpPr>
          <p:spPr>
            <a:xfrm>
              <a:off x="4543011" y="3502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2" name="pt2982"/>
            <p:cNvSpPr/>
            <p:nvPr/>
          </p:nvSpPr>
          <p:spPr>
            <a:xfrm>
              <a:off x="4692890" y="33205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3" name="pt2983"/>
            <p:cNvSpPr/>
            <p:nvPr/>
          </p:nvSpPr>
          <p:spPr>
            <a:xfrm>
              <a:off x="4557824" y="34896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4" name="pt2984"/>
            <p:cNvSpPr/>
            <p:nvPr/>
          </p:nvSpPr>
          <p:spPr>
            <a:xfrm>
              <a:off x="4727111" y="3302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5" name="pt2985"/>
            <p:cNvSpPr/>
            <p:nvPr/>
          </p:nvSpPr>
          <p:spPr>
            <a:xfrm>
              <a:off x="4556309" y="3499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6" name="pt2986"/>
            <p:cNvSpPr/>
            <p:nvPr/>
          </p:nvSpPr>
          <p:spPr>
            <a:xfrm>
              <a:off x="4531585" y="3481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7" name="pt2987"/>
            <p:cNvSpPr/>
            <p:nvPr/>
          </p:nvSpPr>
          <p:spPr>
            <a:xfrm>
              <a:off x="4526484" y="3492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8" name="pt2988"/>
            <p:cNvSpPr/>
            <p:nvPr/>
          </p:nvSpPr>
          <p:spPr>
            <a:xfrm>
              <a:off x="4547064" y="34967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9" name="pt2989"/>
            <p:cNvSpPr/>
            <p:nvPr/>
          </p:nvSpPr>
          <p:spPr>
            <a:xfrm>
              <a:off x="4690593" y="33602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0" name="pt2990"/>
            <p:cNvSpPr/>
            <p:nvPr/>
          </p:nvSpPr>
          <p:spPr>
            <a:xfrm>
              <a:off x="4578194" y="3489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1" name="pt2991"/>
            <p:cNvSpPr/>
            <p:nvPr/>
          </p:nvSpPr>
          <p:spPr>
            <a:xfrm>
              <a:off x="4543678" y="34911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2" name="pt2992"/>
            <p:cNvSpPr/>
            <p:nvPr/>
          </p:nvSpPr>
          <p:spPr>
            <a:xfrm>
              <a:off x="4614735" y="34035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3" name="pt2993"/>
            <p:cNvSpPr/>
            <p:nvPr/>
          </p:nvSpPr>
          <p:spPr>
            <a:xfrm>
              <a:off x="4733803" y="3340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4" name="pt2994"/>
            <p:cNvSpPr/>
            <p:nvPr/>
          </p:nvSpPr>
          <p:spPr>
            <a:xfrm>
              <a:off x="4668987" y="33821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5" name="pt2995"/>
            <p:cNvSpPr/>
            <p:nvPr/>
          </p:nvSpPr>
          <p:spPr>
            <a:xfrm>
              <a:off x="4488244" y="3503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6" name="pt2996"/>
            <p:cNvSpPr/>
            <p:nvPr/>
          </p:nvSpPr>
          <p:spPr>
            <a:xfrm>
              <a:off x="4535468" y="35218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7" name="pt2997"/>
            <p:cNvSpPr/>
            <p:nvPr/>
          </p:nvSpPr>
          <p:spPr>
            <a:xfrm>
              <a:off x="4566623" y="34402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8" name="pt2998"/>
            <p:cNvSpPr/>
            <p:nvPr/>
          </p:nvSpPr>
          <p:spPr>
            <a:xfrm>
              <a:off x="4535935" y="35026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9" name="rc2999"/>
            <p:cNvSpPr/>
            <p:nvPr/>
          </p:nvSpPr>
          <p:spPr>
            <a:xfrm>
              <a:off x="4484649" y="3645178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0" name="pl3000"/>
            <p:cNvSpPr/>
            <p:nvPr/>
          </p:nvSpPr>
          <p:spPr>
            <a:xfrm>
              <a:off x="4484649" y="418166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1" name="pl3001"/>
            <p:cNvSpPr/>
            <p:nvPr/>
          </p:nvSpPr>
          <p:spPr>
            <a:xfrm>
              <a:off x="4484649" y="399579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2" name="pl3002"/>
            <p:cNvSpPr/>
            <p:nvPr/>
          </p:nvSpPr>
          <p:spPr>
            <a:xfrm>
              <a:off x="4484649" y="380993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3" name="pl3003"/>
            <p:cNvSpPr/>
            <p:nvPr/>
          </p:nvSpPr>
          <p:spPr>
            <a:xfrm>
              <a:off x="4630610" y="364517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4" name="pl3004"/>
            <p:cNvSpPr/>
            <p:nvPr/>
          </p:nvSpPr>
          <p:spPr>
            <a:xfrm>
              <a:off x="4835705" y="364517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5" name="pl3005"/>
            <p:cNvSpPr/>
            <p:nvPr/>
          </p:nvSpPr>
          <p:spPr>
            <a:xfrm>
              <a:off x="5040800" y="364517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6" name="pl3006"/>
            <p:cNvSpPr/>
            <p:nvPr/>
          </p:nvSpPr>
          <p:spPr>
            <a:xfrm>
              <a:off x="4484649" y="427459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7" name="pl3007"/>
            <p:cNvSpPr/>
            <p:nvPr/>
          </p:nvSpPr>
          <p:spPr>
            <a:xfrm>
              <a:off x="4484649" y="408873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8" name="pl3008"/>
            <p:cNvSpPr/>
            <p:nvPr/>
          </p:nvSpPr>
          <p:spPr>
            <a:xfrm>
              <a:off x="4484649" y="390286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9" name="pl3009"/>
            <p:cNvSpPr/>
            <p:nvPr/>
          </p:nvSpPr>
          <p:spPr>
            <a:xfrm>
              <a:off x="4484649" y="371700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0" name="pl3010"/>
            <p:cNvSpPr/>
            <p:nvPr/>
          </p:nvSpPr>
          <p:spPr>
            <a:xfrm>
              <a:off x="4528063" y="364517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1" name="pl3011"/>
            <p:cNvSpPr/>
            <p:nvPr/>
          </p:nvSpPr>
          <p:spPr>
            <a:xfrm>
              <a:off x="4733158" y="364517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2" name="pl3012"/>
            <p:cNvSpPr/>
            <p:nvPr/>
          </p:nvSpPr>
          <p:spPr>
            <a:xfrm>
              <a:off x="4938253" y="364517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3" name="pt3013"/>
            <p:cNvSpPr/>
            <p:nvPr/>
          </p:nvSpPr>
          <p:spPr>
            <a:xfrm>
              <a:off x="4513261" y="4220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4" name="pt3014"/>
            <p:cNvSpPr/>
            <p:nvPr/>
          </p:nvSpPr>
          <p:spPr>
            <a:xfrm>
              <a:off x="4573819" y="4203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5" name="pt3015"/>
            <p:cNvSpPr/>
            <p:nvPr/>
          </p:nvSpPr>
          <p:spPr>
            <a:xfrm>
              <a:off x="4542539" y="42079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6" name="pt3016"/>
            <p:cNvSpPr/>
            <p:nvPr/>
          </p:nvSpPr>
          <p:spPr>
            <a:xfrm>
              <a:off x="4565624" y="4183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7" name="pt3017"/>
            <p:cNvSpPr/>
            <p:nvPr/>
          </p:nvSpPr>
          <p:spPr>
            <a:xfrm>
              <a:off x="4545094" y="4217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8" name="pt3018"/>
            <p:cNvSpPr/>
            <p:nvPr/>
          </p:nvSpPr>
          <p:spPr>
            <a:xfrm>
              <a:off x="4719443" y="4117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9" name="pt3019"/>
            <p:cNvSpPr/>
            <p:nvPr/>
          </p:nvSpPr>
          <p:spPr>
            <a:xfrm>
              <a:off x="4563590" y="41789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0" name="pt3020"/>
            <p:cNvSpPr/>
            <p:nvPr/>
          </p:nvSpPr>
          <p:spPr>
            <a:xfrm>
              <a:off x="4636266" y="4126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1" name="pt3021"/>
            <p:cNvSpPr/>
            <p:nvPr/>
          </p:nvSpPr>
          <p:spPr>
            <a:xfrm>
              <a:off x="4565928" y="4182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2" name="pt3022"/>
            <p:cNvSpPr/>
            <p:nvPr/>
          </p:nvSpPr>
          <p:spPr>
            <a:xfrm>
              <a:off x="4725290" y="39858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3" name="pt3023"/>
            <p:cNvSpPr/>
            <p:nvPr/>
          </p:nvSpPr>
          <p:spPr>
            <a:xfrm>
              <a:off x="4539670" y="4211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4" name="pt3024"/>
            <p:cNvSpPr/>
            <p:nvPr/>
          </p:nvSpPr>
          <p:spPr>
            <a:xfrm>
              <a:off x="4563008" y="4218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5" name="pt3025"/>
            <p:cNvSpPr/>
            <p:nvPr/>
          </p:nvSpPr>
          <p:spPr>
            <a:xfrm>
              <a:off x="4550463" y="4214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6" name="pt3026"/>
            <p:cNvSpPr/>
            <p:nvPr/>
          </p:nvSpPr>
          <p:spPr>
            <a:xfrm>
              <a:off x="4542871" y="42185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7" name="pt3027"/>
            <p:cNvSpPr/>
            <p:nvPr/>
          </p:nvSpPr>
          <p:spPr>
            <a:xfrm>
              <a:off x="4563331" y="41928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8" name="pt3028"/>
            <p:cNvSpPr/>
            <p:nvPr/>
          </p:nvSpPr>
          <p:spPr>
            <a:xfrm>
              <a:off x="4569143" y="41910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9" name="pt3029"/>
            <p:cNvSpPr/>
            <p:nvPr/>
          </p:nvSpPr>
          <p:spPr>
            <a:xfrm>
              <a:off x="4826127" y="39611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0" name="pt3030"/>
            <p:cNvSpPr/>
            <p:nvPr/>
          </p:nvSpPr>
          <p:spPr>
            <a:xfrm>
              <a:off x="4526933" y="4222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1" name="pt3031"/>
            <p:cNvSpPr/>
            <p:nvPr/>
          </p:nvSpPr>
          <p:spPr>
            <a:xfrm>
              <a:off x="4598727" y="41534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2" name="pt3032"/>
            <p:cNvSpPr/>
            <p:nvPr/>
          </p:nvSpPr>
          <p:spPr>
            <a:xfrm>
              <a:off x="4650224" y="40425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3" name="pt3033"/>
            <p:cNvSpPr/>
            <p:nvPr/>
          </p:nvSpPr>
          <p:spPr>
            <a:xfrm>
              <a:off x="4763003" y="3785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4" name="pt3034"/>
            <p:cNvSpPr/>
            <p:nvPr/>
          </p:nvSpPr>
          <p:spPr>
            <a:xfrm>
              <a:off x="4635314" y="40730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5" name="pt3035"/>
            <p:cNvSpPr/>
            <p:nvPr/>
          </p:nvSpPr>
          <p:spPr>
            <a:xfrm>
              <a:off x="4656572" y="4171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6" name="pt3036"/>
            <p:cNvSpPr/>
            <p:nvPr/>
          </p:nvSpPr>
          <p:spPr>
            <a:xfrm>
              <a:off x="4531537" y="42098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7" name="pt3037"/>
            <p:cNvSpPr/>
            <p:nvPr/>
          </p:nvSpPr>
          <p:spPr>
            <a:xfrm>
              <a:off x="4554395" y="4183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8" name="pt3038"/>
            <p:cNvSpPr/>
            <p:nvPr/>
          </p:nvSpPr>
          <p:spPr>
            <a:xfrm>
              <a:off x="4871038" y="38230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9" name="pt3039"/>
            <p:cNvSpPr/>
            <p:nvPr/>
          </p:nvSpPr>
          <p:spPr>
            <a:xfrm>
              <a:off x="4622548" y="41551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0" name="pt3040"/>
            <p:cNvSpPr/>
            <p:nvPr/>
          </p:nvSpPr>
          <p:spPr>
            <a:xfrm>
              <a:off x="4599791" y="4185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1" name="pt3041"/>
            <p:cNvSpPr/>
            <p:nvPr/>
          </p:nvSpPr>
          <p:spPr>
            <a:xfrm>
              <a:off x="4548764" y="4194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2" name="pt3042"/>
            <p:cNvSpPr/>
            <p:nvPr/>
          </p:nvSpPr>
          <p:spPr>
            <a:xfrm>
              <a:off x="4575596" y="41705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3" name="pt3043"/>
            <p:cNvSpPr/>
            <p:nvPr/>
          </p:nvSpPr>
          <p:spPr>
            <a:xfrm>
              <a:off x="4556501" y="41938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4" name="pt3044"/>
            <p:cNvSpPr/>
            <p:nvPr/>
          </p:nvSpPr>
          <p:spPr>
            <a:xfrm>
              <a:off x="4542734" y="4210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5" name="pt3045"/>
            <p:cNvSpPr/>
            <p:nvPr/>
          </p:nvSpPr>
          <p:spPr>
            <a:xfrm>
              <a:off x="4563839" y="4194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6" name="pt3046"/>
            <p:cNvSpPr/>
            <p:nvPr/>
          </p:nvSpPr>
          <p:spPr>
            <a:xfrm>
              <a:off x="4540436" y="42105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7" name="pt3047"/>
            <p:cNvSpPr/>
            <p:nvPr/>
          </p:nvSpPr>
          <p:spPr>
            <a:xfrm>
              <a:off x="4590964" y="4207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8" name="pt3048"/>
            <p:cNvSpPr/>
            <p:nvPr/>
          </p:nvSpPr>
          <p:spPr>
            <a:xfrm>
              <a:off x="4558419" y="4161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9" name="pt3049"/>
            <p:cNvSpPr/>
            <p:nvPr/>
          </p:nvSpPr>
          <p:spPr>
            <a:xfrm>
              <a:off x="5056645" y="3857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0" name="pt3050"/>
            <p:cNvSpPr/>
            <p:nvPr/>
          </p:nvSpPr>
          <p:spPr>
            <a:xfrm>
              <a:off x="4728085" y="40421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1" name="pt3051"/>
            <p:cNvSpPr/>
            <p:nvPr/>
          </p:nvSpPr>
          <p:spPr>
            <a:xfrm>
              <a:off x="4560422" y="4217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2" name="pt3052"/>
            <p:cNvSpPr/>
            <p:nvPr/>
          </p:nvSpPr>
          <p:spPr>
            <a:xfrm>
              <a:off x="4576432" y="4215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3" name="pt3053"/>
            <p:cNvSpPr/>
            <p:nvPr/>
          </p:nvSpPr>
          <p:spPr>
            <a:xfrm>
              <a:off x="4780449" y="3841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4" name="pt3054"/>
            <p:cNvSpPr/>
            <p:nvPr/>
          </p:nvSpPr>
          <p:spPr>
            <a:xfrm>
              <a:off x="4707952" y="3878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5" name="pt3055"/>
            <p:cNvSpPr/>
            <p:nvPr/>
          </p:nvSpPr>
          <p:spPr>
            <a:xfrm>
              <a:off x="4564159" y="4199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6" name="pt3056"/>
            <p:cNvSpPr/>
            <p:nvPr/>
          </p:nvSpPr>
          <p:spPr>
            <a:xfrm>
              <a:off x="4552540" y="41785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7" name="pt3057"/>
            <p:cNvSpPr/>
            <p:nvPr/>
          </p:nvSpPr>
          <p:spPr>
            <a:xfrm>
              <a:off x="4820145" y="3805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8" name="pt3058"/>
            <p:cNvSpPr/>
            <p:nvPr/>
          </p:nvSpPr>
          <p:spPr>
            <a:xfrm>
              <a:off x="4531507" y="4213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9" name="pt3059"/>
            <p:cNvSpPr/>
            <p:nvPr/>
          </p:nvSpPr>
          <p:spPr>
            <a:xfrm>
              <a:off x="4569855" y="41453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0" name="pt3060"/>
            <p:cNvSpPr/>
            <p:nvPr/>
          </p:nvSpPr>
          <p:spPr>
            <a:xfrm>
              <a:off x="4730458" y="4040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1" name="pt3061"/>
            <p:cNvSpPr/>
            <p:nvPr/>
          </p:nvSpPr>
          <p:spPr>
            <a:xfrm>
              <a:off x="4587004" y="4186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2" name="pt3062"/>
            <p:cNvSpPr/>
            <p:nvPr/>
          </p:nvSpPr>
          <p:spPr>
            <a:xfrm>
              <a:off x="4554013" y="4184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3" name="pt3063"/>
            <p:cNvSpPr/>
            <p:nvPr/>
          </p:nvSpPr>
          <p:spPr>
            <a:xfrm>
              <a:off x="4558982" y="4179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4" name="pt3064"/>
            <p:cNvSpPr/>
            <p:nvPr/>
          </p:nvSpPr>
          <p:spPr>
            <a:xfrm>
              <a:off x="4532813" y="42023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5" name="pt3065"/>
            <p:cNvSpPr/>
            <p:nvPr/>
          </p:nvSpPr>
          <p:spPr>
            <a:xfrm>
              <a:off x="4513719" y="4199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6" name="pt3066"/>
            <p:cNvSpPr/>
            <p:nvPr/>
          </p:nvSpPr>
          <p:spPr>
            <a:xfrm>
              <a:off x="4556394" y="4201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7" name="pt3067"/>
            <p:cNvSpPr/>
            <p:nvPr/>
          </p:nvSpPr>
          <p:spPr>
            <a:xfrm>
              <a:off x="4555846" y="42021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8" name="pt3068"/>
            <p:cNvSpPr/>
            <p:nvPr/>
          </p:nvSpPr>
          <p:spPr>
            <a:xfrm>
              <a:off x="4526221" y="4194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9" name="pt3069"/>
            <p:cNvSpPr/>
            <p:nvPr/>
          </p:nvSpPr>
          <p:spPr>
            <a:xfrm>
              <a:off x="4571220" y="4219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0" name="pt3070"/>
            <p:cNvSpPr/>
            <p:nvPr/>
          </p:nvSpPr>
          <p:spPr>
            <a:xfrm>
              <a:off x="4682856" y="41631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1" name="pt3071"/>
            <p:cNvSpPr/>
            <p:nvPr/>
          </p:nvSpPr>
          <p:spPr>
            <a:xfrm>
              <a:off x="4554520" y="4184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2" name="pt3072"/>
            <p:cNvSpPr/>
            <p:nvPr/>
          </p:nvSpPr>
          <p:spPr>
            <a:xfrm>
              <a:off x="4580450" y="4183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3" name="pt3073"/>
            <p:cNvSpPr/>
            <p:nvPr/>
          </p:nvSpPr>
          <p:spPr>
            <a:xfrm>
              <a:off x="4550223" y="4177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4" name="pt3074"/>
            <p:cNvSpPr/>
            <p:nvPr/>
          </p:nvSpPr>
          <p:spPr>
            <a:xfrm>
              <a:off x="4544621" y="4190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5" name="pt3075"/>
            <p:cNvSpPr/>
            <p:nvPr/>
          </p:nvSpPr>
          <p:spPr>
            <a:xfrm>
              <a:off x="4550103" y="4208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6" name="pt3076"/>
            <p:cNvSpPr/>
            <p:nvPr/>
          </p:nvSpPr>
          <p:spPr>
            <a:xfrm>
              <a:off x="4980399" y="36836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7" name="pt3077"/>
            <p:cNvSpPr/>
            <p:nvPr/>
          </p:nvSpPr>
          <p:spPr>
            <a:xfrm>
              <a:off x="4561895" y="4203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8" name="pt3078"/>
            <p:cNvSpPr/>
            <p:nvPr/>
          </p:nvSpPr>
          <p:spPr>
            <a:xfrm>
              <a:off x="4560571" y="4209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9" name="pt3079"/>
            <p:cNvSpPr/>
            <p:nvPr/>
          </p:nvSpPr>
          <p:spPr>
            <a:xfrm>
              <a:off x="4550304" y="4199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0" name="pt3080"/>
            <p:cNvSpPr/>
            <p:nvPr/>
          </p:nvSpPr>
          <p:spPr>
            <a:xfrm>
              <a:off x="4540601" y="4177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1" name="pt3081"/>
            <p:cNvSpPr/>
            <p:nvPr/>
          </p:nvSpPr>
          <p:spPr>
            <a:xfrm>
              <a:off x="4547671" y="42148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2" name="pt3082"/>
            <p:cNvSpPr/>
            <p:nvPr/>
          </p:nvSpPr>
          <p:spPr>
            <a:xfrm>
              <a:off x="4559461" y="4166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3" name="pt3083"/>
            <p:cNvSpPr/>
            <p:nvPr/>
          </p:nvSpPr>
          <p:spPr>
            <a:xfrm>
              <a:off x="4546867" y="4198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4" name="pt3084"/>
            <p:cNvSpPr/>
            <p:nvPr/>
          </p:nvSpPr>
          <p:spPr>
            <a:xfrm>
              <a:off x="4561862" y="4203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5" name="pt3085"/>
            <p:cNvSpPr/>
            <p:nvPr/>
          </p:nvSpPr>
          <p:spPr>
            <a:xfrm>
              <a:off x="4548043" y="4215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6" name="pt3086"/>
            <p:cNvSpPr/>
            <p:nvPr/>
          </p:nvSpPr>
          <p:spPr>
            <a:xfrm>
              <a:off x="4785322" y="4033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7" name="pt3087"/>
            <p:cNvSpPr/>
            <p:nvPr/>
          </p:nvSpPr>
          <p:spPr>
            <a:xfrm>
              <a:off x="4741139" y="41092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8" name="pt3088"/>
            <p:cNvSpPr/>
            <p:nvPr/>
          </p:nvSpPr>
          <p:spPr>
            <a:xfrm>
              <a:off x="4557242" y="4162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9" name="pt3089"/>
            <p:cNvSpPr/>
            <p:nvPr/>
          </p:nvSpPr>
          <p:spPr>
            <a:xfrm>
              <a:off x="4713401" y="3947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0" name="pt3090"/>
            <p:cNvSpPr/>
            <p:nvPr/>
          </p:nvSpPr>
          <p:spPr>
            <a:xfrm>
              <a:off x="4716546" y="40492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1" name="pt3091"/>
            <p:cNvSpPr/>
            <p:nvPr/>
          </p:nvSpPr>
          <p:spPr>
            <a:xfrm>
              <a:off x="4658369" y="41057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2" name="pt3092"/>
            <p:cNvSpPr/>
            <p:nvPr/>
          </p:nvSpPr>
          <p:spPr>
            <a:xfrm>
              <a:off x="4525261" y="4225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3" name="pt3093"/>
            <p:cNvSpPr/>
            <p:nvPr/>
          </p:nvSpPr>
          <p:spPr>
            <a:xfrm>
              <a:off x="4519038" y="4223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4" name="pt3094"/>
            <p:cNvSpPr/>
            <p:nvPr/>
          </p:nvSpPr>
          <p:spPr>
            <a:xfrm>
              <a:off x="4653957" y="4188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5" name="pt3095"/>
            <p:cNvSpPr/>
            <p:nvPr/>
          </p:nvSpPr>
          <p:spPr>
            <a:xfrm>
              <a:off x="4562135" y="4171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6" name="pt3096"/>
            <p:cNvSpPr/>
            <p:nvPr/>
          </p:nvSpPr>
          <p:spPr>
            <a:xfrm>
              <a:off x="4590092" y="4166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7" name="pt3097"/>
            <p:cNvSpPr/>
            <p:nvPr/>
          </p:nvSpPr>
          <p:spPr>
            <a:xfrm>
              <a:off x="4650440" y="41499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8" name="pt3098"/>
            <p:cNvSpPr/>
            <p:nvPr/>
          </p:nvSpPr>
          <p:spPr>
            <a:xfrm>
              <a:off x="4784317" y="3969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9" name="pt3099"/>
            <p:cNvSpPr/>
            <p:nvPr/>
          </p:nvSpPr>
          <p:spPr>
            <a:xfrm>
              <a:off x="4611697" y="4176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0" name="pt3100"/>
            <p:cNvSpPr/>
            <p:nvPr/>
          </p:nvSpPr>
          <p:spPr>
            <a:xfrm>
              <a:off x="4550008" y="4203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1" name="pt3101"/>
            <p:cNvSpPr/>
            <p:nvPr/>
          </p:nvSpPr>
          <p:spPr>
            <a:xfrm>
              <a:off x="4540760" y="4209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2" name="pt3102"/>
            <p:cNvSpPr/>
            <p:nvPr/>
          </p:nvSpPr>
          <p:spPr>
            <a:xfrm>
              <a:off x="4626156" y="4066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3" name="pt3103"/>
            <p:cNvSpPr/>
            <p:nvPr/>
          </p:nvSpPr>
          <p:spPr>
            <a:xfrm>
              <a:off x="4549117" y="4205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4" name="pt3104"/>
            <p:cNvSpPr/>
            <p:nvPr/>
          </p:nvSpPr>
          <p:spPr>
            <a:xfrm>
              <a:off x="4663529" y="4106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5" name="pt3105"/>
            <p:cNvSpPr/>
            <p:nvPr/>
          </p:nvSpPr>
          <p:spPr>
            <a:xfrm>
              <a:off x="4570394" y="4206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6" name="pt3106"/>
            <p:cNvSpPr/>
            <p:nvPr/>
          </p:nvSpPr>
          <p:spPr>
            <a:xfrm>
              <a:off x="4665027" y="41122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7" name="pt3107"/>
            <p:cNvSpPr/>
            <p:nvPr/>
          </p:nvSpPr>
          <p:spPr>
            <a:xfrm>
              <a:off x="4753668" y="39243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8" name="pt3108"/>
            <p:cNvSpPr/>
            <p:nvPr/>
          </p:nvSpPr>
          <p:spPr>
            <a:xfrm>
              <a:off x="4531785" y="4223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9" name="pt3109"/>
            <p:cNvSpPr/>
            <p:nvPr/>
          </p:nvSpPr>
          <p:spPr>
            <a:xfrm>
              <a:off x="4784283" y="41163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0" name="pt3110"/>
            <p:cNvSpPr/>
            <p:nvPr/>
          </p:nvSpPr>
          <p:spPr>
            <a:xfrm>
              <a:off x="4548456" y="41646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1" name="pt3111"/>
            <p:cNvSpPr/>
            <p:nvPr/>
          </p:nvSpPr>
          <p:spPr>
            <a:xfrm>
              <a:off x="4645449" y="40882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2" name="pt3112"/>
            <p:cNvSpPr/>
            <p:nvPr/>
          </p:nvSpPr>
          <p:spPr>
            <a:xfrm>
              <a:off x="4520957" y="4203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3" name="pt3113"/>
            <p:cNvSpPr/>
            <p:nvPr/>
          </p:nvSpPr>
          <p:spPr>
            <a:xfrm>
              <a:off x="4539067" y="4179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4" name="pt3114"/>
            <p:cNvSpPr/>
            <p:nvPr/>
          </p:nvSpPr>
          <p:spPr>
            <a:xfrm>
              <a:off x="4548633" y="41834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5" name="pt3115"/>
            <p:cNvSpPr/>
            <p:nvPr/>
          </p:nvSpPr>
          <p:spPr>
            <a:xfrm>
              <a:off x="4629209" y="4101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6" name="pt3116"/>
            <p:cNvSpPr/>
            <p:nvPr/>
          </p:nvSpPr>
          <p:spPr>
            <a:xfrm>
              <a:off x="4926495" y="39137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7" name="pt3117"/>
            <p:cNvSpPr/>
            <p:nvPr/>
          </p:nvSpPr>
          <p:spPr>
            <a:xfrm>
              <a:off x="4608375" y="41897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8" name="pt3118"/>
            <p:cNvSpPr/>
            <p:nvPr/>
          </p:nvSpPr>
          <p:spPr>
            <a:xfrm>
              <a:off x="4558384" y="4202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9" name="pt3119"/>
            <p:cNvSpPr/>
            <p:nvPr/>
          </p:nvSpPr>
          <p:spPr>
            <a:xfrm>
              <a:off x="4531306" y="40200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0" name="pt3120"/>
            <p:cNvSpPr/>
            <p:nvPr/>
          </p:nvSpPr>
          <p:spPr>
            <a:xfrm>
              <a:off x="4550239" y="42079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1" name="pt3121"/>
            <p:cNvSpPr/>
            <p:nvPr/>
          </p:nvSpPr>
          <p:spPr>
            <a:xfrm>
              <a:off x="4772686" y="39719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2" name="pt3122"/>
            <p:cNvSpPr/>
            <p:nvPr/>
          </p:nvSpPr>
          <p:spPr>
            <a:xfrm>
              <a:off x="4571845" y="41927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3" name="pt3123"/>
            <p:cNvSpPr/>
            <p:nvPr/>
          </p:nvSpPr>
          <p:spPr>
            <a:xfrm>
              <a:off x="4545321" y="4204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4" name="pt3124"/>
            <p:cNvSpPr/>
            <p:nvPr/>
          </p:nvSpPr>
          <p:spPr>
            <a:xfrm>
              <a:off x="4547828" y="4201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5" name="pt3125"/>
            <p:cNvSpPr/>
            <p:nvPr/>
          </p:nvSpPr>
          <p:spPr>
            <a:xfrm>
              <a:off x="4572505" y="41850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6" name="pt3126"/>
            <p:cNvSpPr/>
            <p:nvPr/>
          </p:nvSpPr>
          <p:spPr>
            <a:xfrm>
              <a:off x="4527970" y="4196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7" name="pt3127"/>
            <p:cNvSpPr/>
            <p:nvPr/>
          </p:nvSpPr>
          <p:spPr>
            <a:xfrm>
              <a:off x="4538008" y="4220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8" name="pt3128"/>
            <p:cNvSpPr/>
            <p:nvPr/>
          </p:nvSpPr>
          <p:spPr>
            <a:xfrm>
              <a:off x="4546378" y="41817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9" name="pt3129"/>
            <p:cNvSpPr/>
            <p:nvPr/>
          </p:nvSpPr>
          <p:spPr>
            <a:xfrm>
              <a:off x="4614893" y="4103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0" name="pt3130"/>
            <p:cNvSpPr/>
            <p:nvPr/>
          </p:nvSpPr>
          <p:spPr>
            <a:xfrm>
              <a:off x="4539663" y="4213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1" name="pt3131"/>
            <p:cNvSpPr/>
            <p:nvPr/>
          </p:nvSpPr>
          <p:spPr>
            <a:xfrm>
              <a:off x="4663997" y="4091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2" name="pt3132"/>
            <p:cNvSpPr/>
            <p:nvPr/>
          </p:nvSpPr>
          <p:spPr>
            <a:xfrm>
              <a:off x="4749965" y="3894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3" name="pt3133"/>
            <p:cNvSpPr/>
            <p:nvPr/>
          </p:nvSpPr>
          <p:spPr>
            <a:xfrm>
              <a:off x="4563279" y="4197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4" name="pt3134"/>
            <p:cNvSpPr/>
            <p:nvPr/>
          </p:nvSpPr>
          <p:spPr>
            <a:xfrm>
              <a:off x="4559138" y="4186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5" name="pt3135"/>
            <p:cNvSpPr/>
            <p:nvPr/>
          </p:nvSpPr>
          <p:spPr>
            <a:xfrm>
              <a:off x="4539182" y="4164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6" name="pt3136"/>
            <p:cNvSpPr/>
            <p:nvPr/>
          </p:nvSpPr>
          <p:spPr>
            <a:xfrm>
              <a:off x="4713028" y="4141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7" name="pt3137"/>
            <p:cNvSpPr/>
            <p:nvPr/>
          </p:nvSpPr>
          <p:spPr>
            <a:xfrm>
              <a:off x="4547324" y="4172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8" name="pt3138"/>
            <p:cNvSpPr/>
            <p:nvPr/>
          </p:nvSpPr>
          <p:spPr>
            <a:xfrm>
              <a:off x="4567990" y="4194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9" name="pt3139"/>
            <p:cNvSpPr/>
            <p:nvPr/>
          </p:nvSpPr>
          <p:spPr>
            <a:xfrm>
              <a:off x="4671489" y="40969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0" name="pt3140"/>
            <p:cNvSpPr/>
            <p:nvPr/>
          </p:nvSpPr>
          <p:spPr>
            <a:xfrm>
              <a:off x="4568940" y="4199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1" name="pt3141"/>
            <p:cNvSpPr/>
            <p:nvPr/>
          </p:nvSpPr>
          <p:spPr>
            <a:xfrm>
              <a:off x="4550824" y="4216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2" name="pt3142"/>
            <p:cNvSpPr/>
            <p:nvPr/>
          </p:nvSpPr>
          <p:spPr>
            <a:xfrm>
              <a:off x="4516389" y="4176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3" name="pt3143"/>
            <p:cNvSpPr/>
            <p:nvPr/>
          </p:nvSpPr>
          <p:spPr>
            <a:xfrm>
              <a:off x="4640923" y="4157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4" name="pt3144"/>
            <p:cNvSpPr/>
            <p:nvPr/>
          </p:nvSpPr>
          <p:spPr>
            <a:xfrm>
              <a:off x="4542634" y="4198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5" name="pt3145"/>
            <p:cNvSpPr/>
            <p:nvPr/>
          </p:nvSpPr>
          <p:spPr>
            <a:xfrm>
              <a:off x="4548938" y="42129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6" name="pt3146"/>
            <p:cNvSpPr/>
            <p:nvPr/>
          </p:nvSpPr>
          <p:spPr>
            <a:xfrm>
              <a:off x="4664242" y="4081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7" name="pt3147"/>
            <p:cNvSpPr/>
            <p:nvPr/>
          </p:nvSpPr>
          <p:spPr>
            <a:xfrm>
              <a:off x="4581414" y="42103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8" name="pt3148"/>
            <p:cNvSpPr/>
            <p:nvPr/>
          </p:nvSpPr>
          <p:spPr>
            <a:xfrm>
              <a:off x="4531012" y="41925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9" name="pt3149"/>
            <p:cNvSpPr/>
            <p:nvPr/>
          </p:nvSpPr>
          <p:spPr>
            <a:xfrm>
              <a:off x="4573165" y="4204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0" name="pt3150"/>
            <p:cNvSpPr/>
            <p:nvPr/>
          </p:nvSpPr>
          <p:spPr>
            <a:xfrm>
              <a:off x="4620516" y="4186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1" name="pt3151"/>
            <p:cNvSpPr/>
            <p:nvPr/>
          </p:nvSpPr>
          <p:spPr>
            <a:xfrm>
              <a:off x="4538178" y="42020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2" name="pt3152"/>
            <p:cNvSpPr/>
            <p:nvPr/>
          </p:nvSpPr>
          <p:spPr>
            <a:xfrm>
              <a:off x="4566607" y="4211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3" name="pt3153"/>
            <p:cNvSpPr/>
            <p:nvPr/>
          </p:nvSpPr>
          <p:spPr>
            <a:xfrm>
              <a:off x="4616056" y="40425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4" name="pt3154"/>
            <p:cNvSpPr/>
            <p:nvPr/>
          </p:nvSpPr>
          <p:spPr>
            <a:xfrm>
              <a:off x="4795914" y="3947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5" name="pt3155"/>
            <p:cNvSpPr/>
            <p:nvPr/>
          </p:nvSpPr>
          <p:spPr>
            <a:xfrm>
              <a:off x="4537129" y="42172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6" name="pt3156"/>
            <p:cNvSpPr/>
            <p:nvPr/>
          </p:nvSpPr>
          <p:spPr>
            <a:xfrm>
              <a:off x="4562826" y="4175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7" name="pt3157"/>
            <p:cNvSpPr/>
            <p:nvPr/>
          </p:nvSpPr>
          <p:spPr>
            <a:xfrm>
              <a:off x="4870672" y="38135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8" name="pt3158"/>
            <p:cNvSpPr/>
            <p:nvPr/>
          </p:nvSpPr>
          <p:spPr>
            <a:xfrm>
              <a:off x="4525201" y="4200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9" name="pt3159"/>
            <p:cNvSpPr/>
            <p:nvPr/>
          </p:nvSpPr>
          <p:spPr>
            <a:xfrm>
              <a:off x="4592404" y="4194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0" name="pt3160"/>
            <p:cNvSpPr/>
            <p:nvPr/>
          </p:nvSpPr>
          <p:spPr>
            <a:xfrm>
              <a:off x="4534711" y="42202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1" name="pt3161"/>
            <p:cNvSpPr/>
            <p:nvPr/>
          </p:nvSpPr>
          <p:spPr>
            <a:xfrm>
              <a:off x="4557169" y="4205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2" name="pt3162"/>
            <p:cNvSpPr/>
            <p:nvPr/>
          </p:nvSpPr>
          <p:spPr>
            <a:xfrm>
              <a:off x="4599333" y="4195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3" name="pt3163"/>
            <p:cNvSpPr/>
            <p:nvPr/>
          </p:nvSpPr>
          <p:spPr>
            <a:xfrm>
              <a:off x="4743019" y="4064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4" name="pt3164"/>
            <p:cNvSpPr/>
            <p:nvPr/>
          </p:nvSpPr>
          <p:spPr>
            <a:xfrm>
              <a:off x="4577660" y="4212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5" name="pt3165"/>
            <p:cNvSpPr/>
            <p:nvPr/>
          </p:nvSpPr>
          <p:spPr>
            <a:xfrm>
              <a:off x="4543146" y="41899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6" name="pt3166"/>
            <p:cNvSpPr/>
            <p:nvPr/>
          </p:nvSpPr>
          <p:spPr>
            <a:xfrm>
              <a:off x="4555916" y="4213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7" name="pt3167"/>
            <p:cNvSpPr/>
            <p:nvPr/>
          </p:nvSpPr>
          <p:spPr>
            <a:xfrm>
              <a:off x="4545342" y="4220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8" name="pt3168"/>
            <p:cNvSpPr/>
            <p:nvPr/>
          </p:nvSpPr>
          <p:spPr>
            <a:xfrm>
              <a:off x="4646152" y="4131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9" name="pt3169"/>
            <p:cNvSpPr/>
            <p:nvPr/>
          </p:nvSpPr>
          <p:spPr>
            <a:xfrm>
              <a:off x="4563837" y="4208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0" name="pt3170"/>
            <p:cNvSpPr/>
            <p:nvPr/>
          </p:nvSpPr>
          <p:spPr>
            <a:xfrm>
              <a:off x="4786398" y="4091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1" name="pt3171"/>
            <p:cNvSpPr/>
            <p:nvPr/>
          </p:nvSpPr>
          <p:spPr>
            <a:xfrm>
              <a:off x="4537444" y="4204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2" name="pt3172"/>
            <p:cNvSpPr/>
            <p:nvPr/>
          </p:nvSpPr>
          <p:spPr>
            <a:xfrm>
              <a:off x="4784160" y="3962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3" name="pt3173"/>
            <p:cNvSpPr/>
            <p:nvPr/>
          </p:nvSpPr>
          <p:spPr>
            <a:xfrm>
              <a:off x="4570669" y="4208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4" name="pt3174"/>
            <p:cNvSpPr/>
            <p:nvPr/>
          </p:nvSpPr>
          <p:spPr>
            <a:xfrm>
              <a:off x="4572741" y="4207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5" name="pt3175"/>
            <p:cNvSpPr/>
            <p:nvPr/>
          </p:nvSpPr>
          <p:spPr>
            <a:xfrm>
              <a:off x="4536975" y="42265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6" name="pt3176"/>
            <p:cNvSpPr/>
            <p:nvPr/>
          </p:nvSpPr>
          <p:spPr>
            <a:xfrm>
              <a:off x="4547457" y="4172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7" name="pt3177"/>
            <p:cNvSpPr/>
            <p:nvPr/>
          </p:nvSpPr>
          <p:spPr>
            <a:xfrm>
              <a:off x="4814181" y="39447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8" name="pt3178"/>
            <p:cNvSpPr/>
            <p:nvPr/>
          </p:nvSpPr>
          <p:spPr>
            <a:xfrm>
              <a:off x="4560893" y="4197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9" name="pt3179"/>
            <p:cNvSpPr/>
            <p:nvPr/>
          </p:nvSpPr>
          <p:spPr>
            <a:xfrm>
              <a:off x="4554465" y="41884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0" name="pt3180"/>
            <p:cNvSpPr/>
            <p:nvPr/>
          </p:nvSpPr>
          <p:spPr>
            <a:xfrm>
              <a:off x="4706205" y="3693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1" name="pt3181"/>
            <p:cNvSpPr/>
            <p:nvPr/>
          </p:nvSpPr>
          <p:spPr>
            <a:xfrm>
              <a:off x="4546696" y="4197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2" name="pt3182"/>
            <p:cNvSpPr/>
            <p:nvPr/>
          </p:nvSpPr>
          <p:spPr>
            <a:xfrm>
              <a:off x="4615941" y="4139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3" name="pt3183"/>
            <p:cNvSpPr/>
            <p:nvPr/>
          </p:nvSpPr>
          <p:spPr>
            <a:xfrm>
              <a:off x="4638759" y="4140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4" name="pt3184"/>
            <p:cNvSpPr/>
            <p:nvPr/>
          </p:nvSpPr>
          <p:spPr>
            <a:xfrm>
              <a:off x="4564113" y="4186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5" name="pt3185"/>
            <p:cNvSpPr/>
            <p:nvPr/>
          </p:nvSpPr>
          <p:spPr>
            <a:xfrm>
              <a:off x="4575887" y="41715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6" name="pt3186"/>
            <p:cNvSpPr/>
            <p:nvPr/>
          </p:nvSpPr>
          <p:spPr>
            <a:xfrm>
              <a:off x="4642484" y="4129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7" name="pt3187"/>
            <p:cNvSpPr/>
            <p:nvPr/>
          </p:nvSpPr>
          <p:spPr>
            <a:xfrm>
              <a:off x="4563482" y="4207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8" name="pt3188"/>
            <p:cNvSpPr/>
            <p:nvPr/>
          </p:nvSpPr>
          <p:spPr>
            <a:xfrm>
              <a:off x="4543477" y="4206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9" name="pt3189"/>
            <p:cNvSpPr/>
            <p:nvPr/>
          </p:nvSpPr>
          <p:spPr>
            <a:xfrm>
              <a:off x="4559301" y="4201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0" name="pt3190"/>
            <p:cNvSpPr/>
            <p:nvPr/>
          </p:nvSpPr>
          <p:spPr>
            <a:xfrm>
              <a:off x="4541201" y="4208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1" name="pt3191"/>
            <p:cNvSpPr/>
            <p:nvPr/>
          </p:nvSpPr>
          <p:spPr>
            <a:xfrm>
              <a:off x="4561510" y="4166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2" name="pt3192"/>
            <p:cNvSpPr/>
            <p:nvPr/>
          </p:nvSpPr>
          <p:spPr>
            <a:xfrm>
              <a:off x="4660764" y="41020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3" name="pt3193"/>
            <p:cNvSpPr/>
            <p:nvPr/>
          </p:nvSpPr>
          <p:spPr>
            <a:xfrm>
              <a:off x="4847926" y="3895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4" name="pt3194"/>
            <p:cNvSpPr/>
            <p:nvPr/>
          </p:nvSpPr>
          <p:spPr>
            <a:xfrm>
              <a:off x="4562412" y="4208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5" name="pt3195"/>
            <p:cNvSpPr/>
            <p:nvPr/>
          </p:nvSpPr>
          <p:spPr>
            <a:xfrm>
              <a:off x="4560571" y="4209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6" name="pt3196"/>
            <p:cNvSpPr/>
            <p:nvPr/>
          </p:nvSpPr>
          <p:spPr>
            <a:xfrm>
              <a:off x="4556572" y="4225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7" name="pt3197"/>
            <p:cNvSpPr/>
            <p:nvPr/>
          </p:nvSpPr>
          <p:spPr>
            <a:xfrm>
              <a:off x="4548536" y="4060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8" name="pt3198"/>
            <p:cNvSpPr/>
            <p:nvPr/>
          </p:nvSpPr>
          <p:spPr>
            <a:xfrm>
              <a:off x="4553175" y="4212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9" name="pt3199"/>
            <p:cNvSpPr/>
            <p:nvPr/>
          </p:nvSpPr>
          <p:spPr>
            <a:xfrm>
              <a:off x="4615201" y="4204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0" name="pt3200"/>
            <p:cNvSpPr/>
            <p:nvPr/>
          </p:nvSpPr>
          <p:spPr>
            <a:xfrm>
              <a:off x="4544340" y="4188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1" name="pt3201"/>
            <p:cNvSpPr/>
            <p:nvPr/>
          </p:nvSpPr>
          <p:spPr>
            <a:xfrm>
              <a:off x="4553944" y="4201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2" name="pt3202"/>
            <p:cNvSpPr/>
            <p:nvPr/>
          </p:nvSpPr>
          <p:spPr>
            <a:xfrm>
              <a:off x="4925851" y="3998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3" name="pt3203"/>
            <p:cNvSpPr/>
            <p:nvPr/>
          </p:nvSpPr>
          <p:spPr>
            <a:xfrm>
              <a:off x="4535583" y="4190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4" name="pt3204"/>
            <p:cNvSpPr/>
            <p:nvPr/>
          </p:nvSpPr>
          <p:spPr>
            <a:xfrm>
              <a:off x="4672880" y="40590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5" name="pt3205"/>
            <p:cNvSpPr/>
            <p:nvPr/>
          </p:nvSpPr>
          <p:spPr>
            <a:xfrm>
              <a:off x="4581209" y="4183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6" name="pt3206"/>
            <p:cNvSpPr/>
            <p:nvPr/>
          </p:nvSpPr>
          <p:spPr>
            <a:xfrm>
              <a:off x="4528260" y="41819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7" name="pt3207"/>
            <p:cNvSpPr/>
            <p:nvPr/>
          </p:nvSpPr>
          <p:spPr>
            <a:xfrm>
              <a:off x="4565535" y="4201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8" name="pt3208"/>
            <p:cNvSpPr/>
            <p:nvPr/>
          </p:nvSpPr>
          <p:spPr>
            <a:xfrm>
              <a:off x="4554458" y="41679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9" name="pt3209"/>
            <p:cNvSpPr/>
            <p:nvPr/>
          </p:nvSpPr>
          <p:spPr>
            <a:xfrm>
              <a:off x="4535810" y="4218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0" name="pt3210"/>
            <p:cNvSpPr/>
            <p:nvPr/>
          </p:nvSpPr>
          <p:spPr>
            <a:xfrm>
              <a:off x="4539685" y="42174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1" name="pt3211"/>
            <p:cNvSpPr/>
            <p:nvPr/>
          </p:nvSpPr>
          <p:spPr>
            <a:xfrm>
              <a:off x="4881239" y="3756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2" name="pt3212"/>
            <p:cNvSpPr/>
            <p:nvPr/>
          </p:nvSpPr>
          <p:spPr>
            <a:xfrm>
              <a:off x="4671181" y="41689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3" name="pt3213"/>
            <p:cNvSpPr/>
            <p:nvPr/>
          </p:nvSpPr>
          <p:spPr>
            <a:xfrm>
              <a:off x="4743184" y="40094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4" name="pt3214"/>
            <p:cNvSpPr/>
            <p:nvPr/>
          </p:nvSpPr>
          <p:spPr>
            <a:xfrm>
              <a:off x="4555762" y="4198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5" name="pt3215"/>
            <p:cNvSpPr/>
            <p:nvPr/>
          </p:nvSpPr>
          <p:spPr>
            <a:xfrm>
              <a:off x="4538450" y="4208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6" name="pt3216"/>
            <p:cNvSpPr/>
            <p:nvPr/>
          </p:nvSpPr>
          <p:spPr>
            <a:xfrm>
              <a:off x="4732183" y="39365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7" name="pt3217"/>
            <p:cNvSpPr/>
            <p:nvPr/>
          </p:nvSpPr>
          <p:spPr>
            <a:xfrm>
              <a:off x="4529496" y="4204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8" name="pt3218"/>
            <p:cNvSpPr/>
            <p:nvPr/>
          </p:nvSpPr>
          <p:spPr>
            <a:xfrm>
              <a:off x="4571147" y="41988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9" name="pt3219"/>
            <p:cNvSpPr/>
            <p:nvPr/>
          </p:nvSpPr>
          <p:spPr>
            <a:xfrm>
              <a:off x="4698522" y="39910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0" name="pt3220"/>
            <p:cNvSpPr/>
            <p:nvPr/>
          </p:nvSpPr>
          <p:spPr>
            <a:xfrm>
              <a:off x="4705814" y="39888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1" name="pt3221"/>
            <p:cNvSpPr/>
            <p:nvPr/>
          </p:nvSpPr>
          <p:spPr>
            <a:xfrm>
              <a:off x="4585841" y="4161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2" name="pt3222"/>
            <p:cNvSpPr/>
            <p:nvPr/>
          </p:nvSpPr>
          <p:spPr>
            <a:xfrm>
              <a:off x="4521610" y="4205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3" name="pt3223"/>
            <p:cNvSpPr/>
            <p:nvPr/>
          </p:nvSpPr>
          <p:spPr>
            <a:xfrm>
              <a:off x="4513449" y="4208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4" name="pt3224"/>
            <p:cNvSpPr/>
            <p:nvPr/>
          </p:nvSpPr>
          <p:spPr>
            <a:xfrm>
              <a:off x="4718997" y="3960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5" name="pt3225"/>
            <p:cNvSpPr/>
            <p:nvPr/>
          </p:nvSpPr>
          <p:spPr>
            <a:xfrm>
              <a:off x="4563848" y="4219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6" name="pt3226"/>
            <p:cNvSpPr/>
            <p:nvPr/>
          </p:nvSpPr>
          <p:spPr>
            <a:xfrm>
              <a:off x="4521253" y="4214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7" name="pt3227"/>
            <p:cNvSpPr/>
            <p:nvPr/>
          </p:nvSpPr>
          <p:spPr>
            <a:xfrm>
              <a:off x="4530261" y="4204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8" name="pt3228"/>
            <p:cNvSpPr/>
            <p:nvPr/>
          </p:nvSpPr>
          <p:spPr>
            <a:xfrm>
              <a:off x="4622036" y="41114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9" name="pt3229"/>
            <p:cNvSpPr/>
            <p:nvPr/>
          </p:nvSpPr>
          <p:spPr>
            <a:xfrm>
              <a:off x="4547396" y="4213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0" name="pt3230"/>
            <p:cNvSpPr/>
            <p:nvPr/>
          </p:nvSpPr>
          <p:spPr>
            <a:xfrm>
              <a:off x="4523178" y="4223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1" name="pt3231"/>
            <p:cNvSpPr/>
            <p:nvPr/>
          </p:nvSpPr>
          <p:spPr>
            <a:xfrm>
              <a:off x="4589780" y="4172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2" name="pt3232"/>
            <p:cNvSpPr/>
            <p:nvPr/>
          </p:nvSpPr>
          <p:spPr>
            <a:xfrm>
              <a:off x="4559076" y="42137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3" name="pt3233"/>
            <p:cNvSpPr/>
            <p:nvPr/>
          </p:nvSpPr>
          <p:spPr>
            <a:xfrm>
              <a:off x="4695088" y="4091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4" name="pt3234"/>
            <p:cNvSpPr/>
            <p:nvPr/>
          </p:nvSpPr>
          <p:spPr>
            <a:xfrm>
              <a:off x="4612143" y="4198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5" name="pt3235"/>
            <p:cNvSpPr/>
            <p:nvPr/>
          </p:nvSpPr>
          <p:spPr>
            <a:xfrm>
              <a:off x="4559932" y="42079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6" name="pt3236"/>
            <p:cNvSpPr/>
            <p:nvPr/>
          </p:nvSpPr>
          <p:spPr>
            <a:xfrm>
              <a:off x="4592604" y="4133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7" name="pt3237"/>
            <p:cNvSpPr/>
            <p:nvPr/>
          </p:nvSpPr>
          <p:spPr>
            <a:xfrm>
              <a:off x="4532240" y="4223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8" name="pt3238"/>
            <p:cNvSpPr/>
            <p:nvPr/>
          </p:nvSpPr>
          <p:spPr>
            <a:xfrm>
              <a:off x="4551112" y="4195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9" name="pt3239"/>
            <p:cNvSpPr/>
            <p:nvPr/>
          </p:nvSpPr>
          <p:spPr>
            <a:xfrm>
              <a:off x="4544922" y="41956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0" name="pt3240"/>
            <p:cNvSpPr/>
            <p:nvPr/>
          </p:nvSpPr>
          <p:spPr>
            <a:xfrm>
              <a:off x="4631184" y="4179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1" name="pt3241"/>
            <p:cNvSpPr/>
            <p:nvPr/>
          </p:nvSpPr>
          <p:spPr>
            <a:xfrm>
              <a:off x="4634396" y="4101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2" name="pt3242"/>
            <p:cNvSpPr/>
            <p:nvPr/>
          </p:nvSpPr>
          <p:spPr>
            <a:xfrm>
              <a:off x="4550253" y="4212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3" name="pt3243"/>
            <p:cNvSpPr/>
            <p:nvPr/>
          </p:nvSpPr>
          <p:spPr>
            <a:xfrm>
              <a:off x="4557356" y="4197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4" name="pt3244"/>
            <p:cNvSpPr/>
            <p:nvPr/>
          </p:nvSpPr>
          <p:spPr>
            <a:xfrm>
              <a:off x="4570200" y="41917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5" name="pt3245"/>
            <p:cNvSpPr/>
            <p:nvPr/>
          </p:nvSpPr>
          <p:spPr>
            <a:xfrm>
              <a:off x="4566607" y="4142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6" name="pt3246"/>
            <p:cNvSpPr/>
            <p:nvPr/>
          </p:nvSpPr>
          <p:spPr>
            <a:xfrm>
              <a:off x="4647905" y="41783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7" name="pt3247"/>
            <p:cNvSpPr/>
            <p:nvPr/>
          </p:nvSpPr>
          <p:spPr>
            <a:xfrm>
              <a:off x="4626577" y="40886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8" name="pt3248"/>
            <p:cNvSpPr/>
            <p:nvPr/>
          </p:nvSpPr>
          <p:spPr>
            <a:xfrm>
              <a:off x="4578372" y="41297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9" name="pt3249"/>
            <p:cNvSpPr/>
            <p:nvPr/>
          </p:nvSpPr>
          <p:spPr>
            <a:xfrm>
              <a:off x="4586180" y="41324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0" name="pt3250"/>
            <p:cNvSpPr/>
            <p:nvPr/>
          </p:nvSpPr>
          <p:spPr>
            <a:xfrm>
              <a:off x="4569424" y="4144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1" name="pt3251"/>
            <p:cNvSpPr/>
            <p:nvPr/>
          </p:nvSpPr>
          <p:spPr>
            <a:xfrm>
              <a:off x="4714125" y="4001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2" name="pt3252"/>
            <p:cNvSpPr/>
            <p:nvPr/>
          </p:nvSpPr>
          <p:spPr>
            <a:xfrm>
              <a:off x="4542151" y="4203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3" name="pt3253"/>
            <p:cNvSpPr/>
            <p:nvPr/>
          </p:nvSpPr>
          <p:spPr>
            <a:xfrm>
              <a:off x="4527412" y="4202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4" name="pt3254"/>
            <p:cNvSpPr/>
            <p:nvPr/>
          </p:nvSpPr>
          <p:spPr>
            <a:xfrm>
              <a:off x="4584277" y="41752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5" name="pt3255"/>
            <p:cNvSpPr/>
            <p:nvPr/>
          </p:nvSpPr>
          <p:spPr>
            <a:xfrm>
              <a:off x="4514109" y="41718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6" name="pt3256"/>
            <p:cNvSpPr/>
            <p:nvPr/>
          </p:nvSpPr>
          <p:spPr>
            <a:xfrm>
              <a:off x="4542402" y="4209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7" name="pt3257"/>
            <p:cNvSpPr/>
            <p:nvPr/>
          </p:nvSpPr>
          <p:spPr>
            <a:xfrm>
              <a:off x="4536932" y="42270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8" name="pt3258"/>
            <p:cNvSpPr/>
            <p:nvPr/>
          </p:nvSpPr>
          <p:spPr>
            <a:xfrm>
              <a:off x="4547184" y="4186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9" name="pt3259"/>
            <p:cNvSpPr/>
            <p:nvPr/>
          </p:nvSpPr>
          <p:spPr>
            <a:xfrm>
              <a:off x="4535056" y="4193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0" name="pt3260"/>
            <p:cNvSpPr/>
            <p:nvPr/>
          </p:nvSpPr>
          <p:spPr>
            <a:xfrm>
              <a:off x="4560327" y="4202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1" name="pt3261"/>
            <p:cNvSpPr/>
            <p:nvPr/>
          </p:nvSpPr>
          <p:spPr>
            <a:xfrm>
              <a:off x="4526981" y="42189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2" name="pt3262"/>
            <p:cNvSpPr/>
            <p:nvPr/>
          </p:nvSpPr>
          <p:spPr>
            <a:xfrm>
              <a:off x="4573736" y="41854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3" name="pt3263"/>
            <p:cNvSpPr/>
            <p:nvPr/>
          </p:nvSpPr>
          <p:spPr>
            <a:xfrm>
              <a:off x="4632869" y="4154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4" name="pt3264"/>
            <p:cNvSpPr/>
            <p:nvPr/>
          </p:nvSpPr>
          <p:spPr>
            <a:xfrm>
              <a:off x="4552603" y="4212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5" name="pt3265"/>
            <p:cNvSpPr/>
            <p:nvPr/>
          </p:nvSpPr>
          <p:spPr>
            <a:xfrm>
              <a:off x="4669363" y="41560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6" name="pt3266"/>
            <p:cNvSpPr/>
            <p:nvPr/>
          </p:nvSpPr>
          <p:spPr>
            <a:xfrm>
              <a:off x="4919923" y="4041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7" name="pt3267"/>
            <p:cNvSpPr/>
            <p:nvPr/>
          </p:nvSpPr>
          <p:spPr>
            <a:xfrm>
              <a:off x="4626346" y="41194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8" name="pt3268"/>
            <p:cNvSpPr/>
            <p:nvPr/>
          </p:nvSpPr>
          <p:spPr>
            <a:xfrm>
              <a:off x="4559957" y="41923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9" name="pt3269"/>
            <p:cNvSpPr/>
            <p:nvPr/>
          </p:nvSpPr>
          <p:spPr>
            <a:xfrm>
              <a:off x="4567122" y="42267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0" name="pt3270"/>
            <p:cNvSpPr/>
            <p:nvPr/>
          </p:nvSpPr>
          <p:spPr>
            <a:xfrm>
              <a:off x="4588187" y="4194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1" name="pt3271"/>
            <p:cNvSpPr/>
            <p:nvPr/>
          </p:nvSpPr>
          <p:spPr>
            <a:xfrm>
              <a:off x="4556783" y="4195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2" name="pt3272"/>
            <p:cNvSpPr/>
            <p:nvPr/>
          </p:nvSpPr>
          <p:spPr>
            <a:xfrm>
              <a:off x="4570192" y="4190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3" name="pt3273"/>
            <p:cNvSpPr/>
            <p:nvPr/>
          </p:nvSpPr>
          <p:spPr>
            <a:xfrm>
              <a:off x="4875541" y="40421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4" name="pt3274"/>
            <p:cNvSpPr/>
            <p:nvPr/>
          </p:nvSpPr>
          <p:spPr>
            <a:xfrm>
              <a:off x="4554190" y="4202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5" name="pt3275"/>
            <p:cNvSpPr/>
            <p:nvPr/>
          </p:nvSpPr>
          <p:spPr>
            <a:xfrm>
              <a:off x="4793040" y="3899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6" name="pt3276"/>
            <p:cNvSpPr/>
            <p:nvPr/>
          </p:nvSpPr>
          <p:spPr>
            <a:xfrm>
              <a:off x="4604598" y="4206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7" name="pt3277"/>
            <p:cNvSpPr/>
            <p:nvPr/>
          </p:nvSpPr>
          <p:spPr>
            <a:xfrm>
              <a:off x="4583063" y="4105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8" name="pt3278"/>
            <p:cNvSpPr/>
            <p:nvPr/>
          </p:nvSpPr>
          <p:spPr>
            <a:xfrm>
              <a:off x="4556386" y="41925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9" name="pt3279"/>
            <p:cNvSpPr/>
            <p:nvPr/>
          </p:nvSpPr>
          <p:spPr>
            <a:xfrm>
              <a:off x="4522823" y="4213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0" name="pt3280"/>
            <p:cNvSpPr/>
            <p:nvPr/>
          </p:nvSpPr>
          <p:spPr>
            <a:xfrm>
              <a:off x="4573444" y="41730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1" name="pt3281"/>
            <p:cNvSpPr/>
            <p:nvPr/>
          </p:nvSpPr>
          <p:spPr>
            <a:xfrm>
              <a:off x="4555071" y="4212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2" name="pt3282"/>
            <p:cNvSpPr/>
            <p:nvPr/>
          </p:nvSpPr>
          <p:spPr>
            <a:xfrm>
              <a:off x="4570397" y="41607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3" name="pt3283"/>
            <p:cNvSpPr/>
            <p:nvPr/>
          </p:nvSpPr>
          <p:spPr>
            <a:xfrm>
              <a:off x="4589848" y="4199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4" name="pt3284"/>
            <p:cNvSpPr/>
            <p:nvPr/>
          </p:nvSpPr>
          <p:spPr>
            <a:xfrm>
              <a:off x="4560147" y="4210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5" name="pt3285"/>
            <p:cNvSpPr/>
            <p:nvPr/>
          </p:nvSpPr>
          <p:spPr>
            <a:xfrm>
              <a:off x="4610025" y="4128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6" name="pt3286"/>
            <p:cNvSpPr/>
            <p:nvPr/>
          </p:nvSpPr>
          <p:spPr>
            <a:xfrm>
              <a:off x="4532740" y="4207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7" name="pt3287"/>
            <p:cNvSpPr/>
            <p:nvPr/>
          </p:nvSpPr>
          <p:spPr>
            <a:xfrm>
              <a:off x="4528300" y="41752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8" name="pt3288"/>
            <p:cNvSpPr/>
            <p:nvPr/>
          </p:nvSpPr>
          <p:spPr>
            <a:xfrm>
              <a:off x="4764162" y="39813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9" name="pt3289"/>
            <p:cNvSpPr/>
            <p:nvPr/>
          </p:nvSpPr>
          <p:spPr>
            <a:xfrm>
              <a:off x="4689670" y="40750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0" name="pt3290"/>
            <p:cNvSpPr/>
            <p:nvPr/>
          </p:nvSpPr>
          <p:spPr>
            <a:xfrm>
              <a:off x="4532557" y="42222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1" name="pt3291"/>
            <p:cNvSpPr/>
            <p:nvPr/>
          </p:nvSpPr>
          <p:spPr>
            <a:xfrm>
              <a:off x="4708897" y="3937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2" name="pt3292"/>
            <p:cNvSpPr/>
            <p:nvPr/>
          </p:nvSpPr>
          <p:spPr>
            <a:xfrm>
              <a:off x="4802805" y="39298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3" name="pt3293"/>
            <p:cNvSpPr/>
            <p:nvPr/>
          </p:nvSpPr>
          <p:spPr>
            <a:xfrm>
              <a:off x="4621887" y="4139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4" name="pt3294"/>
            <p:cNvSpPr/>
            <p:nvPr/>
          </p:nvSpPr>
          <p:spPr>
            <a:xfrm>
              <a:off x="4721410" y="4108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5" name="pt3295"/>
            <p:cNvSpPr/>
            <p:nvPr/>
          </p:nvSpPr>
          <p:spPr>
            <a:xfrm>
              <a:off x="4537615" y="42098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6" name="pt3296"/>
            <p:cNvSpPr/>
            <p:nvPr/>
          </p:nvSpPr>
          <p:spPr>
            <a:xfrm>
              <a:off x="4652158" y="4157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7" name="pt3297"/>
            <p:cNvSpPr/>
            <p:nvPr/>
          </p:nvSpPr>
          <p:spPr>
            <a:xfrm>
              <a:off x="4558715" y="42090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8" name="pt3298"/>
            <p:cNvSpPr/>
            <p:nvPr/>
          </p:nvSpPr>
          <p:spPr>
            <a:xfrm>
              <a:off x="4623314" y="41962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9" name="pt3299"/>
            <p:cNvSpPr/>
            <p:nvPr/>
          </p:nvSpPr>
          <p:spPr>
            <a:xfrm>
              <a:off x="4552068" y="4188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0" name="pt3300"/>
            <p:cNvSpPr/>
            <p:nvPr/>
          </p:nvSpPr>
          <p:spPr>
            <a:xfrm>
              <a:off x="4585994" y="41733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1" name="pt3301"/>
            <p:cNvSpPr/>
            <p:nvPr/>
          </p:nvSpPr>
          <p:spPr>
            <a:xfrm>
              <a:off x="4556139" y="41932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2" name="pt3302"/>
            <p:cNvSpPr/>
            <p:nvPr/>
          </p:nvSpPr>
          <p:spPr>
            <a:xfrm>
              <a:off x="4657256" y="41323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3" name="pt3303"/>
            <p:cNvSpPr/>
            <p:nvPr/>
          </p:nvSpPr>
          <p:spPr>
            <a:xfrm>
              <a:off x="4703405" y="4057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4" name="pt3304"/>
            <p:cNvSpPr/>
            <p:nvPr/>
          </p:nvSpPr>
          <p:spPr>
            <a:xfrm>
              <a:off x="4780782" y="4084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5" name="pt3305"/>
            <p:cNvSpPr/>
            <p:nvPr/>
          </p:nvSpPr>
          <p:spPr>
            <a:xfrm>
              <a:off x="4716798" y="3984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6" name="pt3306"/>
            <p:cNvSpPr/>
            <p:nvPr/>
          </p:nvSpPr>
          <p:spPr>
            <a:xfrm>
              <a:off x="4551980" y="4209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7" name="pt3307"/>
            <p:cNvSpPr/>
            <p:nvPr/>
          </p:nvSpPr>
          <p:spPr>
            <a:xfrm>
              <a:off x="4533727" y="4195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8" name="pt3308"/>
            <p:cNvSpPr/>
            <p:nvPr/>
          </p:nvSpPr>
          <p:spPr>
            <a:xfrm>
              <a:off x="4528211" y="4204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9" name="pt3309"/>
            <p:cNvSpPr/>
            <p:nvPr/>
          </p:nvSpPr>
          <p:spPr>
            <a:xfrm>
              <a:off x="4608312" y="4161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0" name="pt3310"/>
            <p:cNvSpPr/>
            <p:nvPr/>
          </p:nvSpPr>
          <p:spPr>
            <a:xfrm>
              <a:off x="4542335" y="4215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1" name="pt3311"/>
            <p:cNvSpPr/>
            <p:nvPr/>
          </p:nvSpPr>
          <p:spPr>
            <a:xfrm>
              <a:off x="4540217" y="4207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2" name="pt3312"/>
            <p:cNvSpPr/>
            <p:nvPr/>
          </p:nvSpPr>
          <p:spPr>
            <a:xfrm>
              <a:off x="4644561" y="40815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3" name="pt3313"/>
            <p:cNvSpPr/>
            <p:nvPr/>
          </p:nvSpPr>
          <p:spPr>
            <a:xfrm>
              <a:off x="4544036" y="4206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4" name="pt3314"/>
            <p:cNvSpPr/>
            <p:nvPr/>
          </p:nvSpPr>
          <p:spPr>
            <a:xfrm>
              <a:off x="4576416" y="4200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5" name="pt3315"/>
            <p:cNvSpPr/>
            <p:nvPr/>
          </p:nvSpPr>
          <p:spPr>
            <a:xfrm>
              <a:off x="4549227" y="41932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6" name="pt3316"/>
            <p:cNvSpPr/>
            <p:nvPr/>
          </p:nvSpPr>
          <p:spPr>
            <a:xfrm>
              <a:off x="4655512" y="3999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7" name="pt3317"/>
            <p:cNvSpPr/>
            <p:nvPr/>
          </p:nvSpPr>
          <p:spPr>
            <a:xfrm>
              <a:off x="4713366" y="39616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8" name="pt3318"/>
            <p:cNvSpPr/>
            <p:nvPr/>
          </p:nvSpPr>
          <p:spPr>
            <a:xfrm>
              <a:off x="4730077" y="40191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9" name="pt3319"/>
            <p:cNvSpPr/>
            <p:nvPr/>
          </p:nvSpPr>
          <p:spPr>
            <a:xfrm>
              <a:off x="4544427" y="4200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0" name="pt3320"/>
            <p:cNvSpPr/>
            <p:nvPr/>
          </p:nvSpPr>
          <p:spPr>
            <a:xfrm>
              <a:off x="4557627" y="4194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1" name="pt3321"/>
            <p:cNvSpPr/>
            <p:nvPr/>
          </p:nvSpPr>
          <p:spPr>
            <a:xfrm>
              <a:off x="4544760" y="41919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2" name="pt3322"/>
            <p:cNvSpPr/>
            <p:nvPr/>
          </p:nvSpPr>
          <p:spPr>
            <a:xfrm>
              <a:off x="4529649" y="41789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3" name="pt3323"/>
            <p:cNvSpPr/>
            <p:nvPr/>
          </p:nvSpPr>
          <p:spPr>
            <a:xfrm>
              <a:off x="4564104" y="4195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4" name="pt3324"/>
            <p:cNvSpPr/>
            <p:nvPr/>
          </p:nvSpPr>
          <p:spPr>
            <a:xfrm>
              <a:off x="4553511" y="41722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5" name="pt3325"/>
            <p:cNvSpPr/>
            <p:nvPr/>
          </p:nvSpPr>
          <p:spPr>
            <a:xfrm>
              <a:off x="4741276" y="4100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6" name="pt3326"/>
            <p:cNvSpPr/>
            <p:nvPr/>
          </p:nvSpPr>
          <p:spPr>
            <a:xfrm>
              <a:off x="4537990" y="41980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7" name="pt3327"/>
            <p:cNvSpPr/>
            <p:nvPr/>
          </p:nvSpPr>
          <p:spPr>
            <a:xfrm>
              <a:off x="4541935" y="42021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8" name="pt3328"/>
            <p:cNvSpPr/>
            <p:nvPr/>
          </p:nvSpPr>
          <p:spPr>
            <a:xfrm>
              <a:off x="4631634" y="4100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9" name="pt3329"/>
            <p:cNvSpPr/>
            <p:nvPr/>
          </p:nvSpPr>
          <p:spPr>
            <a:xfrm>
              <a:off x="4535653" y="4208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0" name="pt3330"/>
            <p:cNvSpPr/>
            <p:nvPr/>
          </p:nvSpPr>
          <p:spPr>
            <a:xfrm>
              <a:off x="4594729" y="4188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1" name="pt3331"/>
            <p:cNvSpPr/>
            <p:nvPr/>
          </p:nvSpPr>
          <p:spPr>
            <a:xfrm>
              <a:off x="4572513" y="4164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2" name="pt3332"/>
            <p:cNvSpPr/>
            <p:nvPr/>
          </p:nvSpPr>
          <p:spPr>
            <a:xfrm>
              <a:off x="4563084" y="42177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3" name="pt3333"/>
            <p:cNvSpPr/>
            <p:nvPr/>
          </p:nvSpPr>
          <p:spPr>
            <a:xfrm>
              <a:off x="4538289" y="41817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4" name="pt3334"/>
            <p:cNvSpPr/>
            <p:nvPr/>
          </p:nvSpPr>
          <p:spPr>
            <a:xfrm>
              <a:off x="4524627" y="4199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5" name="pt3335"/>
            <p:cNvSpPr/>
            <p:nvPr/>
          </p:nvSpPr>
          <p:spPr>
            <a:xfrm>
              <a:off x="4537344" y="4199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6" name="pt3336"/>
            <p:cNvSpPr/>
            <p:nvPr/>
          </p:nvSpPr>
          <p:spPr>
            <a:xfrm>
              <a:off x="4551142" y="4180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7" name="pt3337"/>
            <p:cNvSpPr/>
            <p:nvPr/>
          </p:nvSpPr>
          <p:spPr>
            <a:xfrm>
              <a:off x="4672960" y="4109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8" name="pt3338"/>
            <p:cNvSpPr/>
            <p:nvPr/>
          </p:nvSpPr>
          <p:spPr>
            <a:xfrm>
              <a:off x="4621404" y="4142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9" name="pt3339"/>
            <p:cNvSpPr/>
            <p:nvPr/>
          </p:nvSpPr>
          <p:spPr>
            <a:xfrm>
              <a:off x="4565095" y="4213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0" name="pt3340"/>
            <p:cNvSpPr/>
            <p:nvPr/>
          </p:nvSpPr>
          <p:spPr>
            <a:xfrm>
              <a:off x="4813259" y="39191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1" name="pt3341"/>
            <p:cNvSpPr/>
            <p:nvPr/>
          </p:nvSpPr>
          <p:spPr>
            <a:xfrm>
              <a:off x="4733076" y="3737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2" name="pt3342"/>
            <p:cNvSpPr/>
            <p:nvPr/>
          </p:nvSpPr>
          <p:spPr>
            <a:xfrm>
              <a:off x="4639381" y="40914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3" name="pt3343"/>
            <p:cNvSpPr/>
            <p:nvPr/>
          </p:nvSpPr>
          <p:spPr>
            <a:xfrm>
              <a:off x="4558839" y="4176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4" name="pt3344"/>
            <p:cNvSpPr/>
            <p:nvPr/>
          </p:nvSpPr>
          <p:spPr>
            <a:xfrm>
              <a:off x="4550806" y="41778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5" name="pt3345"/>
            <p:cNvSpPr/>
            <p:nvPr/>
          </p:nvSpPr>
          <p:spPr>
            <a:xfrm>
              <a:off x="4586373" y="4204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6" name="pt3346"/>
            <p:cNvSpPr/>
            <p:nvPr/>
          </p:nvSpPr>
          <p:spPr>
            <a:xfrm>
              <a:off x="4551808" y="4212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7" name="pt3347"/>
            <p:cNvSpPr/>
            <p:nvPr/>
          </p:nvSpPr>
          <p:spPr>
            <a:xfrm>
              <a:off x="4538673" y="42023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8" name="pt3348"/>
            <p:cNvSpPr/>
            <p:nvPr/>
          </p:nvSpPr>
          <p:spPr>
            <a:xfrm>
              <a:off x="4772013" y="3920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9" name="pt3349"/>
            <p:cNvSpPr/>
            <p:nvPr/>
          </p:nvSpPr>
          <p:spPr>
            <a:xfrm>
              <a:off x="4621407" y="4188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0" name="pt3350"/>
            <p:cNvSpPr/>
            <p:nvPr/>
          </p:nvSpPr>
          <p:spPr>
            <a:xfrm>
              <a:off x="4557516" y="4214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1" name="pt3351"/>
            <p:cNvSpPr/>
            <p:nvPr/>
          </p:nvSpPr>
          <p:spPr>
            <a:xfrm>
              <a:off x="4563286" y="4203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2" name="pt3352"/>
            <p:cNvSpPr/>
            <p:nvPr/>
          </p:nvSpPr>
          <p:spPr>
            <a:xfrm>
              <a:off x="4529018" y="4214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3" name="pt3353"/>
            <p:cNvSpPr/>
            <p:nvPr/>
          </p:nvSpPr>
          <p:spPr>
            <a:xfrm>
              <a:off x="4543614" y="41938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4" name="pt3354"/>
            <p:cNvSpPr/>
            <p:nvPr/>
          </p:nvSpPr>
          <p:spPr>
            <a:xfrm>
              <a:off x="4553508" y="42088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5" name="pt3355"/>
            <p:cNvSpPr/>
            <p:nvPr/>
          </p:nvSpPr>
          <p:spPr>
            <a:xfrm>
              <a:off x="4801047" y="41956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6" name="pt3356"/>
            <p:cNvSpPr/>
            <p:nvPr/>
          </p:nvSpPr>
          <p:spPr>
            <a:xfrm>
              <a:off x="4581549" y="4199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7" name="pt3357"/>
            <p:cNvSpPr/>
            <p:nvPr/>
          </p:nvSpPr>
          <p:spPr>
            <a:xfrm>
              <a:off x="4711531" y="3857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8" name="pt3358"/>
            <p:cNvSpPr/>
            <p:nvPr/>
          </p:nvSpPr>
          <p:spPr>
            <a:xfrm>
              <a:off x="4577902" y="4193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9" name="pt3359"/>
            <p:cNvSpPr/>
            <p:nvPr/>
          </p:nvSpPr>
          <p:spPr>
            <a:xfrm>
              <a:off x="4537331" y="4200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0" name="pt3360"/>
            <p:cNvSpPr/>
            <p:nvPr/>
          </p:nvSpPr>
          <p:spPr>
            <a:xfrm>
              <a:off x="4573984" y="4195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1" name="pt3361"/>
            <p:cNvSpPr/>
            <p:nvPr/>
          </p:nvSpPr>
          <p:spPr>
            <a:xfrm>
              <a:off x="4552167" y="4204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2" name="pt3362"/>
            <p:cNvSpPr/>
            <p:nvPr/>
          </p:nvSpPr>
          <p:spPr>
            <a:xfrm>
              <a:off x="4547001" y="4216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3" name="pt3363"/>
            <p:cNvSpPr/>
            <p:nvPr/>
          </p:nvSpPr>
          <p:spPr>
            <a:xfrm>
              <a:off x="4519588" y="4209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4" name="pt3364"/>
            <p:cNvSpPr/>
            <p:nvPr/>
          </p:nvSpPr>
          <p:spPr>
            <a:xfrm>
              <a:off x="4530563" y="4198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5" name="pt3365"/>
            <p:cNvSpPr/>
            <p:nvPr/>
          </p:nvSpPr>
          <p:spPr>
            <a:xfrm>
              <a:off x="4538182" y="4208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6" name="pt3366"/>
            <p:cNvSpPr/>
            <p:nvPr/>
          </p:nvSpPr>
          <p:spPr>
            <a:xfrm>
              <a:off x="4539252" y="42177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7" name="pt3367"/>
            <p:cNvSpPr/>
            <p:nvPr/>
          </p:nvSpPr>
          <p:spPr>
            <a:xfrm>
              <a:off x="4609727" y="4205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8" name="pt3368"/>
            <p:cNvSpPr/>
            <p:nvPr/>
          </p:nvSpPr>
          <p:spPr>
            <a:xfrm>
              <a:off x="4528114" y="42001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9" name="pt3369"/>
            <p:cNvSpPr/>
            <p:nvPr/>
          </p:nvSpPr>
          <p:spPr>
            <a:xfrm>
              <a:off x="4543011" y="42070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0" name="pt3370"/>
            <p:cNvSpPr/>
            <p:nvPr/>
          </p:nvSpPr>
          <p:spPr>
            <a:xfrm>
              <a:off x="4692890" y="40179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1" name="pt3371"/>
            <p:cNvSpPr/>
            <p:nvPr/>
          </p:nvSpPr>
          <p:spPr>
            <a:xfrm>
              <a:off x="4557824" y="4179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2" name="pt3372"/>
            <p:cNvSpPr/>
            <p:nvPr/>
          </p:nvSpPr>
          <p:spPr>
            <a:xfrm>
              <a:off x="4727111" y="3928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3" name="pt3373"/>
            <p:cNvSpPr/>
            <p:nvPr/>
          </p:nvSpPr>
          <p:spPr>
            <a:xfrm>
              <a:off x="4556309" y="4199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4" name="pt3374"/>
            <p:cNvSpPr/>
            <p:nvPr/>
          </p:nvSpPr>
          <p:spPr>
            <a:xfrm>
              <a:off x="4531585" y="4193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5" name="pt3375"/>
            <p:cNvSpPr/>
            <p:nvPr/>
          </p:nvSpPr>
          <p:spPr>
            <a:xfrm>
              <a:off x="4547064" y="42187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6" name="pt3376"/>
            <p:cNvSpPr/>
            <p:nvPr/>
          </p:nvSpPr>
          <p:spPr>
            <a:xfrm>
              <a:off x="4690593" y="4059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7" name="pt3377"/>
            <p:cNvSpPr/>
            <p:nvPr/>
          </p:nvSpPr>
          <p:spPr>
            <a:xfrm>
              <a:off x="4578194" y="4184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8" name="pt3378"/>
            <p:cNvSpPr/>
            <p:nvPr/>
          </p:nvSpPr>
          <p:spPr>
            <a:xfrm>
              <a:off x="4543678" y="41928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9" name="pt3379"/>
            <p:cNvSpPr/>
            <p:nvPr/>
          </p:nvSpPr>
          <p:spPr>
            <a:xfrm>
              <a:off x="4614735" y="4146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0" name="pt3380"/>
            <p:cNvSpPr/>
            <p:nvPr/>
          </p:nvSpPr>
          <p:spPr>
            <a:xfrm>
              <a:off x="4733803" y="4134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1" name="pt3381"/>
            <p:cNvSpPr/>
            <p:nvPr/>
          </p:nvSpPr>
          <p:spPr>
            <a:xfrm>
              <a:off x="4668987" y="4046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2" name="pt3382"/>
            <p:cNvSpPr/>
            <p:nvPr/>
          </p:nvSpPr>
          <p:spPr>
            <a:xfrm>
              <a:off x="4566623" y="4209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3" name="pt3383"/>
            <p:cNvSpPr/>
            <p:nvPr/>
          </p:nvSpPr>
          <p:spPr>
            <a:xfrm>
              <a:off x="4535935" y="4194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4" name="rc3384"/>
            <p:cNvSpPr/>
            <p:nvPr/>
          </p:nvSpPr>
          <p:spPr>
            <a:xfrm>
              <a:off x="4484649" y="4350399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5" name="pl3385"/>
            <p:cNvSpPr/>
            <p:nvPr/>
          </p:nvSpPr>
          <p:spPr>
            <a:xfrm>
              <a:off x="4484649" y="489420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6" name="pl3386"/>
            <p:cNvSpPr/>
            <p:nvPr/>
          </p:nvSpPr>
          <p:spPr>
            <a:xfrm>
              <a:off x="4484649" y="473738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7" name="pl3387"/>
            <p:cNvSpPr/>
            <p:nvPr/>
          </p:nvSpPr>
          <p:spPr>
            <a:xfrm>
              <a:off x="4484649" y="458057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8" name="pl3388"/>
            <p:cNvSpPr/>
            <p:nvPr/>
          </p:nvSpPr>
          <p:spPr>
            <a:xfrm>
              <a:off x="4484649" y="442376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9" name="pl3389"/>
            <p:cNvSpPr/>
            <p:nvPr/>
          </p:nvSpPr>
          <p:spPr>
            <a:xfrm>
              <a:off x="4630610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0" name="pl3390"/>
            <p:cNvSpPr/>
            <p:nvPr/>
          </p:nvSpPr>
          <p:spPr>
            <a:xfrm>
              <a:off x="4835705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1" name="pl3391"/>
            <p:cNvSpPr/>
            <p:nvPr/>
          </p:nvSpPr>
          <p:spPr>
            <a:xfrm>
              <a:off x="5040800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2" name="pl3392"/>
            <p:cNvSpPr/>
            <p:nvPr/>
          </p:nvSpPr>
          <p:spPr>
            <a:xfrm>
              <a:off x="4484649" y="497260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3" name="pl3393"/>
            <p:cNvSpPr/>
            <p:nvPr/>
          </p:nvSpPr>
          <p:spPr>
            <a:xfrm>
              <a:off x="4484649" y="481579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4" name="pl3394"/>
            <p:cNvSpPr/>
            <p:nvPr/>
          </p:nvSpPr>
          <p:spPr>
            <a:xfrm>
              <a:off x="4484649" y="465898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5" name="pl3395"/>
            <p:cNvSpPr/>
            <p:nvPr/>
          </p:nvSpPr>
          <p:spPr>
            <a:xfrm>
              <a:off x="4484649" y="450216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6" name="pl3396"/>
            <p:cNvSpPr/>
            <p:nvPr/>
          </p:nvSpPr>
          <p:spPr>
            <a:xfrm>
              <a:off x="4528063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7" name="pl3397"/>
            <p:cNvSpPr/>
            <p:nvPr/>
          </p:nvSpPr>
          <p:spPr>
            <a:xfrm>
              <a:off x="4733158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8" name="pl3398"/>
            <p:cNvSpPr/>
            <p:nvPr/>
          </p:nvSpPr>
          <p:spPr>
            <a:xfrm>
              <a:off x="4938253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9" name="pt3399"/>
            <p:cNvSpPr/>
            <p:nvPr/>
          </p:nvSpPr>
          <p:spPr>
            <a:xfrm>
              <a:off x="4725290" y="4354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0" name="pt3400"/>
            <p:cNvSpPr/>
            <p:nvPr/>
          </p:nvSpPr>
          <p:spPr>
            <a:xfrm>
              <a:off x="4542871" y="49283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1" name="pt3401"/>
            <p:cNvSpPr/>
            <p:nvPr/>
          </p:nvSpPr>
          <p:spPr>
            <a:xfrm>
              <a:off x="4531537" y="4932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2" name="pt3402"/>
            <p:cNvSpPr/>
            <p:nvPr/>
          </p:nvSpPr>
          <p:spPr>
            <a:xfrm>
              <a:off x="4548764" y="4929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3" name="pt3403"/>
            <p:cNvSpPr/>
            <p:nvPr/>
          </p:nvSpPr>
          <p:spPr>
            <a:xfrm>
              <a:off x="4542734" y="4928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4" name="pt3404"/>
            <p:cNvSpPr/>
            <p:nvPr/>
          </p:nvSpPr>
          <p:spPr>
            <a:xfrm>
              <a:off x="4558419" y="48967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5" name="pt3405"/>
            <p:cNvSpPr/>
            <p:nvPr/>
          </p:nvSpPr>
          <p:spPr>
            <a:xfrm>
              <a:off x="4780449" y="4594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6" name="pt3406"/>
            <p:cNvSpPr/>
            <p:nvPr/>
          </p:nvSpPr>
          <p:spPr>
            <a:xfrm>
              <a:off x="4531507" y="4917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7" name="pt3407"/>
            <p:cNvSpPr/>
            <p:nvPr/>
          </p:nvSpPr>
          <p:spPr>
            <a:xfrm>
              <a:off x="4532813" y="4916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8" name="pt3408"/>
            <p:cNvSpPr/>
            <p:nvPr/>
          </p:nvSpPr>
          <p:spPr>
            <a:xfrm>
              <a:off x="4513719" y="4932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9" name="pt3409"/>
            <p:cNvSpPr/>
            <p:nvPr/>
          </p:nvSpPr>
          <p:spPr>
            <a:xfrm>
              <a:off x="4571220" y="49256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0" name="pt3410"/>
            <p:cNvSpPr/>
            <p:nvPr/>
          </p:nvSpPr>
          <p:spPr>
            <a:xfrm>
              <a:off x="4544621" y="49153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1" name="pt3411"/>
            <p:cNvSpPr/>
            <p:nvPr/>
          </p:nvSpPr>
          <p:spPr>
            <a:xfrm>
              <a:off x="4561895" y="4915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2" name="pt3412"/>
            <p:cNvSpPr/>
            <p:nvPr/>
          </p:nvSpPr>
          <p:spPr>
            <a:xfrm>
              <a:off x="4550304" y="4921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3" name="pt3413"/>
            <p:cNvSpPr/>
            <p:nvPr/>
          </p:nvSpPr>
          <p:spPr>
            <a:xfrm>
              <a:off x="4547671" y="4921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4" name="pt3414"/>
            <p:cNvSpPr/>
            <p:nvPr/>
          </p:nvSpPr>
          <p:spPr>
            <a:xfrm>
              <a:off x="4559461" y="49253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5" name="pt3415"/>
            <p:cNvSpPr/>
            <p:nvPr/>
          </p:nvSpPr>
          <p:spPr>
            <a:xfrm>
              <a:off x="4546867" y="4919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6" name="pt3416"/>
            <p:cNvSpPr/>
            <p:nvPr/>
          </p:nvSpPr>
          <p:spPr>
            <a:xfrm>
              <a:off x="4548043" y="4927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7" name="pt3417"/>
            <p:cNvSpPr/>
            <p:nvPr/>
          </p:nvSpPr>
          <p:spPr>
            <a:xfrm>
              <a:off x="4557242" y="49279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8" name="pt3418"/>
            <p:cNvSpPr/>
            <p:nvPr/>
          </p:nvSpPr>
          <p:spPr>
            <a:xfrm>
              <a:off x="4525261" y="49219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9" name="pt3419"/>
            <p:cNvSpPr/>
            <p:nvPr/>
          </p:nvSpPr>
          <p:spPr>
            <a:xfrm>
              <a:off x="4519038" y="49223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0" name="pt3420"/>
            <p:cNvSpPr/>
            <p:nvPr/>
          </p:nvSpPr>
          <p:spPr>
            <a:xfrm>
              <a:off x="4650440" y="48473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1" name="pt3421"/>
            <p:cNvSpPr/>
            <p:nvPr/>
          </p:nvSpPr>
          <p:spPr>
            <a:xfrm>
              <a:off x="4784317" y="4494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2" name="pt3422"/>
            <p:cNvSpPr/>
            <p:nvPr/>
          </p:nvSpPr>
          <p:spPr>
            <a:xfrm>
              <a:off x="4533515" y="49307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3" name="pt3423"/>
            <p:cNvSpPr/>
            <p:nvPr/>
          </p:nvSpPr>
          <p:spPr>
            <a:xfrm>
              <a:off x="4549117" y="49234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4" name="pt3424"/>
            <p:cNvSpPr/>
            <p:nvPr/>
          </p:nvSpPr>
          <p:spPr>
            <a:xfrm>
              <a:off x="4663529" y="4621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5" name="pt3425"/>
            <p:cNvSpPr/>
            <p:nvPr/>
          </p:nvSpPr>
          <p:spPr>
            <a:xfrm>
              <a:off x="4531785" y="49290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6" name="pt3426"/>
            <p:cNvSpPr/>
            <p:nvPr/>
          </p:nvSpPr>
          <p:spPr>
            <a:xfrm>
              <a:off x="4520957" y="4920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7" name="pt3427"/>
            <p:cNvSpPr/>
            <p:nvPr/>
          </p:nvSpPr>
          <p:spPr>
            <a:xfrm>
              <a:off x="4629209" y="4892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8" name="pt3428"/>
            <p:cNvSpPr/>
            <p:nvPr/>
          </p:nvSpPr>
          <p:spPr>
            <a:xfrm>
              <a:off x="4531306" y="45051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9" name="pt3429"/>
            <p:cNvSpPr/>
            <p:nvPr/>
          </p:nvSpPr>
          <p:spPr>
            <a:xfrm>
              <a:off x="4550239" y="49156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0" name="pt3430"/>
            <p:cNvSpPr/>
            <p:nvPr/>
          </p:nvSpPr>
          <p:spPr>
            <a:xfrm>
              <a:off x="4546378" y="4921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1" name="pt3431"/>
            <p:cNvSpPr/>
            <p:nvPr/>
          </p:nvSpPr>
          <p:spPr>
            <a:xfrm>
              <a:off x="4614893" y="4699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2" name="pt3432"/>
            <p:cNvSpPr/>
            <p:nvPr/>
          </p:nvSpPr>
          <p:spPr>
            <a:xfrm>
              <a:off x="4539182" y="4911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3" name="pt3433"/>
            <p:cNvSpPr/>
            <p:nvPr/>
          </p:nvSpPr>
          <p:spPr>
            <a:xfrm>
              <a:off x="4542634" y="4915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4" name="pt3434"/>
            <p:cNvSpPr/>
            <p:nvPr/>
          </p:nvSpPr>
          <p:spPr>
            <a:xfrm>
              <a:off x="4531012" y="49228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5" name="pt3435"/>
            <p:cNvSpPr/>
            <p:nvPr/>
          </p:nvSpPr>
          <p:spPr>
            <a:xfrm>
              <a:off x="4573165" y="4911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6" name="pt3436"/>
            <p:cNvSpPr/>
            <p:nvPr/>
          </p:nvSpPr>
          <p:spPr>
            <a:xfrm>
              <a:off x="4795914" y="46298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7" name="pt3437"/>
            <p:cNvSpPr/>
            <p:nvPr/>
          </p:nvSpPr>
          <p:spPr>
            <a:xfrm>
              <a:off x="4537129" y="4926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8" name="pt3438"/>
            <p:cNvSpPr/>
            <p:nvPr/>
          </p:nvSpPr>
          <p:spPr>
            <a:xfrm>
              <a:off x="4525201" y="4923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9" name="pt3439"/>
            <p:cNvSpPr/>
            <p:nvPr/>
          </p:nvSpPr>
          <p:spPr>
            <a:xfrm>
              <a:off x="4534711" y="49308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0" name="pt3440"/>
            <p:cNvSpPr/>
            <p:nvPr/>
          </p:nvSpPr>
          <p:spPr>
            <a:xfrm>
              <a:off x="4599333" y="4892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1" name="pt3441"/>
            <p:cNvSpPr/>
            <p:nvPr/>
          </p:nvSpPr>
          <p:spPr>
            <a:xfrm>
              <a:off x="4555916" y="4927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2" name="pt3442"/>
            <p:cNvSpPr/>
            <p:nvPr/>
          </p:nvSpPr>
          <p:spPr>
            <a:xfrm>
              <a:off x="4545342" y="4931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3" name="pt3443"/>
            <p:cNvSpPr/>
            <p:nvPr/>
          </p:nvSpPr>
          <p:spPr>
            <a:xfrm>
              <a:off x="4560893" y="4920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4" name="pt3444"/>
            <p:cNvSpPr/>
            <p:nvPr/>
          </p:nvSpPr>
          <p:spPr>
            <a:xfrm>
              <a:off x="4575887" y="4929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5" name="pt3445"/>
            <p:cNvSpPr/>
            <p:nvPr/>
          </p:nvSpPr>
          <p:spPr>
            <a:xfrm>
              <a:off x="4562412" y="4929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6" name="pt3446"/>
            <p:cNvSpPr/>
            <p:nvPr/>
          </p:nvSpPr>
          <p:spPr>
            <a:xfrm>
              <a:off x="4553175" y="49223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7" name="pt3447"/>
            <p:cNvSpPr/>
            <p:nvPr/>
          </p:nvSpPr>
          <p:spPr>
            <a:xfrm>
              <a:off x="4672880" y="48442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8" name="pt3448"/>
            <p:cNvSpPr/>
            <p:nvPr/>
          </p:nvSpPr>
          <p:spPr>
            <a:xfrm>
              <a:off x="4528260" y="4927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9" name="pt3449"/>
            <p:cNvSpPr/>
            <p:nvPr/>
          </p:nvSpPr>
          <p:spPr>
            <a:xfrm>
              <a:off x="4565535" y="49107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0" name="pt3450"/>
            <p:cNvSpPr/>
            <p:nvPr/>
          </p:nvSpPr>
          <p:spPr>
            <a:xfrm>
              <a:off x="4535810" y="49182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1" name="pt3451"/>
            <p:cNvSpPr/>
            <p:nvPr/>
          </p:nvSpPr>
          <p:spPr>
            <a:xfrm>
              <a:off x="4539685" y="49260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2" name="pt3452"/>
            <p:cNvSpPr/>
            <p:nvPr/>
          </p:nvSpPr>
          <p:spPr>
            <a:xfrm>
              <a:off x="4705814" y="4765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3" name="pt3453"/>
            <p:cNvSpPr/>
            <p:nvPr/>
          </p:nvSpPr>
          <p:spPr>
            <a:xfrm>
              <a:off x="4521253" y="4929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4" name="pt3454"/>
            <p:cNvSpPr/>
            <p:nvPr/>
          </p:nvSpPr>
          <p:spPr>
            <a:xfrm>
              <a:off x="4559076" y="4932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5" name="pt3455"/>
            <p:cNvSpPr/>
            <p:nvPr/>
          </p:nvSpPr>
          <p:spPr>
            <a:xfrm>
              <a:off x="4532240" y="4932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6" name="pt3456"/>
            <p:cNvSpPr/>
            <p:nvPr/>
          </p:nvSpPr>
          <p:spPr>
            <a:xfrm>
              <a:off x="4647905" y="4832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7" name="pt3457"/>
            <p:cNvSpPr/>
            <p:nvPr/>
          </p:nvSpPr>
          <p:spPr>
            <a:xfrm>
              <a:off x="4542151" y="49310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8" name="pt3458"/>
            <p:cNvSpPr/>
            <p:nvPr/>
          </p:nvSpPr>
          <p:spPr>
            <a:xfrm>
              <a:off x="4527412" y="49242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9" name="pt3459"/>
            <p:cNvSpPr/>
            <p:nvPr/>
          </p:nvSpPr>
          <p:spPr>
            <a:xfrm>
              <a:off x="4552603" y="4918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0" name="pt3460"/>
            <p:cNvSpPr/>
            <p:nvPr/>
          </p:nvSpPr>
          <p:spPr>
            <a:xfrm>
              <a:off x="4610025" y="4855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1" name="pt3461"/>
            <p:cNvSpPr/>
            <p:nvPr/>
          </p:nvSpPr>
          <p:spPr>
            <a:xfrm>
              <a:off x="4689670" y="4607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2" name="pt3462"/>
            <p:cNvSpPr/>
            <p:nvPr/>
          </p:nvSpPr>
          <p:spPr>
            <a:xfrm>
              <a:off x="4802805" y="43820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3" name="pt3463"/>
            <p:cNvSpPr/>
            <p:nvPr/>
          </p:nvSpPr>
          <p:spPr>
            <a:xfrm>
              <a:off x="4621887" y="48019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4" name="pt3464"/>
            <p:cNvSpPr/>
            <p:nvPr/>
          </p:nvSpPr>
          <p:spPr>
            <a:xfrm>
              <a:off x="4721410" y="48128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5" name="pt3465"/>
            <p:cNvSpPr/>
            <p:nvPr/>
          </p:nvSpPr>
          <p:spPr>
            <a:xfrm>
              <a:off x="4652158" y="4840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6" name="pt3466"/>
            <p:cNvSpPr/>
            <p:nvPr/>
          </p:nvSpPr>
          <p:spPr>
            <a:xfrm>
              <a:off x="4558715" y="49162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7" name="pt3467"/>
            <p:cNvSpPr/>
            <p:nvPr/>
          </p:nvSpPr>
          <p:spPr>
            <a:xfrm>
              <a:off x="4703405" y="48393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8" name="pt3468"/>
            <p:cNvSpPr/>
            <p:nvPr/>
          </p:nvSpPr>
          <p:spPr>
            <a:xfrm>
              <a:off x="4533727" y="4912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9" name="pt3469"/>
            <p:cNvSpPr/>
            <p:nvPr/>
          </p:nvSpPr>
          <p:spPr>
            <a:xfrm>
              <a:off x="4528211" y="4927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0" name="pt3470"/>
            <p:cNvSpPr/>
            <p:nvPr/>
          </p:nvSpPr>
          <p:spPr>
            <a:xfrm>
              <a:off x="4564104" y="4927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1" name="pt3471"/>
            <p:cNvSpPr/>
            <p:nvPr/>
          </p:nvSpPr>
          <p:spPr>
            <a:xfrm>
              <a:off x="4741276" y="45361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2" name="pt3472"/>
            <p:cNvSpPr/>
            <p:nvPr/>
          </p:nvSpPr>
          <p:spPr>
            <a:xfrm>
              <a:off x="4525166" y="4927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3" name="pt3473"/>
            <p:cNvSpPr/>
            <p:nvPr/>
          </p:nvSpPr>
          <p:spPr>
            <a:xfrm>
              <a:off x="4672960" y="4794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4" name="pt3474"/>
            <p:cNvSpPr/>
            <p:nvPr/>
          </p:nvSpPr>
          <p:spPr>
            <a:xfrm>
              <a:off x="4621404" y="4869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5" name="pt3475"/>
            <p:cNvSpPr/>
            <p:nvPr/>
          </p:nvSpPr>
          <p:spPr>
            <a:xfrm>
              <a:off x="4563286" y="4891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6" name="pt3476"/>
            <p:cNvSpPr/>
            <p:nvPr/>
          </p:nvSpPr>
          <p:spPr>
            <a:xfrm>
              <a:off x="4529018" y="4923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7" name="pt3477"/>
            <p:cNvSpPr/>
            <p:nvPr/>
          </p:nvSpPr>
          <p:spPr>
            <a:xfrm>
              <a:off x="4711531" y="4534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8" name="pt3478"/>
            <p:cNvSpPr/>
            <p:nvPr/>
          </p:nvSpPr>
          <p:spPr>
            <a:xfrm>
              <a:off x="4577902" y="4919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9" name="pt3479"/>
            <p:cNvSpPr/>
            <p:nvPr/>
          </p:nvSpPr>
          <p:spPr>
            <a:xfrm>
              <a:off x="4573984" y="49212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0" name="pt3480"/>
            <p:cNvSpPr/>
            <p:nvPr/>
          </p:nvSpPr>
          <p:spPr>
            <a:xfrm>
              <a:off x="4547001" y="49265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1" name="pt3481"/>
            <p:cNvSpPr/>
            <p:nvPr/>
          </p:nvSpPr>
          <p:spPr>
            <a:xfrm>
              <a:off x="4519588" y="4930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2" name="pt3482"/>
            <p:cNvSpPr/>
            <p:nvPr/>
          </p:nvSpPr>
          <p:spPr>
            <a:xfrm>
              <a:off x="4538182" y="4927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3" name="pt3483"/>
            <p:cNvSpPr/>
            <p:nvPr/>
          </p:nvSpPr>
          <p:spPr>
            <a:xfrm>
              <a:off x="4609727" y="48776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4" name="pt3484"/>
            <p:cNvSpPr/>
            <p:nvPr/>
          </p:nvSpPr>
          <p:spPr>
            <a:xfrm>
              <a:off x="4543011" y="49081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5" name="pt3485"/>
            <p:cNvSpPr/>
            <p:nvPr/>
          </p:nvSpPr>
          <p:spPr>
            <a:xfrm>
              <a:off x="4557824" y="4925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6" name="pt3486"/>
            <p:cNvSpPr/>
            <p:nvPr/>
          </p:nvSpPr>
          <p:spPr>
            <a:xfrm>
              <a:off x="4547064" y="49227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7" name="pt3487"/>
            <p:cNvSpPr/>
            <p:nvPr/>
          </p:nvSpPr>
          <p:spPr>
            <a:xfrm>
              <a:off x="4690593" y="4701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8" name="pt3488"/>
            <p:cNvSpPr/>
            <p:nvPr/>
          </p:nvSpPr>
          <p:spPr>
            <a:xfrm>
              <a:off x="4535468" y="49233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9" name="rc3489"/>
            <p:cNvSpPr/>
            <p:nvPr/>
          </p:nvSpPr>
          <p:spPr>
            <a:xfrm>
              <a:off x="4484649" y="5055621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90" name="pl3490"/>
            <p:cNvSpPr/>
            <p:nvPr/>
          </p:nvSpPr>
          <p:spPr>
            <a:xfrm>
              <a:off x="4484649" y="556923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1" name="pl3491"/>
            <p:cNvSpPr/>
            <p:nvPr/>
          </p:nvSpPr>
          <p:spPr>
            <a:xfrm>
              <a:off x="4484649" y="541588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2" name="pl3492"/>
            <p:cNvSpPr/>
            <p:nvPr/>
          </p:nvSpPr>
          <p:spPr>
            <a:xfrm>
              <a:off x="4484649" y="526254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3" name="pl3493"/>
            <p:cNvSpPr/>
            <p:nvPr/>
          </p:nvSpPr>
          <p:spPr>
            <a:xfrm>
              <a:off x="4484649" y="510919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4" name="pl3494"/>
            <p:cNvSpPr/>
            <p:nvPr/>
          </p:nvSpPr>
          <p:spPr>
            <a:xfrm>
              <a:off x="4630610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5" name="pl3495"/>
            <p:cNvSpPr/>
            <p:nvPr/>
          </p:nvSpPr>
          <p:spPr>
            <a:xfrm>
              <a:off x="4835705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6" name="pl3496"/>
            <p:cNvSpPr/>
            <p:nvPr/>
          </p:nvSpPr>
          <p:spPr>
            <a:xfrm>
              <a:off x="5040800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7" name="pl3497"/>
            <p:cNvSpPr/>
            <p:nvPr/>
          </p:nvSpPr>
          <p:spPr>
            <a:xfrm>
              <a:off x="4484649" y="564590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8" name="pl3498"/>
            <p:cNvSpPr/>
            <p:nvPr/>
          </p:nvSpPr>
          <p:spPr>
            <a:xfrm>
              <a:off x="4484649" y="549255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9" name="pl3499"/>
            <p:cNvSpPr/>
            <p:nvPr/>
          </p:nvSpPr>
          <p:spPr>
            <a:xfrm>
              <a:off x="4484649" y="533921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0" name="pl3500"/>
            <p:cNvSpPr/>
            <p:nvPr/>
          </p:nvSpPr>
          <p:spPr>
            <a:xfrm>
              <a:off x="4484649" y="518586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1" name="pl3501"/>
            <p:cNvSpPr/>
            <p:nvPr/>
          </p:nvSpPr>
          <p:spPr>
            <a:xfrm>
              <a:off x="4528063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2" name="pl3502"/>
            <p:cNvSpPr/>
            <p:nvPr/>
          </p:nvSpPr>
          <p:spPr>
            <a:xfrm>
              <a:off x="4733158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3" name="pl3503"/>
            <p:cNvSpPr/>
            <p:nvPr/>
          </p:nvSpPr>
          <p:spPr>
            <a:xfrm>
              <a:off x="4938253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4" name="pt3504"/>
            <p:cNvSpPr/>
            <p:nvPr/>
          </p:nvSpPr>
          <p:spPr>
            <a:xfrm>
              <a:off x="4725290" y="52119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5" name="pt3505"/>
            <p:cNvSpPr/>
            <p:nvPr/>
          </p:nvSpPr>
          <p:spPr>
            <a:xfrm>
              <a:off x="4542871" y="5559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6" name="pt3506"/>
            <p:cNvSpPr/>
            <p:nvPr/>
          </p:nvSpPr>
          <p:spPr>
            <a:xfrm>
              <a:off x="4531537" y="56230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7" name="pt3507"/>
            <p:cNvSpPr/>
            <p:nvPr/>
          </p:nvSpPr>
          <p:spPr>
            <a:xfrm>
              <a:off x="4548764" y="56291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8" name="pt3508"/>
            <p:cNvSpPr/>
            <p:nvPr/>
          </p:nvSpPr>
          <p:spPr>
            <a:xfrm>
              <a:off x="4542734" y="5570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9" name="pt3509"/>
            <p:cNvSpPr/>
            <p:nvPr/>
          </p:nvSpPr>
          <p:spPr>
            <a:xfrm>
              <a:off x="4558419" y="55477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0" name="pt3510"/>
            <p:cNvSpPr/>
            <p:nvPr/>
          </p:nvSpPr>
          <p:spPr>
            <a:xfrm>
              <a:off x="4780449" y="5200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1" name="pt3511"/>
            <p:cNvSpPr/>
            <p:nvPr/>
          </p:nvSpPr>
          <p:spPr>
            <a:xfrm>
              <a:off x="4531507" y="54876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2" name="pt3512"/>
            <p:cNvSpPr/>
            <p:nvPr/>
          </p:nvSpPr>
          <p:spPr>
            <a:xfrm>
              <a:off x="4532813" y="5491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3" name="pt3513"/>
            <p:cNvSpPr/>
            <p:nvPr/>
          </p:nvSpPr>
          <p:spPr>
            <a:xfrm>
              <a:off x="4513719" y="56073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4" name="pt3514"/>
            <p:cNvSpPr/>
            <p:nvPr/>
          </p:nvSpPr>
          <p:spPr>
            <a:xfrm>
              <a:off x="4571220" y="5530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5" name="pt3515"/>
            <p:cNvSpPr/>
            <p:nvPr/>
          </p:nvSpPr>
          <p:spPr>
            <a:xfrm>
              <a:off x="4544621" y="5568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6" name="pt3516"/>
            <p:cNvSpPr/>
            <p:nvPr/>
          </p:nvSpPr>
          <p:spPr>
            <a:xfrm>
              <a:off x="4561895" y="55166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7" name="pt3517"/>
            <p:cNvSpPr/>
            <p:nvPr/>
          </p:nvSpPr>
          <p:spPr>
            <a:xfrm>
              <a:off x="4550304" y="5584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8" name="pt3518"/>
            <p:cNvSpPr/>
            <p:nvPr/>
          </p:nvSpPr>
          <p:spPr>
            <a:xfrm>
              <a:off x="4547671" y="5544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9" name="pt3519"/>
            <p:cNvSpPr/>
            <p:nvPr/>
          </p:nvSpPr>
          <p:spPr>
            <a:xfrm>
              <a:off x="4559461" y="55366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0" name="pt3520"/>
            <p:cNvSpPr/>
            <p:nvPr/>
          </p:nvSpPr>
          <p:spPr>
            <a:xfrm>
              <a:off x="4546867" y="5566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1" name="pt3521"/>
            <p:cNvSpPr/>
            <p:nvPr/>
          </p:nvSpPr>
          <p:spPr>
            <a:xfrm>
              <a:off x="4548043" y="56040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2" name="pt3522"/>
            <p:cNvSpPr/>
            <p:nvPr/>
          </p:nvSpPr>
          <p:spPr>
            <a:xfrm>
              <a:off x="4557242" y="55071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3" name="pt3523"/>
            <p:cNvSpPr/>
            <p:nvPr/>
          </p:nvSpPr>
          <p:spPr>
            <a:xfrm>
              <a:off x="4525261" y="5509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4" name="pt3524"/>
            <p:cNvSpPr/>
            <p:nvPr/>
          </p:nvSpPr>
          <p:spPr>
            <a:xfrm>
              <a:off x="4519038" y="5506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5" name="pt3525"/>
            <p:cNvSpPr/>
            <p:nvPr/>
          </p:nvSpPr>
          <p:spPr>
            <a:xfrm>
              <a:off x="4650440" y="5492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6" name="pt3526"/>
            <p:cNvSpPr/>
            <p:nvPr/>
          </p:nvSpPr>
          <p:spPr>
            <a:xfrm>
              <a:off x="4784317" y="52632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7" name="pt3527"/>
            <p:cNvSpPr/>
            <p:nvPr/>
          </p:nvSpPr>
          <p:spPr>
            <a:xfrm>
              <a:off x="4533515" y="5571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8" name="pt3528"/>
            <p:cNvSpPr/>
            <p:nvPr/>
          </p:nvSpPr>
          <p:spPr>
            <a:xfrm>
              <a:off x="4549117" y="5541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9" name="pt3529"/>
            <p:cNvSpPr/>
            <p:nvPr/>
          </p:nvSpPr>
          <p:spPr>
            <a:xfrm>
              <a:off x="4663529" y="53860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0" name="pt3530"/>
            <p:cNvSpPr/>
            <p:nvPr/>
          </p:nvSpPr>
          <p:spPr>
            <a:xfrm>
              <a:off x="4531785" y="5615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1" name="pt3531"/>
            <p:cNvSpPr/>
            <p:nvPr/>
          </p:nvSpPr>
          <p:spPr>
            <a:xfrm>
              <a:off x="4520957" y="55487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2" name="pt3532"/>
            <p:cNvSpPr/>
            <p:nvPr/>
          </p:nvSpPr>
          <p:spPr>
            <a:xfrm>
              <a:off x="4629209" y="5502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3" name="pt3533"/>
            <p:cNvSpPr/>
            <p:nvPr/>
          </p:nvSpPr>
          <p:spPr>
            <a:xfrm>
              <a:off x="4531306" y="52482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4" name="pt3534"/>
            <p:cNvSpPr/>
            <p:nvPr/>
          </p:nvSpPr>
          <p:spPr>
            <a:xfrm>
              <a:off x="4550239" y="5506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5" name="pt3535"/>
            <p:cNvSpPr/>
            <p:nvPr/>
          </p:nvSpPr>
          <p:spPr>
            <a:xfrm>
              <a:off x="4546378" y="55959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6" name="pt3536"/>
            <p:cNvSpPr/>
            <p:nvPr/>
          </p:nvSpPr>
          <p:spPr>
            <a:xfrm>
              <a:off x="4614893" y="5480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7" name="pt3537"/>
            <p:cNvSpPr/>
            <p:nvPr/>
          </p:nvSpPr>
          <p:spPr>
            <a:xfrm>
              <a:off x="4539182" y="5536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8" name="pt3538"/>
            <p:cNvSpPr/>
            <p:nvPr/>
          </p:nvSpPr>
          <p:spPr>
            <a:xfrm>
              <a:off x="4542634" y="5521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9" name="pt3539"/>
            <p:cNvSpPr/>
            <p:nvPr/>
          </p:nvSpPr>
          <p:spPr>
            <a:xfrm>
              <a:off x="4531012" y="5596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0" name="pt3540"/>
            <p:cNvSpPr/>
            <p:nvPr/>
          </p:nvSpPr>
          <p:spPr>
            <a:xfrm>
              <a:off x="4573165" y="5480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1" name="pt3541"/>
            <p:cNvSpPr/>
            <p:nvPr/>
          </p:nvSpPr>
          <p:spPr>
            <a:xfrm>
              <a:off x="4795914" y="5219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2" name="pt3542"/>
            <p:cNvSpPr/>
            <p:nvPr/>
          </p:nvSpPr>
          <p:spPr>
            <a:xfrm>
              <a:off x="4537129" y="5589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3" name="pt3543"/>
            <p:cNvSpPr/>
            <p:nvPr/>
          </p:nvSpPr>
          <p:spPr>
            <a:xfrm>
              <a:off x="4525201" y="5519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4" name="pt3544"/>
            <p:cNvSpPr/>
            <p:nvPr/>
          </p:nvSpPr>
          <p:spPr>
            <a:xfrm>
              <a:off x="4534711" y="55657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5" name="pt3545"/>
            <p:cNvSpPr/>
            <p:nvPr/>
          </p:nvSpPr>
          <p:spPr>
            <a:xfrm>
              <a:off x="4599333" y="5497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6" name="pt3546"/>
            <p:cNvSpPr/>
            <p:nvPr/>
          </p:nvSpPr>
          <p:spPr>
            <a:xfrm>
              <a:off x="4555916" y="5621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7" name="pt3547"/>
            <p:cNvSpPr/>
            <p:nvPr/>
          </p:nvSpPr>
          <p:spPr>
            <a:xfrm>
              <a:off x="4545342" y="5637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8" name="pt3548"/>
            <p:cNvSpPr/>
            <p:nvPr/>
          </p:nvSpPr>
          <p:spPr>
            <a:xfrm>
              <a:off x="4560893" y="5578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9" name="pt3549"/>
            <p:cNvSpPr/>
            <p:nvPr/>
          </p:nvSpPr>
          <p:spPr>
            <a:xfrm>
              <a:off x="4575887" y="55981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0" name="pt3550"/>
            <p:cNvSpPr/>
            <p:nvPr/>
          </p:nvSpPr>
          <p:spPr>
            <a:xfrm>
              <a:off x="4562412" y="5581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1" name="pt3551"/>
            <p:cNvSpPr/>
            <p:nvPr/>
          </p:nvSpPr>
          <p:spPr>
            <a:xfrm>
              <a:off x="4553175" y="5530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2" name="pt3552"/>
            <p:cNvSpPr/>
            <p:nvPr/>
          </p:nvSpPr>
          <p:spPr>
            <a:xfrm>
              <a:off x="4672880" y="5507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3" name="pt3553"/>
            <p:cNvSpPr/>
            <p:nvPr/>
          </p:nvSpPr>
          <p:spPr>
            <a:xfrm>
              <a:off x="4528260" y="55911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4" name="pt3554"/>
            <p:cNvSpPr/>
            <p:nvPr/>
          </p:nvSpPr>
          <p:spPr>
            <a:xfrm>
              <a:off x="4565535" y="56009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5" name="pt3555"/>
            <p:cNvSpPr/>
            <p:nvPr/>
          </p:nvSpPr>
          <p:spPr>
            <a:xfrm>
              <a:off x="4535810" y="5544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6" name="pt3556"/>
            <p:cNvSpPr/>
            <p:nvPr/>
          </p:nvSpPr>
          <p:spPr>
            <a:xfrm>
              <a:off x="4539685" y="5593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7" name="pt3557"/>
            <p:cNvSpPr/>
            <p:nvPr/>
          </p:nvSpPr>
          <p:spPr>
            <a:xfrm>
              <a:off x="4705814" y="5511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8" name="pt3558"/>
            <p:cNvSpPr/>
            <p:nvPr/>
          </p:nvSpPr>
          <p:spPr>
            <a:xfrm>
              <a:off x="4521253" y="5541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9" name="pt3559"/>
            <p:cNvSpPr/>
            <p:nvPr/>
          </p:nvSpPr>
          <p:spPr>
            <a:xfrm>
              <a:off x="4559076" y="56051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0" name="pt3560"/>
            <p:cNvSpPr/>
            <p:nvPr/>
          </p:nvSpPr>
          <p:spPr>
            <a:xfrm>
              <a:off x="4532240" y="56285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1" name="pt3561"/>
            <p:cNvSpPr/>
            <p:nvPr/>
          </p:nvSpPr>
          <p:spPr>
            <a:xfrm>
              <a:off x="4647905" y="5429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2" name="pt3562"/>
            <p:cNvSpPr/>
            <p:nvPr/>
          </p:nvSpPr>
          <p:spPr>
            <a:xfrm>
              <a:off x="4542151" y="55889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3" name="pt3563"/>
            <p:cNvSpPr/>
            <p:nvPr/>
          </p:nvSpPr>
          <p:spPr>
            <a:xfrm>
              <a:off x="4527412" y="5620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4" name="pt3564"/>
            <p:cNvSpPr/>
            <p:nvPr/>
          </p:nvSpPr>
          <p:spPr>
            <a:xfrm>
              <a:off x="4552603" y="5578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5" name="pt3565"/>
            <p:cNvSpPr/>
            <p:nvPr/>
          </p:nvSpPr>
          <p:spPr>
            <a:xfrm>
              <a:off x="4610025" y="55511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6" name="pt3566"/>
            <p:cNvSpPr/>
            <p:nvPr/>
          </p:nvSpPr>
          <p:spPr>
            <a:xfrm>
              <a:off x="4689670" y="52807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7" name="pt3567"/>
            <p:cNvSpPr/>
            <p:nvPr/>
          </p:nvSpPr>
          <p:spPr>
            <a:xfrm>
              <a:off x="4802805" y="52604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8" name="pt3568"/>
            <p:cNvSpPr/>
            <p:nvPr/>
          </p:nvSpPr>
          <p:spPr>
            <a:xfrm>
              <a:off x="4621887" y="5363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9" name="pt3569"/>
            <p:cNvSpPr/>
            <p:nvPr/>
          </p:nvSpPr>
          <p:spPr>
            <a:xfrm>
              <a:off x="4721410" y="54139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0" name="pt3570"/>
            <p:cNvSpPr/>
            <p:nvPr/>
          </p:nvSpPr>
          <p:spPr>
            <a:xfrm>
              <a:off x="4652158" y="5459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1" name="pt3571"/>
            <p:cNvSpPr/>
            <p:nvPr/>
          </p:nvSpPr>
          <p:spPr>
            <a:xfrm>
              <a:off x="4558715" y="5529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2" name="pt3572"/>
            <p:cNvSpPr/>
            <p:nvPr/>
          </p:nvSpPr>
          <p:spPr>
            <a:xfrm>
              <a:off x="4703405" y="5535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3" name="pt3573"/>
            <p:cNvSpPr/>
            <p:nvPr/>
          </p:nvSpPr>
          <p:spPr>
            <a:xfrm>
              <a:off x="4533727" y="5535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4" name="pt3574"/>
            <p:cNvSpPr/>
            <p:nvPr/>
          </p:nvSpPr>
          <p:spPr>
            <a:xfrm>
              <a:off x="4528211" y="5605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5" name="pt3575"/>
            <p:cNvSpPr/>
            <p:nvPr/>
          </p:nvSpPr>
          <p:spPr>
            <a:xfrm>
              <a:off x="4564104" y="56260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6" name="pt3576"/>
            <p:cNvSpPr/>
            <p:nvPr/>
          </p:nvSpPr>
          <p:spPr>
            <a:xfrm>
              <a:off x="4741276" y="5059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7" name="pt3577"/>
            <p:cNvSpPr/>
            <p:nvPr/>
          </p:nvSpPr>
          <p:spPr>
            <a:xfrm>
              <a:off x="4525166" y="55696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8" name="pt3578"/>
            <p:cNvSpPr/>
            <p:nvPr/>
          </p:nvSpPr>
          <p:spPr>
            <a:xfrm>
              <a:off x="4672960" y="53355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9" name="pt3579"/>
            <p:cNvSpPr/>
            <p:nvPr/>
          </p:nvSpPr>
          <p:spPr>
            <a:xfrm>
              <a:off x="4621404" y="5463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0" name="pt3580"/>
            <p:cNvSpPr/>
            <p:nvPr/>
          </p:nvSpPr>
          <p:spPr>
            <a:xfrm>
              <a:off x="4563286" y="5556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1" name="pt3581"/>
            <p:cNvSpPr/>
            <p:nvPr/>
          </p:nvSpPr>
          <p:spPr>
            <a:xfrm>
              <a:off x="4529018" y="54940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2" name="pt3582"/>
            <p:cNvSpPr/>
            <p:nvPr/>
          </p:nvSpPr>
          <p:spPr>
            <a:xfrm>
              <a:off x="4711531" y="52386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3" name="pt3583"/>
            <p:cNvSpPr/>
            <p:nvPr/>
          </p:nvSpPr>
          <p:spPr>
            <a:xfrm>
              <a:off x="4577902" y="55325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4" name="pt3584"/>
            <p:cNvSpPr/>
            <p:nvPr/>
          </p:nvSpPr>
          <p:spPr>
            <a:xfrm>
              <a:off x="4573984" y="55788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5" name="pt3585"/>
            <p:cNvSpPr/>
            <p:nvPr/>
          </p:nvSpPr>
          <p:spPr>
            <a:xfrm>
              <a:off x="4547001" y="55414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6" name="pt3586"/>
            <p:cNvSpPr/>
            <p:nvPr/>
          </p:nvSpPr>
          <p:spPr>
            <a:xfrm>
              <a:off x="4519588" y="5548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7" name="pt3587"/>
            <p:cNvSpPr/>
            <p:nvPr/>
          </p:nvSpPr>
          <p:spPr>
            <a:xfrm>
              <a:off x="4538182" y="56078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8" name="pt3588"/>
            <p:cNvSpPr/>
            <p:nvPr/>
          </p:nvSpPr>
          <p:spPr>
            <a:xfrm>
              <a:off x="4609727" y="5453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9" name="pt3589"/>
            <p:cNvSpPr/>
            <p:nvPr/>
          </p:nvSpPr>
          <p:spPr>
            <a:xfrm>
              <a:off x="4543011" y="54598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0" name="pt3590"/>
            <p:cNvSpPr/>
            <p:nvPr/>
          </p:nvSpPr>
          <p:spPr>
            <a:xfrm>
              <a:off x="4557824" y="56219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1" name="pt3591"/>
            <p:cNvSpPr/>
            <p:nvPr/>
          </p:nvSpPr>
          <p:spPr>
            <a:xfrm>
              <a:off x="4547064" y="5558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2" name="pt3592"/>
            <p:cNvSpPr/>
            <p:nvPr/>
          </p:nvSpPr>
          <p:spPr>
            <a:xfrm>
              <a:off x="4690593" y="53341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3" name="pt3593"/>
            <p:cNvSpPr/>
            <p:nvPr/>
          </p:nvSpPr>
          <p:spPr>
            <a:xfrm>
              <a:off x="4535468" y="5548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4" name="rc3594"/>
            <p:cNvSpPr/>
            <p:nvPr/>
          </p:nvSpPr>
          <p:spPr>
            <a:xfrm>
              <a:off x="4484649" y="5760843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5" name="pl3595"/>
            <p:cNvSpPr/>
            <p:nvPr/>
          </p:nvSpPr>
          <p:spPr>
            <a:xfrm>
              <a:off x="4484649" y="627910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6" name="pl3596"/>
            <p:cNvSpPr/>
            <p:nvPr/>
          </p:nvSpPr>
          <p:spPr>
            <a:xfrm>
              <a:off x="4484649" y="606539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7" name="pl3597"/>
            <p:cNvSpPr/>
            <p:nvPr/>
          </p:nvSpPr>
          <p:spPr>
            <a:xfrm>
              <a:off x="4484649" y="585167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8" name="pl3598"/>
            <p:cNvSpPr/>
            <p:nvPr/>
          </p:nvSpPr>
          <p:spPr>
            <a:xfrm>
              <a:off x="4630610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9" name="pl3599"/>
            <p:cNvSpPr/>
            <p:nvPr/>
          </p:nvSpPr>
          <p:spPr>
            <a:xfrm>
              <a:off x="4835705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0" name="pl3600"/>
            <p:cNvSpPr/>
            <p:nvPr/>
          </p:nvSpPr>
          <p:spPr>
            <a:xfrm>
              <a:off x="5040800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1" name="pl3601"/>
            <p:cNvSpPr/>
            <p:nvPr/>
          </p:nvSpPr>
          <p:spPr>
            <a:xfrm>
              <a:off x="4484649" y="638596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2" name="pl3602"/>
            <p:cNvSpPr/>
            <p:nvPr/>
          </p:nvSpPr>
          <p:spPr>
            <a:xfrm>
              <a:off x="4484649" y="617224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3" name="pl3603"/>
            <p:cNvSpPr/>
            <p:nvPr/>
          </p:nvSpPr>
          <p:spPr>
            <a:xfrm>
              <a:off x="4484649" y="595853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4" name="pl3604"/>
            <p:cNvSpPr/>
            <p:nvPr/>
          </p:nvSpPr>
          <p:spPr>
            <a:xfrm>
              <a:off x="4528063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5" name="pl3605"/>
            <p:cNvSpPr/>
            <p:nvPr/>
          </p:nvSpPr>
          <p:spPr>
            <a:xfrm>
              <a:off x="4733158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6" name="pl3606"/>
            <p:cNvSpPr/>
            <p:nvPr/>
          </p:nvSpPr>
          <p:spPr>
            <a:xfrm>
              <a:off x="4938253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7" name="pt3607"/>
            <p:cNvSpPr/>
            <p:nvPr/>
          </p:nvSpPr>
          <p:spPr>
            <a:xfrm>
              <a:off x="4573819" y="6292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8" name="pt3608"/>
            <p:cNvSpPr/>
            <p:nvPr/>
          </p:nvSpPr>
          <p:spPr>
            <a:xfrm>
              <a:off x="4542539" y="6303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9" name="pt3609"/>
            <p:cNvSpPr/>
            <p:nvPr/>
          </p:nvSpPr>
          <p:spPr>
            <a:xfrm>
              <a:off x="4565624" y="6268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0" name="pt3610"/>
            <p:cNvSpPr/>
            <p:nvPr/>
          </p:nvSpPr>
          <p:spPr>
            <a:xfrm>
              <a:off x="4537724" y="6313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1" name="pt3611"/>
            <p:cNvSpPr/>
            <p:nvPr/>
          </p:nvSpPr>
          <p:spPr>
            <a:xfrm>
              <a:off x="4545094" y="6294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2" name="pt3612"/>
            <p:cNvSpPr/>
            <p:nvPr/>
          </p:nvSpPr>
          <p:spPr>
            <a:xfrm>
              <a:off x="4719443" y="6098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3" name="pt3613"/>
            <p:cNvSpPr/>
            <p:nvPr/>
          </p:nvSpPr>
          <p:spPr>
            <a:xfrm>
              <a:off x="4563590" y="62889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4" name="pt3614"/>
            <p:cNvSpPr/>
            <p:nvPr/>
          </p:nvSpPr>
          <p:spPr>
            <a:xfrm>
              <a:off x="4565928" y="6299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5" name="pt3615"/>
            <p:cNvSpPr/>
            <p:nvPr/>
          </p:nvSpPr>
          <p:spPr>
            <a:xfrm>
              <a:off x="4539670" y="62942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6" name="pt3616"/>
            <p:cNvSpPr/>
            <p:nvPr/>
          </p:nvSpPr>
          <p:spPr>
            <a:xfrm>
              <a:off x="4563008" y="62477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7" name="pt3617"/>
            <p:cNvSpPr/>
            <p:nvPr/>
          </p:nvSpPr>
          <p:spPr>
            <a:xfrm>
              <a:off x="4550463" y="6269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8" name="pt3618"/>
            <p:cNvSpPr/>
            <p:nvPr/>
          </p:nvSpPr>
          <p:spPr>
            <a:xfrm>
              <a:off x="4542871" y="6306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9" name="pt3619"/>
            <p:cNvSpPr/>
            <p:nvPr/>
          </p:nvSpPr>
          <p:spPr>
            <a:xfrm>
              <a:off x="4563331" y="62860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0" name="pt3620"/>
            <p:cNvSpPr/>
            <p:nvPr/>
          </p:nvSpPr>
          <p:spPr>
            <a:xfrm>
              <a:off x="4569143" y="6307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1" name="pt3621"/>
            <p:cNvSpPr/>
            <p:nvPr/>
          </p:nvSpPr>
          <p:spPr>
            <a:xfrm>
              <a:off x="4826127" y="6143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2" name="pt3622"/>
            <p:cNvSpPr/>
            <p:nvPr/>
          </p:nvSpPr>
          <p:spPr>
            <a:xfrm>
              <a:off x="4526933" y="63108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3" name="pt3623"/>
            <p:cNvSpPr/>
            <p:nvPr/>
          </p:nvSpPr>
          <p:spPr>
            <a:xfrm>
              <a:off x="4598727" y="6288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4" name="pt3624"/>
            <p:cNvSpPr/>
            <p:nvPr/>
          </p:nvSpPr>
          <p:spPr>
            <a:xfrm>
              <a:off x="4763003" y="59516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5" name="pt3625"/>
            <p:cNvSpPr/>
            <p:nvPr/>
          </p:nvSpPr>
          <p:spPr>
            <a:xfrm>
              <a:off x="4635314" y="6238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6" name="pt3626"/>
            <p:cNvSpPr/>
            <p:nvPr/>
          </p:nvSpPr>
          <p:spPr>
            <a:xfrm>
              <a:off x="4656572" y="63113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7" name="pt3627"/>
            <p:cNvSpPr/>
            <p:nvPr/>
          </p:nvSpPr>
          <p:spPr>
            <a:xfrm>
              <a:off x="4531537" y="62829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8" name="pt3628"/>
            <p:cNvSpPr/>
            <p:nvPr/>
          </p:nvSpPr>
          <p:spPr>
            <a:xfrm>
              <a:off x="4554395" y="63154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9" name="pt3629"/>
            <p:cNvSpPr/>
            <p:nvPr/>
          </p:nvSpPr>
          <p:spPr>
            <a:xfrm>
              <a:off x="4834316" y="60200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0" name="pt3630"/>
            <p:cNvSpPr/>
            <p:nvPr/>
          </p:nvSpPr>
          <p:spPr>
            <a:xfrm>
              <a:off x="4871038" y="6241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1" name="pt3631"/>
            <p:cNvSpPr/>
            <p:nvPr/>
          </p:nvSpPr>
          <p:spPr>
            <a:xfrm>
              <a:off x="4622548" y="62443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2" name="pt3632"/>
            <p:cNvSpPr/>
            <p:nvPr/>
          </p:nvSpPr>
          <p:spPr>
            <a:xfrm>
              <a:off x="4599791" y="62622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3" name="pt3633"/>
            <p:cNvSpPr/>
            <p:nvPr/>
          </p:nvSpPr>
          <p:spPr>
            <a:xfrm>
              <a:off x="4548764" y="6319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4" name="pt3634"/>
            <p:cNvSpPr/>
            <p:nvPr/>
          </p:nvSpPr>
          <p:spPr>
            <a:xfrm>
              <a:off x="4575596" y="6228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5" name="pt3635"/>
            <p:cNvSpPr/>
            <p:nvPr/>
          </p:nvSpPr>
          <p:spPr>
            <a:xfrm>
              <a:off x="4556501" y="62942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6" name="pt3636"/>
            <p:cNvSpPr/>
            <p:nvPr/>
          </p:nvSpPr>
          <p:spPr>
            <a:xfrm>
              <a:off x="4542734" y="6341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7" name="pt3637"/>
            <p:cNvSpPr/>
            <p:nvPr/>
          </p:nvSpPr>
          <p:spPr>
            <a:xfrm>
              <a:off x="4563839" y="6287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8" name="pt3638"/>
            <p:cNvSpPr/>
            <p:nvPr/>
          </p:nvSpPr>
          <p:spPr>
            <a:xfrm>
              <a:off x="4540436" y="6316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9" name="pt3639"/>
            <p:cNvSpPr/>
            <p:nvPr/>
          </p:nvSpPr>
          <p:spPr>
            <a:xfrm>
              <a:off x="4590964" y="63240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0" name="pt3640"/>
            <p:cNvSpPr/>
            <p:nvPr/>
          </p:nvSpPr>
          <p:spPr>
            <a:xfrm>
              <a:off x="4558419" y="6283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1" name="pt3641"/>
            <p:cNvSpPr/>
            <p:nvPr/>
          </p:nvSpPr>
          <p:spPr>
            <a:xfrm>
              <a:off x="5056645" y="60989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2" name="pt3642"/>
            <p:cNvSpPr/>
            <p:nvPr/>
          </p:nvSpPr>
          <p:spPr>
            <a:xfrm>
              <a:off x="4728085" y="60699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3" name="pt3643"/>
            <p:cNvSpPr/>
            <p:nvPr/>
          </p:nvSpPr>
          <p:spPr>
            <a:xfrm>
              <a:off x="4560422" y="6333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4" name="pt3644"/>
            <p:cNvSpPr/>
            <p:nvPr/>
          </p:nvSpPr>
          <p:spPr>
            <a:xfrm>
              <a:off x="4576432" y="6260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5" name="pt3645"/>
            <p:cNvSpPr/>
            <p:nvPr/>
          </p:nvSpPr>
          <p:spPr>
            <a:xfrm>
              <a:off x="4780449" y="61626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6" name="pt3646"/>
            <p:cNvSpPr/>
            <p:nvPr/>
          </p:nvSpPr>
          <p:spPr>
            <a:xfrm>
              <a:off x="4707952" y="60834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7" name="pt3647"/>
            <p:cNvSpPr/>
            <p:nvPr/>
          </p:nvSpPr>
          <p:spPr>
            <a:xfrm>
              <a:off x="4564159" y="63038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8" name="pt3648"/>
            <p:cNvSpPr/>
            <p:nvPr/>
          </p:nvSpPr>
          <p:spPr>
            <a:xfrm>
              <a:off x="4552540" y="6314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9" name="pt3649"/>
            <p:cNvSpPr/>
            <p:nvPr/>
          </p:nvSpPr>
          <p:spPr>
            <a:xfrm>
              <a:off x="4820145" y="60753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0" name="pt3650"/>
            <p:cNvSpPr/>
            <p:nvPr/>
          </p:nvSpPr>
          <p:spPr>
            <a:xfrm>
              <a:off x="4569855" y="6302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1" name="pt3651"/>
            <p:cNvSpPr/>
            <p:nvPr/>
          </p:nvSpPr>
          <p:spPr>
            <a:xfrm>
              <a:off x="4730458" y="59075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2" name="pt3652"/>
            <p:cNvSpPr/>
            <p:nvPr/>
          </p:nvSpPr>
          <p:spPr>
            <a:xfrm>
              <a:off x="4587004" y="6270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3" name="pt3653"/>
            <p:cNvSpPr/>
            <p:nvPr/>
          </p:nvSpPr>
          <p:spPr>
            <a:xfrm>
              <a:off x="4554013" y="63052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4" name="pt3654"/>
            <p:cNvSpPr/>
            <p:nvPr/>
          </p:nvSpPr>
          <p:spPr>
            <a:xfrm>
              <a:off x="4558982" y="6314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5" name="pt3655"/>
            <p:cNvSpPr/>
            <p:nvPr/>
          </p:nvSpPr>
          <p:spPr>
            <a:xfrm>
              <a:off x="4532813" y="6283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6" name="pt3656"/>
            <p:cNvSpPr/>
            <p:nvPr/>
          </p:nvSpPr>
          <p:spPr>
            <a:xfrm>
              <a:off x="4513719" y="6292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7" name="pt3657"/>
            <p:cNvSpPr/>
            <p:nvPr/>
          </p:nvSpPr>
          <p:spPr>
            <a:xfrm>
              <a:off x="4556394" y="62898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8" name="pt3658"/>
            <p:cNvSpPr/>
            <p:nvPr/>
          </p:nvSpPr>
          <p:spPr>
            <a:xfrm>
              <a:off x="4555846" y="63090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9" name="pt3659"/>
            <p:cNvSpPr/>
            <p:nvPr/>
          </p:nvSpPr>
          <p:spPr>
            <a:xfrm>
              <a:off x="4526221" y="6333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0" name="pt3660"/>
            <p:cNvSpPr/>
            <p:nvPr/>
          </p:nvSpPr>
          <p:spPr>
            <a:xfrm>
              <a:off x="4571220" y="6306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1" name="pt3661"/>
            <p:cNvSpPr/>
            <p:nvPr/>
          </p:nvSpPr>
          <p:spPr>
            <a:xfrm>
              <a:off x="4682856" y="6192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2" name="pt3662"/>
            <p:cNvSpPr/>
            <p:nvPr/>
          </p:nvSpPr>
          <p:spPr>
            <a:xfrm>
              <a:off x="4554520" y="6313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3" name="pt3663"/>
            <p:cNvSpPr/>
            <p:nvPr/>
          </p:nvSpPr>
          <p:spPr>
            <a:xfrm>
              <a:off x="4580450" y="62981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4" name="pt3664"/>
            <p:cNvSpPr/>
            <p:nvPr/>
          </p:nvSpPr>
          <p:spPr>
            <a:xfrm>
              <a:off x="4550223" y="62910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5" name="pt3665"/>
            <p:cNvSpPr/>
            <p:nvPr/>
          </p:nvSpPr>
          <p:spPr>
            <a:xfrm>
              <a:off x="4544621" y="6299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6" name="pt3666"/>
            <p:cNvSpPr/>
            <p:nvPr/>
          </p:nvSpPr>
          <p:spPr>
            <a:xfrm>
              <a:off x="4550103" y="6292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7" name="pt3667"/>
            <p:cNvSpPr/>
            <p:nvPr/>
          </p:nvSpPr>
          <p:spPr>
            <a:xfrm>
              <a:off x="4980399" y="61167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8" name="pt3668"/>
            <p:cNvSpPr/>
            <p:nvPr/>
          </p:nvSpPr>
          <p:spPr>
            <a:xfrm>
              <a:off x="4561895" y="6327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9" name="pt3669"/>
            <p:cNvSpPr/>
            <p:nvPr/>
          </p:nvSpPr>
          <p:spPr>
            <a:xfrm>
              <a:off x="4560571" y="6317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0" name="pt3670"/>
            <p:cNvSpPr/>
            <p:nvPr/>
          </p:nvSpPr>
          <p:spPr>
            <a:xfrm>
              <a:off x="4550304" y="6288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1" name="pt3671"/>
            <p:cNvSpPr/>
            <p:nvPr/>
          </p:nvSpPr>
          <p:spPr>
            <a:xfrm>
              <a:off x="4540601" y="62949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2" name="pt3672"/>
            <p:cNvSpPr/>
            <p:nvPr/>
          </p:nvSpPr>
          <p:spPr>
            <a:xfrm>
              <a:off x="4547671" y="6316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3" name="pt3673"/>
            <p:cNvSpPr/>
            <p:nvPr/>
          </p:nvSpPr>
          <p:spPr>
            <a:xfrm>
              <a:off x="4555901" y="6324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4" name="pt3674"/>
            <p:cNvSpPr/>
            <p:nvPr/>
          </p:nvSpPr>
          <p:spPr>
            <a:xfrm>
              <a:off x="4546867" y="6288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5" name="pt3675"/>
            <p:cNvSpPr/>
            <p:nvPr/>
          </p:nvSpPr>
          <p:spPr>
            <a:xfrm>
              <a:off x="4561862" y="6297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6" name="pt3676"/>
            <p:cNvSpPr/>
            <p:nvPr/>
          </p:nvSpPr>
          <p:spPr>
            <a:xfrm>
              <a:off x="4548043" y="6274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7" name="pt3677"/>
            <p:cNvSpPr/>
            <p:nvPr/>
          </p:nvSpPr>
          <p:spPr>
            <a:xfrm>
              <a:off x="4785322" y="5866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8" name="pt3678"/>
            <p:cNvSpPr/>
            <p:nvPr/>
          </p:nvSpPr>
          <p:spPr>
            <a:xfrm>
              <a:off x="4741139" y="6105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9" name="pt3679"/>
            <p:cNvSpPr/>
            <p:nvPr/>
          </p:nvSpPr>
          <p:spPr>
            <a:xfrm>
              <a:off x="4557242" y="6275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0" name="pt3680"/>
            <p:cNvSpPr/>
            <p:nvPr/>
          </p:nvSpPr>
          <p:spPr>
            <a:xfrm>
              <a:off x="4716546" y="6220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1" name="pt3681"/>
            <p:cNvSpPr/>
            <p:nvPr/>
          </p:nvSpPr>
          <p:spPr>
            <a:xfrm>
              <a:off x="4658369" y="62005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2" name="pt3682"/>
            <p:cNvSpPr/>
            <p:nvPr/>
          </p:nvSpPr>
          <p:spPr>
            <a:xfrm>
              <a:off x="4525261" y="6307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3" name="pt3683"/>
            <p:cNvSpPr/>
            <p:nvPr/>
          </p:nvSpPr>
          <p:spPr>
            <a:xfrm>
              <a:off x="4519038" y="6299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4" name="pt3684"/>
            <p:cNvSpPr/>
            <p:nvPr/>
          </p:nvSpPr>
          <p:spPr>
            <a:xfrm>
              <a:off x="4562135" y="6283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5" name="pt3685"/>
            <p:cNvSpPr/>
            <p:nvPr/>
          </p:nvSpPr>
          <p:spPr>
            <a:xfrm>
              <a:off x="4650440" y="6277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6" name="pt3686"/>
            <p:cNvSpPr/>
            <p:nvPr/>
          </p:nvSpPr>
          <p:spPr>
            <a:xfrm>
              <a:off x="4784317" y="6024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7" name="pt3687"/>
            <p:cNvSpPr/>
            <p:nvPr/>
          </p:nvSpPr>
          <p:spPr>
            <a:xfrm>
              <a:off x="4611697" y="6283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8" name="pt3688"/>
            <p:cNvSpPr/>
            <p:nvPr/>
          </p:nvSpPr>
          <p:spPr>
            <a:xfrm>
              <a:off x="4550008" y="6290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9" name="pt3689"/>
            <p:cNvSpPr/>
            <p:nvPr/>
          </p:nvSpPr>
          <p:spPr>
            <a:xfrm>
              <a:off x="4540760" y="6183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0" name="pt3690"/>
            <p:cNvSpPr/>
            <p:nvPr/>
          </p:nvSpPr>
          <p:spPr>
            <a:xfrm>
              <a:off x="4626156" y="5916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1" name="pt3691"/>
            <p:cNvSpPr/>
            <p:nvPr/>
          </p:nvSpPr>
          <p:spPr>
            <a:xfrm>
              <a:off x="4533515" y="63018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2" name="pt3692"/>
            <p:cNvSpPr/>
            <p:nvPr/>
          </p:nvSpPr>
          <p:spPr>
            <a:xfrm>
              <a:off x="4549117" y="6304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3" name="pt3693"/>
            <p:cNvSpPr/>
            <p:nvPr/>
          </p:nvSpPr>
          <p:spPr>
            <a:xfrm>
              <a:off x="4663529" y="60650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4" name="pt3694"/>
            <p:cNvSpPr/>
            <p:nvPr/>
          </p:nvSpPr>
          <p:spPr>
            <a:xfrm>
              <a:off x="4570394" y="6269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5" name="pt3695"/>
            <p:cNvSpPr/>
            <p:nvPr/>
          </p:nvSpPr>
          <p:spPr>
            <a:xfrm>
              <a:off x="4665027" y="6278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6" name="pt3696"/>
            <p:cNvSpPr/>
            <p:nvPr/>
          </p:nvSpPr>
          <p:spPr>
            <a:xfrm>
              <a:off x="4753668" y="61394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7" name="pt3697"/>
            <p:cNvSpPr/>
            <p:nvPr/>
          </p:nvSpPr>
          <p:spPr>
            <a:xfrm>
              <a:off x="4531785" y="63164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8" name="pt3698"/>
            <p:cNvSpPr/>
            <p:nvPr/>
          </p:nvSpPr>
          <p:spPr>
            <a:xfrm>
              <a:off x="4548456" y="6288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9" name="pt3699"/>
            <p:cNvSpPr/>
            <p:nvPr/>
          </p:nvSpPr>
          <p:spPr>
            <a:xfrm>
              <a:off x="4645449" y="62676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0" name="pt3700"/>
            <p:cNvSpPr/>
            <p:nvPr/>
          </p:nvSpPr>
          <p:spPr>
            <a:xfrm>
              <a:off x="4539067" y="62938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1" name="pt3701"/>
            <p:cNvSpPr/>
            <p:nvPr/>
          </p:nvSpPr>
          <p:spPr>
            <a:xfrm>
              <a:off x="4548633" y="6318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2" name="pt3702"/>
            <p:cNvSpPr/>
            <p:nvPr/>
          </p:nvSpPr>
          <p:spPr>
            <a:xfrm>
              <a:off x="4629209" y="6314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3" name="pt3703"/>
            <p:cNvSpPr/>
            <p:nvPr/>
          </p:nvSpPr>
          <p:spPr>
            <a:xfrm>
              <a:off x="4926495" y="5837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4" name="pt3704"/>
            <p:cNvSpPr/>
            <p:nvPr/>
          </p:nvSpPr>
          <p:spPr>
            <a:xfrm>
              <a:off x="4608375" y="6301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5" name="pt3705"/>
            <p:cNvSpPr/>
            <p:nvPr/>
          </p:nvSpPr>
          <p:spPr>
            <a:xfrm>
              <a:off x="4558384" y="6304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6" name="pt3706"/>
            <p:cNvSpPr/>
            <p:nvPr/>
          </p:nvSpPr>
          <p:spPr>
            <a:xfrm>
              <a:off x="4531306" y="6030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7" name="pt3707"/>
            <p:cNvSpPr/>
            <p:nvPr/>
          </p:nvSpPr>
          <p:spPr>
            <a:xfrm>
              <a:off x="4550239" y="6313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8" name="pt3708"/>
            <p:cNvSpPr/>
            <p:nvPr/>
          </p:nvSpPr>
          <p:spPr>
            <a:xfrm>
              <a:off x="4571845" y="62748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9" name="pt3709"/>
            <p:cNvSpPr/>
            <p:nvPr/>
          </p:nvSpPr>
          <p:spPr>
            <a:xfrm>
              <a:off x="4545321" y="6314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0" name="pt3710"/>
            <p:cNvSpPr/>
            <p:nvPr/>
          </p:nvSpPr>
          <p:spPr>
            <a:xfrm>
              <a:off x="4547828" y="6267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1" name="pt3711"/>
            <p:cNvSpPr/>
            <p:nvPr/>
          </p:nvSpPr>
          <p:spPr>
            <a:xfrm>
              <a:off x="4572505" y="6285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2" name="pt3712"/>
            <p:cNvSpPr/>
            <p:nvPr/>
          </p:nvSpPr>
          <p:spPr>
            <a:xfrm>
              <a:off x="4527970" y="63100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3" name="pt3713"/>
            <p:cNvSpPr/>
            <p:nvPr/>
          </p:nvSpPr>
          <p:spPr>
            <a:xfrm>
              <a:off x="4538008" y="62956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4" name="pt3714"/>
            <p:cNvSpPr/>
            <p:nvPr/>
          </p:nvSpPr>
          <p:spPr>
            <a:xfrm>
              <a:off x="4546378" y="6294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5" name="pt3715"/>
            <p:cNvSpPr/>
            <p:nvPr/>
          </p:nvSpPr>
          <p:spPr>
            <a:xfrm>
              <a:off x="4614893" y="6107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6" name="pt3716"/>
            <p:cNvSpPr/>
            <p:nvPr/>
          </p:nvSpPr>
          <p:spPr>
            <a:xfrm>
              <a:off x="4539663" y="62897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7" name="pt3717"/>
            <p:cNvSpPr/>
            <p:nvPr/>
          </p:nvSpPr>
          <p:spPr>
            <a:xfrm>
              <a:off x="4663997" y="62371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8" name="pt3718"/>
            <p:cNvSpPr/>
            <p:nvPr/>
          </p:nvSpPr>
          <p:spPr>
            <a:xfrm>
              <a:off x="4749965" y="6011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9" name="pt3719"/>
            <p:cNvSpPr/>
            <p:nvPr/>
          </p:nvSpPr>
          <p:spPr>
            <a:xfrm>
              <a:off x="4563279" y="6296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0" name="pt3720"/>
            <p:cNvSpPr/>
            <p:nvPr/>
          </p:nvSpPr>
          <p:spPr>
            <a:xfrm>
              <a:off x="4559138" y="6286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1" name="pt3721"/>
            <p:cNvSpPr/>
            <p:nvPr/>
          </p:nvSpPr>
          <p:spPr>
            <a:xfrm>
              <a:off x="4539182" y="6295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2" name="pt3722"/>
            <p:cNvSpPr/>
            <p:nvPr/>
          </p:nvSpPr>
          <p:spPr>
            <a:xfrm>
              <a:off x="4713028" y="6169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3" name="pt3723"/>
            <p:cNvSpPr/>
            <p:nvPr/>
          </p:nvSpPr>
          <p:spPr>
            <a:xfrm>
              <a:off x="4547324" y="62982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4" name="pt3724"/>
            <p:cNvSpPr/>
            <p:nvPr/>
          </p:nvSpPr>
          <p:spPr>
            <a:xfrm>
              <a:off x="4567990" y="6280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5" name="pt3725"/>
            <p:cNvSpPr/>
            <p:nvPr/>
          </p:nvSpPr>
          <p:spPr>
            <a:xfrm>
              <a:off x="4671489" y="62256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6" name="pt3726"/>
            <p:cNvSpPr/>
            <p:nvPr/>
          </p:nvSpPr>
          <p:spPr>
            <a:xfrm>
              <a:off x="4568940" y="6285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7" name="pt3727"/>
            <p:cNvSpPr/>
            <p:nvPr/>
          </p:nvSpPr>
          <p:spPr>
            <a:xfrm>
              <a:off x="4550824" y="63009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8" name="pt3728"/>
            <p:cNvSpPr/>
            <p:nvPr/>
          </p:nvSpPr>
          <p:spPr>
            <a:xfrm>
              <a:off x="4516389" y="6313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9" name="pt3729"/>
            <p:cNvSpPr/>
            <p:nvPr/>
          </p:nvSpPr>
          <p:spPr>
            <a:xfrm>
              <a:off x="4640923" y="6268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0" name="pt3730"/>
            <p:cNvSpPr/>
            <p:nvPr/>
          </p:nvSpPr>
          <p:spPr>
            <a:xfrm>
              <a:off x="4542634" y="6296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1" name="pt3731"/>
            <p:cNvSpPr/>
            <p:nvPr/>
          </p:nvSpPr>
          <p:spPr>
            <a:xfrm>
              <a:off x="4548938" y="62973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2" name="pt3732"/>
            <p:cNvSpPr/>
            <p:nvPr/>
          </p:nvSpPr>
          <p:spPr>
            <a:xfrm>
              <a:off x="4664242" y="62759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3" name="pt3733"/>
            <p:cNvSpPr/>
            <p:nvPr/>
          </p:nvSpPr>
          <p:spPr>
            <a:xfrm>
              <a:off x="4581414" y="6289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4" name="pt3734"/>
            <p:cNvSpPr/>
            <p:nvPr/>
          </p:nvSpPr>
          <p:spPr>
            <a:xfrm>
              <a:off x="4503874" y="6302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5" name="pt3735"/>
            <p:cNvSpPr/>
            <p:nvPr/>
          </p:nvSpPr>
          <p:spPr>
            <a:xfrm>
              <a:off x="4531012" y="6295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6" name="pt3736"/>
            <p:cNvSpPr/>
            <p:nvPr/>
          </p:nvSpPr>
          <p:spPr>
            <a:xfrm>
              <a:off x="4573165" y="6267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7" name="pt3737"/>
            <p:cNvSpPr/>
            <p:nvPr/>
          </p:nvSpPr>
          <p:spPr>
            <a:xfrm>
              <a:off x="4538178" y="62812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8" name="pt3738"/>
            <p:cNvSpPr/>
            <p:nvPr/>
          </p:nvSpPr>
          <p:spPr>
            <a:xfrm>
              <a:off x="4566607" y="6311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9" name="pt3739"/>
            <p:cNvSpPr/>
            <p:nvPr/>
          </p:nvSpPr>
          <p:spPr>
            <a:xfrm>
              <a:off x="4616056" y="62578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0" name="pt3740"/>
            <p:cNvSpPr/>
            <p:nvPr/>
          </p:nvSpPr>
          <p:spPr>
            <a:xfrm>
              <a:off x="4795914" y="61056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1" name="pt3741"/>
            <p:cNvSpPr/>
            <p:nvPr/>
          </p:nvSpPr>
          <p:spPr>
            <a:xfrm>
              <a:off x="4537129" y="63106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2" name="pt3742"/>
            <p:cNvSpPr/>
            <p:nvPr/>
          </p:nvSpPr>
          <p:spPr>
            <a:xfrm>
              <a:off x="4562826" y="62858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3" name="pt3743"/>
            <p:cNvSpPr/>
            <p:nvPr/>
          </p:nvSpPr>
          <p:spPr>
            <a:xfrm>
              <a:off x="4870672" y="6048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4" name="pt3744"/>
            <p:cNvSpPr/>
            <p:nvPr/>
          </p:nvSpPr>
          <p:spPr>
            <a:xfrm>
              <a:off x="4525201" y="6316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5" name="pt3745"/>
            <p:cNvSpPr/>
            <p:nvPr/>
          </p:nvSpPr>
          <p:spPr>
            <a:xfrm>
              <a:off x="4592404" y="6299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6" name="pt3746"/>
            <p:cNvSpPr/>
            <p:nvPr/>
          </p:nvSpPr>
          <p:spPr>
            <a:xfrm>
              <a:off x="4557169" y="6283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7" name="pt3747"/>
            <p:cNvSpPr/>
            <p:nvPr/>
          </p:nvSpPr>
          <p:spPr>
            <a:xfrm>
              <a:off x="4743019" y="6117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8" name="pt3748"/>
            <p:cNvSpPr/>
            <p:nvPr/>
          </p:nvSpPr>
          <p:spPr>
            <a:xfrm>
              <a:off x="4577660" y="62061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9" name="pt3749"/>
            <p:cNvSpPr/>
            <p:nvPr/>
          </p:nvSpPr>
          <p:spPr>
            <a:xfrm>
              <a:off x="4543146" y="63297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0" name="pt3750"/>
            <p:cNvSpPr/>
            <p:nvPr/>
          </p:nvSpPr>
          <p:spPr>
            <a:xfrm>
              <a:off x="4555916" y="6265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1" name="pt3751"/>
            <p:cNvSpPr/>
            <p:nvPr/>
          </p:nvSpPr>
          <p:spPr>
            <a:xfrm>
              <a:off x="4545342" y="6317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2" name="pt3752"/>
            <p:cNvSpPr/>
            <p:nvPr/>
          </p:nvSpPr>
          <p:spPr>
            <a:xfrm>
              <a:off x="4646152" y="62748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3" name="pt3753"/>
            <p:cNvSpPr/>
            <p:nvPr/>
          </p:nvSpPr>
          <p:spPr>
            <a:xfrm>
              <a:off x="4563837" y="6313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4" name="pt3754"/>
            <p:cNvSpPr/>
            <p:nvPr/>
          </p:nvSpPr>
          <p:spPr>
            <a:xfrm>
              <a:off x="4786398" y="6183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5" name="pt3755"/>
            <p:cNvSpPr/>
            <p:nvPr/>
          </p:nvSpPr>
          <p:spPr>
            <a:xfrm>
              <a:off x="4537444" y="63273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6" name="pt3756"/>
            <p:cNvSpPr/>
            <p:nvPr/>
          </p:nvSpPr>
          <p:spPr>
            <a:xfrm>
              <a:off x="4784160" y="6002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7" name="pt3757"/>
            <p:cNvSpPr/>
            <p:nvPr/>
          </p:nvSpPr>
          <p:spPr>
            <a:xfrm>
              <a:off x="4570669" y="63047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8" name="pt3758"/>
            <p:cNvSpPr/>
            <p:nvPr/>
          </p:nvSpPr>
          <p:spPr>
            <a:xfrm>
              <a:off x="4572741" y="63064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9" name="pt3759"/>
            <p:cNvSpPr/>
            <p:nvPr/>
          </p:nvSpPr>
          <p:spPr>
            <a:xfrm>
              <a:off x="4536975" y="6254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0" name="pt3760"/>
            <p:cNvSpPr/>
            <p:nvPr/>
          </p:nvSpPr>
          <p:spPr>
            <a:xfrm>
              <a:off x="4814181" y="6223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1" name="pt3761"/>
            <p:cNvSpPr/>
            <p:nvPr/>
          </p:nvSpPr>
          <p:spPr>
            <a:xfrm>
              <a:off x="4560893" y="6292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2" name="pt3762"/>
            <p:cNvSpPr/>
            <p:nvPr/>
          </p:nvSpPr>
          <p:spPr>
            <a:xfrm>
              <a:off x="4554465" y="62402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3" name="pt3763"/>
            <p:cNvSpPr/>
            <p:nvPr/>
          </p:nvSpPr>
          <p:spPr>
            <a:xfrm>
              <a:off x="4706205" y="60883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4" name="pt3764"/>
            <p:cNvSpPr/>
            <p:nvPr/>
          </p:nvSpPr>
          <p:spPr>
            <a:xfrm>
              <a:off x="4615941" y="6276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5" name="pt3765"/>
            <p:cNvSpPr/>
            <p:nvPr/>
          </p:nvSpPr>
          <p:spPr>
            <a:xfrm>
              <a:off x="4564113" y="6189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6" name="pt3766"/>
            <p:cNvSpPr/>
            <p:nvPr/>
          </p:nvSpPr>
          <p:spPr>
            <a:xfrm>
              <a:off x="4575887" y="6313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7" name="pt3767"/>
            <p:cNvSpPr/>
            <p:nvPr/>
          </p:nvSpPr>
          <p:spPr>
            <a:xfrm>
              <a:off x="4563482" y="62787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8" name="pt3768"/>
            <p:cNvSpPr/>
            <p:nvPr/>
          </p:nvSpPr>
          <p:spPr>
            <a:xfrm>
              <a:off x="4543477" y="6304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9" name="pt3769"/>
            <p:cNvSpPr/>
            <p:nvPr/>
          </p:nvSpPr>
          <p:spPr>
            <a:xfrm>
              <a:off x="4541201" y="6317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0" name="pt3770"/>
            <p:cNvSpPr/>
            <p:nvPr/>
          </p:nvSpPr>
          <p:spPr>
            <a:xfrm>
              <a:off x="4561510" y="6266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1" name="pt3771"/>
            <p:cNvSpPr/>
            <p:nvPr/>
          </p:nvSpPr>
          <p:spPr>
            <a:xfrm>
              <a:off x="4847926" y="59123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2" name="pt3772"/>
            <p:cNvSpPr/>
            <p:nvPr/>
          </p:nvSpPr>
          <p:spPr>
            <a:xfrm>
              <a:off x="4562412" y="6332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3" name="pt3773"/>
            <p:cNvSpPr/>
            <p:nvPr/>
          </p:nvSpPr>
          <p:spPr>
            <a:xfrm>
              <a:off x="4560571" y="6314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4" name="pt3774"/>
            <p:cNvSpPr/>
            <p:nvPr/>
          </p:nvSpPr>
          <p:spPr>
            <a:xfrm>
              <a:off x="4556572" y="6303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5" name="pt3775"/>
            <p:cNvSpPr/>
            <p:nvPr/>
          </p:nvSpPr>
          <p:spPr>
            <a:xfrm>
              <a:off x="4548536" y="63141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6" name="pt3776"/>
            <p:cNvSpPr/>
            <p:nvPr/>
          </p:nvSpPr>
          <p:spPr>
            <a:xfrm>
              <a:off x="4553175" y="6296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7" name="pt3777"/>
            <p:cNvSpPr/>
            <p:nvPr/>
          </p:nvSpPr>
          <p:spPr>
            <a:xfrm>
              <a:off x="4615201" y="6282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8" name="pt3778"/>
            <p:cNvSpPr/>
            <p:nvPr/>
          </p:nvSpPr>
          <p:spPr>
            <a:xfrm>
              <a:off x="4544340" y="63175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9" name="pt3779"/>
            <p:cNvSpPr/>
            <p:nvPr/>
          </p:nvSpPr>
          <p:spPr>
            <a:xfrm>
              <a:off x="4553944" y="62996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0" name="pt3780"/>
            <p:cNvSpPr/>
            <p:nvPr/>
          </p:nvSpPr>
          <p:spPr>
            <a:xfrm>
              <a:off x="4925851" y="61733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1" name="pt3781"/>
            <p:cNvSpPr/>
            <p:nvPr/>
          </p:nvSpPr>
          <p:spPr>
            <a:xfrm>
              <a:off x="4535583" y="6286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2" name="pt3782"/>
            <p:cNvSpPr/>
            <p:nvPr/>
          </p:nvSpPr>
          <p:spPr>
            <a:xfrm>
              <a:off x="4672880" y="6265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3" name="pt3783"/>
            <p:cNvSpPr/>
            <p:nvPr/>
          </p:nvSpPr>
          <p:spPr>
            <a:xfrm>
              <a:off x="4581209" y="62789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4" name="pt3784"/>
            <p:cNvSpPr/>
            <p:nvPr/>
          </p:nvSpPr>
          <p:spPr>
            <a:xfrm>
              <a:off x="4528260" y="6282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5" name="pt3785"/>
            <p:cNvSpPr/>
            <p:nvPr/>
          </p:nvSpPr>
          <p:spPr>
            <a:xfrm>
              <a:off x="4565535" y="6292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6" name="pt3786"/>
            <p:cNvSpPr/>
            <p:nvPr/>
          </p:nvSpPr>
          <p:spPr>
            <a:xfrm>
              <a:off x="4554458" y="6284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7" name="pt3787"/>
            <p:cNvSpPr/>
            <p:nvPr/>
          </p:nvSpPr>
          <p:spPr>
            <a:xfrm>
              <a:off x="4535810" y="63004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8" name="pt3788"/>
            <p:cNvSpPr/>
            <p:nvPr/>
          </p:nvSpPr>
          <p:spPr>
            <a:xfrm>
              <a:off x="4881239" y="6080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9" name="pt3789"/>
            <p:cNvSpPr/>
            <p:nvPr/>
          </p:nvSpPr>
          <p:spPr>
            <a:xfrm>
              <a:off x="4671181" y="6279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0" name="pt3790"/>
            <p:cNvSpPr/>
            <p:nvPr/>
          </p:nvSpPr>
          <p:spPr>
            <a:xfrm>
              <a:off x="4743184" y="6137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1" name="pt3791"/>
            <p:cNvSpPr/>
            <p:nvPr/>
          </p:nvSpPr>
          <p:spPr>
            <a:xfrm>
              <a:off x="4555762" y="62500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2" name="pt3792"/>
            <p:cNvSpPr/>
            <p:nvPr/>
          </p:nvSpPr>
          <p:spPr>
            <a:xfrm>
              <a:off x="4522939" y="6291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3" name="pt3793"/>
            <p:cNvSpPr/>
            <p:nvPr/>
          </p:nvSpPr>
          <p:spPr>
            <a:xfrm>
              <a:off x="4538450" y="6310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4" name="pt3794"/>
            <p:cNvSpPr/>
            <p:nvPr/>
          </p:nvSpPr>
          <p:spPr>
            <a:xfrm>
              <a:off x="4732183" y="5764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5" name="pt3795"/>
            <p:cNvSpPr/>
            <p:nvPr/>
          </p:nvSpPr>
          <p:spPr>
            <a:xfrm>
              <a:off x="4529496" y="6294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6" name="pt3796"/>
            <p:cNvSpPr/>
            <p:nvPr/>
          </p:nvSpPr>
          <p:spPr>
            <a:xfrm>
              <a:off x="4571147" y="62931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7" name="pt3797"/>
            <p:cNvSpPr/>
            <p:nvPr/>
          </p:nvSpPr>
          <p:spPr>
            <a:xfrm>
              <a:off x="4698522" y="6176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8" name="pt3798"/>
            <p:cNvSpPr/>
            <p:nvPr/>
          </p:nvSpPr>
          <p:spPr>
            <a:xfrm>
              <a:off x="4705814" y="6190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9" name="pt3799"/>
            <p:cNvSpPr/>
            <p:nvPr/>
          </p:nvSpPr>
          <p:spPr>
            <a:xfrm>
              <a:off x="4585841" y="6240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0" name="pt3800"/>
            <p:cNvSpPr/>
            <p:nvPr/>
          </p:nvSpPr>
          <p:spPr>
            <a:xfrm>
              <a:off x="4521610" y="6300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1" name="pt3801"/>
            <p:cNvSpPr/>
            <p:nvPr/>
          </p:nvSpPr>
          <p:spPr>
            <a:xfrm>
              <a:off x="4513449" y="6313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2" name="pt3802"/>
            <p:cNvSpPr/>
            <p:nvPr/>
          </p:nvSpPr>
          <p:spPr>
            <a:xfrm>
              <a:off x="4563848" y="6088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3" name="pt3803"/>
            <p:cNvSpPr/>
            <p:nvPr/>
          </p:nvSpPr>
          <p:spPr>
            <a:xfrm>
              <a:off x="4530261" y="6309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4" name="pt3804"/>
            <p:cNvSpPr/>
            <p:nvPr/>
          </p:nvSpPr>
          <p:spPr>
            <a:xfrm>
              <a:off x="4622036" y="6251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5" name="pt3805"/>
            <p:cNvSpPr/>
            <p:nvPr/>
          </p:nvSpPr>
          <p:spPr>
            <a:xfrm>
              <a:off x="4547396" y="63174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6" name="pt3806"/>
            <p:cNvSpPr/>
            <p:nvPr/>
          </p:nvSpPr>
          <p:spPr>
            <a:xfrm>
              <a:off x="4523178" y="62713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7" name="pt3807"/>
            <p:cNvSpPr/>
            <p:nvPr/>
          </p:nvSpPr>
          <p:spPr>
            <a:xfrm>
              <a:off x="4589780" y="62711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8" name="pt3808"/>
            <p:cNvSpPr/>
            <p:nvPr/>
          </p:nvSpPr>
          <p:spPr>
            <a:xfrm>
              <a:off x="4559076" y="6303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9" name="pt3809"/>
            <p:cNvSpPr/>
            <p:nvPr/>
          </p:nvSpPr>
          <p:spPr>
            <a:xfrm>
              <a:off x="4695088" y="6137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0" name="pt3810"/>
            <p:cNvSpPr/>
            <p:nvPr/>
          </p:nvSpPr>
          <p:spPr>
            <a:xfrm>
              <a:off x="4612143" y="62677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1" name="pt3811"/>
            <p:cNvSpPr/>
            <p:nvPr/>
          </p:nvSpPr>
          <p:spPr>
            <a:xfrm>
              <a:off x="4559932" y="6310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2" name="pt3812"/>
            <p:cNvSpPr/>
            <p:nvPr/>
          </p:nvSpPr>
          <p:spPr>
            <a:xfrm>
              <a:off x="4592604" y="6264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3" name="pt3813"/>
            <p:cNvSpPr/>
            <p:nvPr/>
          </p:nvSpPr>
          <p:spPr>
            <a:xfrm>
              <a:off x="4532240" y="62998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4" name="pt3814"/>
            <p:cNvSpPr/>
            <p:nvPr/>
          </p:nvSpPr>
          <p:spPr>
            <a:xfrm>
              <a:off x="4551112" y="6280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5" name="pt3815"/>
            <p:cNvSpPr/>
            <p:nvPr/>
          </p:nvSpPr>
          <p:spPr>
            <a:xfrm>
              <a:off x="4544922" y="63140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6" name="pt3816"/>
            <p:cNvSpPr/>
            <p:nvPr/>
          </p:nvSpPr>
          <p:spPr>
            <a:xfrm>
              <a:off x="4631184" y="6241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7" name="pt3817"/>
            <p:cNvSpPr/>
            <p:nvPr/>
          </p:nvSpPr>
          <p:spPr>
            <a:xfrm>
              <a:off x="4634396" y="62445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8" name="pt3818"/>
            <p:cNvSpPr/>
            <p:nvPr/>
          </p:nvSpPr>
          <p:spPr>
            <a:xfrm>
              <a:off x="4550253" y="63057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9" name="pt3819"/>
            <p:cNvSpPr/>
            <p:nvPr/>
          </p:nvSpPr>
          <p:spPr>
            <a:xfrm>
              <a:off x="4557356" y="6315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0" name="pt3820"/>
            <p:cNvSpPr/>
            <p:nvPr/>
          </p:nvSpPr>
          <p:spPr>
            <a:xfrm>
              <a:off x="4570200" y="6300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1" name="pt3821"/>
            <p:cNvSpPr/>
            <p:nvPr/>
          </p:nvSpPr>
          <p:spPr>
            <a:xfrm>
              <a:off x="4647905" y="6244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2" name="pt3822"/>
            <p:cNvSpPr/>
            <p:nvPr/>
          </p:nvSpPr>
          <p:spPr>
            <a:xfrm>
              <a:off x="4626577" y="6291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3" name="pt3823"/>
            <p:cNvSpPr/>
            <p:nvPr/>
          </p:nvSpPr>
          <p:spPr>
            <a:xfrm>
              <a:off x="4578372" y="62338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4" name="pt3824"/>
            <p:cNvSpPr/>
            <p:nvPr/>
          </p:nvSpPr>
          <p:spPr>
            <a:xfrm>
              <a:off x="4586180" y="62292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5" name="pt3825"/>
            <p:cNvSpPr/>
            <p:nvPr/>
          </p:nvSpPr>
          <p:spPr>
            <a:xfrm>
              <a:off x="4569424" y="6324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6" name="pt3826"/>
            <p:cNvSpPr/>
            <p:nvPr/>
          </p:nvSpPr>
          <p:spPr>
            <a:xfrm>
              <a:off x="4714125" y="6152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7" name="pt3827"/>
            <p:cNvSpPr/>
            <p:nvPr/>
          </p:nvSpPr>
          <p:spPr>
            <a:xfrm>
              <a:off x="4542151" y="6306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8" name="pt3828"/>
            <p:cNvSpPr/>
            <p:nvPr/>
          </p:nvSpPr>
          <p:spPr>
            <a:xfrm>
              <a:off x="4527412" y="6302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9" name="pt3829"/>
            <p:cNvSpPr/>
            <p:nvPr/>
          </p:nvSpPr>
          <p:spPr>
            <a:xfrm>
              <a:off x="4584277" y="62796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0" name="pt3830"/>
            <p:cNvSpPr/>
            <p:nvPr/>
          </p:nvSpPr>
          <p:spPr>
            <a:xfrm>
              <a:off x="4514109" y="6286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1" name="pt3831"/>
            <p:cNvSpPr/>
            <p:nvPr/>
          </p:nvSpPr>
          <p:spPr>
            <a:xfrm>
              <a:off x="4542402" y="6320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2" name="pt3832"/>
            <p:cNvSpPr/>
            <p:nvPr/>
          </p:nvSpPr>
          <p:spPr>
            <a:xfrm>
              <a:off x="4547184" y="62673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3" name="pt3833"/>
            <p:cNvSpPr/>
            <p:nvPr/>
          </p:nvSpPr>
          <p:spPr>
            <a:xfrm>
              <a:off x="4535056" y="61430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4" name="pt3834"/>
            <p:cNvSpPr/>
            <p:nvPr/>
          </p:nvSpPr>
          <p:spPr>
            <a:xfrm>
              <a:off x="4560327" y="6249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5" name="pt3835"/>
            <p:cNvSpPr/>
            <p:nvPr/>
          </p:nvSpPr>
          <p:spPr>
            <a:xfrm>
              <a:off x="4526981" y="6306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6" name="pt3836"/>
            <p:cNvSpPr/>
            <p:nvPr/>
          </p:nvSpPr>
          <p:spPr>
            <a:xfrm>
              <a:off x="4573736" y="6284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7" name="pt3837"/>
            <p:cNvSpPr/>
            <p:nvPr/>
          </p:nvSpPr>
          <p:spPr>
            <a:xfrm>
              <a:off x="4632869" y="6213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8" name="pt3838"/>
            <p:cNvSpPr/>
            <p:nvPr/>
          </p:nvSpPr>
          <p:spPr>
            <a:xfrm>
              <a:off x="4552603" y="63024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9" name="pt3839"/>
            <p:cNvSpPr/>
            <p:nvPr/>
          </p:nvSpPr>
          <p:spPr>
            <a:xfrm>
              <a:off x="4669363" y="6284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0" name="pt3840"/>
            <p:cNvSpPr/>
            <p:nvPr/>
          </p:nvSpPr>
          <p:spPr>
            <a:xfrm>
              <a:off x="4919923" y="6114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1" name="pt3841"/>
            <p:cNvSpPr/>
            <p:nvPr/>
          </p:nvSpPr>
          <p:spPr>
            <a:xfrm>
              <a:off x="4626346" y="6276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2" name="pt3842"/>
            <p:cNvSpPr/>
            <p:nvPr/>
          </p:nvSpPr>
          <p:spPr>
            <a:xfrm>
              <a:off x="4559957" y="6273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3" name="pt3843"/>
            <p:cNvSpPr/>
            <p:nvPr/>
          </p:nvSpPr>
          <p:spPr>
            <a:xfrm>
              <a:off x="4567122" y="6276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4" name="pt3844"/>
            <p:cNvSpPr/>
            <p:nvPr/>
          </p:nvSpPr>
          <p:spPr>
            <a:xfrm>
              <a:off x="4588187" y="6320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5" name="pt3845"/>
            <p:cNvSpPr/>
            <p:nvPr/>
          </p:nvSpPr>
          <p:spPr>
            <a:xfrm>
              <a:off x="4556783" y="63017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6" name="pt3846"/>
            <p:cNvSpPr/>
            <p:nvPr/>
          </p:nvSpPr>
          <p:spPr>
            <a:xfrm>
              <a:off x="4570192" y="6302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7" name="pt3847"/>
            <p:cNvSpPr/>
            <p:nvPr/>
          </p:nvSpPr>
          <p:spPr>
            <a:xfrm>
              <a:off x="4875541" y="6203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8" name="pt3848"/>
            <p:cNvSpPr/>
            <p:nvPr/>
          </p:nvSpPr>
          <p:spPr>
            <a:xfrm>
              <a:off x="4554190" y="62989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9" name="pt3849"/>
            <p:cNvSpPr/>
            <p:nvPr/>
          </p:nvSpPr>
          <p:spPr>
            <a:xfrm>
              <a:off x="4793040" y="6043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0" name="pt3850"/>
            <p:cNvSpPr/>
            <p:nvPr/>
          </p:nvSpPr>
          <p:spPr>
            <a:xfrm>
              <a:off x="4604598" y="6290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1" name="pt3851"/>
            <p:cNvSpPr/>
            <p:nvPr/>
          </p:nvSpPr>
          <p:spPr>
            <a:xfrm>
              <a:off x="4583063" y="6276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2" name="pt3852"/>
            <p:cNvSpPr/>
            <p:nvPr/>
          </p:nvSpPr>
          <p:spPr>
            <a:xfrm>
              <a:off x="4556386" y="63022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3" name="pt3853"/>
            <p:cNvSpPr/>
            <p:nvPr/>
          </p:nvSpPr>
          <p:spPr>
            <a:xfrm>
              <a:off x="4522823" y="6312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4" name="pt3854"/>
            <p:cNvSpPr/>
            <p:nvPr/>
          </p:nvSpPr>
          <p:spPr>
            <a:xfrm>
              <a:off x="4573444" y="6292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5" name="pt3855"/>
            <p:cNvSpPr/>
            <p:nvPr/>
          </p:nvSpPr>
          <p:spPr>
            <a:xfrm>
              <a:off x="4555071" y="62697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6" name="pt3856"/>
            <p:cNvSpPr/>
            <p:nvPr/>
          </p:nvSpPr>
          <p:spPr>
            <a:xfrm>
              <a:off x="4570397" y="6290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7" name="pt3857"/>
            <p:cNvSpPr/>
            <p:nvPr/>
          </p:nvSpPr>
          <p:spPr>
            <a:xfrm>
              <a:off x="4589848" y="6258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8" name="pt3858"/>
            <p:cNvSpPr/>
            <p:nvPr/>
          </p:nvSpPr>
          <p:spPr>
            <a:xfrm>
              <a:off x="4560147" y="6277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9" name="pt3859"/>
            <p:cNvSpPr/>
            <p:nvPr/>
          </p:nvSpPr>
          <p:spPr>
            <a:xfrm>
              <a:off x="4610025" y="6232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0" name="pt3860"/>
            <p:cNvSpPr/>
            <p:nvPr/>
          </p:nvSpPr>
          <p:spPr>
            <a:xfrm>
              <a:off x="4532740" y="6319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1" name="pt3861"/>
            <p:cNvSpPr/>
            <p:nvPr/>
          </p:nvSpPr>
          <p:spPr>
            <a:xfrm>
              <a:off x="4528300" y="63076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2" name="pt3862"/>
            <p:cNvSpPr/>
            <p:nvPr/>
          </p:nvSpPr>
          <p:spPr>
            <a:xfrm>
              <a:off x="4764162" y="62777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3" name="pt3863"/>
            <p:cNvSpPr/>
            <p:nvPr/>
          </p:nvSpPr>
          <p:spPr>
            <a:xfrm>
              <a:off x="4532557" y="6309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4" name="pt3864"/>
            <p:cNvSpPr/>
            <p:nvPr/>
          </p:nvSpPr>
          <p:spPr>
            <a:xfrm>
              <a:off x="4708897" y="61380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5" name="pt3865"/>
            <p:cNvSpPr/>
            <p:nvPr/>
          </p:nvSpPr>
          <p:spPr>
            <a:xfrm>
              <a:off x="4802805" y="6048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6" name="pt3866"/>
            <p:cNvSpPr/>
            <p:nvPr/>
          </p:nvSpPr>
          <p:spPr>
            <a:xfrm>
              <a:off x="4621887" y="6229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7" name="pt3867"/>
            <p:cNvSpPr/>
            <p:nvPr/>
          </p:nvSpPr>
          <p:spPr>
            <a:xfrm>
              <a:off x="4721410" y="6242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8" name="pt3868"/>
            <p:cNvSpPr/>
            <p:nvPr/>
          </p:nvSpPr>
          <p:spPr>
            <a:xfrm>
              <a:off x="4537615" y="6292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9" name="pt3869"/>
            <p:cNvSpPr/>
            <p:nvPr/>
          </p:nvSpPr>
          <p:spPr>
            <a:xfrm>
              <a:off x="4652158" y="6271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0" name="pt3870"/>
            <p:cNvSpPr/>
            <p:nvPr/>
          </p:nvSpPr>
          <p:spPr>
            <a:xfrm>
              <a:off x="4558715" y="6295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1" name="pt3871"/>
            <p:cNvSpPr/>
            <p:nvPr/>
          </p:nvSpPr>
          <p:spPr>
            <a:xfrm>
              <a:off x="4552068" y="6310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2" name="pt3872"/>
            <p:cNvSpPr/>
            <p:nvPr/>
          </p:nvSpPr>
          <p:spPr>
            <a:xfrm>
              <a:off x="4585994" y="62603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3" name="pt3873"/>
            <p:cNvSpPr/>
            <p:nvPr/>
          </p:nvSpPr>
          <p:spPr>
            <a:xfrm>
              <a:off x="4556139" y="6297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4" name="pt3874"/>
            <p:cNvSpPr/>
            <p:nvPr/>
          </p:nvSpPr>
          <p:spPr>
            <a:xfrm>
              <a:off x="4657256" y="6186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5" name="pt3875"/>
            <p:cNvSpPr/>
            <p:nvPr/>
          </p:nvSpPr>
          <p:spPr>
            <a:xfrm>
              <a:off x="4703405" y="62864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6" name="pt3876"/>
            <p:cNvSpPr/>
            <p:nvPr/>
          </p:nvSpPr>
          <p:spPr>
            <a:xfrm>
              <a:off x="4780782" y="6181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7" name="pt3877"/>
            <p:cNvSpPr/>
            <p:nvPr/>
          </p:nvSpPr>
          <p:spPr>
            <a:xfrm>
              <a:off x="4716798" y="61803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8" name="pt3878"/>
            <p:cNvSpPr/>
            <p:nvPr/>
          </p:nvSpPr>
          <p:spPr>
            <a:xfrm>
              <a:off x="4533727" y="6275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9" name="pt3879"/>
            <p:cNvSpPr/>
            <p:nvPr/>
          </p:nvSpPr>
          <p:spPr>
            <a:xfrm>
              <a:off x="4528211" y="62958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0" name="pt3880"/>
            <p:cNvSpPr/>
            <p:nvPr/>
          </p:nvSpPr>
          <p:spPr>
            <a:xfrm>
              <a:off x="4608312" y="6284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1" name="pt3881"/>
            <p:cNvSpPr/>
            <p:nvPr/>
          </p:nvSpPr>
          <p:spPr>
            <a:xfrm>
              <a:off x="4542335" y="6280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2" name="pt3882"/>
            <p:cNvSpPr/>
            <p:nvPr/>
          </p:nvSpPr>
          <p:spPr>
            <a:xfrm>
              <a:off x="4540217" y="62914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3" name="pt3883"/>
            <p:cNvSpPr/>
            <p:nvPr/>
          </p:nvSpPr>
          <p:spPr>
            <a:xfrm>
              <a:off x="4644561" y="6251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4" name="pt3884"/>
            <p:cNvSpPr/>
            <p:nvPr/>
          </p:nvSpPr>
          <p:spPr>
            <a:xfrm>
              <a:off x="4544036" y="6316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5" name="pt3885"/>
            <p:cNvSpPr/>
            <p:nvPr/>
          </p:nvSpPr>
          <p:spPr>
            <a:xfrm>
              <a:off x="4576416" y="6256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6" name="pt3886"/>
            <p:cNvSpPr/>
            <p:nvPr/>
          </p:nvSpPr>
          <p:spPr>
            <a:xfrm>
              <a:off x="4549227" y="62665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7" name="pt3887"/>
            <p:cNvSpPr/>
            <p:nvPr/>
          </p:nvSpPr>
          <p:spPr>
            <a:xfrm>
              <a:off x="4655512" y="6174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8" name="pt3888"/>
            <p:cNvSpPr/>
            <p:nvPr/>
          </p:nvSpPr>
          <p:spPr>
            <a:xfrm>
              <a:off x="4786714" y="58019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9" name="pt3889"/>
            <p:cNvSpPr/>
            <p:nvPr/>
          </p:nvSpPr>
          <p:spPr>
            <a:xfrm>
              <a:off x="4713366" y="5932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0" name="pt3890"/>
            <p:cNvSpPr/>
            <p:nvPr/>
          </p:nvSpPr>
          <p:spPr>
            <a:xfrm>
              <a:off x="4730077" y="62446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1" name="pt3891"/>
            <p:cNvSpPr/>
            <p:nvPr/>
          </p:nvSpPr>
          <p:spPr>
            <a:xfrm>
              <a:off x="4544427" y="6325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2" name="pt3892"/>
            <p:cNvSpPr/>
            <p:nvPr/>
          </p:nvSpPr>
          <p:spPr>
            <a:xfrm>
              <a:off x="4557627" y="6312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3" name="pt3893"/>
            <p:cNvSpPr/>
            <p:nvPr/>
          </p:nvSpPr>
          <p:spPr>
            <a:xfrm>
              <a:off x="4529649" y="6276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4" name="pt3894"/>
            <p:cNvSpPr/>
            <p:nvPr/>
          </p:nvSpPr>
          <p:spPr>
            <a:xfrm>
              <a:off x="4564104" y="6248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5" name="pt3895"/>
            <p:cNvSpPr/>
            <p:nvPr/>
          </p:nvSpPr>
          <p:spPr>
            <a:xfrm>
              <a:off x="4553511" y="62999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6" name="pt3896"/>
            <p:cNvSpPr/>
            <p:nvPr/>
          </p:nvSpPr>
          <p:spPr>
            <a:xfrm>
              <a:off x="4741276" y="6028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7" name="pt3897"/>
            <p:cNvSpPr/>
            <p:nvPr/>
          </p:nvSpPr>
          <p:spPr>
            <a:xfrm>
              <a:off x="4537990" y="63030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8" name="pt3898"/>
            <p:cNvSpPr/>
            <p:nvPr/>
          </p:nvSpPr>
          <p:spPr>
            <a:xfrm>
              <a:off x="4541935" y="62477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9" name="pt3899"/>
            <p:cNvSpPr/>
            <p:nvPr/>
          </p:nvSpPr>
          <p:spPr>
            <a:xfrm>
              <a:off x="4631634" y="6153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0" name="pt3900"/>
            <p:cNvSpPr/>
            <p:nvPr/>
          </p:nvSpPr>
          <p:spPr>
            <a:xfrm>
              <a:off x="4535653" y="6300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1" name="pt3901"/>
            <p:cNvSpPr/>
            <p:nvPr/>
          </p:nvSpPr>
          <p:spPr>
            <a:xfrm>
              <a:off x="4594729" y="6235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2" name="pt3902"/>
            <p:cNvSpPr/>
            <p:nvPr/>
          </p:nvSpPr>
          <p:spPr>
            <a:xfrm>
              <a:off x="4572513" y="6272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3" name="pt3903"/>
            <p:cNvSpPr/>
            <p:nvPr/>
          </p:nvSpPr>
          <p:spPr>
            <a:xfrm>
              <a:off x="4525166" y="6324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4" name="pt3904"/>
            <p:cNvSpPr/>
            <p:nvPr/>
          </p:nvSpPr>
          <p:spPr>
            <a:xfrm>
              <a:off x="4563084" y="62891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5" name="pt3905"/>
            <p:cNvSpPr/>
            <p:nvPr/>
          </p:nvSpPr>
          <p:spPr>
            <a:xfrm>
              <a:off x="4538289" y="63211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6" name="pt3906"/>
            <p:cNvSpPr/>
            <p:nvPr/>
          </p:nvSpPr>
          <p:spPr>
            <a:xfrm>
              <a:off x="4524627" y="6305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7" name="pt3907"/>
            <p:cNvSpPr/>
            <p:nvPr/>
          </p:nvSpPr>
          <p:spPr>
            <a:xfrm>
              <a:off x="4537344" y="6303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8" name="pt3908"/>
            <p:cNvSpPr/>
            <p:nvPr/>
          </p:nvSpPr>
          <p:spPr>
            <a:xfrm>
              <a:off x="4551142" y="6295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9" name="pt3909"/>
            <p:cNvSpPr/>
            <p:nvPr/>
          </p:nvSpPr>
          <p:spPr>
            <a:xfrm>
              <a:off x="4672960" y="6205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0" name="pt3910"/>
            <p:cNvSpPr/>
            <p:nvPr/>
          </p:nvSpPr>
          <p:spPr>
            <a:xfrm>
              <a:off x="4565095" y="6232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1" name="pt3911"/>
            <p:cNvSpPr/>
            <p:nvPr/>
          </p:nvSpPr>
          <p:spPr>
            <a:xfrm>
              <a:off x="4733076" y="6223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2" name="pt3912"/>
            <p:cNvSpPr/>
            <p:nvPr/>
          </p:nvSpPr>
          <p:spPr>
            <a:xfrm>
              <a:off x="4639381" y="6278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3" name="pt3913"/>
            <p:cNvSpPr/>
            <p:nvPr/>
          </p:nvSpPr>
          <p:spPr>
            <a:xfrm>
              <a:off x="4558839" y="6298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4" name="pt3914"/>
            <p:cNvSpPr/>
            <p:nvPr/>
          </p:nvSpPr>
          <p:spPr>
            <a:xfrm>
              <a:off x="4550806" y="5993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5" name="pt3915"/>
            <p:cNvSpPr/>
            <p:nvPr/>
          </p:nvSpPr>
          <p:spPr>
            <a:xfrm>
              <a:off x="4586373" y="6252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6" name="pt3916"/>
            <p:cNvSpPr/>
            <p:nvPr/>
          </p:nvSpPr>
          <p:spPr>
            <a:xfrm>
              <a:off x="4551808" y="6282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7" name="pt3917"/>
            <p:cNvSpPr/>
            <p:nvPr/>
          </p:nvSpPr>
          <p:spPr>
            <a:xfrm>
              <a:off x="4538673" y="62980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8" name="pt3918"/>
            <p:cNvSpPr/>
            <p:nvPr/>
          </p:nvSpPr>
          <p:spPr>
            <a:xfrm>
              <a:off x="4772013" y="62284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9" name="pt3919"/>
            <p:cNvSpPr/>
            <p:nvPr/>
          </p:nvSpPr>
          <p:spPr>
            <a:xfrm>
              <a:off x="4557516" y="6282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0" name="pt3920"/>
            <p:cNvSpPr/>
            <p:nvPr/>
          </p:nvSpPr>
          <p:spPr>
            <a:xfrm>
              <a:off x="4563286" y="6297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1" name="pt3921"/>
            <p:cNvSpPr/>
            <p:nvPr/>
          </p:nvSpPr>
          <p:spPr>
            <a:xfrm>
              <a:off x="4529018" y="62251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2" name="pt3922"/>
            <p:cNvSpPr/>
            <p:nvPr/>
          </p:nvSpPr>
          <p:spPr>
            <a:xfrm>
              <a:off x="4543614" y="62872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3" name="pt3923"/>
            <p:cNvSpPr/>
            <p:nvPr/>
          </p:nvSpPr>
          <p:spPr>
            <a:xfrm>
              <a:off x="4553508" y="6260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4" name="pt3924"/>
            <p:cNvSpPr/>
            <p:nvPr/>
          </p:nvSpPr>
          <p:spPr>
            <a:xfrm>
              <a:off x="4801047" y="6098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5" name="pt3925"/>
            <p:cNvSpPr/>
            <p:nvPr/>
          </p:nvSpPr>
          <p:spPr>
            <a:xfrm>
              <a:off x="4581549" y="6303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6" name="pt3926"/>
            <p:cNvSpPr/>
            <p:nvPr/>
          </p:nvSpPr>
          <p:spPr>
            <a:xfrm>
              <a:off x="4711531" y="6005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7" name="pt3927"/>
            <p:cNvSpPr/>
            <p:nvPr/>
          </p:nvSpPr>
          <p:spPr>
            <a:xfrm>
              <a:off x="4577902" y="6307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8" name="pt3928"/>
            <p:cNvSpPr/>
            <p:nvPr/>
          </p:nvSpPr>
          <p:spPr>
            <a:xfrm>
              <a:off x="4537331" y="63128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9" name="pt3929"/>
            <p:cNvSpPr/>
            <p:nvPr/>
          </p:nvSpPr>
          <p:spPr>
            <a:xfrm>
              <a:off x="4573984" y="6292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0" name="pt3930"/>
            <p:cNvSpPr/>
            <p:nvPr/>
          </p:nvSpPr>
          <p:spPr>
            <a:xfrm>
              <a:off x="4552167" y="6094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1" name="pt3931"/>
            <p:cNvSpPr/>
            <p:nvPr/>
          </p:nvSpPr>
          <p:spPr>
            <a:xfrm>
              <a:off x="4544617" y="6304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2" name="pt3932"/>
            <p:cNvSpPr/>
            <p:nvPr/>
          </p:nvSpPr>
          <p:spPr>
            <a:xfrm>
              <a:off x="4519588" y="62953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3" name="pt3933"/>
            <p:cNvSpPr/>
            <p:nvPr/>
          </p:nvSpPr>
          <p:spPr>
            <a:xfrm>
              <a:off x="4530563" y="6295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4" name="pt3934"/>
            <p:cNvSpPr/>
            <p:nvPr/>
          </p:nvSpPr>
          <p:spPr>
            <a:xfrm>
              <a:off x="4538182" y="63068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5" name="pt3935"/>
            <p:cNvSpPr/>
            <p:nvPr/>
          </p:nvSpPr>
          <p:spPr>
            <a:xfrm>
              <a:off x="4539252" y="63287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6" name="pt3936"/>
            <p:cNvSpPr/>
            <p:nvPr/>
          </p:nvSpPr>
          <p:spPr>
            <a:xfrm>
              <a:off x="4609727" y="6244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7" name="pt3937"/>
            <p:cNvSpPr/>
            <p:nvPr/>
          </p:nvSpPr>
          <p:spPr>
            <a:xfrm>
              <a:off x="4528114" y="63127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8" name="pt3938"/>
            <p:cNvSpPr/>
            <p:nvPr/>
          </p:nvSpPr>
          <p:spPr>
            <a:xfrm>
              <a:off x="4692890" y="6169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9" name="pt3939"/>
            <p:cNvSpPr/>
            <p:nvPr/>
          </p:nvSpPr>
          <p:spPr>
            <a:xfrm>
              <a:off x="4727111" y="6199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0" name="pt3940"/>
            <p:cNvSpPr/>
            <p:nvPr/>
          </p:nvSpPr>
          <p:spPr>
            <a:xfrm>
              <a:off x="4556309" y="6299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1" name="pt3941"/>
            <p:cNvSpPr/>
            <p:nvPr/>
          </p:nvSpPr>
          <p:spPr>
            <a:xfrm>
              <a:off x="4531585" y="6309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2" name="pt3942"/>
            <p:cNvSpPr/>
            <p:nvPr/>
          </p:nvSpPr>
          <p:spPr>
            <a:xfrm>
              <a:off x="4526484" y="6307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3" name="pt3943"/>
            <p:cNvSpPr/>
            <p:nvPr/>
          </p:nvSpPr>
          <p:spPr>
            <a:xfrm>
              <a:off x="4547064" y="6318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4" name="pt3944"/>
            <p:cNvSpPr/>
            <p:nvPr/>
          </p:nvSpPr>
          <p:spPr>
            <a:xfrm>
              <a:off x="4690593" y="62369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5" name="pt3945"/>
            <p:cNvSpPr/>
            <p:nvPr/>
          </p:nvSpPr>
          <p:spPr>
            <a:xfrm>
              <a:off x="4578194" y="63006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6" name="pt3946"/>
            <p:cNvSpPr/>
            <p:nvPr/>
          </p:nvSpPr>
          <p:spPr>
            <a:xfrm>
              <a:off x="4543678" y="6303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7" name="pt3947"/>
            <p:cNvSpPr/>
            <p:nvPr/>
          </p:nvSpPr>
          <p:spPr>
            <a:xfrm>
              <a:off x="4614735" y="6181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8" name="pt3948"/>
            <p:cNvSpPr/>
            <p:nvPr/>
          </p:nvSpPr>
          <p:spPr>
            <a:xfrm>
              <a:off x="4733803" y="61294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9" name="pt3949"/>
            <p:cNvSpPr/>
            <p:nvPr/>
          </p:nvSpPr>
          <p:spPr>
            <a:xfrm>
              <a:off x="4668987" y="6249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0" name="pt3950"/>
            <p:cNvSpPr/>
            <p:nvPr/>
          </p:nvSpPr>
          <p:spPr>
            <a:xfrm>
              <a:off x="4488244" y="63077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1" name="pt3951"/>
            <p:cNvSpPr/>
            <p:nvPr/>
          </p:nvSpPr>
          <p:spPr>
            <a:xfrm>
              <a:off x="4535468" y="6289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2" name="pt3952"/>
            <p:cNvSpPr/>
            <p:nvPr/>
          </p:nvSpPr>
          <p:spPr>
            <a:xfrm>
              <a:off x="4566623" y="6306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3" name="pt3953"/>
            <p:cNvSpPr/>
            <p:nvPr/>
          </p:nvSpPr>
          <p:spPr>
            <a:xfrm>
              <a:off x="4535935" y="6304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4" name="rc3954"/>
            <p:cNvSpPr/>
            <p:nvPr/>
          </p:nvSpPr>
          <p:spPr>
            <a:xfrm>
              <a:off x="4484649" y="6466064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55" name="pl3955"/>
            <p:cNvSpPr/>
            <p:nvPr/>
          </p:nvSpPr>
          <p:spPr>
            <a:xfrm>
              <a:off x="4484649" y="708046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6" name="pl3956"/>
            <p:cNvSpPr/>
            <p:nvPr/>
          </p:nvSpPr>
          <p:spPr>
            <a:xfrm>
              <a:off x="4484649" y="692298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7" name="pl3957"/>
            <p:cNvSpPr/>
            <p:nvPr/>
          </p:nvSpPr>
          <p:spPr>
            <a:xfrm>
              <a:off x="4484649" y="676550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8" name="pl3958"/>
            <p:cNvSpPr/>
            <p:nvPr/>
          </p:nvSpPr>
          <p:spPr>
            <a:xfrm>
              <a:off x="4484649" y="660802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9" name="pl3959"/>
            <p:cNvSpPr/>
            <p:nvPr/>
          </p:nvSpPr>
          <p:spPr>
            <a:xfrm>
              <a:off x="4630610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0" name="pl3960"/>
            <p:cNvSpPr/>
            <p:nvPr/>
          </p:nvSpPr>
          <p:spPr>
            <a:xfrm>
              <a:off x="4835705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1" name="pl3961"/>
            <p:cNvSpPr/>
            <p:nvPr/>
          </p:nvSpPr>
          <p:spPr>
            <a:xfrm>
              <a:off x="5040800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2" name="pl3962"/>
            <p:cNvSpPr/>
            <p:nvPr/>
          </p:nvSpPr>
          <p:spPr>
            <a:xfrm>
              <a:off x="4484649" y="700172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3" name="pl3963"/>
            <p:cNvSpPr/>
            <p:nvPr/>
          </p:nvSpPr>
          <p:spPr>
            <a:xfrm>
              <a:off x="4484649" y="684424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4" name="pl3964"/>
            <p:cNvSpPr/>
            <p:nvPr/>
          </p:nvSpPr>
          <p:spPr>
            <a:xfrm>
              <a:off x="4484649" y="668676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5" name="pl3965"/>
            <p:cNvSpPr/>
            <p:nvPr/>
          </p:nvSpPr>
          <p:spPr>
            <a:xfrm>
              <a:off x="4484649" y="652928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6" name="pl3966"/>
            <p:cNvSpPr/>
            <p:nvPr/>
          </p:nvSpPr>
          <p:spPr>
            <a:xfrm>
              <a:off x="4528063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7" name="pl3967"/>
            <p:cNvSpPr/>
            <p:nvPr/>
          </p:nvSpPr>
          <p:spPr>
            <a:xfrm>
              <a:off x="4733158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8" name="pl3968"/>
            <p:cNvSpPr/>
            <p:nvPr/>
          </p:nvSpPr>
          <p:spPr>
            <a:xfrm>
              <a:off x="4938253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9" name="pt3969"/>
            <p:cNvSpPr/>
            <p:nvPr/>
          </p:nvSpPr>
          <p:spPr>
            <a:xfrm>
              <a:off x="4563590" y="6711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0" name="pt3970"/>
            <p:cNvSpPr/>
            <p:nvPr/>
          </p:nvSpPr>
          <p:spPr>
            <a:xfrm>
              <a:off x="4826127" y="66636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1" name="pt3971"/>
            <p:cNvSpPr/>
            <p:nvPr/>
          </p:nvSpPr>
          <p:spPr>
            <a:xfrm>
              <a:off x="4871038" y="6789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2" name="pt3972"/>
            <p:cNvSpPr/>
            <p:nvPr/>
          </p:nvSpPr>
          <p:spPr>
            <a:xfrm>
              <a:off x="4622548" y="68642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3" name="pt3973"/>
            <p:cNvSpPr/>
            <p:nvPr/>
          </p:nvSpPr>
          <p:spPr>
            <a:xfrm>
              <a:off x="4569855" y="6851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4" name="pt3974"/>
            <p:cNvSpPr/>
            <p:nvPr/>
          </p:nvSpPr>
          <p:spPr>
            <a:xfrm>
              <a:off x="4587004" y="6668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5" name="pt3975"/>
            <p:cNvSpPr/>
            <p:nvPr/>
          </p:nvSpPr>
          <p:spPr>
            <a:xfrm>
              <a:off x="4980399" y="6637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6" name="pt3976"/>
            <p:cNvSpPr/>
            <p:nvPr/>
          </p:nvSpPr>
          <p:spPr>
            <a:xfrm>
              <a:off x="4785322" y="6492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7" name="pt3977"/>
            <p:cNvSpPr/>
            <p:nvPr/>
          </p:nvSpPr>
          <p:spPr>
            <a:xfrm>
              <a:off x="4741139" y="6682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8" name="pt3978"/>
            <p:cNvSpPr/>
            <p:nvPr/>
          </p:nvSpPr>
          <p:spPr>
            <a:xfrm>
              <a:off x="4713401" y="66265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9" name="pt3979"/>
            <p:cNvSpPr/>
            <p:nvPr/>
          </p:nvSpPr>
          <p:spPr>
            <a:xfrm>
              <a:off x="4716546" y="6752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0" name="pt3980"/>
            <p:cNvSpPr/>
            <p:nvPr/>
          </p:nvSpPr>
          <p:spPr>
            <a:xfrm>
              <a:off x="4650440" y="6873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1" name="pt3981"/>
            <p:cNvSpPr/>
            <p:nvPr/>
          </p:nvSpPr>
          <p:spPr>
            <a:xfrm>
              <a:off x="4784317" y="6602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2" name="pt3982"/>
            <p:cNvSpPr/>
            <p:nvPr/>
          </p:nvSpPr>
          <p:spPr>
            <a:xfrm>
              <a:off x="4611697" y="68710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3" name="pt3983"/>
            <p:cNvSpPr/>
            <p:nvPr/>
          </p:nvSpPr>
          <p:spPr>
            <a:xfrm>
              <a:off x="4540760" y="6632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4" name="pt3984"/>
            <p:cNvSpPr/>
            <p:nvPr/>
          </p:nvSpPr>
          <p:spPr>
            <a:xfrm>
              <a:off x="4665027" y="6763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5" name="pt3985"/>
            <p:cNvSpPr/>
            <p:nvPr/>
          </p:nvSpPr>
          <p:spPr>
            <a:xfrm>
              <a:off x="4753668" y="6706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6" name="pt3986"/>
            <p:cNvSpPr/>
            <p:nvPr/>
          </p:nvSpPr>
          <p:spPr>
            <a:xfrm>
              <a:off x="4926495" y="6531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7" name="pt3987"/>
            <p:cNvSpPr/>
            <p:nvPr/>
          </p:nvSpPr>
          <p:spPr>
            <a:xfrm>
              <a:off x="4531306" y="6632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8" name="pt3988"/>
            <p:cNvSpPr/>
            <p:nvPr/>
          </p:nvSpPr>
          <p:spPr>
            <a:xfrm>
              <a:off x="4772686" y="6728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9" name="pt3989"/>
            <p:cNvSpPr/>
            <p:nvPr/>
          </p:nvSpPr>
          <p:spPr>
            <a:xfrm>
              <a:off x="4527970" y="6746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0" name="pt3990"/>
            <p:cNvSpPr/>
            <p:nvPr/>
          </p:nvSpPr>
          <p:spPr>
            <a:xfrm>
              <a:off x="4713028" y="66661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1" name="pt3991"/>
            <p:cNvSpPr/>
            <p:nvPr/>
          </p:nvSpPr>
          <p:spPr>
            <a:xfrm>
              <a:off x="4547324" y="6800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2" name="pt3992"/>
            <p:cNvSpPr/>
            <p:nvPr/>
          </p:nvSpPr>
          <p:spPr>
            <a:xfrm>
              <a:off x="4616056" y="6808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3" name="pt3993"/>
            <p:cNvSpPr/>
            <p:nvPr/>
          </p:nvSpPr>
          <p:spPr>
            <a:xfrm>
              <a:off x="4870672" y="6592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4" name="pt3994"/>
            <p:cNvSpPr/>
            <p:nvPr/>
          </p:nvSpPr>
          <p:spPr>
            <a:xfrm>
              <a:off x="4743019" y="6702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5" name="pt3995"/>
            <p:cNvSpPr/>
            <p:nvPr/>
          </p:nvSpPr>
          <p:spPr>
            <a:xfrm>
              <a:off x="4646152" y="6798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6" name="pt3996"/>
            <p:cNvSpPr/>
            <p:nvPr/>
          </p:nvSpPr>
          <p:spPr>
            <a:xfrm>
              <a:off x="4814181" y="6843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7" name="pt3997"/>
            <p:cNvSpPr/>
            <p:nvPr/>
          </p:nvSpPr>
          <p:spPr>
            <a:xfrm>
              <a:off x="4638759" y="6707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8" name="pt3998"/>
            <p:cNvSpPr/>
            <p:nvPr/>
          </p:nvSpPr>
          <p:spPr>
            <a:xfrm>
              <a:off x="4642484" y="68077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9" name="pt3999"/>
            <p:cNvSpPr/>
            <p:nvPr/>
          </p:nvSpPr>
          <p:spPr>
            <a:xfrm>
              <a:off x="4660764" y="6744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0" name="pt4000"/>
            <p:cNvSpPr/>
            <p:nvPr/>
          </p:nvSpPr>
          <p:spPr>
            <a:xfrm>
              <a:off x="4672880" y="6869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1" name="pt4001"/>
            <p:cNvSpPr/>
            <p:nvPr/>
          </p:nvSpPr>
          <p:spPr>
            <a:xfrm>
              <a:off x="4881239" y="6757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2" name="pt4002"/>
            <p:cNvSpPr/>
            <p:nvPr/>
          </p:nvSpPr>
          <p:spPr>
            <a:xfrm>
              <a:off x="4743184" y="66792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3" name="pt4003"/>
            <p:cNvSpPr/>
            <p:nvPr/>
          </p:nvSpPr>
          <p:spPr>
            <a:xfrm>
              <a:off x="4698522" y="67193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4" name="pt4004"/>
            <p:cNvSpPr/>
            <p:nvPr/>
          </p:nvSpPr>
          <p:spPr>
            <a:xfrm>
              <a:off x="4705814" y="6722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5" name="pt4005"/>
            <p:cNvSpPr/>
            <p:nvPr/>
          </p:nvSpPr>
          <p:spPr>
            <a:xfrm>
              <a:off x="4622036" y="6835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6" name="pt4006"/>
            <p:cNvSpPr/>
            <p:nvPr/>
          </p:nvSpPr>
          <p:spPr>
            <a:xfrm>
              <a:off x="4631184" y="6788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7" name="pt4007"/>
            <p:cNvSpPr/>
            <p:nvPr/>
          </p:nvSpPr>
          <p:spPr>
            <a:xfrm>
              <a:off x="4566607" y="6893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8" name="pt4008"/>
            <p:cNvSpPr/>
            <p:nvPr/>
          </p:nvSpPr>
          <p:spPr>
            <a:xfrm>
              <a:off x="4578372" y="6536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9" name="pt4009"/>
            <p:cNvSpPr/>
            <p:nvPr/>
          </p:nvSpPr>
          <p:spPr>
            <a:xfrm>
              <a:off x="4586180" y="6812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0" name="pt4010"/>
            <p:cNvSpPr/>
            <p:nvPr/>
          </p:nvSpPr>
          <p:spPr>
            <a:xfrm>
              <a:off x="4669363" y="6890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1" name="pt4011"/>
            <p:cNvSpPr/>
            <p:nvPr/>
          </p:nvSpPr>
          <p:spPr>
            <a:xfrm>
              <a:off x="4626346" y="6924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2" name="pt4012"/>
            <p:cNvSpPr/>
            <p:nvPr/>
          </p:nvSpPr>
          <p:spPr>
            <a:xfrm>
              <a:off x="4556783" y="68285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3" name="pt4013"/>
            <p:cNvSpPr/>
            <p:nvPr/>
          </p:nvSpPr>
          <p:spPr>
            <a:xfrm>
              <a:off x="4570192" y="6708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4" name="pt4014"/>
            <p:cNvSpPr/>
            <p:nvPr/>
          </p:nvSpPr>
          <p:spPr>
            <a:xfrm>
              <a:off x="4875541" y="6740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5" name="pt4015"/>
            <p:cNvSpPr/>
            <p:nvPr/>
          </p:nvSpPr>
          <p:spPr>
            <a:xfrm>
              <a:off x="4583063" y="6864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6" name="pt4016"/>
            <p:cNvSpPr/>
            <p:nvPr/>
          </p:nvSpPr>
          <p:spPr>
            <a:xfrm>
              <a:off x="4764162" y="6831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7" name="pt4017"/>
            <p:cNvSpPr/>
            <p:nvPr/>
          </p:nvSpPr>
          <p:spPr>
            <a:xfrm>
              <a:off x="4689670" y="67502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8" name="pt4018"/>
            <p:cNvSpPr/>
            <p:nvPr/>
          </p:nvSpPr>
          <p:spPr>
            <a:xfrm>
              <a:off x="4532557" y="6843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9" name="pt4019"/>
            <p:cNvSpPr/>
            <p:nvPr/>
          </p:nvSpPr>
          <p:spPr>
            <a:xfrm>
              <a:off x="4708897" y="6698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0" name="pt4020"/>
            <p:cNvSpPr/>
            <p:nvPr/>
          </p:nvSpPr>
          <p:spPr>
            <a:xfrm>
              <a:off x="4802805" y="6607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1" name="pt4021"/>
            <p:cNvSpPr/>
            <p:nvPr/>
          </p:nvSpPr>
          <p:spPr>
            <a:xfrm>
              <a:off x="4721410" y="6808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2" name="pt4022"/>
            <p:cNvSpPr/>
            <p:nvPr/>
          </p:nvSpPr>
          <p:spPr>
            <a:xfrm>
              <a:off x="4657256" y="6749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3" name="pt4023"/>
            <p:cNvSpPr/>
            <p:nvPr/>
          </p:nvSpPr>
          <p:spPr>
            <a:xfrm>
              <a:off x="4703405" y="6885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4" name="pt4024"/>
            <p:cNvSpPr/>
            <p:nvPr/>
          </p:nvSpPr>
          <p:spPr>
            <a:xfrm>
              <a:off x="4780782" y="67113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5" name="pt4025"/>
            <p:cNvSpPr/>
            <p:nvPr/>
          </p:nvSpPr>
          <p:spPr>
            <a:xfrm>
              <a:off x="4533727" y="66353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6" name="pt4026"/>
            <p:cNvSpPr/>
            <p:nvPr/>
          </p:nvSpPr>
          <p:spPr>
            <a:xfrm>
              <a:off x="4528211" y="6824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7" name="pt4027"/>
            <p:cNvSpPr/>
            <p:nvPr/>
          </p:nvSpPr>
          <p:spPr>
            <a:xfrm>
              <a:off x="4608312" y="6886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8" name="pt4028"/>
            <p:cNvSpPr/>
            <p:nvPr/>
          </p:nvSpPr>
          <p:spPr>
            <a:xfrm>
              <a:off x="4644561" y="68211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9" name="pt4029"/>
            <p:cNvSpPr/>
            <p:nvPr/>
          </p:nvSpPr>
          <p:spPr>
            <a:xfrm>
              <a:off x="4786714" y="6470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0" name="pt4030"/>
            <p:cNvSpPr/>
            <p:nvPr/>
          </p:nvSpPr>
          <p:spPr>
            <a:xfrm>
              <a:off x="4730077" y="6768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1" name="pt4031"/>
            <p:cNvSpPr/>
            <p:nvPr/>
          </p:nvSpPr>
          <p:spPr>
            <a:xfrm>
              <a:off x="4537990" y="6871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2" name="pt4032"/>
            <p:cNvSpPr/>
            <p:nvPr/>
          </p:nvSpPr>
          <p:spPr>
            <a:xfrm>
              <a:off x="4631634" y="66635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3" name="pt4033"/>
            <p:cNvSpPr/>
            <p:nvPr/>
          </p:nvSpPr>
          <p:spPr>
            <a:xfrm>
              <a:off x="4672960" y="6796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4" name="pt4034"/>
            <p:cNvSpPr/>
            <p:nvPr/>
          </p:nvSpPr>
          <p:spPr>
            <a:xfrm>
              <a:off x="4733076" y="67893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5" name="pt4035"/>
            <p:cNvSpPr/>
            <p:nvPr/>
          </p:nvSpPr>
          <p:spPr>
            <a:xfrm>
              <a:off x="4586373" y="6536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6" name="pt4036"/>
            <p:cNvSpPr/>
            <p:nvPr/>
          </p:nvSpPr>
          <p:spPr>
            <a:xfrm>
              <a:off x="4772013" y="6794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7" name="pt4037"/>
            <p:cNvSpPr/>
            <p:nvPr/>
          </p:nvSpPr>
          <p:spPr>
            <a:xfrm>
              <a:off x="4621407" y="6847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8" name="pt4038"/>
            <p:cNvSpPr/>
            <p:nvPr/>
          </p:nvSpPr>
          <p:spPr>
            <a:xfrm>
              <a:off x="4557516" y="6676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9" name="pt4039"/>
            <p:cNvSpPr/>
            <p:nvPr/>
          </p:nvSpPr>
          <p:spPr>
            <a:xfrm>
              <a:off x="4573984" y="6783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0" name="pt4040"/>
            <p:cNvSpPr/>
            <p:nvPr/>
          </p:nvSpPr>
          <p:spPr>
            <a:xfrm>
              <a:off x="4727111" y="6794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1" name="pt4041"/>
            <p:cNvSpPr/>
            <p:nvPr/>
          </p:nvSpPr>
          <p:spPr>
            <a:xfrm>
              <a:off x="4690593" y="6821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2" name="pt4042"/>
            <p:cNvSpPr/>
            <p:nvPr/>
          </p:nvSpPr>
          <p:spPr>
            <a:xfrm>
              <a:off x="4668987" y="6874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3" name="rc4043"/>
            <p:cNvSpPr/>
            <p:nvPr/>
          </p:nvSpPr>
          <p:spPr>
            <a:xfrm>
              <a:off x="4484649" y="7171286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44" name="pl4044"/>
            <p:cNvSpPr/>
            <p:nvPr/>
          </p:nvSpPr>
          <p:spPr>
            <a:xfrm>
              <a:off x="4484649" y="775367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5" name="pl4045"/>
            <p:cNvSpPr/>
            <p:nvPr/>
          </p:nvSpPr>
          <p:spPr>
            <a:xfrm>
              <a:off x="4484649" y="757340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6" name="pl4046"/>
            <p:cNvSpPr/>
            <p:nvPr/>
          </p:nvSpPr>
          <p:spPr>
            <a:xfrm>
              <a:off x="4484649" y="739314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7" name="pl4047"/>
            <p:cNvSpPr/>
            <p:nvPr/>
          </p:nvSpPr>
          <p:spPr>
            <a:xfrm>
              <a:off x="4484649" y="721288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8" name="pl4048"/>
            <p:cNvSpPr/>
            <p:nvPr/>
          </p:nvSpPr>
          <p:spPr>
            <a:xfrm>
              <a:off x="4630610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9" name="pl4049"/>
            <p:cNvSpPr/>
            <p:nvPr/>
          </p:nvSpPr>
          <p:spPr>
            <a:xfrm>
              <a:off x="4835705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0" name="pl4050"/>
            <p:cNvSpPr/>
            <p:nvPr/>
          </p:nvSpPr>
          <p:spPr>
            <a:xfrm>
              <a:off x="5040800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1" name="pl4051"/>
            <p:cNvSpPr/>
            <p:nvPr/>
          </p:nvSpPr>
          <p:spPr>
            <a:xfrm>
              <a:off x="4484649" y="766353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2" name="pl4052"/>
            <p:cNvSpPr/>
            <p:nvPr/>
          </p:nvSpPr>
          <p:spPr>
            <a:xfrm>
              <a:off x="4484649" y="748327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3" name="pl4053"/>
            <p:cNvSpPr/>
            <p:nvPr/>
          </p:nvSpPr>
          <p:spPr>
            <a:xfrm>
              <a:off x="4484649" y="730301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4" name="pl4054"/>
            <p:cNvSpPr/>
            <p:nvPr/>
          </p:nvSpPr>
          <p:spPr>
            <a:xfrm>
              <a:off x="4528063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5" name="pl4055"/>
            <p:cNvSpPr/>
            <p:nvPr/>
          </p:nvSpPr>
          <p:spPr>
            <a:xfrm>
              <a:off x="4733158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6" name="pl4056"/>
            <p:cNvSpPr/>
            <p:nvPr/>
          </p:nvSpPr>
          <p:spPr>
            <a:xfrm>
              <a:off x="4938253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7" name="pt4057"/>
            <p:cNvSpPr/>
            <p:nvPr/>
          </p:nvSpPr>
          <p:spPr>
            <a:xfrm>
              <a:off x="4563590" y="7357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8" name="pt4058"/>
            <p:cNvSpPr/>
            <p:nvPr/>
          </p:nvSpPr>
          <p:spPr>
            <a:xfrm>
              <a:off x="4826127" y="7417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9" name="pt4059"/>
            <p:cNvSpPr/>
            <p:nvPr/>
          </p:nvSpPr>
          <p:spPr>
            <a:xfrm>
              <a:off x="4871038" y="7506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0" name="pt4060"/>
            <p:cNvSpPr/>
            <p:nvPr/>
          </p:nvSpPr>
          <p:spPr>
            <a:xfrm>
              <a:off x="4622548" y="76017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1" name="pt4061"/>
            <p:cNvSpPr/>
            <p:nvPr/>
          </p:nvSpPr>
          <p:spPr>
            <a:xfrm>
              <a:off x="4569855" y="7528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2" name="pt4062"/>
            <p:cNvSpPr/>
            <p:nvPr/>
          </p:nvSpPr>
          <p:spPr>
            <a:xfrm>
              <a:off x="4587004" y="7315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3" name="pt4063"/>
            <p:cNvSpPr/>
            <p:nvPr/>
          </p:nvSpPr>
          <p:spPr>
            <a:xfrm>
              <a:off x="4980399" y="73143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4" name="pt4064"/>
            <p:cNvSpPr/>
            <p:nvPr/>
          </p:nvSpPr>
          <p:spPr>
            <a:xfrm>
              <a:off x="4785322" y="72868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5" name="pt4065"/>
            <p:cNvSpPr/>
            <p:nvPr/>
          </p:nvSpPr>
          <p:spPr>
            <a:xfrm>
              <a:off x="4741139" y="7362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6" name="pt4066"/>
            <p:cNvSpPr/>
            <p:nvPr/>
          </p:nvSpPr>
          <p:spPr>
            <a:xfrm>
              <a:off x="4713401" y="7259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7" name="pt4067"/>
            <p:cNvSpPr/>
            <p:nvPr/>
          </p:nvSpPr>
          <p:spPr>
            <a:xfrm>
              <a:off x="4716546" y="7493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8" name="pt4068"/>
            <p:cNvSpPr/>
            <p:nvPr/>
          </p:nvSpPr>
          <p:spPr>
            <a:xfrm>
              <a:off x="4650440" y="7608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9" name="pt4069"/>
            <p:cNvSpPr/>
            <p:nvPr/>
          </p:nvSpPr>
          <p:spPr>
            <a:xfrm>
              <a:off x="4784317" y="7282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0" name="pt4070"/>
            <p:cNvSpPr/>
            <p:nvPr/>
          </p:nvSpPr>
          <p:spPr>
            <a:xfrm>
              <a:off x="4611697" y="75813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1" name="pt4071"/>
            <p:cNvSpPr/>
            <p:nvPr/>
          </p:nvSpPr>
          <p:spPr>
            <a:xfrm>
              <a:off x="4540760" y="7352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2" name="pt4072"/>
            <p:cNvSpPr/>
            <p:nvPr/>
          </p:nvSpPr>
          <p:spPr>
            <a:xfrm>
              <a:off x="4665027" y="73969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3" name="pt4073"/>
            <p:cNvSpPr/>
            <p:nvPr/>
          </p:nvSpPr>
          <p:spPr>
            <a:xfrm>
              <a:off x="4753668" y="7396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4" name="pt4074"/>
            <p:cNvSpPr/>
            <p:nvPr/>
          </p:nvSpPr>
          <p:spPr>
            <a:xfrm>
              <a:off x="4926495" y="72127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5" name="pt4075"/>
            <p:cNvSpPr/>
            <p:nvPr/>
          </p:nvSpPr>
          <p:spPr>
            <a:xfrm>
              <a:off x="4531306" y="73558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6" name="pt4076"/>
            <p:cNvSpPr/>
            <p:nvPr/>
          </p:nvSpPr>
          <p:spPr>
            <a:xfrm>
              <a:off x="4772686" y="7437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7" name="pt4077"/>
            <p:cNvSpPr/>
            <p:nvPr/>
          </p:nvSpPr>
          <p:spPr>
            <a:xfrm>
              <a:off x="4527970" y="7497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8" name="pt4078"/>
            <p:cNvSpPr/>
            <p:nvPr/>
          </p:nvSpPr>
          <p:spPr>
            <a:xfrm>
              <a:off x="4713028" y="74310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9" name="pt4079"/>
            <p:cNvSpPr/>
            <p:nvPr/>
          </p:nvSpPr>
          <p:spPr>
            <a:xfrm>
              <a:off x="4547324" y="75358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0" name="pt4080"/>
            <p:cNvSpPr/>
            <p:nvPr/>
          </p:nvSpPr>
          <p:spPr>
            <a:xfrm>
              <a:off x="4616056" y="7575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1" name="pt4081"/>
            <p:cNvSpPr/>
            <p:nvPr/>
          </p:nvSpPr>
          <p:spPr>
            <a:xfrm>
              <a:off x="4870672" y="7273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2" name="pt4082"/>
            <p:cNvSpPr/>
            <p:nvPr/>
          </p:nvSpPr>
          <p:spPr>
            <a:xfrm>
              <a:off x="4743019" y="73801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3" name="pt4083"/>
            <p:cNvSpPr/>
            <p:nvPr/>
          </p:nvSpPr>
          <p:spPr>
            <a:xfrm>
              <a:off x="4646152" y="7417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4" name="pt4084"/>
            <p:cNvSpPr/>
            <p:nvPr/>
          </p:nvSpPr>
          <p:spPr>
            <a:xfrm>
              <a:off x="4814181" y="7623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5" name="pt4085"/>
            <p:cNvSpPr/>
            <p:nvPr/>
          </p:nvSpPr>
          <p:spPr>
            <a:xfrm>
              <a:off x="4638759" y="7441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6" name="pt4086"/>
            <p:cNvSpPr/>
            <p:nvPr/>
          </p:nvSpPr>
          <p:spPr>
            <a:xfrm>
              <a:off x="4642484" y="7585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7" name="pt4087"/>
            <p:cNvSpPr/>
            <p:nvPr/>
          </p:nvSpPr>
          <p:spPr>
            <a:xfrm>
              <a:off x="4660764" y="7465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8" name="pt4088"/>
            <p:cNvSpPr/>
            <p:nvPr/>
          </p:nvSpPr>
          <p:spPr>
            <a:xfrm>
              <a:off x="4672880" y="7582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9" name="pt4089"/>
            <p:cNvSpPr/>
            <p:nvPr/>
          </p:nvSpPr>
          <p:spPr>
            <a:xfrm>
              <a:off x="4881239" y="75533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0" name="pt4090"/>
            <p:cNvSpPr/>
            <p:nvPr/>
          </p:nvSpPr>
          <p:spPr>
            <a:xfrm>
              <a:off x="4743184" y="7432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1" name="pt4091"/>
            <p:cNvSpPr/>
            <p:nvPr/>
          </p:nvSpPr>
          <p:spPr>
            <a:xfrm>
              <a:off x="4698522" y="7496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2" name="pt4092"/>
            <p:cNvSpPr/>
            <p:nvPr/>
          </p:nvSpPr>
          <p:spPr>
            <a:xfrm>
              <a:off x="4705814" y="74138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3" name="pt4093"/>
            <p:cNvSpPr/>
            <p:nvPr/>
          </p:nvSpPr>
          <p:spPr>
            <a:xfrm>
              <a:off x="4622036" y="7619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4" name="pt4094"/>
            <p:cNvSpPr/>
            <p:nvPr/>
          </p:nvSpPr>
          <p:spPr>
            <a:xfrm>
              <a:off x="4631184" y="7550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5" name="pt4095"/>
            <p:cNvSpPr/>
            <p:nvPr/>
          </p:nvSpPr>
          <p:spPr>
            <a:xfrm>
              <a:off x="4566607" y="7675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6" name="pt4096"/>
            <p:cNvSpPr/>
            <p:nvPr/>
          </p:nvSpPr>
          <p:spPr>
            <a:xfrm>
              <a:off x="4578372" y="7270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7" name="pt4097"/>
            <p:cNvSpPr/>
            <p:nvPr/>
          </p:nvSpPr>
          <p:spPr>
            <a:xfrm>
              <a:off x="4586180" y="7614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8" name="pt4098"/>
            <p:cNvSpPr/>
            <p:nvPr/>
          </p:nvSpPr>
          <p:spPr>
            <a:xfrm>
              <a:off x="4669363" y="7618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9" name="pt4099"/>
            <p:cNvSpPr/>
            <p:nvPr/>
          </p:nvSpPr>
          <p:spPr>
            <a:xfrm>
              <a:off x="4626346" y="7626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0" name="pt4100"/>
            <p:cNvSpPr/>
            <p:nvPr/>
          </p:nvSpPr>
          <p:spPr>
            <a:xfrm>
              <a:off x="4556783" y="77532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1" name="pt4101"/>
            <p:cNvSpPr/>
            <p:nvPr/>
          </p:nvSpPr>
          <p:spPr>
            <a:xfrm>
              <a:off x="4570192" y="7511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2" name="pt4102"/>
            <p:cNvSpPr/>
            <p:nvPr/>
          </p:nvSpPr>
          <p:spPr>
            <a:xfrm>
              <a:off x="4875541" y="7384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3" name="pt4103"/>
            <p:cNvSpPr/>
            <p:nvPr/>
          </p:nvSpPr>
          <p:spPr>
            <a:xfrm>
              <a:off x="4583063" y="7662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4" name="pt4104"/>
            <p:cNvSpPr/>
            <p:nvPr/>
          </p:nvSpPr>
          <p:spPr>
            <a:xfrm>
              <a:off x="4764162" y="7553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5" name="pt4105"/>
            <p:cNvSpPr/>
            <p:nvPr/>
          </p:nvSpPr>
          <p:spPr>
            <a:xfrm>
              <a:off x="4689670" y="74858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6" name="pt4106"/>
            <p:cNvSpPr/>
            <p:nvPr/>
          </p:nvSpPr>
          <p:spPr>
            <a:xfrm>
              <a:off x="4532557" y="76189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7" name="pt4107"/>
            <p:cNvSpPr/>
            <p:nvPr/>
          </p:nvSpPr>
          <p:spPr>
            <a:xfrm>
              <a:off x="4708897" y="7411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8" name="pt4108"/>
            <p:cNvSpPr/>
            <p:nvPr/>
          </p:nvSpPr>
          <p:spPr>
            <a:xfrm>
              <a:off x="4802805" y="7276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9" name="pt4109"/>
            <p:cNvSpPr/>
            <p:nvPr/>
          </p:nvSpPr>
          <p:spPr>
            <a:xfrm>
              <a:off x="4721410" y="7541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0" name="pt4110"/>
            <p:cNvSpPr/>
            <p:nvPr/>
          </p:nvSpPr>
          <p:spPr>
            <a:xfrm>
              <a:off x="4657256" y="7500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1" name="pt4111"/>
            <p:cNvSpPr/>
            <p:nvPr/>
          </p:nvSpPr>
          <p:spPr>
            <a:xfrm>
              <a:off x="4703405" y="7617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2" name="pt4112"/>
            <p:cNvSpPr/>
            <p:nvPr/>
          </p:nvSpPr>
          <p:spPr>
            <a:xfrm>
              <a:off x="4780782" y="7422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3" name="pt4113"/>
            <p:cNvSpPr/>
            <p:nvPr/>
          </p:nvSpPr>
          <p:spPr>
            <a:xfrm>
              <a:off x="4533727" y="73721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4" name="pt4114"/>
            <p:cNvSpPr/>
            <p:nvPr/>
          </p:nvSpPr>
          <p:spPr>
            <a:xfrm>
              <a:off x="4528211" y="7602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5" name="pt4115"/>
            <p:cNvSpPr/>
            <p:nvPr/>
          </p:nvSpPr>
          <p:spPr>
            <a:xfrm>
              <a:off x="4608312" y="76381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6" name="pt4116"/>
            <p:cNvSpPr/>
            <p:nvPr/>
          </p:nvSpPr>
          <p:spPr>
            <a:xfrm>
              <a:off x="4644561" y="75588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7" name="pt4117"/>
            <p:cNvSpPr/>
            <p:nvPr/>
          </p:nvSpPr>
          <p:spPr>
            <a:xfrm>
              <a:off x="4786714" y="72482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8" name="pt4118"/>
            <p:cNvSpPr/>
            <p:nvPr/>
          </p:nvSpPr>
          <p:spPr>
            <a:xfrm>
              <a:off x="4730077" y="7562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9" name="pt4119"/>
            <p:cNvSpPr/>
            <p:nvPr/>
          </p:nvSpPr>
          <p:spPr>
            <a:xfrm>
              <a:off x="4537990" y="7517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0" name="pt4120"/>
            <p:cNvSpPr/>
            <p:nvPr/>
          </p:nvSpPr>
          <p:spPr>
            <a:xfrm>
              <a:off x="4631634" y="73978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1" name="pt4121"/>
            <p:cNvSpPr/>
            <p:nvPr/>
          </p:nvSpPr>
          <p:spPr>
            <a:xfrm>
              <a:off x="4672960" y="7537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2" name="pt4122"/>
            <p:cNvSpPr/>
            <p:nvPr/>
          </p:nvSpPr>
          <p:spPr>
            <a:xfrm>
              <a:off x="4733076" y="75351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3" name="pt4123"/>
            <p:cNvSpPr/>
            <p:nvPr/>
          </p:nvSpPr>
          <p:spPr>
            <a:xfrm>
              <a:off x="4586373" y="7229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4" name="pt4124"/>
            <p:cNvSpPr/>
            <p:nvPr/>
          </p:nvSpPr>
          <p:spPr>
            <a:xfrm>
              <a:off x="4772013" y="7492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5" name="pt4125"/>
            <p:cNvSpPr/>
            <p:nvPr/>
          </p:nvSpPr>
          <p:spPr>
            <a:xfrm>
              <a:off x="4621407" y="7582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6" name="pt4126"/>
            <p:cNvSpPr/>
            <p:nvPr/>
          </p:nvSpPr>
          <p:spPr>
            <a:xfrm>
              <a:off x="4557516" y="7523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7" name="pt4127"/>
            <p:cNvSpPr/>
            <p:nvPr/>
          </p:nvSpPr>
          <p:spPr>
            <a:xfrm>
              <a:off x="4573984" y="7590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8" name="pt4128"/>
            <p:cNvSpPr/>
            <p:nvPr/>
          </p:nvSpPr>
          <p:spPr>
            <a:xfrm>
              <a:off x="4727111" y="7554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9" name="pt4129"/>
            <p:cNvSpPr/>
            <p:nvPr/>
          </p:nvSpPr>
          <p:spPr>
            <a:xfrm>
              <a:off x="4690593" y="75181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0" name="pt4130"/>
            <p:cNvSpPr/>
            <p:nvPr/>
          </p:nvSpPr>
          <p:spPr>
            <a:xfrm>
              <a:off x="4668987" y="7645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1" name="rc4131"/>
            <p:cNvSpPr/>
            <p:nvPr/>
          </p:nvSpPr>
          <p:spPr>
            <a:xfrm>
              <a:off x="4484649" y="7876508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32" name="pl4132"/>
            <p:cNvSpPr/>
            <p:nvPr/>
          </p:nvSpPr>
          <p:spPr>
            <a:xfrm>
              <a:off x="4484649" y="845271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3" name="pl4133"/>
            <p:cNvSpPr/>
            <p:nvPr/>
          </p:nvSpPr>
          <p:spPr>
            <a:xfrm>
              <a:off x="4484649" y="833936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4" name="pl4134"/>
            <p:cNvSpPr/>
            <p:nvPr/>
          </p:nvSpPr>
          <p:spPr>
            <a:xfrm>
              <a:off x="4484649" y="822601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5" name="pl4135"/>
            <p:cNvSpPr/>
            <p:nvPr/>
          </p:nvSpPr>
          <p:spPr>
            <a:xfrm>
              <a:off x="4484649" y="811266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6" name="pl4136"/>
            <p:cNvSpPr/>
            <p:nvPr/>
          </p:nvSpPr>
          <p:spPr>
            <a:xfrm>
              <a:off x="4484649" y="799930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7" name="pl4137"/>
            <p:cNvSpPr/>
            <p:nvPr/>
          </p:nvSpPr>
          <p:spPr>
            <a:xfrm>
              <a:off x="4484649" y="788595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8" name="pl4138"/>
            <p:cNvSpPr/>
            <p:nvPr/>
          </p:nvSpPr>
          <p:spPr>
            <a:xfrm>
              <a:off x="4630610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9" name="pl4139"/>
            <p:cNvSpPr/>
            <p:nvPr/>
          </p:nvSpPr>
          <p:spPr>
            <a:xfrm>
              <a:off x="4835705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0" name="pl4140"/>
            <p:cNvSpPr/>
            <p:nvPr/>
          </p:nvSpPr>
          <p:spPr>
            <a:xfrm>
              <a:off x="5040800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1" name="pl4141"/>
            <p:cNvSpPr/>
            <p:nvPr/>
          </p:nvSpPr>
          <p:spPr>
            <a:xfrm>
              <a:off x="4484649" y="850939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2" name="pl4142"/>
            <p:cNvSpPr/>
            <p:nvPr/>
          </p:nvSpPr>
          <p:spPr>
            <a:xfrm>
              <a:off x="4484649" y="839604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3" name="pl4143"/>
            <p:cNvSpPr/>
            <p:nvPr/>
          </p:nvSpPr>
          <p:spPr>
            <a:xfrm>
              <a:off x="4484649" y="828268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4" name="pl4144"/>
            <p:cNvSpPr/>
            <p:nvPr/>
          </p:nvSpPr>
          <p:spPr>
            <a:xfrm>
              <a:off x="4484649" y="816933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5" name="pl4145"/>
            <p:cNvSpPr/>
            <p:nvPr/>
          </p:nvSpPr>
          <p:spPr>
            <a:xfrm>
              <a:off x="4484649" y="805598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6" name="pl4146"/>
            <p:cNvSpPr/>
            <p:nvPr/>
          </p:nvSpPr>
          <p:spPr>
            <a:xfrm>
              <a:off x="4484649" y="794263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7" name="pl4147"/>
            <p:cNvSpPr/>
            <p:nvPr/>
          </p:nvSpPr>
          <p:spPr>
            <a:xfrm>
              <a:off x="4528063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8" name="pl4148"/>
            <p:cNvSpPr/>
            <p:nvPr/>
          </p:nvSpPr>
          <p:spPr>
            <a:xfrm>
              <a:off x="4733158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9" name="pl4149"/>
            <p:cNvSpPr/>
            <p:nvPr/>
          </p:nvSpPr>
          <p:spPr>
            <a:xfrm>
              <a:off x="4938253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0" name="pt4150"/>
            <p:cNvSpPr/>
            <p:nvPr/>
          </p:nvSpPr>
          <p:spPr>
            <a:xfrm>
              <a:off x="4573819" y="80353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1" name="pt4151"/>
            <p:cNvSpPr/>
            <p:nvPr/>
          </p:nvSpPr>
          <p:spPr>
            <a:xfrm>
              <a:off x="4719443" y="81619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2" name="pt4152"/>
            <p:cNvSpPr/>
            <p:nvPr/>
          </p:nvSpPr>
          <p:spPr>
            <a:xfrm>
              <a:off x="4563590" y="7957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3" name="pt4153"/>
            <p:cNvSpPr/>
            <p:nvPr/>
          </p:nvSpPr>
          <p:spPr>
            <a:xfrm>
              <a:off x="4636266" y="81458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4" name="pt4154"/>
            <p:cNvSpPr/>
            <p:nvPr/>
          </p:nvSpPr>
          <p:spPr>
            <a:xfrm>
              <a:off x="4565928" y="7980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5" name="pt4155"/>
            <p:cNvSpPr/>
            <p:nvPr/>
          </p:nvSpPr>
          <p:spPr>
            <a:xfrm>
              <a:off x="4725290" y="8050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6" name="pt4156"/>
            <p:cNvSpPr/>
            <p:nvPr/>
          </p:nvSpPr>
          <p:spPr>
            <a:xfrm>
              <a:off x="4539670" y="81304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7" name="pt4157"/>
            <p:cNvSpPr/>
            <p:nvPr/>
          </p:nvSpPr>
          <p:spPr>
            <a:xfrm>
              <a:off x="4826127" y="7967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8" name="pt4158"/>
            <p:cNvSpPr/>
            <p:nvPr/>
          </p:nvSpPr>
          <p:spPr>
            <a:xfrm>
              <a:off x="4650224" y="8081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9" name="pt4159"/>
            <p:cNvSpPr/>
            <p:nvPr/>
          </p:nvSpPr>
          <p:spPr>
            <a:xfrm>
              <a:off x="4871038" y="7922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0" name="pt4160"/>
            <p:cNvSpPr/>
            <p:nvPr/>
          </p:nvSpPr>
          <p:spPr>
            <a:xfrm>
              <a:off x="4622548" y="8196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1" name="pt4161"/>
            <p:cNvSpPr/>
            <p:nvPr/>
          </p:nvSpPr>
          <p:spPr>
            <a:xfrm>
              <a:off x="4548764" y="81004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2" name="pt4162"/>
            <p:cNvSpPr/>
            <p:nvPr/>
          </p:nvSpPr>
          <p:spPr>
            <a:xfrm>
              <a:off x="4560422" y="82316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3" name="pt4163"/>
            <p:cNvSpPr/>
            <p:nvPr/>
          </p:nvSpPr>
          <p:spPr>
            <a:xfrm>
              <a:off x="4564159" y="8108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4" name="pt4164"/>
            <p:cNvSpPr/>
            <p:nvPr/>
          </p:nvSpPr>
          <p:spPr>
            <a:xfrm>
              <a:off x="4552540" y="8021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5" name="pt4165"/>
            <p:cNvSpPr/>
            <p:nvPr/>
          </p:nvSpPr>
          <p:spPr>
            <a:xfrm>
              <a:off x="4531507" y="81815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6" name="pt4166"/>
            <p:cNvSpPr/>
            <p:nvPr/>
          </p:nvSpPr>
          <p:spPr>
            <a:xfrm>
              <a:off x="4569855" y="7885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7" name="pt4167"/>
            <p:cNvSpPr/>
            <p:nvPr/>
          </p:nvSpPr>
          <p:spPr>
            <a:xfrm>
              <a:off x="4587004" y="8250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8" name="pt4168"/>
            <p:cNvSpPr/>
            <p:nvPr/>
          </p:nvSpPr>
          <p:spPr>
            <a:xfrm>
              <a:off x="4558982" y="79858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9" name="pt4169"/>
            <p:cNvSpPr/>
            <p:nvPr/>
          </p:nvSpPr>
          <p:spPr>
            <a:xfrm>
              <a:off x="4532813" y="8135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0" name="pt4170"/>
            <p:cNvSpPr/>
            <p:nvPr/>
          </p:nvSpPr>
          <p:spPr>
            <a:xfrm>
              <a:off x="4888376" y="79302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1" name="pt4171"/>
            <p:cNvSpPr/>
            <p:nvPr/>
          </p:nvSpPr>
          <p:spPr>
            <a:xfrm>
              <a:off x="4554520" y="8041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2" name="pt4172"/>
            <p:cNvSpPr/>
            <p:nvPr/>
          </p:nvSpPr>
          <p:spPr>
            <a:xfrm>
              <a:off x="4550103" y="8298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3" name="pt4173"/>
            <p:cNvSpPr/>
            <p:nvPr/>
          </p:nvSpPr>
          <p:spPr>
            <a:xfrm>
              <a:off x="4980399" y="79627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4" name="pt4174"/>
            <p:cNvSpPr/>
            <p:nvPr/>
          </p:nvSpPr>
          <p:spPr>
            <a:xfrm>
              <a:off x="4540601" y="8022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5" name="pt4175"/>
            <p:cNvSpPr/>
            <p:nvPr/>
          </p:nvSpPr>
          <p:spPr>
            <a:xfrm>
              <a:off x="4547671" y="8268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6" name="pt4176"/>
            <p:cNvSpPr/>
            <p:nvPr/>
          </p:nvSpPr>
          <p:spPr>
            <a:xfrm>
              <a:off x="4559461" y="7964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7" name="pt4177"/>
            <p:cNvSpPr/>
            <p:nvPr/>
          </p:nvSpPr>
          <p:spPr>
            <a:xfrm>
              <a:off x="4785322" y="80333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8" name="pt4178"/>
            <p:cNvSpPr/>
            <p:nvPr/>
          </p:nvSpPr>
          <p:spPr>
            <a:xfrm>
              <a:off x="4741139" y="8131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9" name="pt4179"/>
            <p:cNvSpPr/>
            <p:nvPr/>
          </p:nvSpPr>
          <p:spPr>
            <a:xfrm>
              <a:off x="4557242" y="79316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0" name="pt4180"/>
            <p:cNvSpPr/>
            <p:nvPr/>
          </p:nvSpPr>
          <p:spPr>
            <a:xfrm>
              <a:off x="4713401" y="8019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1" name="pt4181"/>
            <p:cNvSpPr/>
            <p:nvPr/>
          </p:nvSpPr>
          <p:spPr>
            <a:xfrm>
              <a:off x="4716546" y="8090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2" name="pt4182"/>
            <p:cNvSpPr/>
            <p:nvPr/>
          </p:nvSpPr>
          <p:spPr>
            <a:xfrm>
              <a:off x="4658369" y="8091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3" name="pt4183"/>
            <p:cNvSpPr/>
            <p:nvPr/>
          </p:nvSpPr>
          <p:spPr>
            <a:xfrm>
              <a:off x="4519038" y="8281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4" name="pt4184"/>
            <p:cNvSpPr/>
            <p:nvPr/>
          </p:nvSpPr>
          <p:spPr>
            <a:xfrm>
              <a:off x="4653957" y="8237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5" name="pt4185"/>
            <p:cNvSpPr/>
            <p:nvPr/>
          </p:nvSpPr>
          <p:spPr>
            <a:xfrm>
              <a:off x="4590092" y="8200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6" name="pt4186"/>
            <p:cNvSpPr/>
            <p:nvPr/>
          </p:nvSpPr>
          <p:spPr>
            <a:xfrm>
              <a:off x="4650440" y="8169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7" name="pt4187"/>
            <p:cNvSpPr/>
            <p:nvPr/>
          </p:nvSpPr>
          <p:spPr>
            <a:xfrm>
              <a:off x="4784317" y="80455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8" name="pt4188"/>
            <p:cNvSpPr/>
            <p:nvPr/>
          </p:nvSpPr>
          <p:spPr>
            <a:xfrm>
              <a:off x="4611697" y="8216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9" name="pt4189"/>
            <p:cNvSpPr/>
            <p:nvPr/>
          </p:nvSpPr>
          <p:spPr>
            <a:xfrm>
              <a:off x="4626156" y="8103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0" name="pt4190"/>
            <p:cNvSpPr/>
            <p:nvPr/>
          </p:nvSpPr>
          <p:spPr>
            <a:xfrm>
              <a:off x="4533515" y="8445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1" name="pt4191"/>
            <p:cNvSpPr/>
            <p:nvPr/>
          </p:nvSpPr>
          <p:spPr>
            <a:xfrm>
              <a:off x="4549117" y="8211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2" name="pt4192"/>
            <p:cNvSpPr/>
            <p:nvPr/>
          </p:nvSpPr>
          <p:spPr>
            <a:xfrm>
              <a:off x="4663529" y="8113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3" name="pt4193"/>
            <p:cNvSpPr/>
            <p:nvPr/>
          </p:nvSpPr>
          <p:spPr>
            <a:xfrm>
              <a:off x="4665027" y="8163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4" name="pt4194"/>
            <p:cNvSpPr/>
            <p:nvPr/>
          </p:nvSpPr>
          <p:spPr>
            <a:xfrm>
              <a:off x="4753668" y="7983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5" name="pt4195"/>
            <p:cNvSpPr/>
            <p:nvPr/>
          </p:nvSpPr>
          <p:spPr>
            <a:xfrm>
              <a:off x="4531785" y="8324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6" name="pt4196"/>
            <p:cNvSpPr/>
            <p:nvPr/>
          </p:nvSpPr>
          <p:spPr>
            <a:xfrm>
              <a:off x="4645449" y="8151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7" name="pt4197"/>
            <p:cNvSpPr/>
            <p:nvPr/>
          </p:nvSpPr>
          <p:spPr>
            <a:xfrm>
              <a:off x="4629209" y="8127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8" name="pt4198"/>
            <p:cNvSpPr/>
            <p:nvPr/>
          </p:nvSpPr>
          <p:spPr>
            <a:xfrm>
              <a:off x="4926495" y="8072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9" name="pt4199"/>
            <p:cNvSpPr/>
            <p:nvPr/>
          </p:nvSpPr>
          <p:spPr>
            <a:xfrm>
              <a:off x="4608375" y="80942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0" name="pt4200"/>
            <p:cNvSpPr/>
            <p:nvPr/>
          </p:nvSpPr>
          <p:spPr>
            <a:xfrm>
              <a:off x="4558384" y="8026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1" name="pt4201"/>
            <p:cNvSpPr/>
            <p:nvPr/>
          </p:nvSpPr>
          <p:spPr>
            <a:xfrm>
              <a:off x="4550239" y="8140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2" name="pt4202"/>
            <p:cNvSpPr/>
            <p:nvPr/>
          </p:nvSpPr>
          <p:spPr>
            <a:xfrm>
              <a:off x="4539663" y="8211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3" name="pt4203"/>
            <p:cNvSpPr/>
            <p:nvPr/>
          </p:nvSpPr>
          <p:spPr>
            <a:xfrm>
              <a:off x="4539182" y="7926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4" name="pt4204"/>
            <p:cNvSpPr/>
            <p:nvPr/>
          </p:nvSpPr>
          <p:spPr>
            <a:xfrm>
              <a:off x="4713028" y="81636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5" name="pt4205"/>
            <p:cNvSpPr/>
            <p:nvPr/>
          </p:nvSpPr>
          <p:spPr>
            <a:xfrm>
              <a:off x="4542634" y="8128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6" name="pt4206"/>
            <p:cNvSpPr/>
            <p:nvPr/>
          </p:nvSpPr>
          <p:spPr>
            <a:xfrm>
              <a:off x="4548938" y="8163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7" name="pt4207"/>
            <p:cNvSpPr/>
            <p:nvPr/>
          </p:nvSpPr>
          <p:spPr>
            <a:xfrm>
              <a:off x="4573165" y="8029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8" name="pt4208"/>
            <p:cNvSpPr/>
            <p:nvPr/>
          </p:nvSpPr>
          <p:spPr>
            <a:xfrm>
              <a:off x="4616056" y="80982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9" name="pt4209"/>
            <p:cNvSpPr/>
            <p:nvPr/>
          </p:nvSpPr>
          <p:spPr>
            <a:xfrm>
              <a:off x="4795914" y="80248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0" name="pt4210"/>
            <p:cNvSpPr/>
            <p:nvPr/>
          </p:nvSpPr>
          <p:spPr>
            <a:xfrm>
              <a:off x="4870672" y="7921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1" name="pt4211"/>
            <p:cNvSpPr/>
            <p:nvPr/>
          </p:nvSpPr>
          <p:spPr>
            <a:xfrm>
              <a:off x="4525201" y="8030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2" name="pt4212"/>
            <p:cNvSpPr/>
            <p:nvPr/>
          </p:nvSpPr>
          <p:spPr>
            <a:xfrm>
              <a:off x="4534711" y="82167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3" name="pt4213"/>
            <p:cNvSpPr/>
            <p:nvPr/>
          </p:nvSpPr>
          <p:spPr>
            <a:xfrm>
              <a:off x="4743019" y="80847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4" name="pt4214"/>
            <p:cNvSpPr/>
            <p:nvPr/>
          </p:nvSpPr>
          <p:spPr>
            <a:xfrm>
              <a:off x="4547457" y="8199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5" name="pt4215"/>
            <p:cNvSpPr/>
            <p:nvPr/>
          </p:nvSpPr>
          <p:spPr>
            <a:xfrm>
              <a:off x="4814181" y="8064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6" name="pt4216"/>
            <p:cNvSpPr/>
            <p:nvPr/>
          </p:nvSpPr>
          <p:spPr>
            <a:xfrm>
              <a:off x="4546696" y="8089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7" name="pt4217"/>
            <p:cNvSpPr/>
            <p:nvPr/>
          </p:nvSpPr>
          <p:spPr>
            <a:xfrm>
              <a:off x="4615941" y="8206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8" name="pt4218"/>
            <p:cNvSpPr/>
            <p:nvPr/>
          </p:nvSpPr>
          <p:spPr>
            <a:xfrm>
              <a:off x="4638759" y="8168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9" name="pt4219"/>
            <p:cNvSpPr/>
            <p:nvPr/>
          </p:nvSpPr>
          <p:spPr>
            <a:xfrm>
              <a:off x="4642484" y="8190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0" name="pt4220"/>
            <p:cNvSpPr/>
            <p:nvPr/>
          </p:nvSpPr>
          <p:spPr>
            <a:xfrm>
              <a:off x="4660764" y="8138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1" name="pt4221"/>
            <p:cNvSpPr/>
            <p:nvPr/>
          </p:nvSpPr>
          <p:spPr>
            <a:xfrm>
              <a:off x="4562412" y="8220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2" name="pt4222"/>
            <p:cNvSpPr/>
            <p:nvPr/>
          </p:nvSpPr>
          <p:spPr>
            <a:xfrm>
              <a:off x="4560571" y="8182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3" name="pt4223"/>
            <p:cNvSpPr/>
            <p:nvPr/>
          </p:nvSpPr>
          <p:spPr>
            <a:xfrm>
              <a:off x="4556572" y="8268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4" name="pt4224"/>
            <p:cNvSpPr/>
            <p:nvPr/>
          </p:nvSpPr>
          <p:spPr>
            <a:xfrm>
              <a:off x="4548536" y="8253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5" name="pt4225"/>
            <p:cNvSpPr/>
            <p:nvPr/>
          </p:nvSpPr>
          <p:spPr>
            <a:xfrm>
              <a:off x="4553944" y="8103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6" name="pt4226"/>
            <p:cNvSpPr/>
            <p:nvPr/>
          </p:nvSpPr>
          <p:spPr>
            <a:xfrm>
              <a:off x="4672880" y="8034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7" name="pt4227"/>
            <p:cNvSpPr/>
            <p:nvPr/>
          </p:nvSpPr>
          <p:spPr>
            <a:xfrm>
              <a:off x="4881239" y="79903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8" name="pt4228"/>
            <p:cNvSpPr/>
            <p:nvPr/>
          </p:nvSpPr>
          <p:spPr>
            <a:xfrm>
              <a:off x="4705814" y="7979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9" name="pt4229"/>
            <p:cNvSpPr/>
            <p:nvPr/>
          </p:nvSpPr>
          <p:spPr>
            <a:xfrm>
              <a:off x="4718997" y="80385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0" name="pt4230"/>
            <p:cNvSpPr/>
            <p:nvPr/>
          </p:nvSpPr>
          <p:spPr>
            <a:xfrm>
              <a:off x="4521253" y="81487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1" name="pt4231"/>
            <p:cNvSpPr/>
            <p:nvPr/>
          </p:nvSpPr>
          <p:spPr>
            <a:xfrm>
              <a:off x="4622036" y="8125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2" name="pt4232"/>
            <p:cNvSpPr/>
            <p:nvPr/>
          </p:nvSpPr>
          <p:spPr>
            <a:xfrm>
              <a:off x="4523178" y="8339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3" name="pt4233"/>
            <p:cNvSpPr/>
            <p:nvPr/>
          </p:nvSpPr>
          <p:spPr>
            <a:xfrm>
              <a:off x="4559076" y="8251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4" name="pt4234"/>
            <p:cNvSpPr/>
            <p:nvPr/>
          </p:nvSpPr>
          <p:spPr>
            <a:xfrm>
              <a:off x="4532240" y="8299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5" name="pt4235"/>
            <p:cNvSpPr/>
            <p:nvPr/>
          </p:nvSpPr>
          <p:spPr>
            <a:xfrm>
              <a:off x="4551112" y="8132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6" name="pt4236"/>
            <p:cNvSpPr/>
            <p:nvPr/>
          </p:nvSpPr>
          <p:spPr>
            <a:xfrm>
              <a:off x="4631184" y="8205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7" name="pt4237"/>
            <p:cNvSpPr/>
            <p:nvPr/>
          </p:nvSpPr>
          <p:spPr>
            <a:xfrm>
              <a:off x="4570200" y="8168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8" name="pt4238"/>
            <p:cNvSpPr/>
            <p:nvPr/>
          </p:nvSpPr>
          <p:spPr>
            <a:xfrm>
              <a:off x="4566607" y="82026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9" name="pt4239"/>
            <p:cNvSpPr/>
            <p:nvPr/>
          </p:nvSpPr>
          <p:spPr>
            <a:xfrm>
              <a:off x="4647905" y="8214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0" name="pt4240"/>
            <p:cNvSpPr/>
            <p:nvPr/>
          </p:nvSpPr>
          <p:spPr>
            <a:xfrm>
              <a:off x="4714125" y="8083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1" name="pt4241"/>
            <p:cNvSpPr/>
            <p:nvPr/>
          </p:nvSpPr>
          <p:spPr>
            <a:xfrm>
              <a:off x="4542151" y="8088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2" name="pt4242"/>
            <p:cNvSpPr/>
            <p:nvPr/>
          </p:nvSpPr>
          <p:spPr>
            <a:xfrm>
              <a:off x="4552603" y="8147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3" name="pt4243"/>
            <p:cNvSpPr/>
            <p:nvPr/>
          </p:nvSpPr>
          <p:spPr>
            <a:xfrm>
              <a:off x="4669363" y="8248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4" name="pt4244"/>
            <p:cNvSpPr/>
            <p:nvPr/>
          </p:nvSpPr>
          <p:spPr>
            <a:xfrm>
              <a:off x="4570192" y="80610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5" name="pt4245"/>
            <p:cNvSpPr/>
            <p:nvPr/>
          </p:nvSpPr>
          <p:spPr>
            <a:xfrm>
              <a:off x="4554190" y="80923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6" name="pt4246"/>
            <p:cNvSpPr/>
            <p:nvPr/>
          </p:nvSpPr>
          <p:spPr>
            <a:xfrm>
              <a:off x="4604598" y="8342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7" name="pt4247"/>
            <p:cNvSpPr/>
            <p:nvPr/>
          </p:nvSpPr>
          <p:spPr>
            <a:xfrm>
              <a:off x="4583063" y="8083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8" name="pt4248"/>
            <p:cNvSpPr/>
            <p:nvPr/>
          </p:nvSpPr>
          <p:spPr>
            <a:xfrm>
              <a:off x="4560147" y="81111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9" name="pt4249"/>
            <p:cNvSpPr/>
            <p:nvPr/>
          </p:nvSpPr>
          <p:spPr>
            <a:xfrm>
              <a:off x="4764162" y="8053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0" name="pt4250"/>
            <p:cNvSpPr/>
            <p:nvPr/>
          </p:nvSpPr>
          <p:spPr>
            <a:xfrm>
              <a:off x="4689670" y="8097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1" name="pt4251"/>
            <p:cNvSpPr/>
            <p:nvPr/>
          </p:nvSpPr>
          <p:spPr>
            <a:xfrm>
              <a:off x="4532557" y="8274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2" name="pt4252"/>
            <p:cNvSpPr/>
            <p:nvPr/>
          </p:nvSpPr>
          <p:spPr>
            <a:xfrm>
              <a:off x="4708897" y="8010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3" name="pt4253"/>
            <p:cNvSpPr/>
            <p:nvPr/>
          </p:nvSpPr>
          <p:spPr>
            <a:xfrm>
              <a:off x="4802805" y="7979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4" name="pt4254"/>
            <p:cNvSpPr/>
            <p:nvPr/>
          </p:nvSpPr>
          <p:spPr>
            <a:xfrm>
              <a:off x="4721410" y="80872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5" name="pt4255"/>
            <p:cNvSpPr/>
            <p:nvPr/>
          </p:nvSpPr>
          <p:spPr>
            <a:xfrm>
              <a:off x="4558715" y="81093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6" name="pt4256"/>
            <p:cNvSpPr/>
            <p:nvPr/>
          </p:nvSpPr>
          <p:spPr>
            <a:xfrm>
              <a:off x="4623314" y="8256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7" name="pt4257"/>
            <p:cNvSpPr/>
            <p:nvPr/>
          </p:nvSpPr>
          <p:spPr>
            <a:xfrm>
              <a:off x="4703405" y="8104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8" name="pt4258"/>
            <p:cNvSpPr/>
            <p:nvPr/>
          </p:nvSpPr>
          <p:spPr>
            <a:xfrm>
              <a:off x="4780782" y="80488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9" name="pt4259"/>
            <p:cNvSpPr/>
            <p:nvPr/>
          </p:nvSpPr>
          <p:spPr>
            <a:xfrm>
              <a:off x="4551980" y="8096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0" name="pt4260"/>
            <p:cNvSpPr/>
            <p:nvPr/>
          </p:nvSpPr>
          <p:spPr>
            <a:xfrm>
              <a:off x="4533727" y="8078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1" name="pt4261"/>
            <p:cNvSpPr/>
            <p:nvPr/>
          </p:nvSpPr>
          <p:spPr>
            <a:xfrm>
              <a:off x="4608312" y="8199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2" name="pt4262"/>
            <p:cNvSpPr/>
            <p:nvPr/>
          </p:nvSpPr>
          <p:spPr>
            <a:xfrm>
              <a:off x="4644561" y="8138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3" name="pt4263"/>
            <p:cNvSpPr/>
            <p:nvPr/>
          </p:nvSpPr>
          <p:spPr>
            <a:xfrm>
              <a:off x="4576416" y="8304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4" name="pt4264"/>
            <p:cNvSpPr/>
            <p:nvPr/>
          </p:nvSpPr>
          <p:spPr>
            <a:xfrm>
              <a:off x="4655512" y="80839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5" name="pt4265"/>
            <p:cNvSpPr/>
            <p:nvPr/>
          </p:nvSpPr>
          <p:spPr>
            <a:xfrm>
              <a:off x="4786714" y="7889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6" name="pt4266"/>
            <p:cNvSpPr/>
            <p:nvPr/>
          </p:nvSpPr>
          <p:spPr>
            <a:xfrm>
              <a:off x="4730077" y="80604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7" name="pt4267"/>
            <p:cNvSpPr/>
            <p:nvPr/>
          </p:nvSpPr>
          <p:spPr>
            <a:xfrm>
              <a:off x="4544760" y="82720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8" name="pt4268"/>
            <p:cNvSpPr/>
            <p:nvPr/>
          </p:nvSpPr>
          <p:spPr>
            <a:xfrm>
              <a:off x="4537990" y="8107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9" name="pt4269"/>
            <p:cNvSpPr/>
            <p:nvPr/>
          </p:nvSpPr>
          <p:spPr>
            <a:xfrm>
              <a:off x="4525166" y="8386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0" name="pt4270"/>
            <p:cNvSpPr/>
            <p:nvPr/>
          </p:nvSpPr>
          <p:spPr>
            <a:xfrm>
              <a:off x="4537344" y="8071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1" name="pt4271"/>
            <p:cNvSpPr/>
            <p:nvPr/>
          </p:nvSpPr>
          <p:spPr>
            <a:xfrm>
              <a:off x="4672960" y="8142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2" name="pt4272"/>
            <p:cNvSpPr/>
            <p:nvPr/>
          </p:nvSpPr>
          <p:spPr>
            <a:xfrm>
              <a:off x="4621404" y="8180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3" name="pt4273"/>
            <p:cNvSpPr/>
            <p:nvPr/>
          </p:nvSpPr>
          <p:spPr>
            <a:xfrm>
              <a:off x="4813259" y="80046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4" name="pt4274"/>
            <p:cNvSpPr/>
            <p:nvPr/>
          </p:nvSpPr>
          <p:spPr>
            <a:xfrm>
              <a:off x="4733076" y="8007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5" name="pt4275"/>
            <p:cNvSpPr/>
            <p:nvPr/>
          </p:nvSpPr>
          <p:spPr>
            <a:xfrm>
              <a:off x="4550806" y="82412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6" name="pt4276"/>
            <p:cNvSpPr/>
            <p:nvPr/>
          </p:nvSpPr>
          <p:spPr>
            <a:xfrm>
              <a:off x="4551808" y="8130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7" name="pt4277"/>
            <p:cNvSpPr/>
            <p:nvPr/>
          </p:nvSpPr>
          <p:spPr>
            <a:xfrm>
              <a:off x="4772013" y="8036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8" name="pt4278"/>
            <p:cNvSpPr/>
            <p:nvPr/>
          </p:nvSpPr>
          <p:spPr>
            <a:xfrm>
              <a:off x="4621407" y="80017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9" name="pt4279"/>
            <p:cNvSpPr/>
            <p:nvPr/>
          </p:nvSpPr>
          <p:spPr>
            <a:xfrm>
              <a:off x="4557516" y="8125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0" name="pt4280"/>
            <p:cNvSpPr/>
            <p:nvPr/>
          </p:nvSpPr>
          <p:spPr>
            <a:xfrm>
              <a:off x="4553508" y="81462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1" name="pt4281"/>
            <p:cNvSpPr/>
            <p:nvPr/>
          </p:nvSpPr>
          <p:spPr>
            <a:xfrm>
              <a:off x="4711531" y="8015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2" name="pt4282"/>
            <p:cNvSpPr/>
            <p:nvPr/>
          </p:nvSpPr>
          <p:spPr>
            <a:xfrm>
              <a:off x="4573984" y="8155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3" name="pt4283"/>
            <p:cNvSpPr/>
            <p:nvPr/>
          </p:nvSpPr>
          <p:spPr>
            <a:xfrm>
              <a:off x="4552167" y="8141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4" name="pt4284"/>
            <p:cNvSpPr/>
            <p:nvPr/>
          </p:nvSpPr>
          <p:spPr>
            <a:xfrm>
              <a:off x="4530563" y="8098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5" name="pt4285"/>
            <p:cNvSpPr/>
            <p:nvPr/>
          </p:nvSpPr>
          <p:spPr>
            <a:xfrm>
              <a:off x="4538182" y="8198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6" name="pt4286"/>
            <p:cNvSpPr/>
            <p:nvPr/>
          </p:nvSpPr>
          <p:spPr>
            <a:xfrm>
              <a:off x="4539252" y="82751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7" name="pt4287"/>
            <p:cNvSpPr/>
            <p:nvPr/>
          </p:nvSpPr>
          <p:spPr>
            <a:xfrm>
              <a:off x="4609727" y="80165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8" name="pt4288"/>
            <p:cNvSpPr/>
            <p:nvPr/>
          </p:nvSpPr>
          <p:spPr>
            <a:xfrm>
              <a:off x="4528114" y="81256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9" name="pt4289"/>
            <p:cNvSpPr/>
            <p:nvPr/>
          </p:nvSpPr>
          <p:spPr>
            <a:xfrm>
              <a:off x="4547064" y="8305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0" name="pt4290"/>
            <p:cNvSpPr/>
            <p:nvPr/>
          </p:nvSpPr>
          <p:spPr>
            <a:xfrm>
              <a:off x="4690593" y="8092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1" name="pt4291"/>
            <p:cNvSpPr/>
            <p:nvPr/>
          </p:nvSpPr>
          <p:spPr>
            <a:xfrm>
              <a:off x="4668987" y="8064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2" name="rc4292"/>
            <p:cNvSpPr/>
            <p:nvPr/>
          </p:nvSpPr>
          <p:spPr>
            <a:xfrm>
              <a:off x="4484649" y="8581729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93" name="pl4293"/>
            <p:cNvSpPr/>
            <p:nvPr/>
          </p:nvSpPr>
          <p:spPr>
            <a:xfrm>
              <a:off x="4484649" y="914161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4" name="pl4294"/>
            <p:cNvSpPr/>
            <p:nvPr/>
          </p:nvSpPr>
          <p:spPr>
            <a:xfrm>
              <a:off x="4484649" y="903186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5" name="pl4295"/>
            <p:cNvSpPr/>
            <p:nvPr/>
          </p:nvSpPr>
          <p:spPr>
            <a:xfrm>
              <a:off x="4484649" y="892211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6" name="pl4296"/>
            <p:cNvSpPr/>
            <p:nvPr/>
          </p:nvSpPr>
          <p:spPr>
            <a:xfrm>
              <a:off x="4484649" y="881236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7" name="pl4297"/>
            <p:cNvSpPr/>
            <p:nvPr/>
          </p:nvSpPr>
          <p:spPr>
            <a:xfrm>
              <a:off x="4484649" y="870261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8" name="pl4298"/>
            <p:cNvSpPr/>
            <p:nvPr/>
          </p:nvSpPr>
          <p:spPr>
            <a:xfrm>
              <a:off x="4484649" y="859285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9" name="pl4299"/>
            <p:cNvSpPr/>
            <p:nvPr/>
          </p:nvSpPr>
          <p:spPr>
            <a:xfrm>
              <a:off x="4630610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0" name="pl4300"/>
            <p:cNvSpPr/>
            <p:nvPr/>
          </p:nvSpPr>
          <p:spPr>
            <a:xfrm>
              <a:off x="4835705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1" name="pl4301"/>
            <p:cNvSpPr/>
            <p:nvPr/>
          </p:nvSpPr>
          <p:spPr>
            <a:xfrm>
              <a:off x="5040800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2" name="pl4302"/>
            <p:cNvSpPr/>
            <p:nvPr/>
          </p:nvSpPr>
          <p:spPr>
            <a:xfrm>
              <a:off x="4484649" y="919649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3" name="pl4303"/>
            <p:cNvSpPr/>
            <p:nvPr/>
          </p:nvSpPr>
          <p:spPr>
            <a:xfrm>
              <a:off x="4484649" y="908674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4" name="pl4304"/>
            <p:cNvSpPr/>
            <p:nvPr/>
          </p:nvSpPr>
          <p:spPr>
            <a:xfrm>
              <a:off x="4484649" y="897698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5" name="pl4305"/>
            <p:cNvSpPr/>
            <p:nvPr/>
          </p:nvSpPr>
          <p:spPr>
            <a:xfrm>
              <a:off x="4484649" y="886723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6" name="pl4306"/>
            <p:cNvSpPr/>
            <p:nvPr/>
          </p:nvSpPr>
          <p:spPr>
            <a:xfrm>
              <a:off x="4484649" y="875748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7" name="pl4307"/>
            <p:cNvSpPr/>
            <p:nvPr/>
          </p:nvSpPr>
          <p:spPr>
            <a:xfrm>
              <a:off x="4484649" y="864773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8" name="pl4308"/>
            <p:cNvSpPr/>
            <p:nvPr/>
          </p:nvSpPr>
          <p:spPr>
            <a:xfrm>
              <a:off x="4528063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9" name="pl4309"/>
            <p:cNvSpPr/>
            <p:nvPr/>
          </p:nvSpPr>
          <p:spPr>
            <a:xfrm>
              <a:off x="4733158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0" name="pl4310"/>
            <p:cNvSpPr/>
            <p:nvPr/>
          </p:nvSpPr>
          <p:spPr>
            <a:xfrm>
              <a:off x="4938253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1" name="pt4311"/>
            <p:cNvSpPr/>
            <p:nvPr/>
          </p:nvSpPr>
          <p:spPr>
            <a:xfrm>
              <a:off x="4573819" y="8755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2" name="pt4312"/>
            <p:cNvSpPr/>
            <p:nvPr/>
          </p:nvSpPr>
          <p:spPr>
            <a:xfrm>
              <a:off x="4719443" y="8899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3" name="pt4313"/>
            <p:cNvSpPr/>
            <p:nvPr/>
          </p:nvSpPr>
          <p:spPr>
            <a:xfrm>
              <a:off x="4563590" y="86404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4" name="pt4314"/>
            <p:cNvSpPr/>
            <p:nvPr/>
          </p:nvSpPr>
          <p:spPr>
            <a:xfrm>
              <a:off x="4636266" y="8885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5" name="pt4315"/>
            <p:cNvSpPr/>
            <p:nvPr/>
          </p:nvSpPr>
          <p:spPr>
            <a:xfrm>
              <a:off x="4565928" y="8714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6" name="pt4316"/>
            <p:cNvSpPr/>
            <p:nvPr/>
          </p:nvSpPr>
          <p:spPr>
            <a:xfrm>
              <a:off x="4725290" y="87308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7" name="pt4317"/>
            <p:cNvSpPr/>
            <p:nvPr/>
          </p:nvSpPr>
          <p:spPr>
            <a:xfrm>
              <a:off x="4539670" y="88646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8" name="pt4318"/>
            <p:cNvSpPr/>
            <p:nvPr/>
          </p:nvSpPr>
          <p:spPr>
            <a:xfrm>
              <a:off x="4826127" y="8699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9" name="pt4319"/>
            <p:cNvSpPr/>
            <p:nvPr/>
          </p:nvSpPr>
          <p:spPr>
            <a:xfrm>
              <a:off x="4650224" y="8792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0" name="pt4320"/>
            <p:cNvSpPr/>
            <p:nvPr/>
          </p:nvSpPr>
          <p:spPr>
            <a:xfrm>
              <a:off x="4871038" y="8636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1" name="pt4321"/>
            <p:cNvSpPr/>
            <p:nvPr/>
          </p:nvSpPr>
          <p:spPr>
            <a:xfrm>
              <a:off x="4622548" y="8931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2" name="pt4322"/>
            <p:cNvSpPr/>
            <p:nvPr/>
          </p:nvSpPr>
          <p:spPr>
            <a:xfrm>
              <a:off x="4548764" y="8889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3" name="pt4323"/>
            <p:cNvSpPr/>
            <p:nvPr/>
          </p:nvSpPr>
          <p:spPr>
            <a:xfrm>
              <a:off x="4560422" y="8934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4" name="pt4324"/>
            <p:cNvSpPr/>
            <p:nvPr/>
          </p:nvSpPr>
          <p:spPr>
            <a:xfrm>
              <a:off x="4564159" y="87444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5" name="pt4325"/>
            <p:cNvSpPr/>
            <p:nvPr/>
          </p:nvSpPr>
          <p:spPr>
            <a:xfrm>
              <a:off x="4552540" y="8751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6" name="pt4326"/>
            <p:cNvSpPr/>
            <p:nvPr/>
          </p:nvSpPr>
          <p:spPr>
            <a:xfrm>
              <a:off x="4531507" y="8911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7" name="pt4327"/>
            <p:cNvSpPr/>
            <p:nvPr/>
          </p:nvSpPr>
          <p:spPr>
            <a:xfrm>
              <a:off x="4569855" y="8671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8" name="pt4328"/>
            <p:cNvSpPr/>
            <p:nvPr/>
          </p:nvSpPr>
          <p:spPr>
            <a:xfrm>
              <a:off x="4587004" y="89575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9" name="pt4329"/>
            <p:cNvSpPr/>
            <p:nvPr/>
          </p:nvSpPr>
          <p:spPr>
            <a:xfrm>
              <a:off x="4558982" y="8719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0" name="pt4330"/>
            <p:cNvSpPr/>
            <p:nvPr/>
          </p:nvSpPr>
          <p:spPr>
            <a:xfrm>
              <a:off x="4532813" y="8835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1" name="pt4331"/>
            <p:cNvSpPr/>
            <p:nvPr/>
          </p:nvSpPr>
          <p:spPr>
            <a:xfrm>
              <a:off x="4888376" y="8585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2" name="pt4332"/>
            <p:cNvSpPr/>
            <p:nvPr/>
          </p:nvSpPr>
          <p:spPr>
            <a:xfrm>
              <a:off x="4554520" y="88133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3" name="pt4333"/>
            <p:cNvSpPr/>
            <p:nvPr/>
          </p:nvSpPr>
          <p:spPr>
            <a:xfrm>
              <a:off x="4550103" y="8926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4" name="pt4334"/>
            <p:cNvSpPr/>
            <p:nvPr/>
          </p:nvSpPr>
          <p:spPr>
            <a:xfrm>
              <a:off x="4980399" y="8685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5" name="pt4335"/>
            <p:cNvSpPr/>
            <p:nvPr/>
          </p:nvSpPr>
          <p:spPr>
            <a:xfrm>
              <a:off x="4540601" y="87599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6" name="pt4336"/>
            <p:cNvSpPr/>
            <p:nvPr/>
          </p:nvSpPr>
          <p:spPr>
            <a:xfrm>
              <a:off x="4547671" y="90092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7" name="pt4337"/>
            <p:cNvSpPr/>
            <p:nvPr/>
          </p:nvSpPr>
          <p:spPr>
            <a:xfrm>
              <a:off x="4559461" y="8698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8" name="pt4338"/>
            <p:cNvSpPr/>
            <p:nvPr/>
          </p:nvSpPr>
          <p:spPr>
            <a:xfrm>
              <a:off x="4785322" y="8757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9" name="pt4339"/>
            <p:cNvSpPr/>
            <p:nvPr/>
          </p:nvSpPr>
          <p:spPr>
            <a:xfrm>
              <a:off x="4741139" y="88788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0" name="pt4340"/>
            <p:cNvSpPr/>
            <p:nvPr/>
          </p:nvSpPr>
          <p:spPr>
            <a:xfrm>
              <a:off x="4557242" y="8663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1" name="pt4341"/>
            <p:cNvSpPr/>
            <p:nvPr/>
          </p:nvSpPr>
          <p:spPr>
            <a:xfrm>
              <a:off x="4713401" y="8753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2" name="pt4342"/>
            <p:cNvSpPr/>
            <p:nvPr/>
          </p:nvSpPr>
          <p:spPr>
            <a:xfrm>
              <a:off x="4716546" y="8830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3" name="pt4343"/>
            <p:cNvSpPr/>
            <p:nvPr/>
          </p:nvSpPr>
          <p:spPr>
            <a:xfrm>
              <a:off x="4658369" y="87573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4" name="pt4344"/>
            <p:cNvSpPr/>
            <p:nvPr/>
          </p:nvSpPr>
          <p:spPr>
            <a:xfrm>
              <a:off x="4519038" y="9020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5" name="pt4345"/>
            <p:cNvSpPr/>
            <p:nvPr/>
          </p:nvSpPr>
          <p:spPr>
            <a:xfrm>
              <a:off x="4653957" y="8948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6" name="pt4346"/>
            <p:cNvSpPr/>
            <p:nvPr/>
          </p:nvSpPr>
          <p:spPr>
            <a:xfrm>
              <a:off x="4590092" y="89489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7" name="pt4347"/>
            <p:cNvSpPr/>
            <p:nvPr/>
          </p:nvSpPr>
          <p:spPr>
            <a:xfrm>
              <a:off x="4650440" y="8910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8" name="pt4348"/>
            <p:cNvSpPr/>
            <p:nvPr/>
          </p:nvSpPr>
          <p:spPr>
            <a:xfrm>
              <a:off x="4784317" y="8765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9" name="pt4349"/>
            <p:cNvSpPr/>
            <p:nvPr/>
          </p:nvSpPr>
          <p:spPr>
            <a:xfrm>
              <a:off x="4611697" y="8961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0" name="pt4350"/>
            <p:cNvSpPr/>
            <p:nvPr/>
          </p:nvSpPr>
          <p:spPr>
            <a:xfrm>
              <a:off x="4626156" y="8833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1" name="pt4351"/>
            <p:cNvSpPr/>
            <p:nvPr/>
          </p:nvSpPr>
          <p:spPr>
            <a:xfrm>
              <a:off x="4533515" y="9139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2" name="pt4352"/>
            <p:cNvSpPr/>
            <p:nvPr/>
          </p:nvSpPr>
          <p:spPr>
            <a:xfrm>
              <a:off x="4549117" y="89676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3" name="pt4353"/>
            <p:cNvSpPr/>
            <p:nvPr/>
          </p:nvSpPr>
          <p:spPr>
            <a:xfrm>
              <a:off x="4663529" y="88592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4" name="pt4354"/>
            <p:cNvSpPr/>
            <p:nvPr/>
          </p:nvSpPr>
          <p:spPr>
            <a:xfrm>
              <a:off x="4665027" y="8868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5" name="pt4355"/>
            <p:cNvSpPr/>
            <p:nvPr/>
          </p:nvSpPr>
          <p:spPr>
            <a:xfrm>
              <a:off x="4753668" y="8650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6" name="pt4356"/>
            <p:cNvSpPr/>
            <p:nvPr/>
          </p:nvSpPr>
          <p:spPr>
            <a:xfrm>
              <a:off x="4531785" y="89825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7" name="pt4357"/>
            <p:cNvSpPr/>
            <p:nvPr/>
          </p:nvSpPr>
          <p:spPr>
            <a:xfrm>
              <a:off x="4645449" y="88723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8" name="pt4358"/>
            <p:cNvSpPr/>
            <p:nvPr/>
          </p:nvSpPr>
          <p:spPr>
            <a:xfrm>
              <a:off x="4629209" y="88425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9" name="pt4359"/>
            <p:cNvSpPr/>
            <p:nvPr/>
          </p:nvSpPr>
          <p:spPr>
            <a:xfrm>
              <a:off x="4926495" y="8803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0" name="pt4360"/>
            <p:cNvSpPr/>
            <p:nvPr/>
          </p:nvSpPr>
          <p:spPr>
            <a:xfrm>
              <a:off x="4608375" y="8863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1" name="pt4361"/>
            <p:cNvSpPr/>
            <p:nvPr/>
          </p:nvSpPr>
          <p:spPr>
            <a:xfrm>
              <a:off x="4558384" y="8699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2" name="pt4362"/>
            <p:cNvSpPr/>
            <p:nvPr/>
          </p:nvSpPr>
          <p:spPr>
            <a:xfrm>
              <a:off x="4550239" y="8897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3" name="pt4363"/>
            <p:cNvSpPr/>
            <p:nvPr/>
          </p:nvSpPr>
          <p:spPr>
            <a:xfrm>
              <a:off x="4539663" y="8855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4" name="pt4364"/>
            <p:cNvSpPr/>
            <p:nvPr/>
          </p:nvSpPr>
          <p:spPr>
            <a:xfrm>
              <a:off x="4539182" y="8722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5" name="pt4365"/>
            <p:cNvSpPr/>
            <p:nvPr/>
          </p:nvSpPr>
          <p:spPr>
            <a:xfrm>
              <a:off x="4713028" y="8911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6" name="pt4366"/>
            <p:cNvSpPr/>
            <p:nvPr/>
          </p:nvSpPr>
          <p:spPr>
            <a:xfrm>
              <a:off x="4542634" y="8877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7" name="pt4367"/>
            <p:cNvSpPr/>
            <p:nvPr/>
          </p:nvSpPr>
          <p:spPr>
            <a:xfrm>
              <a:off x="4548938" y="88400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8" name="pt4368"/>
            <p:cNvSpPr/>
            <p:nvPr/>
          </p:nvSpPr>
          <p:spPr>
            <a:xfrm>
              <a:off x="4573165" y="8759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9" name="pt4369"/>
            <p:cNvSpPr/>
            <p:nvPr/>
          </p:nvSpPr>
          <p:spPr>
            <a:xfrm>
              <a:off x="4616056" y="8804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0" name="pt4370"/>
            <p:cNvSpPr/>
            <p:nvPr/>
          </p:nvSpPr>
          <p:spPr>
            <a:xfrm>
              <a:off x="4795914" y="8683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1" name="pt4371"/>
            <p:cNvSpPr/>
            <p:nvPr/>
          </p:nvSpPr>
          <p:spPr>
            <a:xfrm>
              <a:off x="4870672" y="8632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2" name="pt4372"/>
            <p:cNvSpPr/>
            <p:nvPr/>
          </p:nvSpPr>
          <p:spPr>
            <a:xfrm>
              <a:off x="4525201" y="8840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3" name="pt4373"/>
            <p:cNvSpPr/>
            <p:nvPr/>
          </p:nvSpPr>
          <p:spPr>
            <a:xfrm>
              <a:off x="4534711" y="8922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4" name="pt4374"/>
            <p:cNvSpPr/>
            <p:nvPr/>
          </p:nvSpPr>
          <p:spPr>
            <a:xfrm>
              <a:off x="4743019" y="8832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5" name="pt4375"/>
            <p:cNvSpPr/>
            <p:nvPr/>
          </p:nvSpPr>
          <p:spPr>
            <a:xfrm>
              <a:off x="4547457" y="89232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6" name="pt4376"/>
            <p:cNvSpPr/>
            <p:nvPr/>
          </p:nvSpPr>
          <p:spPr>
            <a:xfrm>
              <a:off x="4814181" y="8798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7" name="pt4377"/>
            <p:cNvSpPr/>
            <p:nvPr/>
          </p:nvSpPr>
          <p:spPr>
            <a:xfrm>
              <a:off x="4546696" y="8836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8" name="pt4378"/>
            <p:cNvSpPr/>
            <p:nvPr/>
          </p:nvSpPr>
          <p:spPr>
            <a:xfrm>
              <a:off x="4615941" y="8942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9" name="pt4379"/>
            <p:cNvSpPr/>
            <p:nvPr/>
          </p:nvSpPr>
          <p:spPr>
            <a:xfrm>
              <a:off x="4638759" y="89104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0" name="pt4380"/>
            <p:cNvSpPr/>
            <p:nvPr/>
          </p:nvSpPr>
          <p:spPr>
            <a:xfrm>
              <a:off x="4642484" y="8889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1" name="pt4381"/>
            <p:cNvSpPr/>
            <p:nvPr/>
          </p:nvSpPr>
          <p:spPr>
            <a:xfrm>
              <a:off x="4660764" y="8894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2" name="pt4382"/>
            <p:cNvSpPr/>
            <p:nvPr/>
          </p:nvSpPr>
          <p:spPr>
            <a:xfrm>
              <a:off x="4562412" y="89507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3" name="pt4383"/>
            <p:cNvSpPr/>
            <p:nvPr/>
          </p:nvSpPr>
          <p:spPr>
            <a:xfrm>
              <a:off x="4560571" y="8923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4" name="pt4384"/>
            <p:cNvSpPr/>
            <p:nvPr/>
          </p:nvSpPr>
          <p:spPr>
            <a:xfrm>
              <a:off x="4556572" y="9009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5" name="pt4385"/>
            <p:cNvSpPr/>
            <p:nvPr/>
          </p:nvSpPr>
          <p:spPr>
            <a:xfrm>
              <a:off x="4548536" y="8990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6" name="pt4386"/>
            <p:cNvSpPr/>
            <p:nvPr/>
          </p:nvSpPr>
          <p:spPr>
            <a:xfrm>
              <a:off x="4553944" y="8784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7" name="pt4387"/>
            <p:cNvSpPr/>
            <p:nvPr/>
          </p:nvSpPr>
          <p:spPr>
            <a:xfrm>
              <a:off x="4672880" y="8795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8" name="pt4388"/>
            <p:cNvSpPr/>
            <p:nvPr/>
          </p:nvSpPr>
          <p:spPr>
            <a:xfrm>
              <a:off x="4881239" y="87022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9" name="pt4389"/>
            <p:cNvSpPr/>
            <p:nvPr/>
          </p:nvSpPr>
          <p:spPr>
            <a:xfrm>
              <a:off x="4705814" y="8706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0" name="pt4390"/>
            <p:cNvSpPr/>
            <p:nvPr/>
          </p:nvSpPr>
          <p:spPr>
            <a:xfrm>
              <a:off x="4718997" y="8728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1" name="pt4391"/>
            <p:cNvSpPr/>
            <p:nvPr/>
          </p:nvSpPr>
          <p:spPr>
            <a:xfrm>
              <a:off x="4521253" y="8856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2" name="pt4392"/>
            <p:cNvSpPr/>
            <p:nvPr/>
          </p:nvSpPr>
          <p:spPr>
            <a:xfrm>
              <a:off x="4622036" y="8843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3" name="pt4393"/>
            <p:cNvSpPr/>
            <p:nvPr/>
          </p:nvSpPr>
          <p:spPr>
            <a:xfrm>
              <a:off x="4523178" y="9067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4" name="pt4394"/>
            <p:cNvSpPr/>
            <p:nvPr/>
          </p:nvSpPr>
          <p:spPr>
            <a:xfrm>
              <a:off x="4559076" y="8962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5" name="pt4395"/>
            <p:cNvSpPr/>
            <p:nvPr/>
          </p:nvSpPr>
          <p:spPr>
            <a:xfrm>
              <a:off x="4532240" y="9061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6" name="pt4396"/>
            <p:cNvSpPr/>
            <p:nvPr/>
          </p:nvSpPr>
          <p:spPr>
            <a:xfrm>
              <a:off x="4551112" y="89029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7" name="pt4397"/>
            <p:cNvSpPr/>
            <p:nvPr/>
          </p:nvSpPr>
          <p:spPr>
            <a:xfrm>
              <a:off x="4631184" y="8928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8" name="pt4398"/>
            <p:cNvSpPr/>
            <p:nvPr/>
          </p:nvSpPr>
          <p:spPr>
            <a:xfrm>
              <a:off x="4570200" y="89326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9" name="pt4399"/>
            <p:cNvSpPr/>
            <p:nvPr/>
          </p:nvSpPr>
          <p:spPr>
            <a:xfrm>
              <a:off x="4566607" y="8941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0" name="pt4400"/>
            <p:cNvSpPr/>
            <p:nvPr/>
          </p:nvSpPr>
          <p:spPr>
            <a:xfrm>
              <a:off x="4647905" y="8927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1" name="pt4401"/>
            <p:cNvSpPr/>
            <p:nvPr/>
          </p:nvSpPr>
          <p:spPr>
            <a:xfrm>
              <a:off x="4714125" y="8850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2" name="pt4402"/>
            <p:cNvSpPr/>
            <p:nvPr/>
          </p:nvSpPr>
          <p:spPr>
            <a:xfrm>
              <a:off x="4542151" y="8834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3" name="pt4403"/>
            <p:cNvSpPr/>
            <p:nvPr/>
          </p:nvSpPr>
          <p:spPr>
            <a:xfrm>
              <a:off x="4552603" y="8898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4" name="pt4404"/>
            <p:cNvSpPr/>
            <p:nvPr/>
          </p:nvSpPr>
          <p:spPr>
            <a:xfrm>
              <a:off x="4669363" y="8939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5" name="pt4405"/>
            <p:cNvSpPr/>
            <p:nvPr/>
          </p:nvSpPr>
          <p:spPr>
            <a:xfrm>
              <a:off x="4570192" y="87156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6" name="pt4406"/>
            <p:cNvSpPr/>
            <p:nvPr/>
          </p:nvSpPr>
          <p:spPr>
            <a:xfrm>
              <a:off x="4554190" y="8827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7" name="pt4407"/>
            <p:cNvSpPr/>
            <p:nvPr/>
          </p:nvSpPr>
          <p:spPr>
            <a:xfrm>
              <a:off x="4604598" y="90564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8" name="pt4408"/>
            <p:cNvSpPr/>
            <p:nvPr/>
          </p:nvSpPr>
          <p:spPr>
            <a:xfrm>
              <a:off x="4583063" y="8811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9" name="pt4409"/>
            <p:cNvSpPr/>
            <p:nvPr/>
          </p:nvSpPr>
          <p:spPr>
            <a:xfrm>
              <a:off x="4560147" y="88961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0" name="pt4410"/>
            <p:cNvSpPr/>
            <p:nvPr/>
          </p:nvSpPr>
          <p:spPr>
            <a:xfrm>
              <a:off x="4764162" y="8791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1" name="pt4411"/>
            <p:cNvSpPr/>
            <p:nvPr/>
          </p:nvSpPr>
          <p:spPr>
            <a:xfrm>
              <a:off x="4689670" y="8838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2" name="pt4412"/>
            <p:cNvSpPr/>
            <p:nvPr/>
          </p:nvSpPr>
          <p:spPr>
            <a:xfrm>
              <a:off x="4532557" y="8972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3" name="pt4413"/>
            <p:cNvSpPr/>
            <p:nvPr/>
          </p:nvSpPr>
          <p:spPr>
            <a:xfrm>
              <a:off x="4708897" y="87618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4" name="pt4414"/>
            <p:cNvSpPr/>
            <p:nvPr/>
          </p:nvSpPr>
          <p:spPr>
            <a:xfrm>
              <a:off x="4802805" y="8727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5" name="pt4415"/>
            <p:cNvSpPr/>
            <p:nvPr/>
          </p:nvSpPr>
          <p:spPr>
            <a:xfrm>
              <a:off x="4721410" y="88173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6" name="pt4416"/>
            <p:cNvSpPr/>
            <p:nvPr/>
          </p:nvSpPr>
          <p:spPr>
            <a:xfrm>
              <a:off x="4558715" y="88346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7" name="pt4417"/>
            <p:cNvSpPr/>
            <p:nvPr/>
          </p:nvSpPr>
          <p:spPr>
            <a:xfrm>
              <a:off x="4623314" y="89900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8" name="pt4418"/>
            <p:cNvSpPr/>
            <p:nvPr/>
          </p:nvSpPr>
          <p:spPr>
            <a:xfrm>
              <a:off x="4703405" y="8818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9" name="pt4419"/>
            <p:cNvSpPr/>
            <p:nvPr/>
          </p:nvSpPr>
          <p:spPr>
            <a:xfrm>
              <a:off x="4780782" y="8766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0" name="pt4420"/>
            <p:cNvSpPr/>
            <p:nvPr/>
          </p:nvSpPr>
          <p:spPr>
            <a:xfrm>
              <a:off x="4551980" y="8764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1" name="pt4421"/>
            <p:cNvSpPr/>
            <p:nvPr/>
          </p:nvSpPr>
          <p:spPr>
            <a:xfrm>
              <a:off x="4533727" y="8815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2" name="pt4422"/>
            <p:cNvSpPr/>
            <p:nvPr/>
          </p:nvSpPr>
          <p:spPr>
            <a:xfrm>
              <a:off x="4608312" y="8897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3" name="pt4423"/>
            <p:cNvSpPr/>
            <p:nvPr/>
          </p:nvSpPr>
          <p:spPr>
            <a:xfrm>
              <a:off x="4644561" y="8843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4" name="pt4424"/>
            <p:cNvSpPr/>
            <p:nvPr/>
          </p:nvSpPr>
          <p:spPr>
            <a:xfrm>
              <a:off x="4576416" y="9027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5" name="pt4425"/>
            <p:cNvSpPr/>
            <p:nvPr/>
          </p:nvSpPr>
          <p:spPr>
            <a:xfrm>
              <a:off x="4655512" y="8843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6" name="pt4426"/>
            <p:cNvSpPr/>
            <p:nvPr/>
          </p:nvSpPr>
          <p:spPr>
            <a:xfrm>
              <a:off x="4786714" y="8643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7" name="pt4427"/>
            <p:cNvSpPr/>
            <p:nvPr/>
          </p:nvSpPr>
          <p:spPr>
            <a:xfrm>
              <a:off x="4730077" y="8792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8" name="pt4428"/>
            <p:cNvSpPr/>
            <p:nvPr/>
          </p:nvSpPr>
          <p:spPr>
            <a:xfrm>
              <a:off x="4544760" y="8984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9" name="pt4429"/>
            <p:cNvSpPr/>
            <p:nvPr/>
          </p:nvSpPr>
          <p:spPr>
            <a:xfrm>
              <a:off x="4537990" y="8883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0" name="pt4430"/>
            <p:cNvSpPr/>
            <p:nvPr/>
          </p:nvSpPr>
          <p:spPr>
            <a:xfrm>
              <a:off x="4525166" y="9092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1" name="pt4431"/>
            <p:cNvSpPr/>
            <p:nvPr/>
          </p:nvSpPr>
          <p:spPr>
            <a:xfrm>
              <a:off x="4537344" y="8810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2" name="pt4432"/>
            <p:cNvSpPr/>
            <p:nvPr/>
          </p:nvSpPr>
          <p:spPr>
            <a:xfrm>
              <a:off x="4672960" y="8871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3" name="pt4433"/>
            <p:cNvSpPr/>
            <p:nvPr/>
          </p:nvSpPr>
          <p:spPr>
            <a:xfrm>
              <a:off x="4621404" y="8878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4" name="pt4434"/>
            <p:cNvSpPr/>
            <p:nvPr/>
          </p:nvSpPr>
          <p:spPr>
            <a:xfrm>
              <a:off x="4813259" y="8714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5" name="pt4435"/>
            <p:cNvSpPr/>
            <p:nvPr/>
          </p:nvSpPr>
          <p:spPr>
            <a:xfrm>
              <a:off x="4733076" y="8729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6" name="pt4436"/>
            <p:cNvSpPr/>
            <p:nvPr/>
          </p:nvSpPr>
          <p:spPr>
            <a:xfrm>
              <a:off x="4550806" y="8960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7" name="pt4437"/>
            <p:cNvSpPr/>
            <p:nvPr/>
          </p:nvSpPr>
          <p:spPr>
            <a:xfrm>
              <a:off x="4551808" y="8783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8" name="pt4438"/>
            <p:cNvSpPr/>
            <p:nvPr/>
          </p:nvSpPr>
          <p:spPr>
            <a:xfrm>
              <a:off x="4772013" y="87432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9" name="pt4439"/>
            <p:cNvSpPr/>
            <p:nvPr/>
          </p:nvSpPr>
          <p:spPr>
            <a:xfrm>
              <a:off x="4621407" y="87725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0" name="pt4440"/>
            <p:cNvSpPr/>
            <p:nvPr/>
          </p:nvSpPr>
          <p:spPr>
            <a:xfrm>
              <a:off x="4557516" y="8907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1" name="pt4441"/>
            <p:cNvSpPr/>
            <p:nvPr/>
          </p:nvSpPr>
          <p:spPr>
            <a:xfrm>
              <a:off x="4553508" y="8789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2" name="pt4442"/>
            <p:cNvSpPr/>
            <p:nvPr/>
          </p:nvSpPr>
          <p:spPr>
            <a:xfrm>
              <a:off x="4711531" y="87403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3" name="pt4443"/>
            <p:cNvSpPr/>
            <p:nvPr/>
          </p:nvSpPr>
          <p:spPr>
            <a:xfrm>
              <a:off x="4573984" y="8879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4" name="pt4444"/>
            <p:cNvSpPr/>
            <p:nvPr/>
          </p:nvSpPr>
          <p:spPr>
            <a:xfrm>
              <a:off x="4552167" y="8850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5" name="pt4445"/>
            <p:cNvSpPr/>
            <p:nvPr/>
          </p:nvSpPr>
          <p:spPr>
            <a:xfrm>
              <a:off x="4530563" y="8908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6" name="pt4446"/>
            <p:cNvSpPr/>
            <p:nvPr/>
          </p:nvSpPr>
          <p:spPr>
            <a:xfrm>
              <a:off x="4538182" y="8979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7" name="pt4447"/>
            <p:cNvSpPr/>
            <p:nvPr/>
          </p:nvSpPr>
          <p:spPr>
            <a:xfrm>
              <a:off x="4539252" y="90528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8" name="pt4448"/>
            <p:cNvSpPr/>
            <p:nvPr/>
          </p:nvSpPr>
          <p:spPr>
            <a:xfrm>
              <a:off x="4609727" y="8700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9" name="pt4449"/>
            <p:cNvSpPr/>
            <p:nvPr/>
          </p:nvSpPr>
          <p:spPr>
            <a:xfrm>
              <a:off x="4528114" y="8824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0" name="pt4450"/>
            <p:cNvSpPr/>
            <p:nvPr/>
          </p:nvSpPr>
          <p:spPr>
            <a:xfrm>
              <a:off x="4547064" y="9092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1" name="pt4451"/>
            <p:cNvSpPr/>
            <p:nvPr/>
          </p:nvSpPr>
          <p:spPr>
            <a:xfrm>
              <a:off x="4690593" y="8805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2" name="pt4452"/>
            <p:cNvSpPr/>
            <p:nvPr/>
          </p:nvSpPr>
          <p:spPr>
            <a:xfrm>
              <a:off x="4668987" y="8821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3" name="rc4453"/>
            <p:cNvSpPr/>
            <p:nvPr/>
          </p:nvSpPr>
          <p:spPr>
            <a:xfrm>
              <a:off x="5179480" y="1529513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4454" name="tx4454"/>
            <p:cNvSpPr/>
            <p:nvPr/>
          </p:nvSpPr>
          <p:spPr>
            <a:xfrm>
              <a:off x="5336323" y="1692779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4455" name="tx4455"/>
            <p:cNvSpPr/>
            <p:nvPr/>
          </p:nvSpPr>
          <p:spPr>
            <a:xfrm>
              <a:off x="5234833" y="1894672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0.677***</a:t>
              </a:r>
            </a:p>
          </p:txBody>
        </p:sp>
        <p:sp>
          <p:nvSpPr>
            <p:cNvPr id="4456" name="rc4456"/>
            <p:cNvSpPr/>
            <p:nvPr/>
          </p:nvSpPr>
          <p:spPr>
            <a:xfrm>
              <a:off x="5179480" y="1529513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7" name="rc4457"/>
            <p:cNvSpPr/>
            <p:nvPr/>
          </p:nvSpPr>
          <p:spPr>
            <a:xfrm>
              <a:off x="5179480" y="2234734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4458" name="tx4458"/>
            <p:cNvSpPr/>
            <p:nvPr/>
          </p:nvSpPr>
          <p:spPr>
            <a:xfrm>
              <a:off x="5336323" y="2398000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4459" name="tx4459"/>
            <p:cNvSpPr/>
            <p:nvPr/>
          </p:nvSpPr>
          <p:spPr>
            <a:xfrm>
              <a:off x="5234833" y="2599825"/>
              <a:ext cx="514536" cy="1038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0.953***</a:t>
              </a:r>
            </a:p>
          </p:txBody>
        </p:sp>
        <p:sp>
          <p:nvSpPr>
            <p:cNvPr id="4460" name="rc4460"/>
            <p:cNvSpPr/>
            <p:nvPr/>
          </p:nvSpPr>
          <p:spPr>
            <a:xfrm>
              <a:off x="5179480" y="2234734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1" name="rc4461"/>
            <p:cNvSpPr/>
            <p:nvPr/>
          </p:nvSpPr>
          <p:spPr>
            <a:xfrm>
              <a:off x="5179480" y="2939956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62" name="pl4462"/>
            <p:cNvSpPr/>
            <p:nvPr/>
          </p:nvSpPr>
          <p:spPr>
            <a:xfrm>
              <a:off x="5179480" y="348225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3" name="pl4463"/>
            <p:cNvSpPr/>
            <p:nvPr/>
          </p:nvSpPr>
          <p:spPr>
            <a:xfrm>
              <a:off x="5179480" y="335336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4" name="pl4464"/>
            <p:cNvSpPr/>
            <p:nvPr/>
          </p:nvSpPr>
          <p:spPr>
            <a:xfrm>
              <a:off x="5179480" y="322447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5" name="pl4465"/>
            <p:cNvSpPr/>
            <p:nvPr/>
          </p:nvSpPr>
          <p:spPr>
            <a:xfrm>
              <a:off x="5179480" y="309558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6" name="pl4466"/>
            <p:cNvSpPr/>
            <p:nvPr/>
          </p:nvSpPr>
          <p:spPr>
            <a:xfrm>
              <a:off x="5179480" y="296669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7" name="pl4467"/>
            <p:cNvSpPr/>
            <p:nvPr/>
          </p:nvSpPr>
          <p:spPr>
            <a:xfrm>
              <a:off x="5265073" y="293995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8" name="pl4468"/>
            <p:cNvSpPr/>
            <p:nvPr/>
          </p:nvSpPr>
          <p:spPr>
            <a:xfrm>
              <a:off x="5440293" y="293995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9" name="pl4469"/>
            <p:cNvSpPr/>
            <p:nvPr/>
          </p:nvSpPr>
          <p:spPr>
            <a:xfrm>
              <a:off x="5615513" y="293995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0" name="pl4470"/>
            <p:cNvSpPr/>
            <p:nvPr/>
          </p:nvSpPr>
          <p:spPr>
            <a:xfrm>
              <a:off x="5790733" y="293995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1" name="pl4471"/>
            <p:cNvSpPr/>
            <p:nvPr/>
          </p:nvSpPr>
          <p:spPr>
            <a:xfrm>
              <a:off x="5179480" y="354669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2" name="pl4472"/>
            <p:cNvSpPr/>
            <p:nvPr/>
          </p:nvSpPr>
          <p:spPr>
            <a:xfrm>
              <a:off x="5179480" y="341780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3" name="pl4473"/>
            <p:cNvSpPr/>
            <p:nvPr/>
          </p:nvSpPr>
          <p:spPr>
            <a:xfrm>
              <a:off x="5179480" y="328891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4" name="pl4474"/>
            <p:cNvSpPr/>
            <p:nvPr/>
          </p:nvSpPr>
          <p:spPr>
            <a:xfrm>
              <a:off x="5179480" y="316002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5" name="pl4475"/>
            <p:cNvSpPr/>
            <p:nvPr/>
          </p:nvSpPr>
          <p:spPr>
            <a:xfrm>
              <a:off x="5179480" y="303113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6" name="pl4476"/>
            <p:cNvSpPr/>
            <p:nvPr/>
          </p:nvSpPr>
          <p:spPr>
            <a:xfrm>
              <a:off x="5352683" y="293995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7" name="pl4477"/>
            <p:cNvSpPr/>
            <p:nvPr/>
          </p:nvSpPr>
          <p:spPr>
            <a:xfrm>
              <a:off x="5527903" y="293995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8" name="pl4478"/>
            <p:cNvSpPr/>
            <p:nvPr/>
          </p:nvSpPr>
          <p:spPr>
            <a:xfrm>
              <a:off x="5703123" y="293995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9" name="pg4479"/>
            <p:cNvSpPr/>
            <p:nvPr/>
          </p:nvSpPr>
          <p:spPr>
            <a:xfrm>
              <a:off x="5207900" y="2968848"/>
              <a:ext cx="568401" cy="577847"/>
            </a:xfrm>
            <a:custGeom>
              <a:avLst/>
              <a:pathLst>
                <a:path w="568401" h="577847">
                  <a:moveTo>
                    <a:pt x="0" y="376510"/>
                  </a:moveTo>
                  <a:lnTo>
                    <a:pt x="1112" y="359929"/>
                  </a:lnTo>
                  <a:lnTo>
                    <a:pt x="2224" y="342732"/>
                  </a:lnTo>
                  <a:lnTo>
                    <a:pt x="3336" y="324964"/>
                  </a:lnTo>
                  <a:lnTo>
                    <a:pt x="4449" y="306586"/>
                  </a:lnTo>
                  <a:lnTo>
                    <a:pt x="5561" y="287758"/>
                  </a:lnTo>
                  <a:lnTo>
                    <a:pt x="6673" y="268612"/>
                  </a:lnTo>
                  <a:lnTo>
                    <a:pt x="7786" y="249228"/>
                  </a:lnTo>
                  <a:lnTo>
                    <a:pt x="8898" y="229692"/>
                  </a:lnTo>
                  <a:lnTo>
                    <a:pt x="10010" y="210118"/>
                  </a:lnTo>
                  <a:lnTo>
                    <a:pt x="11123" y="190675"/>
                  </a:lnTo>
                  <a:lnTo>
                    <a:pt x="12235" y="171474"/>
                  </a:lnTo>
                  <a:lnTo>
                    <a:pt x="13347" y="152623"/>
                  </a:lnTo>
                  <a:lnTo>
                    <a:pt x="14460" y="134231"/>
                  </a:lnTo>
                  <a:lnTo>
                    <a:pt x="15572" y="116554"/>
                  </a:lnTo>
                  <a:lnTo>
                    <a:pt x="16684" y="99749"/>
                  </a:lnTo>
                  <a:lnTo>
                    <a:pt x="17797" y="83838"/>
                  </a:lnTo>
                  <a:lnTo>
                    <a:pt x="18909" y="68925"/>
                  </a:lnTo>
                  <a:lnTo>
                    <a:pt x="20021" y="55110"/>
                  </a:lnTo>
                  <a:lnTo>
                    <a:pt x="21134" y="42723"/>
                  </a:lnTo>
                  <a:lnTo>
                    <a:pt x="22246" y="31882"/>
                  </a:lnTo>
                  <a:lnTo>
                    <a:pt x="23358" y="22468"/>
                  </a:lnTo>
                  <a:lnTo>
                    <a:pt x="24471" y="14542"/>
                  </a:lnTo>
                  <a:lnTo>
                    <a:pt x="25583" y="8158"/>
                  </a:lnTo>
                  <a:lnTo>
                    <a:pt x="26695" y="3623"/>
                  </a:lnTo>
                  <a:lnTo>
                    <a:pt x="27808" y="991"/>
                  </a:lnTo>
                  <a:lnTo>
                    <a:pt x="28920" y="0"/>
                  </a:lnTo>
                  <a:lnTo>
                    <a:pt x="30032" y="642"/>
                  </a:lnTo>
                  <a:lnTo>
                    <a:pt x="31145" y="2904"/>
                  </a:lnTo>
                  <a:lnTo>
                    <a:pt x="32257" y="6985"/>
                  </a:lnTo>
                  <a:lnTo>
                    <a:pt x="33369" y="12867"/>
                  </a:lnTo>
                  <a:lnTo>
                    <a:pt x="34482" y="20195"/>
                  </a:lnTo>
                  <a:lnTo>
                    <a:pt x="35594" y="28903"/>
                  </a:lnTo>
                  <a:lnTo>
                    <a:pt x="36706" y="38914"/>
                  </a:lnTo>
                  <a:lnTo>
                    <a:pt x="37819" y="50286"/>
                  </a:lnTo>
                  <a:lnTo>
                    <a:pt x="38931" y="62930"/>
                  </a:lnTo>
                  <a:lnTo>
                    <a:pt x="40043" y="76507"/>
                  </a:lnTo>
                  <a:lnTo>
                    <a:pt x="41156" y="90912"/>
                  </a:lnTo>
                  <a:lnTo>
                    <a:pt x="42268" y="106039"/>
                  </a:lnTo>
                  <a:lnTo>
                    <a:pt x="43380" y="121830"/>
                  </a:lnTo>
                  <a:lnTo>
                    <a:pt x="44493" y="138145"/>
                  </a:lnTo>
                  <a:lnTo>
                    <a:pt x="45605" y="154756"/>
                  </a:lnTo>
                  <a:lnTo>
                    <a:pt x="46717" y="171559"/>
                  </a:lnTo>
                  <a:lnTo>
                    <a:pt x="47830" y="188456"/>
                  </a:lnTo>
                  <a:lnTo>
                    <a:pt x="48942" y="205335"/>
                  </a:lnTo>
                  <a:lnTo>
                    <a:pt x="50054" y="222034"/>
                  </a:lnTo>
                  <a:lnTo>
                    <a:pt x="51167" y="238483"/>
                  </a:lnTo>
                  <a:lnTo>
                    <a:pt x="52279" y="254610"/>
                  </a:lnTo>
                  <a:lnTo>
                    <a:pt x="53391" y="270352"/>
                  </a:lnTo>
                  <a:lnTo>
                    <a:pt x="54504" y="285602"/>
                  </a:lnTo>
                  <a:lnTo>
                    <a:pt x="55616" y="300204"/>
                  </a:lnTo>
                  <a:lnTo>
                    <a:pt x="56728" y="314234"/>
                  </a:lnTo>
                  <a:lnTo>
                    <a:pt x="57841" y="327664"/>
                  </a:lnTo>
                  <a:lnTo>
                    <a:pt x="58953" y="340470"/>
                  </a:lnTo>
                  <a:lnTo>
                    <a:pt x="60065" y="352585"/>
                  </a:lnTo>
                  <a:lnTo>
                    <a:pt x="61178" y="363879"/>
                  </a:lnTo>
                  <a:lnTo>
                    <a:pt x="62290" y="374518"/>
                  </a:lnTo>
                  <a:lnTo>
                    <a:pt x="63402" y="384507"/>
                  </a:lnTo>
                  <a:lnTo>
                    <a:pt x="64515" y="393856"/>
                  </a:lnTo>
                  <a:lnTo>
                    <a:pt x="65627" y="402539"/>
                  </a:lnTo>
                  <a:lnTo>
                    <a:pt x="66739" y="410460"/>
                  </a:lnTo>
                  <a:lnTo>
                    <a:pt x="67852" y="417809"/>
                  </a:lnTo>
                  <a:lnTo>
                    <a:pt x="68964" y="424610"/>
                  </a:lnTo>
                  <a:lnTo>
                    <a:pt x="70076" y="430886"/>
                  </a:lnTo>
                  <a:lnTo>
                    <a:pt x="71189" y="436642"/>
                  </a:lnTo>
                  <a:lnTo>
                    <a:pt x="72301" y="441813"/>
                  </a:lnTo>
                  <a:lnTo>
                    <a:pt x="73413" y="446563"/>
                  </a:lnTo>
                  <a:lnTo>
                    <a:pt x="74526" y="450922"/>
                  </a:lnTo>
                  <a:lnTo>
                    <a:pt x="75638" y="454913"/>
                  </a:lnTo>
                  <a:lnTo>
                    <a:pt x="76750" y="458553"/>
                  </a:lnTo>
                  <a:lnTo>
                    <a:pt x="77863" y="461801"/>
                  </a:lnTo>
                  <a:lnTo>
                    <a:pt x="78975" y="464777"/>
                  </a:lnTo>
                  <a:lnTo>
                    <a:pt x="80087" y="467505"/>
                  </a:lnTo>
                  <a:lnTo>
                    <a:pt x="81200" y="470004"/>
                  </a:lnTo>
                  <a:lnTo>
                    <a:pt x="82312" y="472290"/>
                  </a:lnTo>
                  <a:lnTo>
                    <a:pt x="83424" y="474338"/>
                  </a:lnTo>
                  <a:lnTo>
                    <a:pt x="84537" y="476227"/>
                  </a:lnTo>
                  <a:lnTo>
                    <a:pt x="85649" y="477971"/>
                  </a:lnTo>
                  <a:lnTo>
                    <a:pt x="86761" y="479584"/>
                  </a:lnTo>
                  <a:lnTo>
                    <a:pt x="87874" y="481078"/>
                  </a:lnTo>
                  <a:lnTo>
                    <a:pt x="88986" y="482437"/>
                  </a:lnTo>
                  <a:lnTo>
                    <a:pt x="90098" y="483709"/>
                  </a:lnTo>
                  <a:lnTo>
                    <a:pt x="91211" y="484901"/>
                  </a:lnTo>
                  <a:lnTo>
                    <a:pt x="92323" y="486024"/>
                  </a:lnTo>
                  <a:lnTo>
                    <a:pt x="93435" y="487083"/>
                  </a:lnTo>
                  <a:lnTo>
                    <a:pt x="94548" y="488071"/>
                  </a:lnTo>
                  <a:lnTo>
                    <a:pt x="95660" y="489015"/>
                  </a:lnTo>
                  <a:lnTo>
                    <a:pt x="96772" y="489918"/>
                  </a:lnTo>
                  <a:lnTo>
                    <a:pt x="97885" y="490787"/>
                  </a:lnTo>
                  <a:lnTo>
                    <a:pt x="98997" y="491626"/>
                  </a:lnTo>
                  <a:lnTo>
                    <a:pt x="100109" y="492433"/>
                  </a:lnTo>
                  <a:lnTo>
                    <a:pt x="101222" y="493220"/>
                  </a:lnTo>
                  <a:lnTo>
                    <a:pt x="102334" y="493992"/>
                  </a:lnTo>
                  <a:lnTo>
                    <a:pt x="103446" y="494751"/>
                  </a:lnTo>
                  <a:lnTo>
                    <a:pt x="104559" y="495501"/>
                  </a:lnTo>
                  <a:lnTo>
                    <a:pt x="105671" y="496244"/>
                  </a:lnTo>
                  <a:lnTo>
                    <a:pt x="106783" y="496985"/>
                  </a:lnTo>
                  <a:lnTo>
                    <a:pt x="107896" y="497727"/>
                  </a:lnTo>
                  <a:lnTo>
                    <a:pt x="109008" y="498472"/>
                  </a:lnTo>
                  <a:lnTo>
                    <a:pt x="110120" y="499222"/>
                  </a:lnTo>
                  <a:lnTo>
                    <a:pt x="111233" y="499984"/>
                  </a:lnTo>
                  <a:lnTo>
                    <a:pt x="112345" y="500757"/>
                  </a:lnTo>
                  <a:lnTo>
                    <a:pt x="113457" y="501543"/>
                  </a:lnTo>
                  <a:lnTo>
                    <a:pt x="114570" y="502345"/>
                  </a:lnTo>
                  <a:lnTo>
                    <a:pt x="115682" y="503164"/>
                  </a:lnTo>
                  <a:lnTo>
                    <a:pt x="116794" y="504006"/>
                  </a:lnTo>
                  <a:lnTo>
                    <a:pt x="117907" y="504870"/>
                  </a:lnTo>
                  <a:lnTo>
                    <a:pt x="119019" y="505756"/>
                  </a:lnTo>
                  <a:lnTo>
                    <a:pt x="120131" y="506664"/>
                  </a:lnTo>
                  <a:lnTo>
                    <a:pt x="121244" y="507596"/>
                  </a:lnTo>
                  <a:lnTo>
                    <a:pt x="122356" y="508556"/>
                  </a:lnTo>
                  <a:lnTo>
                    <a:pt x="123468" y="509542"/>
                  </a:lnTo>
                  <a:lnTo>
                    <a:pt x="124581" y="510551"/>
                  </a:lnTo>
                  <a:lnTo>
                    <a:pt x="125693" y="511581"/>
                  </a:lnTo>
                  <a:lnTo>
                    <a:pt x="126805" y="512632"/>
                  </a:lnTo>
                  <a:lnTo>
                    <a:pt x="127918" y="513707"/>
                  </a:lnTo>
                  <a:lnTo>
                    <a:pt x="129030" y="514798"/>
                  </a:lnTo>
                  <a:lnTo>
                    <a:pt x="130142" y="515903"/>
                  </a:lnTo>
                  <a:lnTo>
                    <a:pt x="131255" y="517018"/>
                  </a:lnTo>
                  <a:lnTo>
                    <a:pt x="132367" y="518140"/>
                  </a:lnTo>
                  <a:lnTo>
                    <a:pt x="133479" y="519265"/>
                  </a:lnTo>
                  <a:lnTo>
                    <a:pt x="134592" y="520388"/>
                  </a:lnTo>
                  <a:lnTo>
                    <a:pt x="135704" y="521503"/>
                  </a:lnTo>
                  <a:lnTo>
                    <a:pt x="136816" y="522606"/>
                  </a:lnTo>
                  <a:lnTo>
                    <a:pt x="137929" y="523694"/>
                  </a:lnTo>
                  <a:lnTo>
                    <a:pt x="139041" y="524756"/>
                  </a:lnTo>
                  <a:lnTo>
                    <a:pt x="140153" y="525787"/>
                  </a:lnTo>
                  <a:lnTo>
                    <a:pt x="141266" y="526785"/>
                  </a:lnTo>
                  <a:lnTo>
                    <a:pt x="142378" y="527746"/>
                  </a:lnTo>
                  <a:lnTo>
                    <a:pt x="143490" y="528666"/>
                  </a:lnTo>
                  <a:lnTo>
                    <a:pt x="144603" y="529533"/>
                  </a:lnTo>
                  <a:lnTo>
                    <a:pt x="145715" y="530342"/>
                  </a:lnTo>
                  <a:lnTo>
                    <a:pt x="146827" y="531099"/>
                  </a:lnTo>
                  <a:lnTo>
                    <a:pt x="147940" y="531800"/>
                  </a:lnTo>
                  <a:lnTo>
                    <a:pt x="149052" y="532444"/>
                  </a:lnTo>
                  <a:lnTo>
                    <a:pt x="150164" y="533019"/>
                  </a:lnTo>
                  <a:lnTo>
                    <a:pt x="151277" y="533526"/>
                  </a:lnTo>
                  <a:lnTo>
                    <a:pt x="152389" y="533974"/>
                  </a:lnTo>
                  <a:lnTo>
                    <a:pt x="153501" y="534363"/>
                  </a:lnTo>
                  <a:lnTo>
                    <a:pt x="154614" y="534696"/>
                  </a:lnTo>
                  <a:lnTo>
                    <a:pt x="155726" y="534964"/>
                  </a:lnTo>
                  <a:lnTo>
                    <a:pt x="156838" y="535174"/>
                  </a:lnTo>
                  <a:lnTo>
                    <a:pt x="157951" y="535336"/>
                  </a:lnTo>
                  <a:lnTo>
                    <a:pt x="159063" y="535455"/>
                  </a:lnTo>
                  <a:lnTo>
                    <a:pt x="160175" y="535534"/>
                  </a:lnTo>
                  <a:lnTo>
                    <a:pt x="161288" y="535573"/>
                  </a:lnTo>
                  <a:lnTo>
                    <a:pt x="162400" y="535579"/>
                  </a:lnTo>
                  <a:lnTo>
                    <a:pt x="163512" y="535563"/>
                  </a:lnTo>
                  <a:lnTo>
                    <a:pt x="164625" y="535530"/>
                  </a:lnTo>
                  <a:lnTo>
                    <a:pt x="165737" y="535485"/>
                  </a:lnTo>
                  <a:lnTo>
                    <a:pt x="166849" y="535432"/>
                  </a:lnTo>
                  <a:lnTo>
                    <a:pt x="167962" y="535380"/>
                  </a:lnTo>
                  <a:lnTo>
                    <a:pt x="169074" y="535332"/>
                  </a:lnTo>
                  <a:lnTo>
                    <a:pt x="170186" y="535295"/>
                  </a:lnTo>
                  <a:lnTo>
                    <a:pt x="171299" y="535271"/>
                  </a:lnTo>
                  <a:lnTo>
                    <a:pt x="172411" y="535265"/>
                  </a:lnTo>
                  <a:lnTo>
                    <a:pt x="173523" y="535286"/>
                  </a:lnTo>
                  <a:lnTo>
                    <a:pt x="174636" y="535330"/>
                  </a:lnTo>
                  <a:lnTo>
                    <a:pt x="175748" y="535399"/>
                  </a:lnTo>
                  <a:lnTo>
                    <a:pt x="176860" y="535495"/>
                  </a:lnTo>
                  <a:lnTo>
                    <a:pt x="177973" y="535620"/>
                  </a:lnTo>
                  <a:lnTo>
                    <a:pt x="179085" y="535777"/>
                  </a:lnTo>
                  <a:lnTo>
                    <a:pt x="180197" y="535959"/>
                  </a:lnTo>
                  <a:lnTo>
                    <a:pt x="181310" y="536165"/>
                  </a:lnTo>
                  <a:lnTo>
                    <a:pt x="182422" y="536392"/>
                  </a:lnTo>
                  <a:lnTo>
                    <a:pt x="183534" y="536640"/>
                  </a:lnTo>
                  <a:lnTo>
                    <a:pt x="184647" y="536906"/>
                  </a:lnTo>
                  <a:lnTo>
                    <a:pt x="185759" y="537182"/>
                  </a:lnTo>
                  <a:lnTo>
                    <a:pt x="186871" y="537465"/>
                  </a:lnTo>
                  <a:lnTo>
                    <a:pt x="187984" y="537751"/>
                  </a:lnTo>
                  <a:lnTo>
                    <a:pt x="189096" y="538035"/>
                  </a:lnTo>
                  <a:lnTo>
                    <a:pt x="190208" y="538310"/>
                  </a:lnTo>
                  <a:lnTo>
                    <a:pt x="191321" y="538572"/>
                  </a:lnTo>
                  <a:lnTo>
                    <a:pt x="192433" y="538818"/>
                  </a:lnTo>
                  <a:lnTo>
                    <a:pt x="193545" y="539044"/>
                  </a:lnTo>
                  <a:lnTo>
                    <a:pt x="194658" y="539244"/>
                  </a:lnTo>
                  <a:lnTo>
                    <a:pt x="195770" y="539409"/>
                  </a:lnTo>
                  <a:lnTo>
                    <a:pt x="196882" y="539542"/>
                  </a:lnTo>
                  <a:lnTo>
                    <a:pt x="197995" y="539641"/>
                  </a:lnTo>
                  <a:lnTo>
                    <a:pt x="199107" y="539704"/>
                  </a:lnTo>
                  <a:lnTo>
                    <a:pt x="200219" y="539728"/>
                  </a:lnTo>
                  <a:lnTo>
                    <a:pt x="201332" y="539703"/>
                  </a:lnTo>
                  <a:lnTo>
                    <a:pt x="202444" y="539638"/>
                  </a:lnTo>
                  <a:lnTo>
                    <a:pt x="203556" y="539535"/>
                  </a:lnTo>
                  <a:lnTo>
                    <a:pt x="204669" y="539392"/>
                  </a:lnTo>
                  <a:lnTo>
                    <a:pt x="205781" y="539211"/>
                  </a:lnTo>
                  <a:lnTo>
                    <a:pt x="206893" y="538984"/>
                  </a:lnTo>
                  <a:lnTo>
                    <a:pt x="208006" y="538723"/>
                  </a:lnTo>
                  <a:lnTo>
                    <a:pt x="209118" y="538431"/>
                  </a:lnTo>
                  <a:lnTo>
                    <a:pt x="210230" y="538109"/>
                  </a:lnTo>
                  <a:lnTo>
                    <a:pt x="211343" y="537759"/>
                  </a:lnTo>
                  <a:lnTo>
                    <a:pt x="212455" y="537378"/>
                  </a:lnTo>
                  <a:lnTo>
                    <a:pt x="213567" y="536976"/>
                  </a:lnTo>
                  <a:lnTo>
                    <a:pt x="214680" y="536557"/>
                  </a:lnTo>
                  <a:lnTo>
                    <a:pt x="215792" y="536122"/>
                  </a:lnTo>
                  <a:lnTo>
                    <a:pt x="216904" y="535673"/>
                  </a:lnTo>
                  <a:lnTo>
                    <a:pt x="218017" y="535210"/>
                  </a:lnTo>
                  <a:lnTo>
                    <a:pt x="219129" y="534741"/>
                  </a:lnTo>
                  <a:lnTo>
                    <a:pt x="220241" y="534266"/>
                  </a:lnTo>
                  <a:lnTo>
                    <a:pt x="221354" y="533788"/>
                  </a:lnTo>
                  <a:lnTo>
                    <a:pt x="222466" y="533308"/>
                  </a:lnTo>
                  <a:lnTo>
                    <a:pt x="223578" y="532830"/>
                  </a:lnTo>
                  <a:lnTo>
                    <a:pt x="224691" y="532354"/>
                  </a:lnTo>
                  <a:lnTo>
                    <a:pt x="225803" y="531883"/>
                  </a:lnTo>
                  <a:lnTo>
                    <a:pt x="226915" y="531418"/>
                  </a:lnTo>
                  <a:lnTo>
                    <a:pt x="228028" y="530961"/>
                  </a:lnTo>
                  <a:lnTo>
                    <a:pt x="229140" y="530517"/>
                  </a:lnTo>
                  <a:lnTo>
                    <a:pt x="230252" y="530085"/>
                  </a:lnTo>
                  <a:lnTo>
                    <a:pt x="231365" y="529668"/>
                  </a:lnTo>
                  <a:lnTo>
                    <a:pt x="232477" y="529266"/>
                  </a:lnTo>
                  <a:lnTo>
                    <a:pt x="233589" y="528883"/>
                  </a:lnTo>
                  <a:lnTo>
                    <a:pt x="234702" y="528526"/>
                  </a:lnTo>
                  <a:lnTo>
                    <a:pt x="235814" y="528195"/>
                  </a:lnTo>
                  <a:lnTo>
                    <a:pt x="236926" y="527890"/>
                  </a:lnTo>
                  <a:lnTo>
                    <a:pt x="238039" y="527615"/>
                  </a:lnTo>
                  <a:lnTo>
                    <a:pt x="239151" y="527372"/>
                  </a:lnTo>
                  <a:lnTo>
                    <a:pt x="240263" y="527174"/>
                  </a:lnTo>
                  <a:lnTo>
                    <a:pt x="241376" y="527018"/>
                  </a:lnTo>
                  <a:lnTo>
                    <a:pt x="242488" y="526904"/>
                  </a:lnTo>
                  <a:lnTo>
                    <a:pt x="243600" y="526835"/>
                  </a:lnTo>
                  <a:lnTo>
                    <a:pt x="244713" y="526813"/>
                  </a:lnTo>
                  <a:lnTo>
                    <a:pt x="245825" y="526855"/>
                  </a:lnTo>
                  <a:lnTo>
                    <a:pt x="246937" y="526953"/>
                  </a:lnTo>
                  <a:lnTo>
                    <a:pt x="248049" y="527106"/>
                  </a:lnTo>
                  <a:lnTo>
                    <a:pt x="249162" y="527316"/>
                  </a:lnTo>
                  <a:lnTo>
                    <a:pt x="250274" y="527583"/>
                  </a:lnTo>
                  <a:lnTo>
                    <a:pt x="251386" y="527922"/>
                  </a:lnTo>
                  <a:lnTo>
                    <a:pt x="252499" y="528324"/>
                  </a:lnTo>
                  <a:lnTo>
                    <a:pt x="253611" y="528784"/>
                  </a:lnTo>
                  <a:lnTo>
                    <a:pt x="254723" y="529301"/>
                  </a:lnTo>
                  <a:lnTo>
                    <a:pt x="255836" y="529874"/>
                  </a:lnTo>
                  <a:lnTo>
                    <a:pt x="256948" y="530512"/>
                  </a:lnTo>
                  <a:lnTo>
                    <a:pt x="258060" y="531206"/>
                  </a:lnTo>
                  <a:lnTo>
                    <a:pt x="259173" y="531947"/>
                  </a:lnTo>
                  <a:lnTo>
                    <a:pt x="260285" y="532733"/>
                  </a:lnTo>
                  <a:lnTo>
                    <a:pt x="261397" y="533559"/>
                  </a:lnTo>
                  <a:lnTo>
                    <a:pt x="262510" y="534431"/>
                  </a:lnTo>
                  <a:lnTo>
                    <a:pt x="263622" y="535337"/>
                  </a:lnTo>
                  <a:lnTo>
                    <a:pt x="264734" y="536270"/>
                  </a:lnTo>
                  <a:lnTo>
                    <a:pt x="265847" y="537225"/>
                  </a:lnTo>
                  <a:lnTo>
                    <a:pt x="266959" y="538200"/>
                  </a:lnTo>
                  <a:lnTo>
                    <a:pt x="268071" y="539190"/>
                  </a:lnTo>
                  <a:lnTo>
                    <a:pt x="269184" y="540190"/>
                  </a:lnTo>
                  <a:lnTo>
                    <a:pt x="270296" y="541192"/>
                  </a:lnTo>
                  <a:lnTo>
                    <a:pt x="271408" y="542195"/>
                  </a:lnTo>
                  <a:lnTo>
                    <a:pt x="272521" y="543193"/>
                  </a:lnTo>
                  <a:lnTo>
                    <a:pt x="273633" y="544182"/>
                  </a:lnTo>
                  <a:lnTo>
                    <a:pt x="274745" y="545156"/>
                  </a:lnTo>
                  <a:lnTo>
                    <a:pt x="275858" y="546114"/>
                  </a:lnTo>
                  <a:lnTo>
                    <a:pt x="276970" y="547053"/>
                  </a:lnTo>
                  <a:lnTo>
                    <a:pt x="278082" y="547971"/>
                  </a:lnTo>
                  <a:lnTo>
                    <a:pt x="279195" y="548861"/>
                  </a:lnTo>
                  <a:lnTo>
                    <a:pt x="280307" y="549719"/>
                  </a:lnTo>
                  <a:lnTo>
                    <a:pt x="281419" y="550549"/>
                  </a:lnTo>
                  <a:lnTo>
                    <a:pt x="282532" y="551349"/>
                  </a:lnTo>
                  <a:lnTo>
                    <a:pt x="283644" y="552117"/>
                  </a:lnTo>
                  <a:lnTo>
                    <a:pt x="284756" y="552846"/>
                  </a:lnTo>
                  <a:lnTo>
                    <a:pt x="285869" y="553534"/>
                  </a:lnTo>
                  <a:lnTo>
                    <a:pt x="286981" y="554186"/>
                  </a:lnTo>
                  <a:lnTo>
                    <a:pt x="288093" y="554800"/>
                  </a:lnTo>
                  <a:lnTo>
                    <a:pt x="289206" y="555376"/>
                  </a:lnTo>
                  <a:lnTo>
                    <a:pt x="290318" y="555908"/>
                  </a:lnTo>
                  <a:lnTo>
                    <a:pt x="291430" y="556392"/>
                  </a:lnTo>
                  <a:lnTo>
                    <a:pt x="292543" y="556834"/>
                  </a:lnTo>
                  <a:lnTo>
                    <a:pt x="293655" y="557235"/>
                  </a:lnTo>
                  <a:lnTo>
                    <a:pt x="294767" y="557593"/>
                  </a:lnTo>
                  <a:lnTo>
                    <a:pt x="295880" y="557902"/>
                  </a:lnTo>
                  <a:lnTo>
                    <a:pt x="296992" y="558159"/>
                  </a:lnTo>
                  <a:lnTo>
                    <a:pt x="298104" y="558370"/>
                  </a:lnTo>
                  <a:lnTo>
                    <a:pt x="299217" y="558537"/>
                  </a:lnTo>
                  <a:lnTo>
                    <a:pt x="300329" y="558658"/>
                  </a:lnTo>
                  <a:lnTo>
                    <a:pt x="301441" y="558728"/>
                  </a:lnTo>
                  <a:lnTo>
                    <a:pt x="302554" y="558743"/>
                  </a:lnTo>
                  <a:lnTo>
                    <a:pt x="303666" y="558712"/>
                  </a:lnTo>
                  <a:lnTo>
                    <a:pt x="304778" y="558636"/>
                  </a:lnTo>
                  <a:lnTo>
                    <a:pt x="305891" y="558515"/>
                  </a:lnTo>
                  <a:lnTo>
                    <a:pt x="307003" y="558346"/>
                  </a:lnTo>
                  <a:lnTo>
                    <a:pt x="308115" y="558125"/>
                  </a:lnTo>
                  <a:lnTo>
                    <a:pt x="309228" y="557862"/>
                  </a:lnTo>
                  <a:lnTo>
                    <a:pt x="310340" y="557560"/>
                  </a:lnTo>
                  <a:lnTo>
                    <a:pt x="311452" y="557220"/>
                  </a:lnTo>
                  <a:lnTo>
                    <a:pt x="312565" y="556840"/>
                  </a:lnTo>
                  <a:lnTo>
                    <a:pt x="313677" y="556419"/>
                  </a:lnTo>
                  <a:lnTo>
                    <a:pt x="314789" y="555967"/>
                  </a:lnTo>
                  <a:lnTo>
                    <a:pt x="315902" y="555488"/>
                  </a:lnTo>
                  <a:lnTo>
                    <a:pt x="317014" y="554984"/>
                  </a:lnTo>
                  <a:lnTo>
                    <a:pt x="318126" y="554455"/>
                  </a:lnTo>
                  <a:lnTo>
                    <a:pt x="319239" y="553904"/>
                  </a:lnTo>
                  <a:lnTo>
                    <a:pt x="320351" y="553339"/>
                  </a:lnTo>
                  <a:lnTo>
                    <a:pt x="321463" y="552762"/>
                  </a:lnTo>
                  <a:lnTo>
                    <a:pt x="322576" y="552178"/>
                  </a:lnTo>
                  <a:lnTo>
                    <a:pt x="323688" y="551588"/>
                  </a:lnTo>
                  <a:lnTo>
                    <a:pt x="324800" y="550998"/>
                  </a:lnTo>
                  <a:lnTo>
                    <a:pt x="325913" y="550413"/>
                  </a:lnTo>
                  <a:lnTo>
                    <a:pt x="327025" y="549835"/>
                  </a:lnTo>
                  <a:lnTo>
                    <a:pt x="328137" y="549267"/>
                  </a:lnTo>
                  <a:lnTo>
                    <a:pt x="329250" y="548712"/>
                  </a:lnTo>
                  <a:lnTo>
                    <a:pt x="330362" y="548180"/>
                  </a:lnTo>
                  <a:lnTo>
                    <a:pt x="331474" y="547669"/>
                  </a:lnTo>
                  <a:lnTo>
                    <a:pt x="332587" y="547181"/>
                  </a:lnTo>
                  <a:lnTo>
                    <a:pt x="333699" y="546719"/>
                  </a:lnTo>
                  <a:lnTo>
                    <a:pt x="334811" y="546286"/>
                  </a:lnTo>
                  <a:lnTo>
                    <a:pt x="335924" y="545893"/>
                  </a:lnTo>
                  <a:lnTo>
                    <a:pt x="337036" y="545533"/>
                  </a:lnTo>
                  <a:lnTo>
                    <a:pt x="338148" y="545209"/>
                  </a:lnTo>
                  <a:lnTo>
                    <a:pt x="339261" y="544922"/>
                  </a:lnTo>
                  <a:lnTo>
                    <a:pt x="340373" y="544673"/>
                  </a:lnTo>
                  <a:lnTo>
                    <a:pt x="341485" y="544477"/>
                  </a:lnTo>
                  <a:lnTo>
                    <a:pt x="342598" y="544321"/>
                  </a:lnTo>
                  <a:lnTo>
                    <a:pt x="343710" y="544207"/>
                  </a:lnTo>
                  <a:lnTo>
                    <a:pt x="344822" y="544135"/>
                  </a:lnTo>
                  <a:lnTo>
                    <a:pt x="345935" y="544106"/>
                  </a:lnTo>
                  <a:lnTo>
                    <a:pt x="347047" y="544134"/>
                  </a:lnTo>
                  <a:lnTo>
                    <a:pt x="348159" y="544205"/>
                  </a:lnTo>
                  <a:lnTo>
                    <a:pt x="349272" y="544318"/>
                  </a:lnTo>
                  <a:lnTo>
                    <a:pt x="350384" y="544475"/>
                  </a:lnTo>
                  <a:lnTo>
                    <a:pt x="351496" y="544673"/>
                  </a:lnTo>
                  <a:lnTo>
                    <a:pt x="352609" y="544926"/>
                  </a:lnTo>
                  <a:lnTo>
                    <a:pt x="353721" y="545220"/>
                  </a:lnTo>
                  <a:lnTo>
                    <a:pt x="354833" y="545553"/>
                  </a:lnTo>
                  <a:lnTo>
                    <a:pt x="355946" y="545925"/>
                  </a:lnTo>
                  <a:lnTo>
                    <a:pt x="357058" y="546334"/>
                  </a:lnTo>
                  <a:lnTo>
                    <a:pt x="358170" y="546789"/>
                  </a:lnTo>
                  <a:lnTo>
                    <a:pt x="359283" y="547279"/>
                  </a:lnTo>
                  <a:lnTo>
                    <a:pt x="360395" y="547801"/>
                  </a:lnTo>
                  <a:lnTo>
                    <a:pt x="361507" y="548353"/>
                  </a:lnTo>
                  <a:lnTo>
                    <a:pt x="362620" y="548934"/>
                  </a:lnTo>
                  <a:lnTo>
                    <a:pt x="363732" y="549549"/>
                  </a:lnTo>
                  <a:lnTo>
                    <a:pt x="364844" y="550188"/>
                  </a:lnTo>
                  <a:lnTo>
                    <a:pt x="365957" y="550848"/>
                  </a:lnTo>
                  <a:lnTo>
                    <a:pt x="367069" y="551528"/>
                  </a:lnTo>
                  <a:lnTo>
                    <a:pt x="368181" y="552225"/>
                  </a:lnTo>
                  <a:lnTo>
                    <a:pt x="369294" y="552941"/>
                  </a:lnTo>
                  <a:lnTo>
                    <a:pt x="370406" y="553667"/>
                  </a:lnTo>
                  <a:lnTo>
                    <a:pt x="371518" y="554402"/>
                  </a:lnTo>
                  <a:lnTo>
                    <a:pt x="372631" y="555143"/>
                  </a:lnTo>
                  <a:lnTo>
                    <a:pt x="373743" y="555888"/>
                  </a:lnTo>
                  <a:lnTo>
                    <a:pt x="374855" y="556633"/>
                  </a:lnTo>
                  <a:lnTo>
                    <a:pt x="375968" y="557374"/>
                  </a:lnTo>
                  <a:lnTo>
                    <a:pt x="377080" y="558110"/>
                  </a:lnTo>
                  <a:lnTo>
                    <a:pt x="378192" y="558837"/>
                  </a:lnTo>
                  <a:lnTo>
                    <a:pt x="379305" y="559554"/>
                  </a:lnTo>
                  <a:lnTo>
                    <a:pt x="380417" y="560254"/>
                  </a:lnTo>
                  <a:lnTo>
                    <a:pt x="381529" y="560934"/>
                  </a:lnTo>
                  <a:lnTo>
                    <a:pt x="382642" y="561596"/>
                  </a:lnTo>
                  <a:lnTo>
                    <a:pt x="383754" y="562235"/>
                  </a:lnTo>
                  <a:lnTo>
                    <a:pt x="384866" y="562851"/>
                  </a:lnTo>
                  <a:lnTo>
                    <a:pt x="385979" y="563435"/>
                  </a:lnTo>
                  <a:lnTo>
                    <a:pt x="387091" y="563987"/>
                  </a:lnTo>
                  <a:lnTo>
                    <a:pt x="388203" y="564509"/>
                  </a:lnTo>
                  <a:lnTo>
                    <a:pt x="389316" y="565000"/>
                  </a:lnTo>
                  <a:lnTo>
                    <a:pt x="390428" y="565458"/>
                  </a:lnTo>
                  <a:lnTo>
                    <a:pt x="391540" y="565874"/>
                  </a:lnTo>
                  <a:lnTo>
                    <a:pt x="392653" y="566252"/>
                  </a:lnTo>
                  <a:lnTo>
                    <a:pt x="393765" y="566595"/>
                  </a:lnTo>
                  <a:lnTo>
                    <a:pt x="394877" y="566903"/>
                  </a:lnTo>
                  <a:lnTo>
                    <a:pt x="395990" y="567175"/>
                  </a:lnTo>
                  <a:lnTo>
                    <a:pt x="397102" y="567405"/>
                  </a:lnTo>
                  <a:lnTo>
                    <a:pt x="398214" y="567598"/>
                  </a:lnTo>
                  <a:lnTo>
                    <a:pt x="399327" y="567758"/>
                  </a:lnTo>
                  <a:lnTo>
                    <a:pt x="400439" y="567887"/>
                  </a:lnTo>
                  <a:lnTo>
                    <a:pt x="401551" y="567986"/>
                  </a:lnTo>
                  <a:lnTo>
                    <a:pt x="402664" y="568051"/>
                  </a:lnTo>
                  <a:lnTo>
                    <a:pt x="403776" y="568089"/>
                  </a:lnTo>
                  <a:lnTo>
                    <a:pt x="404888" y="568103"/>
                  </a:lnTo>
                  <a:lnTo>
                    <a:pt x="406001" y="568098"/>
                  </a:lnTo>
                  <a:lnTo>
                    <a:pt x="407113" y="568074"/>
                  </a:lnTo>
                  <a:lnTo>
                    <a:pt x="408225" y="568034"/>
                  </a:lnTo>
                  <a:lnTo>
                    <a:pt x="409338" y="567981"/>
                  </a:lnTo>
                  <a:lnTo>
                    <a:pt x="410450" y="567920"/>
                  </a:lnTo>
                  <a:lnTo>
                    <a:pt x="411562" y="567854"/>
                  </a:lnTo>
                  <a:lnTo>
                    <a:pt x="412675" y="567786"/>
                  </a:lnTo>
                  <a:lnTo>
                    <a:pt x="413787" y="567719"/>
                  </a:lnTo>
                  <a:lnTo>
                    <a:pt x="414899" y="567657"/>
                  </a:lnTo>
                  <a:lnTo>
                    <a:pt x="416012" y="567603"/>
                  </a:lnTo>
                  <a:lnTo>
                    <a:pt x="417124" y="567559"/>
                  </a:lnTo>
                  <a:lnTo>
                    <a:pt x="418236" y="567526"/>
                  </a:lnTo>
                  <a:lnTo>
                    <a:pt x="419349" y="567510"/>
                  </a:lnTo>
                  <a:lnTo>
                    <a:pt x="420461" y="567514"/>
                  </a:lnTo>
                  <a:lnTo>
                    <a:pt x="421573" y="567536"/>
                  </a:lnTo>
                  <a:lnTo>
                    <a:pt x="422686" y="567578"/>
                  </a:lnTo>
                  <a:lnTo>
                    <a:pt x="423798" y="567640"/>
                  </a:lnTo>
                  <a:lnTo>
                    <a:pt x="424910" y="567726"/>
                  </a:lnTo>
                  <a:lnTo>
                    <a:pt x="426023" y="567838"/>
                  </a:lnTo>
                  <a:lnTo>
                    <a:pt x="427135" y="567972"/>
                  </a:lnTo>
                  <a:lnTo>
                    <a:pt x="428247" y="568128"/>
                  </a:lnTo>
                  <a:lnTo>
                    <a:pt x="429360" y="568305"/>
                  </a:lnTo>
                  <a:lnTo>
                    <a:pt x="430472" y="568505"/>
                  </a:lnTo>
                  <a:lnTo>
                    <a:pt x="431584" y="568728"/>
                  </a:lnTo>
                  <a:lnTo>
                    <a:pt x="432697" y="568969"/>
                  </a:lnTo>
                  <a:lnTo>
                    <a:pt x="433809" y="569227"/>
                  </a:lnTo>
                  <a:lnTo>
                    <a:pt x="434921" y="569500"/>
                  </a:lnTo>
                  <a:lnTo>
                    <a:pt x="436034" y="569788"/>
                  </a:lnTo>
                  <a:lnTo>
                    <a:pt x="437146" y="570090"/>
                  </a:lnTo>
                  <a:lnTo>
                    <a:pt x="438258" y="570400"/>
                  </a:lnTo>
                  <a:lnTo>
                    <a:pt x="439371" y="570718"/>
                  </a:lnTo>
                  <a:lnTo>
                    <a:pt x="440483" y="571040"/>
                  </a:lnTo>
                  <a:lnTo>
                    <a:pt x="441595" y="571366"/>
                  </a:lnTo>
                  <a:lnTo>
                    <a:pt x="442708" y="571693"/>
                  </a:lnTo>
                  <a:lnTo>
                    <a:pt x="443820" y="572018"/>
                  </a:lnTo>
                  <a:lnTo>
                    <a:pt x="444932" y="572340"/>
                  </a:lnTo>
                  <a:lnTo>
                    <a:pt x="446045" y="572656"/>
                  </a:lnTo>
                  <a:lnTo>
                    <a:pt x="447157" y="572966"/>
                  </a:lnTo>
                  <a:lnTo>
                    <a:pt x="448269" y="573264"/>
                  </a:lnTo>
                  <a:lnTo>
                    <a:pt x="449382" y="573551"/>
                  </a:lnTo>
                  <a:lnTo>
                    <a:pt x="450494" y="573826"/>
                  </a:lnTo>
                  <a:lnTo>
                    <a:pt x="451606" y="574088"/>
                  </a:lnTo>
                  <a:lnTo>
                    <a:pt x="452719" y="574336"/>
                  </a:lnTo>
                  <a:lnTo>
                    <a:pt x="453831" y="574564"/>
                  </a:lnTo>
                  <a:lnTo>
                    <a:pt x="454943" y="574776"/>
                  </a:lnTo>
                  <a:lnTo>
                    <a:pt x="456056" y="574972"/>
                  </a:lnTo>
                  <a:lnTo>
                    <a:pt x="457168" y="575150"/>
                  </a:lnTo>
                  <a:lnTo>
                    <a:pt x="458280" y="575311"/>
                  </a:lnTo>
                  <a:lnTo>
                    <a:pt x="459393" y="575449"/>
                  </a:lnTo>
                  <a:lnTo>
                    <a:pt x="460505" y="575570"/>
                  </a:lnTo>
                  <a:lnTo>
                    <a:pt x="461617" y="575673"/>
                  </a:lnTo>
                  <a:lnTo>
                    <a:pt x="462730" y="575760"/>
                  </a:lnTo>
                  <a:lnTo>
                    <a:pt x="463842" y="575830"/>
                  </a:lnTo>
                  <a:lnTo>
                    <a:pt x="464954" y="575880"/>
                  </a:lnTo>
                  <a:lnTo>
                    <a:pt x="466067" y="575915"/>
                  </a:lnTo>
                  <a:lnTo>
                    <a:pt x="467179" y="575935"/>
                  </a:lnTo>
                  <a:lnTo>
                    <a:pt x="468291" y="575943"/>
                  </a:lnTo>
                  <a:lnTo>
                    <a:pt x="469404" y="575938"/>
                  </a:lnTo>
                  <a:lnTo>
                    <a:pt x="470516" y="575918"/>
                  </a:lnTo>
                  <a:lnTo>
                    <a:pt x="471628" y="575889"/>
                  </a:lnTo>
                  <a:lnTo>
                    <a:pt x="472741" y="575852"/>
                  </a:lnTo>
                  <a:lnTo>
                    <a:pt x="473853" y="575808"/>
                  </a:lnTo>
                  <a:lnTo>
                    <a:pt x="474965" y="575757"/>
                  </a:lnTo>
                  <a:lnTo>
                    <a:pt x="476078" y="575701"/>
                  </a:lnTo>
                  <a:lnTo>
                    <a:pt x="477190" y="575642"/>
                  </a:lnTo>
                  <a:lnTo>
                    <a:pt x="478302" y="575581"/>
                  </a:lnTo>
                  <a:lnTo>
                    <a:pt x="479415" y="575520"/>
                  </a:lnTo>
                  <a:lnTo>
                    <a:pt x="480527" y="575460"/>
                  </a:lnTo>
                  <a:lnTo>
                    <a:pt x="481639" y="575403"/>
                  </a:lnTo>
                  <a:lnTo>
                    <a:pt x="482752" y="575350"/>
                  </a:lnTo>
                  <a:lnTo>
                    <a:pt x="483864" y="575301"/>
                  </a:lnTo>
                  <a:lnTo>
                    <a:pt x="484976" y="575258"/>
                  </a:lnTo>
                  <a:lnTo>
                    <a:pt x="486089" y="575221"/>
                  </a:lnTo>
                  <a:lnTo>
                    <a:pt x="487201" y="575193"/>
                  </a:lnTo>
                  <a:lnTo>
                    <a:pt x="488313" y="575174"/>
                  </a:lnTo>
                  <a:lnTo>
                    <a:pt x="489426" y="575163"/>
                  </a:lnTo>
                  <a:lnTo>
                    <a:pt x="490538" y="575161"/>
                  </a:lnTo>
                  <a:lnTo>
                    <a:pt x="491650" y="575168"/>
                  </a:lnTo>
                  <a:lnTo>
                    <a:pt x="492762" y="575187"/>
                  </a:lnTo>
                  <a:lnTo>
                    <a:pt x="493875" y="575216"/>
                  </a:lnTo>
                  <a:lnTo>
                    <a:pt x="494987" y="575253"/>
                  </a:lnTo>
                  <a:lnTo>
                    <a:pt x="496099" y="575299"/>
                  </a:lnTo>
                  <a:lnTo>
                    <a:pt x="497212" y="575353"/>
                  </a:lnTo>
                  <a:lnTo>
                    <a:pt x="498324" y="575417"/>
                  </a:lnTo>
                  <a:lnTo>
                    <a:pt x="499436" y="575488"/>
                  </a:lnTo>
                  <a:lnTo>
                    <a:pt x="500549" y="575566"/>
                  </a:lnTo>
                  <a:lnTo>
                    <a:pt x="501661" y="575649"/>
                  </a:lnTo>
                  <a:lnTo>
                    <a:pt x="502773" y="575737"/>
                  </a:lnTo>
                  <a:lnTo>
                    <a:pt x="503886" y="575831"/>
                  </a:lnTo>
                  <a:lnTo>
                    <a:pt x="504998" y="575927"/>
                  </a:lnTo>
                  <a:lnTo>
                    <a:pt x="506110" y="576026"/>
                  </a:lnTo>
                  <a:lnTo>
                    <a:pt x="507223" y="576126"/>
                  </a:lnTo>
                  <a:lnTo>
                    <a:pt x="508335" y="576226"/>
                  </a:lnTo>
                  <a:lnTo>
                    <a:pt x="509447" y="576326"/>
                  </a:lnTo>
                  <a:lnTo>
                    <a:pt x="510560" y="576425"/>
                  </a:lnTo>
                  <a:lnTo>
                    <a:pt x="511672" y="576522"/>
                  </a:lnTo>
                  <a:lnTo>
                    <a:pt x="512784" y="576616"/>
                  </a:lnTo>
                  <a:lnTo>
                    <a:pt x="513897" y="576707"/>
                  </a:lnTo>
                  <a:lnTo>
                    <a:pt x="515009" y="576794"/>
                  </a:lnTo>
                  <a:lnTo>
                    <a:pt x="516121" y="576876"/>
                  </a:lnTo>
                  <a:lnTo>
                    <a:pt x="517234" y="576953"/>
                  </a:lnTo>
                  <a:lnTo>
                    <a:pt x="518346" y="577024"/>
                  </a:lnTo>
                  <a:lnTo>
                    <a:pt x="519458" y="577091"/>
                  </a:lnTo>
                  <a:lnTo>
                    <a:pt x="520571" y="577150"/>
                  </a:lnTo>
                  <a:lnTo>
                    <a:pt x="521683" y="577202"/>
                  </a:lnTo>
                  <a:lnTo>
                    <a:pt x="522795" y="577249"/>
                  </a:lnTo>
                  <a:lnTo>
                    <a:pt x="523908" y="577289"/>
                  </a:lnTo>
                  <a:lnTo>
                    <a:pt x="525020" y="577322"/>
                  </a:lnTo>
                  <a:lnTo>
                    <a:pt x="526132" y="577348"/>
                  </a:lnTo>
                  <a:lnTo>
                    <a:pt x="527245" y="577366"/>
                  </a:lnTo>
                  <a:lnTo>
                    <a:pt x="528357" y="577377"/>
                  </a:lnTo>
                  <a:lnTo>
                    <a:pt x="529469" y="577381"/>
                  </a:lnTo>
                  <a:lnTo>
                    <a:pt x="530582" y="577379"/>
                  </a:lnTo>
                  <a:lnTo>
                    <a:pt x="531694" y="577369"/>
                  </a:lnTo>
                  <a:lnTo>
                    <a:pt x="532806" y="577351"/>
                  </a:lnTo>
                  <a:lnTo>
                    <a:pt x="533919" y="577326"/>
                  </a:lnTo>
                  <a:lnTo>
                    <a:pt x="535031" y="577295"/>
                  </a:lnTo>
                  <a:lnTo>
                    <a:pt x="536143" y="577257"/>
                  </a:lnTo>
                  <a:lnTo>
                    <a:pt x="537256" y="577212"/>
                  </a:lnTo>
                  <a:lnTo>
                    <a:pt x="538368" y="577159"/>
                  </a:lnTo>
                  <a:lnTo>
                    <a:pt x="539480" y="577101"/>
                  </a:lnTo>
                  <a:lnTo>
                    <a:pt x="540593" y="577036"/>
                  </a:lnTo>
                  <a:lnTo>
                    <a:pt x="541705" y="576966"/>
                  </a:lnTo>
                  <a:lnTo>
                    <a:pt x="542817" y="576890"/>
                  </a:lnTo>
                  <a:lnTo>
                    <a:pt x="543930" y="576808"/>
                  </a:lnTo>
                  <a:lnTo>
                    <a:pt x="545042" y="576722"/>
                  </a:lnTo>
                  <a:lnTo>
                    <a:pt x="546154" y="576633"/>
                  </a:lnTo>
                  <a:lnTo>
                    <a:pt x="547267" y="576539"/>
                  </a:lnTo>
                  <a:lnTo>
                    <a:pt x="548379" y="576443"/>
                  </a:lnTo>
                  <a:lnTo>
                    <a:pt x="549491" y="576344"/>
                  </a:lnTo>
                  <a:lnTo>
                    <a:pt x="550604" y="576244"/>
                  </a:lnTo>
                  <a:lnTo>
                    <a:pt x="551716" y="576144"/>
                  </a:lnTo>
                  <a:lnTo>
                    <a:pt x="552828" y="576044"/>
                  </a:lnTo>
                  <a:lnTo>
                    <a:pt x="553941" y="575945"/>
                  </a:lnTo>
                  <a:lnTo>
                    <a:pt x="555053" y="575849"/>
                  </a:lnTo>
                  <a:lnTo>
                    <a:pt x="556165" y="575756"/>
                  </a:lnTo>
                  <a:lnTo>
                    <a:pt x="557278" y="575667"/>
                  </a:lnTo>
                  <a:lnTo>
                    <a:pt x="558390" y="575583"/>
                  </a:lnTo>
                  <a:lnTo>
                    <a:pt x="559502" y="575505"/>
                  </a:lnTo>
                  <a:lnTo>
                    <a:pt x="560615" y="575434"/>
                  </a:lnTo>
                  <a:lnTo>
                    <a:pt x="561727" y="575372"/>
                  </a:lnTo>
                  <a:lnTo>
                    <a:pt x="562839" y="575317"/>
                  </a:lnTo>
                  <a:lnTo>
                    <a:pt x="563952" y="575270"/>
                  </a:lnTo>
                  <a:lnTo>
                    <a:pt x="565064" y="575233"/>
                  </a:lnTo>
                  <a:lnTo>
                    <a:pt x="566176" y="575208"/>
                  </a:lnTo>
                  <a:lnTo>
                    <a:pt x="567289" y="575193"/>
                  </a:lnTo>
                  <a:lnTo>
                    <a:pt x="568401" y="575187"/>
                  </a:lnTo>
                  <a:lnTo>
                    <a:pt x="568401" y="577847"/>
                  </a:lnTo>
                  <a:lnTo>
                    <a:pt x="567289" y="577847"/>
                  </a:lnTo>
                  <a:lnTo>
                    <a:pt x="566176" y="577847"/>
                  </a:lnTo>
                  <a:lnTo>
                    <a:pt x="565064" y="577847"/>
                  </a:lnTo>
                  <a:lnTo>
                    <a:pt x="563952" y="577847"/>
                  </a:lnTo>
                  <a:lnTo>
                    <a:pt x="562839" y="577847"/>
                  </a:lnTo>
                  <a:lnTo>
                    <a:pt x="561727" y="577847"/>
                  </a:lnTo>
                  <a:lnTo>
                    <a:pt x="560615" y="577847"/>
                  </a:lnTo>
                  <a:lnTo>
                    <a:pt x="559502" y="577847"/>
                  </a:lnTo>
                  <a:lnTo>
                    <a:pt x="558390" y="577847"/>
                  </a:lnTo>
                  <a:lnTo>
                    <a:pt x="557278" y="577847"/>
                  </a:lnTo>
                  <a:lnTo>
                    <a:pt x="556165" y="577847"/>
                  </a:lnTo>
                  <a:lnTo>
                    <a:pt x="555053" y="577847"/>
                  </a:lnTo>
                  <a:lnTo>
                    <a:pt x="553941" y="577847"/>
                  </a:lnTo>
                  <a:lnTo>
                    <a:pt x="552828" y="577847"/>
                  </a:lnTo>
                  <a:lnTo>
                    <a:pt x="551716" y="577847"/>
                  </a:lnTo>
                  <a:lnTo>
                    <a:pt x="550604" y="577847"/>
                  </a:lnTo>
                  <a:lnTo>
                    <a:pt x="549491" y="577847"/>
                  </a:lnTo>
                  <a:lnTo>
                    <a:pt x="548379" y="577847"/>
                  </a:lnTo>
                  <a:lnTo>
                    <a:pt x="547267" y="577847"/>
                  </a:lnTo>
                  <a:lnTo>
                    <a:pt x="546154" y="577847"/>
                  </a:lnTo>
                  <a:lnTo>
                    <a:pt x="545042" y="577847"/>
                  </a:lnTo>
                  <a:lnTo>
                    <a:pt x="543930" y="577847"/>
                  </a:lnTo>
                  <a:lnTo>
                    <a:pt x="542817" y="577847"/>
                  </a:lnTo>
                  <a:lnTo>
                    <a:pt x="541705" y="577847"/>
                  </a:lnTo>
                  <a:lnTo>
                    <a:pt x="540593" y="577847"/>
                  </a:lnTo>
                  <a:lnTo>
                    <a:pt x="539480" y="577847"/>
                  </a:lnTo>
                  <a:lnTo>
                    <a:pt x="538368" y="577847"/>
                  </a:lnTo>
                  <a:lnTo>
                    <a:pt x="537256" y="577847"/>
                  </a:lnTo>
                  <a:lnTo>
                    <a:pt x="536143" y="577847"/>
                  </a:lnTo>
                  <a:lnTo>
                    <a:pt x="535031" y="577847"/>
                  </a:lnTo>
                  <a:lnTo>
                    <a:pt x="533919" y="577847"/>
                  </a:lnTo>
                  <a:lnTo>
                    <a:pt x="532806" y="577847"/>
                  </a:lnTo>
                  <a:lnTo>
                    <a:pt x="531694" y="577847"/>
                  </a:lnTo>
                  <a:lnTo>
                    <a:pt x="530582" y="577847"/>
                  </a:lnTo>
                  <a:lnTo>
                    <a:pt x="529469" y="577847"/>
                  </a:lnTo>
                  <a:lnTo>
                    <a:pt x="528357" y="577847"/>
                  </a:lnTo>
                  <a:lnTo>
                    <a:pt x="527245" y="577847"/>
                  </a:lnTo>
                  <a:lnTo>
                    <a:pt x="526132" y="577847"/>
                  </a:lnTo>
                  <a:lnTo>
                    <a:pt x="525020" y="577847"/>
                  </a:lnTo>
                  <a:lnTo>
                    <a:pt x="523908" y="577847"/>
                  </a:lnTo>
                  <a:lnTo>
                    <a:pt x="522795" y="577847"/>
                  </a:lnTo>
                  <a:lnTo>
                    <a:pt x="521683" y="577847"/>
                  </a:lnTo>
                  <a:lnTo>
                    <a:pt x="520571" y="577847"/>
                  </a:lnTo>
                  <a:lnTo>
                    <a:pt x="519458" y="577847"/>
                  </a:lnTo>
                  <a:lnTo>
                    <a:pt x="518346" y="577847"/>
                  </a:lnTo>
                  <a:lnTo>
                    <a:pt x="517234" y="577847"/>
                  </a:lnTo>
                  <a:lnTo>
                    <a:pt x="516121" y="577847"/>
                  </a:lnTo>
                  <a:lnTo>
                    <a:pt x="515009" y="577847"/>
                  </a:lnTo>
                  <a:lnTo>
                    <a:pt x="513897" y="577847"/>
                  </a:lnTo>
                  <a:lnTo>
                    <a:pt x="512784" y="577847"/>
                  </a:lnTo>
                  <a:lnTo>
                    <a:pt x="511672" y="577847"/>
                  </a:lnTo>
                  <a:lnTo>
                    <a:pt x="510560" y="577847"/>
                  </a:lnTo>
                  <a:lnTo>
                    <a:pt x="509447" y="577847"/>
                  </a:lnTo>
                  <a:lnTo>
                    <a:pt x="508335" y="577847"/>
                  </a:lnTo>
                  <a:lnTo>
                    <a:pt x="507223" y="577847"/>
                  </a:lnTo>
                  <a:lnTo>
                    <a:pt x="506110" y="577847"/>
                  </a:lnTo>
                  <a:lnTo>
                    <a:pt x="504998" y="577847"/>
                  </a:lnTo>
                  <a:lnTo>
                    <a:pt x="503886" y="577847"/>
                  </a:lnTo>
                  <a:lnTo>
                    <a:pt x="502773" y="577847"/>
                  </a:lnTo>
                  <a:lnTo>
                    <a:pt x="501661" y="577847"/>
                  </a:lnTo>
                  <a:lnTo>
                    <a:pt x="500549" y="577847"/>
                  </a:lnTo>
                  <a:lnTo>
                    <a:pt x="499436" y="577847"/>
                  </a:lnTo>
                  <a:lnTo>
                    <a:pt x="498324" y="577847"/>
                  </a:lnTo>
                  <a:lnTo>
                    <a:pt x="497212" y="577847"/>
                  </a:lnTo>
                  <a:lnTo>
                    <a:pt x="496099" y="577847"/>
                  </a:lnTo>
                  <a:lnTo>
                    <a:pt x="494987" y="577847"/>
                  </a:lnTo>
                  <a:lnTo>
                    <a:pt x="493875" y="577847"/>
                  </a:lnTo>
                  <a:lnTo>
                    <a:pt x="492762" y="577847"/>
                  </a:lnTo>
                  <a:lnTo>
                    <a:pt x="491650" y="577847"/>
                  </a:lnTo>
                  <a:lnTo>
                    <a:pt x="490538" y="577847"/>
                  </a:lnTo>
                  <a:lnTo>
                    <a:pt x="489426" y="577847"/>
                  </a:lnTo>
                  <a:lnTo>
                    <a:pt x="488313" y="577847"/>
                  </a:lnTo>
                  <a:lnTo>
                    <a:pt x="487201" y="577847"/>
                  </a:lnTo>
                  <a:lnTo>
                    <a:pt x="486089" y="577847"/>
                  </a:lnTo>
                  <a:lnTo>
                    <a:pt x="484976" y="577847"/>
                  </a:lnTo>
                  <a:lnTo>
                    <a:pt x="483864" y="577847"/>
                  </a:lnTo>
                  <a:lnTo>
                    <a:pt x="482752" y="577847"/>
                  </a:lnTo>
                  <a:lnTo>
                    <a:pt x="481639" y="577847"/>
                  </a:lnTo>
                  <a:lnTo>
                    <a:pt x="480527" y="577847"/>
                  </a:lnTo>
                  <a:lnTo>
                    <a:pt x="479415" y="577847"/>
                  </a:lnTo>
                  <a:lnTo>
                    <a:pt x="478302" y="577847"/>
                  </a:lnTo>
                  <a:lnTo>
                    <a:pt x="477190" y="577847"/>
                  </a:lnTo>
                  <a:lnTo>
                    <a:pt x="476078" y="577847"/>
                  </a:lnTo>
                  <a:lnTo>
                    <a:pt x="474965" y="577847"/>
                  </a:lnTo>
                  <a:lnTo>
                    <a:pt x="473853" y="577847"/>
                  </a:lnTo>
                  <a:lnTo>
                    <a:pt x="472741" y="577847"/>
                  </a:lnTo>
                  <a:lnTo>
                    <a:pt x="471628" y="577847"/>
                  </a:lnTo>
                  <a:lnTo>
                    <a:pt x="470516" y="577847"/>
                  </a:lnTo>
                  <a:lnTo>
                    <a:pt x="469404" y="577847"/>
                  </a:lnTo>
                  <a:lnTo>
                    <a:pt x="468291" y="577847"/>
                  </a:lnTo>
                  <a:lnTo>
                    <a:pt x="467179" y="577847"/>
                  </a:lnTo>
                  <a:lnTo>
                    <a:pt x="466067" y="577847"/>
                  </a:lnTo>
                  <a:lnTo>
                    <a:pt x="464954" y="577847"/>
                  </a:lnTo>
                  <a:lnTo>
                    <a:pt x="463842" y="577847"/>
                  </a:lnTo>
                  <a:lnTo>
                    <a:pt x="462730" y="577847"/>
                  </a:lnTo>
                  <a:lnTo>
                    <a:pt x="461617" y="577847"/>
                  </a:lnTo>
                  <a:lnTo>
                    <a:pt x="460505" y="577847"/>
                  </a:lnTo>
                  <a:lnTo>
                    <a:pt x="459393" y="577847"/>
                  </a:lnTo>
                  <a:lnTo>
                    <a:pt x="458280" y="577847"/>
                  </a:lnTo>
                  <a:lnTo>
                    <a:pt x="457168" y="577847"/>
                  </a:lnTo>
                  <a:lnTo>
                    <a:pt x="456056" y="577847"/>
                  </a:lnTo>
                  <a:lnTo>
                    <a:pt x="454943" y="577847"/>
                  </a:lnTo>
                  <a:lnTo>
                    <a:pt x="453831" y="577847"/>
                  </a:lnTo>
                  <a:lnTo>
                    <a:pt x="452719" y="577847"/>
                  </a:lnTo>
                  <a:lnTo>
                    <a:pt x="451606" y="577847"/>
                  </a:lnTo>
                  <a:lnTo>
                    <a:pt x="450494" y="577847"/>
                  </a:lnTo>
                  <a:lnTo>
                    <a:pt x="449382" y="577847"/>
                  </a:lnTo>
                  <a:lnTo>
                    <a:pt x="448269" y="577847"/>
                  </a:lnTo>
                  <a:lnTo>
                    <a:pt x="447157" y="577847"/>
                  </a:lnTo>
                  <a:lnTo>
                    <a:pt x="446045" y="577847"/>
                  </a:lnTo>
                  <a:lnTo>
                    <a:pt x="444932" y="577847"/>
                  </a:lnTo>
                  <a:lnTo>
                    <a:pt x="443820" y="577847"/>
                  </a:lnTo>
                  <a:lnTo>
                    <a:pt x="442708" y="577847"/>
                  </a:lnTo>
                  <a:lnTo>
                    <a:pt x="441595" y="577847"/>
                  </a:lnTo>
                  <a:lnTo>
                    <a:pt x="440483" y="577847"/>
                  </a:lnTo>
                  <a:lnTo>
                    <a:pt x="439371" y="577847"/>
                  </a:lnTo>
                  <a:lnTo>
                    <a:pt x="438258" y="577847"/>
                  </a:lnTo>
                  <a:lnTo>
                    <a:pt x="437146" y="577847"/>
                  </a:lnTo>
                  <a:lnTo>
                    <a:pt x="436034" y="577847"/>
                  </a:lnTo>
                  <a:lnTo>
                    <a:pt x="434921" y="577847"/>
                  </a:lnTo>
                  <a:lnTo>
                    <a:pt x="433809" y="577847"/>
                  </a:lnTo>
                  <a:lnTo>
                    <a:pt x="432697" y="577847"/>
                  </a:lnTo>
                  <a:lnTo>
                    <a:pt x="431584" y="577847"/>
                  </a:lnTo>
                  <a:lnTo>
                    <a:pt x="430472" y="577847"/>
                  </a:lnTo>
                  <a:lnTo>
                    <a:pt x="429360" y="577847"/>
                  </a:lnTo>
                  <a:lnTo>
                    <a:pt x="428247" y="577847"/>
                  </a:lnTo>
                  <a:lnTo>
                    <a:pt x="427135" y="577847"/>
                  </a:lnTo>
                  <a:lnTo>
                    <a:pt x="426023" y="577847"/>
                  </a:lnTo>
                  <a:lnTo>
                    <a:pt x="424910" y="577847"/>
                  </a:lnTo>
                  <a:lnTo>
                    <a:pt x="423798" y="577847"/>
                  </a:lnTo>
                  <a:lnTo>
                    <a:pt x="422686" y="577847"/>
                  </a:lnTo>
                  <a:lnTo>
                    <a:pt x="421573" y="577847"/>
                  </a:lnTo>
                  <a:lnTo>
                    <a:pt x="420461" y="577847"/>
                  </a:lnTo>
                  <a:lnTo>
                    <a:pt x="419349" y="577847"/>
                  </a:lnTo>
                  <a:lnTo>
                    <a:pt x="418236" y="577847"/>
                  </a:lnTo>
                  <a:lnTo>
                    <a:pt x="417124" y="577847"/>
                  </a:lnTo>
                  <a:lnTo>
                    <a:pt x="416012" y="577847"/>
                  </a:lnTo>
                  <a:lnTo>
                    <a:pt x="414899" y="577847"/>
                  </a:lnTo>
                  <a:lnTo>
                    <a:pt x="413787" y="577847"/>
                  </a:lnTo>
                  <a:lnTo>
                    <a:pt x="412675" y="577847"/>
                  </a:lnTo>
                  <a:lnTo>
                    <a:pt x="411562" y="577847"/>
                  </a:lnTo>
                  <a:lnTo>
                    <a:pt x="410450" y="577847"/>
                  </a:lnTo>
                  <a:lnTo>
                    <a:pt x="409338" y="577847"/>
                  </a:lnTo>
                  <a:lnTo>
                    <a:pt x="408225" y="577847"/>
                  </a:lnTo>
                  <a:lnTo>
                    <a:pt x="407113" y="577847"/>
                  </a:lnTo>
                  <a:lnTo>
                    <a:pt x="406001" y="577847"/>
                  </a:lnTo>
                  <a:lnTo>
                    <a:pt x="404888" y="577847"/>
                  </a:lnTo>
                  <a:lnTo>
                    <a:pt x="403776" y="577847"/>
                  </a:lnTo>
                  <a:lnTo>
                    <a:pt x="402664" y="577847"/>
                  </a:lnTo>
                  <a:lnTo>
                    <a:pt x="401551" y="577847"/>
                  </a:lnTo>
                  <a:lnTo>
                    <a:pt x="400439" y="577847"/>
                  </a:lnTo>
                  <a:lnTo>
                    <a:pt x="399327" y="577847"/>
                  </a:lnTo>
                  <a:lnTo>
                    <a:pt x="398214" y="577847"/>
                  </a:lnTo>
                  <a:lnTo>
                    <a:pt x="397102" y="577847"/>
                  </a:lnTo>
                  <a:lnTo>
                    <a:pt x="395990" y="577847"/>
                  </a:lnTo>
                  <a:lnTo>
                    <a:pt x="394877" y="577847"/>
                  </a:lnTo>
                  <a:lnTo>
                    <a:pt x="393765" y="577847"/>
                  </a:lnTo>
                  <a:lnTo>
                    <a:pt x="392653" y="577847"/>
                  </a:lnTo>
                  <a:lnTo>
                    <a:pt x="391540" y="577847"/>
                  </a:lnTo>
                  <a:lnTo>
                    <a:pt x="390428" y="577847"/>
                  </a:lnTo>
                  <a:lnTo>
                    <a:pt x="389316" y="577847"/>
                  </a:lnTo>
                  <a:lnTo>
                    <a:pt x="388203" y="577847"/>
                  </a:lnTo>
                  <a:lnTo>
                    <a:pt x="387091" y="577847"/>
                  </a:lnTo>
                  <a:lnTo>
                    <a:pt x="385979" y="577847"/>
                  </a:lnTo>
                  <a:lnTo>
                    <a:pt x="384866" y="577847"/>
                  </a:lnTo>
                  <a:lnTo>
                    <a:pt x="383754" y="577847"/>
                  </a:lnTo>
                  <a:lnTo>
                    <a:pt x="382642" y="577847"/>
                  </a:lnTo>
                  <a:lnTo>
                    <a:pt x="381529" y="577847"/>
                  </a:lnTo>
                  <a:lnTo>
                    <a:pt x="380417" y="577847"/>
                  </a:lnTo>
                  <a:lnTo>
                    <a:pt x="379305" y="577847"/>
                  </a:lnTo>
                  <a:lnTo>
                    <a:pt x="378192" y="577847"/>
                  </a:lnTo>
                  <a:lnTo>
                    <a:pt x="377080" y="577847"/>
                  </a:lnTo>
                  <a:lnTo>
                    <a:pt x="375968" y="577847"/>
                  </a:lnTo>
                  <a:lnTo>
                    <a:pt x="374855" y="577847"/>
                  </a:lnTo>
                  <a:lnTo>
                    <a:pt x="373743" y="577847"/>
                  </a:lnTo>
                  <a:lnTo>
                    <a:pt x="372631" y="577847"/>
                  </a:lnTo>
                  <a:lnTo>
                    <a:pt x="371518" y="577847"/>
                  </a:lnTo>
                  <a:lnTo>
                    <a:pt x="370406" y="577847"/>
                  </a:lnTo>
                  <a:lnTo>
                    <a:pt x="369294" y="577847"/>
                  </a:lnTo>
                  <a:lnTo>
                    <a:pt x="368181" y="577847"/>
                  </a:lnTo>
                  <a:lnTo>
                    <a:pt x="367069" y="577847"/>
                  </a:lnTo>
                  <a:lnTo>
                    <a:pt x="365957" y="577847"/>
                  </a:lnTo>
                  <a:lnTo>
                    <a:pt x="364844" y="577847"/>
                  </a:lnTo>
                  <a:lnTo>
                    <a:pt x="363732" y="577847"/>
                  </a:lnTo>
                  <a:lnTo>
                    <a:pt x="362620" y="577847"/>
                  </a:lnTo>
                  <a:lnTo>
                    <a:pt x="361507" y="577847"/>
                  </a:lnTo>
                  <a:lnTo>
                    <a:pt x="360395" y="577847"/>
                  </a:lnTo>
                  <a:lnTo>
                    <a:pt x="359283" y="577847"/>
                  </a:lnTo>
                  <a:lnTo>
                    <a:pt x="358170" y="577847"/>
                  </a:lnTo>
                  <a:lnTo>
                    <a:pt x="357058" y="577847"/>
                  </a:lnTo>
                  <a:lnTo>
                    <a:pt x="355946" y="577847"/>
                  </a:lnTo>
                  <a:lnTo>
                    <a:pt x="354833" y="577847"/>
                  </a:lnTo>
                  <a:lnTo>
                    <a:pt x="353721" y="577847"/>
                  </a:lnTo>
                  <a:lnTo>
                    <a:pt x="352609" y="577847"/>
                  </a:lnTo>
                  <a:lnTo>
                    <a:pt x="351496" y="577847"/>
                  </a:lnTo>
                  <a:lnTo>
                    <a:pt x="350384" y="577847"/>
                  </a:lnTo>
                  <a:lnTo>
                    <a:pt x="349272" y="577847"/>
                  </a:lnTo>
                  <a:lnTo>
                    <a:pt x="348159" y="577847"/>
                  </a:lnTo>
                  <a:lnTo>
                    <a:pt x="347047" y="577847"/>
                  </a:lnTo>
                  <a:lnTo>
                    <a:pt x="345935" y="577847"/>
                  </a:lnTo>
                  <a:lnTo>
                    <a:pt x="344822" y="577847"/>
                  </a:lnTo>
                  <a:lnTo>
                    <a:pt x="343710" y="577847"/>
                  </a:lnTo>
                  <a:lnTo>
                    <a:pt x="342598" y="577847"/>
                  </a:lnTo>
                  <a:lnTo>
                    <a:pt x="341485" y="577847"/>
                  </a:lnTo>
                  <a:lnTo>
                    <a:pt x="340373" y="577847"/>
                  </a:lnTo>
                  <a:lnTo>
                    <a:pt x="339261" y="577847"/>
                  </a:lnTo>
                  <a:lnTo>
                    <a:pt x="338148" y="577847"/>
                  </a:lnTo>
                  <a:lnTo>
                    <a:pt x="337036" y="577847"/>
                  </a:lnTo>
                  <a:lnTo>
                    <a:pt x="335924" y="577847"/>
                  </a:lnTo>
                  <a:lnTo>
                    <a:pt x="334811" y="577847"/>
                  </a:lnTo>
                  <a:lnTo>
                    <a:pt x="333699" y="577847"/>
                  </a:lnTo>
                  <a:lnTo>
                    <a:pt x="332587" y="577847"/>
                  </a:lnTo>
                  <a:lnTo>
                    <a:pt x="331474" y="577847"/>
                  </a:lnTo>
                  <a:lnTo>
                    <a:pt x="330362" y="577847"/>
                  </a:lnTo>
                  <a:lnTo>
                    <a:pt x="329250" y="577847"/>
                  </a:lnTo>
                  <a:lnTo>
                    <a:pt x="328137" y="577847"/>
                  </a:lnTo>
                  <a:lnTo>
                    <a:pt x="327025" y="577847"/>
                  </a:lnTo>
                  <a:lnTo>
                    <a:pt x="325913" y="577847"/>
                  </a:lnTo>
                  <a:lnTo>
                    <a:pt x="324800" y="577847"/>
                  </a:lnTo>
                  <a:lnTo>
                    <a:pt x="323688" y="577847"/>
                  </a:lnTo>
                  <a:lnTo>
                    <a:pt x="322576" y="577847"/>
                  </a:lnTo>
                  <a:lnTo>
                    <a:pt x="321463" y="577847"/>
                  </a:lnTo>
                  <a:lnTo>
                    <a:pt x="320351" y="577847"/>
                  </a:lnTo>
                  <a:lnTo>
                    <a:pt x="319239" y="577847"/>
                  </a:lnTo>
                  <a:lnTo>
                    <a:pt x="318126" y="577847"/>
                  </a:lnTo>
                  <a:lnTo>
                    <a:pt x="317014" y="577847"/>
                  </a:lnTo>
                  <a:lnTo>
                    <a:pt x="315902" y="577847"/>
                  </a:lnTo>
                  <a:lnTo>
                    <a:pt x="314789" y="577847"/>
                  </a:lnTo>
                  <a:lnTo>
                    <a:pt x="313677" y="577847"/>
                  </a:lnTo>
                  <a:lnTo>
                    <a:pt x="312565" y="577847"/>
                  </a:lnTo>
                  <a:lnTo>
                    <a:pt x="311452" y="577847"/>
                  </a:lnTo>
                  <a:lnTo>
                    <a:pt x="310340" y="577847"/>
                  </a:lnTo>
                  <a:lnTo>
                    <a:pt x="309228" y="577847"/>
                  </a:lnTo>
                  <a:lnTo>
                    <a:pt x="308115" y="577847"/>
                  </a:lnTo>
                  <a:lnTo>
                    <a:pt x="307003" y="577847"/>
                  </a:lnTo>
                  <a:lnTo>
                    <a:pt x="305891" y="577847"/>
                  </a:lnTo>
                  <a:lnTo>
                    <a:pt x="304778" y="577847"/>
                  </a:lnTo>
                  <a:lnTo>
                    <a:pt x="303666" y="577847"/>
                  </a:lnTo>
                  <a:lnTo>
                    <a:pt x="302554" y="577847"/>
                  </a:lnTo>
                  <a:lnTo>
                    <a:pt x="301441" y="577847"/>
                  </a:lnTo>
                  <a:lnTo>
                    <a:pt x="300329" y="577847"/>
                  </a:lnTo>
                  <a:lnTo>
                    <a:pt x="299217" y="577847"/>
                  </a:lnTo>
                  <a:lnTo>
                    <a:pt x="298104" y="577847"/>
                  </a:lnTo>
                  <a:lnTo>
                    <a:pt x="296992" y="577847"/>
                  </a:lnTo>
                  <a:lnTo>
                    <a:pt x="295880" y="577847"/>
                  </a:lnTo>
                  <a:lnTo>
                    <a:pt x="294767" y="577847"/>
                  </a:lnTo>
                  <a:lnTo>
                    <a:pt x="293655" y="577847"/>
                  </a:lnTo>
                  <a:lnTo>
                    <a:pt x="292543" y="577847"/>
                  </a:lnTo>
                  <a:lnTo>
                    <a:pt x="291430" y="577847"/>
                  </a:lnTo>
                  <a:lnTo>
                    <a:pt x="290318" y="577847"/>
                  </a:lnTo>
                  <a:lnTo>
                    <a:pt x="289206" y="577847"/>
                  </a:lnTo>
                  <a:lnTo>
                    <a:pt x="288093" y="577847"/>
                  </a:lnTo>
                  <a:lnTo>
                    <a:pt x="286981" y="577847"/>
                  </a:lnTo>
                  <a:lnTo>
                    <a:pt x="285869" y="577847"/>
                  </a:lnTo>
                  <a:lnTo>
                    <a:pt x="284756" y="577847"/>
                  </a:lnTo>
                  <a:lnTo>
                    <a:pt x="283644" y="577847"/>
                  </a:lnTo>
                  <a:lnTo>
                    <a:pt x="282532" y="577847"/>
                  </a:lnTo>
                  <a:lnTo>
                    <a:pt x="281419" y="577847"/>
                  </a:lnTo>
                  <a:lnTo>
                    <a:pt x="280307" y="577847"/>
                  </a:lnTo>
                  <a:lnTo>
                    <a:pt x="279195" y="577847"/>
                  </a:lnTo>
                  <a:lnTo>
                    <a:pt x="278082" y="577847"/>
                  </a:lnTo>
                  <a:lnTo>
                    <a:pt x="276970" y="577847"/>
                  </a:lnTo>
                  <a:lnTo>
                    <a:pt x="275858" y="577847"/>
                  </a:lnTo>
                  <a:lnTo>
                    <a:pt x="274745" y="577847"/>
                  </a:lnTo>
                  <a:lnTo>
                    <a:pt x="273633" y="577847"/>
                  </a:lnTo>
                  <a:lnTo>
                    <a:pt x="272521" y="577847"/>
                  </a:lnTo>
                  <a:lnTo>
                    <a:pt x="271408" y="577847"/>
                  </a:lnTo>
                  <a:lnTo>
                    <a:pt x="270296" y="577847"/>
                  </a:lnTo>
                  <a:lnTo>
                    <a:pt x="269184" y="577847"/>
                  </a:lnTo>
                  <a:lnTo>
                    <a:pt x="268071" y="577847"/>
                  </a:lnTo>
                  <a:lnTo>
                    <a:pt x="266959" y="577847"/>
                  </a:lnTo>
                  <a:lnTo>
                    <a:pt x="265847" y="577847"/>
                  </a:lnTo>
                  <a:lnTo>
                    <a:pt x="264734" y="577847"/>
                  </a:lnTo>
                  <a:lnTo>
                    <a:pt x="263622" y="577847"/>
                  </a:lnTo>
                  <a:lnTo>
                    <a:pt x="262510" y="577847"/>
                  </a:lnTo>
                  <a:lnTo>
                    <a:pt x="261397" y="577847"/>
                  </a:lnTo>
                  <a:lnTo>
                    <a:pt x="260285" y="577847"/>
                  </a:lnTo>
                  <a:lnTo>
                    <a:pt x="259173" y="577847"/>
                  </a:lnTo>
                  <a:lnTo>
                    <a:pt x="258060" y="577847"/>
                  </a:lnTo>
                  <a:lnTo>
                    <a:pt x="256948" y="577847"/>
                  </a:lnTo>
                  <a:lnTo>
                    <a:pt x="255836" y="577847"/>
                  </a:lnTo>
                  <a:lnTo>
                    <a:pt x="254723" y="577847"/>
                  </a:lnTo>
                  <a:lnTo>
                    <a:pt x="253611" y="577847"/>
                  </a:lnTo>
                  <a:lnTo>
                    <a:pt x="252499" y="577847"/>
                  </a:lnTo>
                  <a:lnTo>
                    <a:pt x="251386" y="577847"/>
                  </a:lnTo>
                  <a:lnTo>
                    <a:pt x="250274" y="577847"/>
                  </a:lnTo>
                  <a:lnTo>
                    <a:pt x="249162" y="577847"/>
                  </a:lnTo>
                  <a:lnTo>
                    <a:pt x="248049" y="577847"/>
                  </a:lnTo>
                  <a:lnTo>
                    <a:pt x="246937" y="577847"/>
                  </a:lnTo>
                  <a:lnTo>
                    <a:pt x="245825" y="577847"/>
                  </a:lnTo>
                  <a:lnTo>
                    <a:pt x="244713" y="577847"/>
                  </a:lnTo>
                  <a:lnTo>
                    <a:pt x="243600" y="577847"/>
                  </a:lnTo>
                  <a:lnTo>
                    <a:pt x="242488" y="577847"/>
                  </a:lnTo>
                  <a:lnTo>
                    <a:pt x="241376" y="577847"/>
                  </a:lnTo>
                  <a:lnTo>
                    <a:pt x="240263" y="577847"/>
                  </a:lnTo>
                  <a:lnTo>
                    <a:pt x="239151" y="577847"/>
                  </a:lnTo>
                  <a:lnTo>
                    <a:pt x="238039" y="577847"/>
                  </a:lnTo>
                  <a:lnTo>
                    <a:pt x="236926" y="577847"/>
                  </a:lnTo>
                  <a:lnTo>
                    <a:pt x="235814" y="577847"/>
                  </a:lnTo>
                  <a:lnTo>
                    <a:pt x="234702" y="577847"/>
                  </a:lnTo>
                  <a:lnTo>
                    <a:pt x="233589" y="577847"/>
                  </a:lnTo>
                  <a:lnTo>
                    <a:pt x="232477" y="577847"/>
                  </a:lnTo>
                  <a:lnTo>
                    <a:pt x="231365" y="577847"/>
                  </a:lnTo>
                  <a:lnTo>
                    <a:pt x="230252" y="577847"/>
                  </a:lnTo>
                  <a:lnTo>
                    <a:pt x="229140" y="577847"/>
                  </a:lnTo>
                  <a:lnTo>
                    <a:pt x="228028" y="577847"/>
                  </a:lnTo>
                  <a:lnTo>
                    <a:pt x="226915" y="577847"/>
                  </a:lnTo>
                  <a:lnTo>
                    <a:pt x="225803" y="577847"/>
                  </a:lnTo>
                  <a:lnTo>
                    <a:pt x="224691" y="577847"/>
                  </a:lnTo>
                  <a:lnTo>
                    <a:pt x="223578" y="577847"/>
                  </a:lnTo>
                  <a:lnTo>
                    <a:pt x="222466" y="577847"/>
                  </a:lnTo>
                  <a:lnTo>
                    <a:pt x="221354" y="577847"/>
                  </a:lnTo>
                  <a:lnTo>
                    <a:pt x="220241" y="577847"/>
                  </a:lnTo>
                  <a:lnTo>
                    <a:pt x="219129" y="577847"/>
                  </a:lnTo>
                  <a:lnTo>
                    <a:pt x="218017" y="577847"/>
                  </a:lnTo>
                  <a:lnTo>
                    <a:pt x="216904" y="577847"/>
                  </a:lnTo>
                  <a:lnTo>
                    <a:pt x="215792" y="577847"/>
                  </a:lnTo>
                  <a:lnTo>
                    <a:pt x="214680" y="577847"/>
                  </a:lnTo>
                  <a:lnTo>
                    <a:pt x="213567" y="577847"/>
                  </a:lnTo>
                  <a:lnTo>
                    <a:pt x="212455" y="577847"/>
                  </a:lnTo>
                  <a:lnTo>
                    <a:pt x="211343" y="577847"/>
                  </a:lnTo>
                  <a:lnTo>
                    <a:pt x="210230" y="577847"/>
                  </a:lnTo>
                  <a:lnTo>
                    <a:pt x="209118" y="577847"/>
                  </a:lnTo>
                  <a:lnTo>
                    <a:pt x="208006" y="577847"/>
                  </a:lnTo>
                  <a:lnTo>
                    <a:pt x="206893" y="577847"/>
                  </a:lnTo>
                  <a:lnTo>
                    <a:pt x="205781" y="577847"/>
                  </a:lnTo>
                  <a:lnTo>
                    <a:pt x="204669" y="577847"/>
                  </a:lnTo>
                  <a:lnTo>
                    <a:pt x="203556" y="577847"/>
                  </a:lnTo>
                  <a:lnTo>
                    <a:pt x="202444" y="577847"/>
                  </a:lnTo>
                  <a:lnTo>
                    <a:pt x="201332" y="577847"/>
                  </a:lnTo>
                  <a:lnTo>
                    <a:pt x="200219" y="577847"/>
                  </a:lnTo>
                  <a:lnTo>
                    <a:pt x="199107" y="577847"/>
                  </a:lnTo>
                  <a:lnTo>
                    <a:pt x="197995" y="577847"/>
                  </a:lnTo>
                  <a:lnTo>
                    <a:pt x="196882" y="577847"/>
                  </a:lnTo>
                  <a:lnTo>
                    <a:pt x="195770" y="577847"/>
                  </a:lnTo>
                  <a:lnTo>
                    <a:pt x="194658" y="577847"/>
                  </a:lnTo>
                  <a:lnTo>
                    <a:pt x="193545" y="577847"/>
                  </a:lnTo>
                  <a:lnTo>
                    <a:pt x="192433" y="577847"/>
                  </a:lnTo>
                  <a:lnTo>
                    <a:pt x="191321" y="577847"/>
                  </a:lnTo>
                  <a:lnTo>
                    <a:pt x="190208" y="577847"/>
                  </a:lnTo>
                  <a:lnTo>
                    <a:pt x="189096" y="577847"/>
                  </a:lnTo>
                  <a:lnTo>
                    <a:pt x="187984" y="577847"/>
                  </a:lnTo>
                  <a:lnTo>
                    <a:pt x="186871" y="577847"/>
                  </a:lnTo>
                  <a:lnTo>
                    <a:pt x="185759" y="577847"/>
                  </a:lnTo>
                  <a:lnTo>
                    <a:pt x="184647" y="577847"/>
                  </a:lnTo>
                  <a:lnTo>
                    <a:pt x="183534" y="577847"/>
                  </a:lnTo>
                  <a:lnTo>
                    <a:pt x="182422" y="577847"/>
                  </a:lnTo>
                  <a:lnTo>
                    <a:pt x="181310" y="577847"/>
                  </a:lnTo>
                  <a:lnTo>
                    <a:pt x="180197" y="577847"/>
                  </a:lnTo>
                  <a:lnTo>
                    <a:pt x="179085" y="577847"/>
                  </a:lnTo>
                  <a:lnTo>
                    <a:pt x="177973" y="577847"/>
                  </a:lnTo>
                  <a:lnTo>
                    <a:pt x="176860" y="577847"/>
                  </a:lnTo>
                  <a:lnTo>
                    <a:pt x="175748" y="577847"/>
                  </a:lnTo>
                  <a:lnTo>
                    <a:pt x="174636" y="577847"/>
                  </a:lnTo>
                  <a:lnTo>
                    <a:pt x="173523" y="577847"/>
                  </a:lnTo>
                  <a:lnTo>
                    <a:pt x="172411" y="577847"/>
                  </a:lnTo>
                  <a:lnTo>
                    <a:pt x="171299" y="577847"/>
                  </a:lnTo>
                  <a:lnTo>
                    <a:pt x="170186" y="577847"/>
                  </a:lnTo>
                  <a:lnTo>
                    <a:pt x="169074" y="577847"/>
                  </a:lnTo>
                  <a:lnTo>
                    <a:pt x="167962" y="577847"/>
                  </a:lnTo>
                  <a:lnTo>
                    <a:pt x="166849" y="577847"/>
                  </a:lnTo>
                  <a:lnTo>
                    <a:pt x="165737" y="577847"/>
                  </a:lnTo>
                  <a:lnTo>
                    <a:pt x="164625" y="577847"/>
                  </a:lnTo>
                  <a:lnTo>
                    <a:pt x="163512" y="577847"/>
                  </a:lnTo>
                  <a:lnTo>
                    <a:pt x="162400" y="577847"/>
                  </a:lnTo>
                  <a:lnTo>
                    <a:pt x="161288" y="577847"/>
                  </a:lnTo>
                  <a:lnTo>
                    <a:pt x="160175" y="577847"/>
                  </a:lnTo>
                  <a:lnTo>
                    <a:pt x="159063" y="577847"/>
                  </a:lnTo>
                  <a:lnTo>
                    <a:pt x="157951" y="577847"/>
                  </a:lnTo>
                  <a:lnTo>
                    <a:pt x="156838" y="577847"/>
                  </a:lnTo>
                  <a:lnTo>
                    <a:pt x="155726" y="577847"/>
                  </a:lnTo>
                  <a:lnTo>
                    <a:pt x="154614" y="577847"/>
                  </a:lnTo>
                  <a:lnTo>
                    <a:pt x="153501" y="577847"/>
                  </a:lnTo>
                  <a:lnTo>
                    <a:pt x="152389" y="577847"/>
                  </a:lnTo>
                  <a:lnTo>
                    <a:pt x="151277" y="577847"/>
                  </a:lnTo>
                  <a:lnTo>
                    <a:pt x="150164" y="577847"/>
                  </a:lnTo>
                  <a:lnTo>
                    <a:pt x="149052" y="577847"/>
                  </a:lnTo>
                  <a:lnTo>
                    <a:pt x="147940" y="577847"/>
                  </a:lnTo>
                  <a:lnTo>
                    <a:pt x="146827" y="577847"/>
                  </a:lnTo>
                  <a:lnTo>
                    <a:pt x="145715" y="577847"/>
                  </a:lnTo>
                  <a:lnTo>
                    <a:pt x="144603" y="577847"/>
                  </a:lnTo>
                  <a:lnTo>
                    <a:pt x="143490" y="577847"/>
                  </a:lnTo>
                  <a:lnTo>
                    <a:pt x="142378" y="577847"/>
                  </a:lnTo>
                  <a:lnTo>
                    <a:pt x="141266" y="577847"/>
                  </a:lnTo>
                  <a:lnTo>
                    <a:pt x="140153" y="577847"/>
                  </a:lnTo>
                  <a:lnTo>
                    <a:pt x="139041" y="577847"/>
                  </a:lnTo>
                  <a:lnTo>
                    <a:pt x="137929" y="577847"/>
                  </a:lnTo>
                  <a:lnTo>
                    <a:pt x="136816" y="577847"/>
                  </a:lnTo>
                  <a:lnTo>
                    <a:pt x="135704" y="577847"/>
                  </a:lnTo>
                  <a:lnTo>
                    <a:pt x="134592" y="577847"/>
                  </a:lnTo>
                  <a:lnTo>
                    <a:pt x="133479" y="577847"/>
                  </a:lnTo>
                  <a:lnTo>
                    <a:pt x="132367" y="577847"/>
                  </a:lnTo>
                  <a:lnTo>
                    <a:pt x="131255" y="577847"/>
                  </a:lnTo>
                  <a:lnTo>
                    <a:pt x="130142" y="577847"/>
                  </a:lnTo>
                  <a:lnTo>
                    <a:pt x="129030" y="577847"/>
                  </a:lnTo>
                  <a:lnTo>
                    <a:pt x="127918" y="577847"/>
                  </a:lnTo>
                  <a:lnTo>
                    <a:pt x="126805" y="577847"/>
                  </a:lnTo>
                  <a:lnTo>
                    <a:pt x="125693" y="577847"/>
                  </a:lnTo>
                  <a:lnTo>
                    <a:pt x="124581" y="577847"/>
                  </a:lnTo>
                  <a:lnTo>
                    <a:pt x="123468" y="577847"/>
                  </a:lnTo>
                  <a:lnTo>
                    <a:pt x="122356" y="577847"/>
                  </a:lnTo>
                  <a:lnTo>
                    <a:pt x="121244" y="577847"/>
                  </a:lnTo>
                  <a:lnTo>
                    <a:pt x="120131" y="577847"/>
                  </a:lnTo>
                  <a:lnTo>
                    <a:pt x="119019" y="577847"/>
                  </a:lnTo>
                  <a:lnTo>
                    <a:pt x="117907" y="577847"/>
                  </a:lnTo>
                  <a:lnTo>
                    <a:pt x="116794" y="577847"/>
                  </a:lnTo>
                  <a:lnTo>
                    <a:pt x="115682" y="577847"/>
                  </a:lnTo>
                  <a:lnTo>
                    <a:pt x="114570" y="577847"/>
                  </a:lnTo>
                  <a:lnTo>
                    <a:pt x="113457" y="577847"/>
                  </a:lnTo>
                  <a:lnTo>
                    <a:pt x="112345" y="577847"/>
                  </a:lnTo>
                  <a:lnTo>
                    <a:pt x="111233" y="577847"/>
                  </a:lnTo>
                  <a:lnTo>
                    <a:pt x="110120" y="577847"/>
                  </a:lnTo>
                  <a:lnTo>
                    <a:pt x="109008" y="577847"/>
                  </a:lnTo>
                  <a:lnTo>
                    <a:pt x="107896" y="577847"/>
                  </a:lnTo>
                  <a:lnTo>
                    <a:pt x="106783" y="577847"/>
                  </a:lnTo>
                  <a:lnTo>
                    <a:pt x="105671" y="577847"/>
                  </a:lnTo>
                  <a:lnTo>
                    <a:pt x="104559" y="577847"/>
                  </a:lnTo>
                  <a:lnTo>
                    <a:pt x="103446" y="577847"/>
                  </a:lnTo>
                  <a:lnTo>
                    <a:pt x="102334" y="577847"/>
                  </a:lnTo>
                  <a:lnTo>
                    <a:pt x="101222" y="577847"/>
                  </a:lnTo>
                  <a:lnTo>
                    <a:pt x="100109" y="577847"/>
                  </a:lnTo>
                  <a:lnTo>
                    <a:pt x="98997" y="577847"/>
                  </a:lnTo>
                  <a:lnTo>
                    <a:pt x="97885" y="577847"/>
                  </a:lnTo>
                  <a:lnTo>
                    <a:pt x="96772" y="577847"/>
                  </a:lnTo>
                  <a:lnTo>
                    <a:pt x="95660" y="577847"/>
                  </a:lnTo>
                  <a:lnTo>
                    <a:pt x="94548" y="577847"/>
                  </a:lnTo>
                  <a:lnTo>
                    <a:pt x="93435" y="577847"/>
                  </a:lnTo>
                  <a:lnTo>
                    <a:pt x="92323" y="577847"/>
                  </a:lnTo>
                  <a:lnTo>
                    <a:pt x="91211" y="577847"/>
                  </a:lnTo>
                  <a:lnTo>
                    <a:pt x="90098" y="577847"/>
                  </a:lnTo>
                  <a:lnTo>
                    <a:pt x="88986" y="577847"/>
                  </a:lnTo>
                  <a:lnTo>
                    <a:pt x="87874" y="577847"/>
                  </a:lnTo>
                  <a:lnTo>
                    <a:pt x="86761" y="577847"/>
                  </a:lnTo>
                  <a:lnTo>
                    <a:pt x="85649" y="577847"/>
                  </a:lnTo>
                  <a:lnTo>
                    <a:pt x="84537" y="577847"/>
                  </a:lnTo>
                  <a:lnTo>
                    <a:pt x="83424" y="577847"/>
                  </a:lnTo>
                  <a:lnTo>
                    <a:pt x="82312" y="577847"/>
                  </a:lnTo>
                  <a:lnTo>
                    <a:pt x="81200" y="577847"/>
                  </a:lnTo>
                  <a:lnTo>
                    <a:pt x="80087" y="577847"/>
                  </a:lnTo>
                  <a:lnTo>
                    <a:pt x="78975" y="577847"/>
                  </a:lnTo>
                  <a:lnTo>
                    <a:pt x="77863" y="577847"/>
                  </a:lnTo>
                  <a:lnTo>
                    <a:pt x="76750" y="577847"/>
                  </a:lnTo>
                  <a:lnTo>
                    <a:pt x="75638" y="577847"/>
                  </a:lnTo>
                  <a:lnTo>
                    <a:pt x="74526" y="577847"/>
                  </a:lnTo>
                  <a:lnTo>
                    <a:pt x="73413" y="577847"/>
                  </a:lnTo>
                  <a:lnTo>
                    <a:pt x="72301" y="577847"/>
                  </a:lnTo>
                  <a:lnTo>
                    <a:pt x="71189" y="577847"/>
                  </a:lnTo>
                  <a:lnTo>
                    <a:pt x="70076" y="577847"/>
                  </a:lnTo>
                  <a:lnTo>
                    <a:pt x="68964" y="577847"/>
                  </a:lnTo>
                  <a:lnTo>
                    <a:pt x="67852" y="577847"/>
                  </a:lnTo>
                  <a:lnTo>
                    <a:pt x="66739" y="577847"/>
                  </a:lnTo>
                  <a:lnTo>
                    <a:pt x="65627" y="577847"/>
                  </a:lnTo>
                  <a:lnTo>
                    <a:pt x="64515" y="577847"/>
                  </a:lnTo>
                  <a:lnTo>
                    <a:pt x="63402" y="577847"/>
                  </a:lnTo>
                  <a:lnTo>
                    <a:pt x="62290" y="577847"/>
                  </a:lnTo>
                  <a:lnTo>
                    <a:pt x="61178" y="577847"/>
                  </a:lnTo>
                  <a:lnTo>
                    <a:pt x="60065" y="577847"/>
                  </a:lnTo>
                  <a:lnTo>
                    <a:pt x="58953" y="577847"/>
                  </a:lnTo>
                  <a:lnTo>
                    <a:pt x="57841" y="577847"/>
                  </a:lnTo>
                  <a:lnTo>
                    <a:pt x="56728" y="577847"/>
                  </a:lnTo>
                  <a:lnTo>
                    <a:pt x="55616" y="577847"/>
                  </a:lnTo>
                  <a:lnTo>
                    <a:pt x="54504" y="577847"/>
                  </a:lnTo>
                  <a:lnTo>
                    <a:pt x="53391" y="577847"/>
                  </a:lnTo>
                  <a:lnTo>
                    <a:pt x="52279" y="577847"/>
                  </a:lnTo>
                  <a:lnTo>
                    <a:pt x="51167" y="577847"/>
                  </a:lnTo>
                  <a:lnTo>
                    <a:pt x="50054" y="577847"/>
                  </a:lnTo>
                  <a:lnTo>
                    <a:pt x="48942" y="577847"/>
                  </a:lnTo>
                  <a:lnTo>
                    <a:pt x="47830" y="577847"/>
                  </a:lnTo>
                  <a:lnTo>
                    <a:pt x="46717" y="577847"/>
                  </a:lnTo>
                  <a:lnTo>
                    <a:pt x="45605" y="577847"/>
                  </a:lnTo>
                  <a:lnTo>
                    <a:pt x="44493" y="577847"/>
                  </a:lnTo>
                  <a:lnTo>
                    <a:pt x="43380" y="577847"/>
                  </a:lnTo>
                  <a:lnTo>
                    <a:pt x="42268" y="577847"/>
                  </a:lnTo>
                  <a:lnTo>
                    <a:pt x="41156" y="577847"/>
                  </a:lnTo>
                  <a:lnTo>
                    <a:pt x="40043" y="577847"/>
                  </a:lnTo>
                  <a:lnTo>
                    <a:pt x="38931" y="577847"/>
                  </a:lnTo>
                  <a:lnTo>
                    <a:pt x="37819" y="577847"/>
                  </a:lnTo>
                  <a:lnTo>
                    <a:pt x="36706" y="577847"/>
                  </a:lnTo>
                  <a:lnTo>
                    <a:pt x="35594" y="577847"/>
                  </a:lnTo>
                  <a:lnTo>
                    <a:pt x="34482" y="577847"/>
                  </a:lnTo>
                  <a:lnTo>
                    <a:pt x="33369" y="577847"/>
                  </a:lnTo>
                  <a:lnTo>
                    <a:pt x="32257" y="577847"/>
                  </a:lnTo>
                  <a:lnTo>
                    <a:pt x="31145" y="577847"/>
                  </a:lnTo>
                  <a:lnTo>
                    <a:pt x="30032" y="577847"/>
                  </a:lnTo>
                  <a:lnTo>
                    <a:pt x="28920" y="577847"/>
                  </a:lnTo>
                  <a:lnTo>
                    <a:pt x="27808" y="577847"/>
                  </a:lnTo>
                  <a:lnTo>
                    <a:pt x="26695" y="577847"/>
                  </a:lnTo>
                  <a:lnTo>
                    <a:pt x="25583" y="577847"/>
                  </a:lnTo>
                  <a:lnTo>
                    <a:pt x="24471" y="577847"/>
                  </a:lnTo>
                  <a:lnTo>
                    <a:pt x="23358" y="577847"/>
                  </a:lnTo>
                  <a:lnTo>
                    <a:pt x="22246" y="577847"/>
                  </a:lnTo>
                  <a:lnTo>
                    <a:pt x="21134" y="577847"/>
                  </a:lnTo>
                  <a:lnTo>
                    <a:pt x="20021" y="577847"/>
                  </a:lnTo>
                  <a:lnTo>
                    <a:pt x="18909" y="577847"/>
                  </a:lnTo>
                  <a:lnTo>
                    <a:pt x="17797" y="577847"/>
                  </a:lnTo>
                  <a:lnTo>
                    <a:pt x="16684" y="577847"/>
                  </a:lnTo>
                  <a:lnTo>
                    <a:pt x="15572" y="577847"/>
                  </a:lnTo>
                  <a:lnTo>
                    <a:pt x="14460" y="577847"/>
                  </a:lnTo>
                  <a:lnTo>
                    <a:pt x="13347" y="577847"/>
                  </a:lnTo>
                  <a:lnTo>
                    <a:pt x="12235" y="577847"/>
                  </a:lnTo>
                  <a:lnTo>
                    <a:pt x="11123" y="577847"/>
                  </a:lnTo>
                  <a:lnTo>
                    <a:pt x="10010" y="577847"/>
                  </a:lnTo>
                  <a:lnTo>
                    <a:pt x="8898" y="577847"/>
                  </a:lnTo>
                  <a:lnTo>
                    <a:pt x="7786" y="577847"/>
                  </a:lnTo>
                  <a:lnTo>
                    <a:pt x="6673" y="577847"/>
                  </a:lnTo>
                  <a:lnTo>
                    <a:pt x="5561" y="577847"/>
                  </a:lnTo>
                  <a:lnTo>
                    <a:pt x="4449" y="577847"/>
                  </a:lnTo>
                  <a:lnTo>
                    <a:pt x="3336" y="577847"/>
                  </a:lnTo>
                  <a:lnTo>
                    <a:pt x="2224" y="577847"/>
                  </a:lnTo>
                  <a:lnTo>
                    <a:pt x="1112" y="577847"/>
                  </a:lnTo>
                  <a:lnTo>
                    <a:pt x="0" y="57784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480" name="pl4480"/>
            <p:cNvSpPr/>
            <p:nvPr/>
          </p:nvSpPr>
          <p:spPr>
            <a:xfrm>
              <a:off x="5207900" y="2968848"/>
              <a:ext cx="568401" cy="577381"/>
            </a:xfrm>
            <a:custGeom>
              <a:avLst/>
              <a:pathLst>
                <a:path w="568401" h="577381">
                  <a:moveTo>
                    <a:pt x="0" y="376510"/>
                  </a:moveTo>
                  <a:lnTo>
                    <a:pt x="1112" y="359929"/>
                  </a:lnTo>
                  <a:lnTo>
                    <a:pt x="2224" y="342732"/>
                  </a:lnTo>
                  <a:lnTo>
                    <a:pt x="3336" y="324964"/>
                  </a:lnTo>
                  <a:lnTo>
                    <a:pt x="4449" y="306586"/>
                  </a:lnTo>
                  <a:lnTo>
                    <a:pt x="5561" y="287758"/>
                  </a:lnTo>
                  <a:lnTo>
                    <a:pt x="6673" y="268612"/>
                  </a:lnTo>
                  <a:lnTo>
                    <a:pt x="7786" y="249228"/>
                  </a:lnTo>
                  <a:lnTo>
                    <a:pt x="8898" y="229692"/>
                  </a:lnTo>
                  <a:lnTo>
                    <a:pt x="10010" y="210118"/>
                  </a:lnTo>
                  <a:lnTo>
                    <a:pt x="11123" y="190675"/>
                  </a:lnTo>
                  <a:lnTo>
                    <a:pt x="12235" y="171474"/>
                  </a:lnTo>
                  <a:lnTo>
                    <a:pt x="13347" y="152623"/>
                  </a:lnTo>
                  <a:lnTo>
                    <a:pt x="14460" y="134231"/>
                  </a:lnTo>
                  <a:lnTo>
                    <a:pt x="15572" y="116554"/>
                  </a:lnTo>
                  <a:lnTo>
                    <a:pt x="16684" y="99749"/>
                  </a:lnTo>
                  <a:lnTo>
                    <a:pt x="17797" y="83838"/>
                  </a:lnTo>
                  <a:lnTo>
                    <a:pt x="18909" y="68925"/>
                  </a:lnTo>
                  <a:lnTo>
                    <a:pt x="20021" y="55110"/>
                  </a:lnTo>
                  <a:lnTo>
                    <a:pt x="21134" y="42723"/>
                  </a:lnTo>
                  <a:lnTo>
                    <a:pt x="22246" y="31882"/>
                  </a:lnTo>
                  <a:lnTo>
                    <a:pt x="23358" y="22468"/>
                  </a:lnTo>
                  <a:lnTo>
                    <a:pt x="24471" y="14542"/>
                  </a:lnTo>
                  <a:lnTo>
                    <a:pt x="25583" y="8158"/>
                  </a:lnTo>
                  <a:lnTo>
                    <a:pt x="26695" y="3623"/>
                  </a:lnTo>
                  <a:lnTo>
                    <a:pt x="27808" y="991"/>
                  </a:lnTo>
                  <a:lnTo>
                    <a:pt x="28920" y="0"/>
                  </a:lnTo>
                  <a:lnTo>
                    <a:pt x="30032" y="642"/>
                  </a:lnTo>
                  <a:lnTo>
                    <a:pt x="31145" y="2904"/>
                  </a:lnTo>
                  <a:lnTo>
                    <a:pt x="32257" y="6985"/>
                  </a:lnTo>
                  <a:lnTo>
                    <a:pt x="33369" y="12867"/>
                  </a:lnTo>
                  <a:lnTo>
                    <a:pt x="34482" y="20195"/>
                  </a:lnTo>
                  <a:lnTo>
                    <a:pt x="35594" y="28903"/>
                  </a:lnTo>
                  <a:lnTo>
                    <a:pt x="36706" y="38914"/>
                  </a:lnTo>
                  <a:lnTo>
                    <a:pt x="37819" y="50286"/>
                  </a:lnTo>
                  <a:lnTo>
                    <a:pt x="38931" y="62930"/>
                  </a:lnTo>
                  <a:lnTo>
                    <a:pt x="40043" y="76507"/>
                  </a:lnTo>
                  <a:lnTo>
                    <a:pt x="41156" y="90912"/>
                  </a:lnTo>
                  <a:lnTo>
                    <a:pt x="42268" y="106039"/>
                  </a:lnTo>
                  <a:lnTo>
                    <a:pt x="43380" y="121830"/>
                  </a:lnTo>
                  <a:lnTo>
                    <a:pt x="44493" y="138145"/>
                  </a:lnTo>
                  <a:lnTo>
                    <a:pt x="45605" y="154756"/>
                  </a:lnTo>
                  <a:lnTo>
                    <a:pt x="46717" y="171559"/>
                  </a:lnTo>
                  <a:lnTo>
                    <a:pt x="47830" y="188456"/>
                  </a:lnTo>
                  <a:lnTo>
                    <a:pt x="48942" y="205335"/>
                  </a:lnTo>
                  <a:lnTo>
                    <a:pt x="50054" y="222034"/>
                  </a:lnTo>
                  <a:lnTo>
                    <a:pt x="51167" y="238483"/>
                  </a:lnTo>
                  <a:lnTo>
                    <a:pt x="52279" y="254610"/>
                  </a:lnTo>
                  <a:lnTo>
                    <a:pt x="53391" y="270352"/>
                  </a:lnTo>
                  <a:lnTo>
                    <a:pt x="54504" y="285602"/>
                  </a:lnTo>
                  <a:lnTo>
                    <a:pt x="55616" y="300204"/>
                  </a:lnTo>
                  <a:lnTo>
                    <a:pt x="56728" y="314234"/>
                  </a:lnTo>
                  <a:lnTo>
                    <a:pt x="57841" y="327664"/>
                  </a:lnTo>
                  <a:lnTo>
                    <a:pt x="58953" y="340470"/>
                  </a:lnTo>
                  <a:lnTo>
                    <a:pt x="60065" y="352585"/>
                  </a:lnTo>
                  <a:lnTo>
                    <a:pt x="61178" y="363879"/>
                  </a:lnTo>
                  <a:lnTo>
                    <a:pt x="62290" y="374518"/>
                  </a:lnTo>
                  <a:lnTo>
                    <a:pt x="63402" y="384507"/>
                  </a:lnTo>
                  <a:lnTo>
                    <a:pt x="64515" y="393856"/>
                  </a:lnTo>
                  <a:lnTo>
                    <a:pt x="65627" y="402539"/>
                  </a:lnTo>
                  <a:lnTo>
                    <a:pt x="66739" y="410460"/>
                  </a:lnTo>
                  <a:lnTo>
                    <a:pt x="67852" y="417809"/>
                  </a:lnTo>
                  <a:lnTo>
                    <a:pt x="68964" y="424610"/>
                  </a:lnTo>
                  <a:lnTo>
                    <a:pt x="70076" y="430886"/>
                  </a:lnTo>
                  <a:lnTo>
                    <a:pt x="71189" y="436642"/>
                  </a:lnTo>
                  <a:lnTo>
                    <a:pt x="72301" y="441813"/>
                  </a:lnTo>
                  <a:lnTo>
                    <a:pt x="73413" y="446563"/>
                  </a:lnTo>
                  <a:lnTo>
                    <a:pt x="74526" y="450922"/>
                  </a:lnTo>
                  <a:lnTo>
                    <a:pt x="75638" y="454913"/>
                  </a:lnTo>
                  <a:lnTo>
                    <a:pt x="76750" y="458553"/>
                  </a:lnTo>
                  <a:lnTo>
                    <a:pt x="77863" y="461801"/>
                  </a:lnTo>
                  <a:lnTo>
                    <a:pt x="78975" y="464777"/>
                  </a:lnTo>
                  <a:lnTo>
                    <a:pt x="80087" y="467505"/>
                  </a:lnTo>
                  <a:lnTo>
                    <a:pt x="81200" y="470004"/>
                  </a:lnTo>
                  <a:lnTo>
                    <a:pt x="82312" y="472290"/>
                  </a:lnTo>
                  <a:lnTo>
                    <a:pt x="83424" y="474338"/>
                  </a:lnTo>
                  <a:lnTo>
                    <a:pt x="84537" y="476227"/>
                  </a:lnTo>
                  <a:lnTo>
                    <a:pt x="85649" y="477971"/>
                  </a:lnTo>
                  <a:lnTo>
                    <a:pt x="86761" y="479584"/>
                  </a:lnTo>
                  <a:lnTo>
                    <a:pt x="87874" y="481078"/>
                  </a:lnTo>
                  <a:lnTo>
                    <a:pt x="88986" y="482437"/>
                  </a:lnTo>
                  <a:lnTo>
                    <a:pt x="90098" y="483709"/>
                  </a:lnTo>
                  <a:lnTo>
                    <a:pt x="91211" y="484901"/>
                  </a:lnTo>
                  <a:lnTo>
                    <a:pt x="92323" y="486024"/>
                  </a:lnTo>
                  <a:lnTo>
                    <a:pt x="93435" y="487083"/>
                  </a:lnTo>
                  <a:lnTo>
                    <a:pt x="94548" y="488071"/>
                  </a:lnTo>
                  <a:lnTo>
                    <a:pt x="95660" y="489015"/>
                  </a:lnTo>
                  <a:lnTo>
                    <a:pt x="96772" y="489918"/>
                  </a:lnTo>
                  <a:lnTo>
                    <a:pt x="97885" y="490787"/>
                  </a:lnTo>
                  <a:lnTo>
                    <a:pt x="98997" y="491626"/>
                  </a:lnTo>
                  <a:lnTo>
                    <a:pt x="100109" y="492433"/>
                  </a:lnTo>
                  <a:lnTo>
                    <a:pt x="101222" y="493220"/>
                  </a:lnTo>
                  <a:lnTo>
                    <a:pt x="102334" y="493992"/>
                  </a:lnTo>
                  <a:lnTo>
                    <a:pt x="103446" y="494751"/>
                  </a:lnTo>
                  <a:lnTo>
                    <a:pt x="104559" y="495501"/>
                  </a:lnTo>
                  <a:lnTo>
                    <a:pt x="105671" y="496244"/>
                  </a:lnTo>
                  <a:lnTo>
                    <a:pt x="106783" y="496985"/>
                  </a:lnTo>
                  <a:lnTo>
                    <a:pt x="107896" y="497727"/>
                  </a:lnTo>
                  <a:lnTo>
                    <a:pt x="109008" y="498472"/>
                  </a:lnTo>
                  <a:lnTo>
                    <a:pt x="110120" y="499222"/>
                  </a:lnTo>
                  <a:lnTo>
                    <a:pt x="111233" y="499984"/>
                  </a:lnTo>
                  <a:lnTo>
                    <a:pt x="112345" y="500757"/>
                  </a:lnTo>
                  <a:lnTo>
                    <a:pt x="113457" y="501543"/>
                  </a:lnTo>
                  <a:lnTo>
                    <a:pt x="114570" y="502345"/>
                  </a:lnTo>
                  <a:lnTo>
                    <a:pt x="115682" y="503164"/>
                  </a:lnTo>
                  <a:lnTo>
                    <a:pt x="116794" y="504006"/>
                  </a:lnTo>
                  <a:lnTo>
                    <a:pt x="117907" y="504870"/>
                  </a:lnTo>
                  <a:lnTo>
                    <a:pt x="119019" y="505756"/>
                  </a:lnTo>
                  <a:lnTo>
                    <a:pt x="120131" y="506664"/>
                  </a:lnTo>
                  <a:lnTo>
                    <a:pt x="121244" y="507596"/>
                  </a:lnTo>
                  <a:lnTo>
                    <a:pt x="122356" y="508556"/>
                  </a:lnTo>
                  <a:lnTo>
                    <a:pt x="123468" y="509542"/>
                  </a:lnTo>
                  <a:lnTo>
                    <a:pt x="124581" y="510551"/>
                  </a:lnTo>
                  <a:lnTo>
                    <a:pt x="125693" y="511581"/>
                  </a:lnTo>
                  <a:lnTo>
                    <a:pt x="126805" y="512632"/>
                  </a:lnTo>
                  <a:lnTo>
                    <a:pt x="127918" y="513707"/>
                  </a:lnTo>
                  <a:lnTo>
                    <a:pt x="129030" y="514798"/>
                  </a:lnTo>
                  <a:lnTo>
                    <a:pt x="130142" y="515903"/>
                  </a:lnTo>
                  <a:lnTo>
                    <a:pt x="131255" y="517018"/>
                  </a:lnTo>
                  <a:lnTo>
                    <a:pt x="132367" y="518140"/>
                  </a:lnTo>
                  <a:lnTo>
                    <a:pt x="133479" y="519265"/>
                  </a:lnTo>
                  <a:lnTo>
                    <a:pt x="134592" y="520388"/>
                  </a:lnTo>
                  <a:lnTo>
                    <a:pt x="135704" y="521503"/>
                  </a:lnTo>
                  <a:lnTo>
                    <a:pt x="136816" y="522606"/>
                  </a:lnTo>
                  <a:lnTo>
                    <a:pt x="137929" y="523694"/>
                  </a:lnTo>
                  <a:lnTo>
                    <a:pt x="139041" y="524756"/>
                  </a:lnTo>
                  <a:lnTo>
                    <a:pt x="140153" y="525787"/>
                  </a:lnTo>
                  <a:lnTo>
                    <a:pt x="141266" y="526785"/>
                  </a:lnTo>
                  <a:lnTo>
                    <a:pt x="142378" y="527746"/>
                  </a:lnTo>
                  <a:lnTo>
                    <a:pt x="143490" y="528666"/>
                  </a:lnTo>
                  <a:lnTo>
                    <a:pt x="144603" y="529533"/>
                  </a:lnTo>
                  <a:lnTo>
                    <a:pt x="145715" y="530342"/>
                  </a:lnTo>
                  <a:lnTo>
                    <a:pt x="146827" y="531099"/>
                  </a:lnTo>
                  <a:lnTo>
                    <a:pt x="147940" y="531800"/>
                  </a:lnTo>
                  <a:lnTo>
                    <a:pt x="149052" y="532444"/>
                  </a:lnTo>
                  <a:lnTo>
                    <a:pt x="150164" y="533019"/>
                  </a:lnTo>
                  <a:lnTo>
                    <a:pt x="151277" y="533526"/>
                  </a:lnTo>
                  <a:lnTo>
                    <a:pt x="152389" y="533974"/>
                  </a:lnTo>
                  <a:lnTo>
                    <a:pt x="153501" y="534363"/>
                  </a:lnTo>
                  <a:lnTo>
                    <a:pt x="154614" y="534696"/>
                  </a:lnTo>
                  <a:lnTo>
                    <a:pt x="155726" y="534964"/>
                  </a:lnTo>
                  <a:lnTo>
                    <a:pt x="156838" y="535174"/>
                  </a:lnTo>
                  <a:lnTo>
                    <a:pt x="157951" y="535336"/>
                  </a:lnTo>
                  <a:lnTo>
                    <a:pt x="159063" y="535455"/>
                  </a:lnTo>
                  <a:lnTo>
                    <a:pt x="160175" y="535534"/>
                  </a:lnTo>
                  <a:lnTo>
                    <a:pt x="161288" y="535573"/>
                  </a:lnTo>
                  <a:lnTo>
                    <a:pt x="162400" y="535579"/>
                  </a:lnTo>
                  <a:lnTo>
                    <a:pt x="163512" y="535563"/>
                  </a:lnTo>
                  <a:lnTo>
                    <a:pt x="164625" y="535530"/>
                  </a:lnTo>
                  <a:lnTo>
                    <a:pt x="165737" y="535485"/>
                  </a:lnTo>
                  <a:lnTo>
                    <a:pt x="166849" y="535432"/>
                  </a:lnTo>
                  <a:lnTo>
                    <a:pt x="167962" y="535380"/>
                  </a:lnTo>
                  <a:lnTo>
                    <a:pt x="169074" y="535332"/>
                  </a:lnTo>
                  <a:lnTo>
                    <a:pt x="170186" y="535295"/>
                  </a:lnTo>
                  <a:lnTo>
                    <a:pt x="171299" y="535271"/>
                  </a:lnTo>
                  <a:lnTo>
                    <a:pt x="172411" y="535265"/>
                  </a:lnTo>
                  <a:lnTo>
                    <a:pt x="173523" y="535286"/>
                  </a:lnTo>
                  <a:lnTo>
                    <a:pt x="174636" y="535330"/>
                  </a:lnTo>
                  <a:lnTo>
                    <a:pt x="175748" y="535399"/>
                  </a:lnTo>
                  <a:lnTo>
                    <a:pt x="176860" y="535495"/>
                  </a:lnTo>
                  <a:lnTo>
                    <a:pt x="177973" y="535620"/>
                  </a:lnTo>
                  <a:lnTo>
                    <a:pt x="179085" y="535777"/>
                  </a:lnTo>
                  <a:lnTo>
                    <a:pt x="180197" y="535959"/>
                  </a:lnTo>
                  <a:lnTo>
                    <a:pt x="181310" y="536165"/>
                  </a:lnTo>
                  <a:lnTo>
                    <a:pt x="182422" y="536392"/>
                  </a:lnTo>
                  <a:lnTo>
                    <a:pt x="183534" y="536640"/>
                  </a:lnTo>
                  <a:lnTo>
                    <a:pt x="184647" y="536906"/>
                  </a:lnTo>
                  <a:lnTo>
                    <a:pt x="185759" y="537182"/>
                  </a:lnTo>
                  <a:lnTo>
                    <a:pt x="186871" y="537465"/>
                  </a:lnTo>
                  <a:lnTo>
                    <a:pt x="187984" y="537751"/>
                  </a:lnTo>
                  <a:lnTo>
                    <a:pt x="189096" y="538035"/>
                  </a:lnTo>
                  <a:lnTo>
                    <a:pt x="190208" y="538310"/>
                  </a:lnTo>
                  <a:lnTo>
                    <a:pt x="191321" y="538572"/>
                  </a:lnTo>
                  <a:lnTo>
                    <a:pt x="192433" y="538818"/>
                  </a:lnTo>
                  <a:lnTo>
                    <a:pt x="193545" y="539044"/>
                  </a:lnTo>
                  <a:lnTo>
                    <a:pt x="194658" y="539244"/>
                  </a:lnTo>
                  <a:lnTo>
                    <a:pt x="195770" y="539409"/>
                  </a:lnTo>
                  <a:lnTo>
                    <a:pt x="196882" y="539542"/>
                  </a:lnTo>
                  <a:lnTo>
                    <a:pt x="197995" y="539641"/>
                  </a:lnTo>
                  <a:lnTo>
                    <a:pt x="199107" y="539704"/>
                  </a:lnTo>
                  <a:lnTo>
                    <a:pt x="200219" y="539728"/>
                  </a:lnTo>
                  <a:lnTo>
                    <a:pt x="201332" y="539703"/>
                  </a:lnTo>
                  <a:lnTo>
                    <a:pt x="202444" y="539638"/>
                  </a:lnTo>
                  <a:lnTo>
                    <a:pt x="203556" y="539535"/>
                  </a:lnTo>
                  <a:lnTo>
                    <a:pt x="204669" y="539392"/>
                  </a:lnTo>
                  <a:lnTo>
                    <a:pt x="205781" y="539211"/>
                  </a:lnTo>
                  <a:lnTo>
                    <a:pt x="206893" y="538984"/>
                  </a:lnTo>
                  <a:lnTo>
                    <a:pt x="208006" y="538723"/>
                  </a:lnTo>
                  <a:lnTo>
                    <a:pt x="209118" y="538431"/>
                  </a:lnTo>
                  <a:lnTo>
                    <a:pt x="210230" y="538109"/>
                  </a:lnTo>
                  <a:lnTo>
                    <a:pt x="211343" y="537759"/>
                  </a:lnTo>
                  <a:lnTo>
                    <a:pt x="212455" y="537378"/>
                  </a:lnTo>
                  <a:lnTo>
                    <a:pt x="213567" y="536976"/>
                  </a:lnTo>
                  <a:lnTo>
                    <a:pt x="214680" y="536557"/>
                  </a:lnTo>
                  <a:lnTo>
                    <a:pt x="215792" y="536122"/>
                  </a:lnTo>
                  <a:lnTo>
                    <a:pt x="216904" y="535673"/>
                  </a:lnTo>
                  <a:lnTo>
                    <a:pt x="218017" y="535210"/>
                  </a:lnTo>
                  <a:lnTo>
                    <a:pt x="219129" y="534741"/>
                  </a:lnTo>
                  <a:lnTo>
                    <a:pt x="220241" y="534266"/>
                  </a:lnTo>
                  <a:lnTo>
                    <a:pt x="221354" y="533788"/>
                  </a:lnTo>
                  <a:lnTo>
                    <a:pt x="222466" y="533308"/>
                  </a:lnTo>
                  <a:lnTo>
                    <a:pt x="223578" y="532830"/>
                  </a:lnTo>
                  <a:lnTo>
                    <a:pt x="224691" y="532354"/>
                  </a:lnTo>
                  <a:lnTo>
                    <a:pt x="225803" y="531883"/>
                  </a:lnTo>
                  <a:lnTo>
                    <a:pt x="226915" y="531418"/>
                  </a:lnTo>
                  <a:lnTo>
                    <a:pt x="228028" y="530961"/>
                  </a:lnTo>
                  <a:lnTo>
                    <a:pt x="229140" y="530517"/>
                  </a:lnTo>
                  <a:lnTo>
                    <a:pt x="230252" y="530085"/>
                  </a:lnTo>
                  <a:lnTo>
                    <a:pt x="231365" y="529668"/>
                  </a:lnTo>
                  <a:lnTo>
                    <a:pt x="232477" y="529266"/>
                  </a:lnTo>
                  <a:lnTo>
                    <a:pt x="233589" y="528883"/>
                  </a:lnTo>
                  <a:lnTo>
                    <a:pt x="234702" y="528526"/>
                  </a:lnTo>
                  <a:lnTo>
                    <a:pt x="235814" y="528195"/>
                  </a:lnTo>
                  <a:lnTo>
                    <a:pt x="236926" y="527890"/>
                  </a:lnTo>
                  <a:lnTo>
                    <a:pt x="238039" y="527615"/>
                  </a:lnTo>
                  <a:lnTo>
                    <a:pt x="239151" y="527372"/>
                  </a:lnTo>
                  <a:lnTo>
                    <a:pt x="240263" y="527174"/>
                  </a:lnTo>
                  <a:lnTo>
                    <a:pt x="241376" y="527018"/>
                  </a:lnTo>
                  <a:lnTo>
                    <a:pt x="242488" y="526904"/>
                  </a:lnTo>
                  <a:lnTo>
                    <a:pt x="243600" y="526835"/>
                  </a:lnTo>
                  <a:lnTo>
                    <a:pt x="244713" y="526813"/>
                  </a:lnTo>
                  <a:lnTo>
                    <a:pt x="245825" y="526855"/>
                  </a:lnTo>
                  <a:lnTo>
                    <a:pt x="246937" y="526953"/>
                  </a:lnTo>
                  <a:lnTo>
                    <a:pt x="248049" y="527106"/>
                  </a:lnTo>
                  <a:lnTo>
                    <a:pt x="249162" y="527316"/>
                  </a:lnTo>
                  <a:lnTo>
                    <a:pt x="250274" y="527583"/>
                  </a:lnTo>
                  <a:lnTo>
                    <a:pt x="251386" y="527922"/>
                  </a:lnTo>
                  <a:lnTo>
                    <a:pt x="252499" y="528324"/>
                  </a:lnTo>
                  <a:lnTo>
                    <a:pt x="253611" y="528784"/>
                  </a:lnTo>
                  <a:lnTo>
                    <a:pt x="254723" y="529301"/>
                  </a:lnTo>
                  <a:lnTo>
                    <a:pt x="255836" y="529874"/>
                  </a:lnTo>
                  <a:lnTo>
                    <a:pt x="256948" y="530512"/>
                  </a:lnTo>
                  <a:lnTo>
                    <a:pt x="258060" y="531206"/>
                  </a:lnTo>
                  <a:lnTo>
                    <a:pt x="259173" y="531947"/>
                  </a:lnTo>
                  <a:lnTo>
                    <a:pt x="260285" y="532733"/>
                  </a:lnTo>
                  <a:lnTo>
                    <a:pt x="261397" y="533559"/>
                  </a:lnTo>
                  <a:lnTo>
                    <a:pt x="262510" y="534431"/>
                  </a:lnTo>
                  <a:lnTo>
                    <a:pt x="263622" y="535337"/>
                  </a:lnTo>
                  <a:lnTo>
                    <a:pt x="264734" y="536270"/>
                  </a:lnTo>
                  <a:lnTo>
                    <a:pt x="265847" y="537225"/>
                  </a:lnTo>
                  <a:lnTo>
                    <a:pt x="266959" y="538200"/>
                  </a:lnTo>
                  <a:lnTo>
                    <a:pt x="268071" y="539190"/>
                  </a:lnTo>
                  <a:lnTo>
                    <a:pt x="269184" y="540190"/>
                  </a:lnTo>
                  <a:lnTo>
                    <a:pt x="270296" y="541192"/>
                  </a:lnTo>
                  <a:lnTo>
                    <a:pt x="271408" y="542195"/>
                  </a:lnTo>
                  <a:lnTo>
                    <a:pt x="272521" y="543193"/>
                  </a:lnTo>
                  <a:lnTo>
                    <a:pt x="273633" y="544182"/>
                  </a:lnTo>
                  <a:lnTo>
                    <a:pt x="274745" y="545156"/>
                  </a:lnTo>
                  <a:lnTo>
                    <a:pt x="275858" y="546114"/>
                  </a:lnTo>
                  <a:lnTo>
                    <a:pt x="276970" y="547053"/>
                  </a:lnTo>
                  <a:lnTo>
                    <a:pt x="278082" y="547971"/>
                  </a:lnTo>
                  <a:lnTo>
                    <a:pt x="279195" y="548861"/>
                  </a:lnTo>
                  <a:lnTo>
                    <a:pt x="280307" y="549719"/>
                  </a:lnTo>
                  <a:lnTo>
                    <a:pt x="281419" y="550549"/>
                  </a:lnTo>
                  <a:lnTo>
                    <a:pt x="282532" y="551349"/>
                  </a:lnTo>
                  <a:lnTo>
                    <a:pt x="283644" y="552117"/>
                  </a:lnTo>
                  <a:lnTo>
                    <a:pt x="284756" y="552846"/>
                  </a:lnTo>
                  <a:lnTo>
                    <a:pt x="285869" y="553534"/>
                  </a:lnTo>
                  <a:lnTo>
                    <a:pt x="286981" y="554186"/>
                  </a:lnTo>
                  <a:lnTo>
                    <a:pt x="288093" y="554800"/>
                  </a:lnTo>
                  <a:lnTo>
                    <a:pt x="289206" y="555376"/>
                  </a:lnTo>
                  <a:lnTo>
                    <a:pt x="290318" y="555908"/>
                  </a:lnTo>
                  <a:lnTo>
                    <a:pt x="291430" y="556392"/>
                  </a:lnTo>
                  <a:lnTo>
                    <a:pt x="292543" y="556834"/>
                  </a:lnTo>
                  <a:lnTo>
                    <a:pt x="293655" y="557235"/>
                  </a:lnTo>
                  <a:lnTo>
                    <a:pt x="294767" y="557593"/>
                  </a:lnTo>
                  <a:lnTo>
                    <a:pt x="295880" y="557902"/>
                  </a:lnTo>
                  <a:lnTo>
                    <a:pt x="296992" y="558159"/>
                  </a:lnTo>
                  <a:lnTo>
                    <a:pt x="298104" y="558370"/>
                  </a:lnTo>
                  <a:lnTo>
                    <a:pt x="299217" y="558537"/>
                  </a:lnTo>
                  <a:lnTo>
                    <a:pt x="300329" y="558658"/>
                  </a:lnTo>
                  <a:lnTo>
                    <a:pt x="301441" y="558728"/>
                  </a:lnTo>
                  <a:lnTo>
                    <a:pt x="302554" y="558743"/>
                  </a:lnTo>
                  <a:lnTo>
                    <a:pt x="303666" y="558712"/>
                  </a:lnTo>
                  <a:lnTo>
                    <a:pt x="304778" y="558636"/>
                  </a:lnTo>
                  <a:lnTo>
                    <a:pt x="305891" y="558515"/>
                  </a:lnTo>
                  <a:lnTo>
                    <a:pt x="307003" y="558346"/>
                  </a:lnTo>
                  <a:lnTo>
                    <a:pt x="308115" y="558125"/>
                  </a:lnTo>
                  <a:lnTo>
                    <a:pt x="309228" y="557862"/>
                  </a:lnTo>
                  <a:lnTo>
                    <a:pt x="310340" y="557560"/>
                  </a:lnTo>
                  <a:lnTo>
                    <a:pt x="311452" y="557220"/>
                  </a:lnTo>
                  <a:lnTo>
                    <a:pt x="312565" y="556840"/>
                  </a:lnTo>
                  <a:lnTo>
                    <a:pt x="313677" y="556419"/>
                  </a:lnTo>
                  <a:lnTo>
                    <a:pt x="314789" y="555967"/>
                  </a:lnTo>
                  <a:lnTo>
                    <a:pt x="315902" y="555488"/>
                  </a:lnTo>
                  <a:lnTo>
                    <a:pt x="317014" y="554984"/>
                  </a:lnTo>
                  <a:lnTo>
                    <a:pt x="318126" y="554455"/>
                  </a:lnTo>
                  <a:lnTo>
                    <a:pt x="319239" y="553904"/>
                  </a:lnTo>
                  <a:lnTo>
                    <a:pt x="320351" y="553339"/>
                  </a:lnTo>
                  <a:lnTo>
                    <a:pt x="321463" y="552762"/>
                  </a:lnTo>
                  <a:lnTo>
                    <a:pt x="322576" y="552178"/>
                  </a:lnTo>
                  <a:lnTo>
                    <a:pt x="323688" y="551588"/>
                  </a:lnTo>
                  <a:lnTo>
                    <a:pt x="324800" y="550998"/>
                  </a:lnTo>
                  <a:lnTo>
                    <a:pt x="325913" y="550413"/>
                  </a:lnTo>
                  <a:lnTo>
                    <a:pt x="327025" y="549835"/>
                  </a:lnTo>
                  <a:lnTo>
                    <a:pt x="328137" y="549267"/>
                  </a:lnTo>
                  <a:lnTo>
                    <a:pt x="329250" y="548712"/>
                  </a:lnTo>
                  <a:lnTo>
                    <a:pt x="330362" y="548180"/>
                  </a:lnTo>
                  <a:lnTo>
                    <a:pt x="331474" y="547669"/>
                  </a:lnTo>
                  <a:lnTo>
                    <a:pt x="332587" y="547181"/>
                  </a:lnTo>
                  <a:lnTo>
                    <a:pt x="333699" y="546719"/>
                  </a:lnTo>
                  <a:lnTo>
                    <a:pt x="334811" y="546286"/>
                  </a:lnTo>
                  <a:lnTo>
                    <a:pt x="335924" y="545893"/>
                  </a:lnTo>
                  <a:lnTo>
                    <a:pt x="337036" y="545533"/>
                  </a:lnTo>
                  <a:lnTo>
                    <a:pt x="338148" y="545209"/>
                  </a:lnTo>
                  <a:lnTo>
                    <a:pt x="339261" y="544922"/>
                  </a:lnTo>
                  <a:lnTo>
                    <a:pt x="340373" y="544673"/>
                  </a:lnTo>
                  <a:lnTo>
                    <a:pt x="341485" y="544477"/>
                  </a:lnTo>
                  <a:lnTo>
                    <a:pt x="342598" y="544321"/>
                  </a:lnTo>
                  <a:lnTo>
                    <a:pt x="343710" y="544207"/>
                  </a:lnTo>
                  <a:lnTo>
                    <a:pt x="344822" y="544135"/>
                  </a:lnTo>
                  <a:lnTo>
                    <a:pt x="345935" y="544106"/>
                  </a:lnTo>
                  <a:lnTo>
                    <a:pt x="347047" y="544134"/>
                  </a:lnTo>
                  <a:lnTo>
                    <a:pt x="348159" y="544205"/>
                  </a:lnTo>
                  <a:lnTo>
                    <a:pt x="349272" y="544318"/>
                  </a:lnTo>
                  <a:lnTo>
                    <a:pt x="350384" y="544475"/>
                  </a:lnTo>
                  <a:lnTo>
                    <a:pt x="351496" y="544673"/>
                  </a:lnTo>
                  <a:lnTo>
                    <a:pt x="352609" y="544926"/>
                  </a:lnTo>
                  <a:lnTo>
                    <a:pt x="353721" y="545220"/>
                  </a:lnTo>
                  <a:lnTo>
                    <a:pt x="354833" y="545553"/>
                  </a:lnTo>
                  <a:lnTo>
                    <a:pt x="355946" y="545925"/>
                  </a:lnTo>
                  <a:lnTo>
                    <a:pt x="357058" y="546334"/>
                  </a:lnTo>
                  <a:lnTo>
                    <a:pt x="358170" y="546789"/>
                  </a:lnTo>
                  <a:lnTo>
                    <a:pt x="359283" y="547279"/>
                  </a:lnTo>
                  <a:lnTo>
                    <a:pt x="360395" y="547801"/>
                  </a:lnTo>
                  <a:lnTo>
                    <a:pt x="361507" y="548353"/>
                  </a:lnTo>
                  <a:lnTo>
                    <a:pt x="362620" y="548934"/>
                  </a:lnTo>
                  <a:lnTo>
                    <a:pt x="363732" y="549549"/>
                  </a:lnTo>
                  <a:lnTo>
                    <a:pt x="364844" y="550188"/>
                  </a:lnTo>
                  <a:lnTo>
                    <a:pt x="365957" y="550848"/>
                  </a:lnTo>
                  <a:lnTo>
                    <a:pt x="367069" y="551528"/>
                  </a:lnTo>
                  <a:lnTo>
                    <a:pt x="368181" y="552225"/>
                  </a:lnTo>
                  <a:lnTo>
                    <a:pt x="369294" y="552941"/>
                  </a:lnTo>
                  <a:lnTo>
                    <a:pt x="370406" y="553667"/>
                  </a:lnTo>
                  <a:lnTo>
                    <a:pt x="371518" y="554402"/>
                  </a:lnTo>
                  <a:lnTo>
                    <a:pt x="372631" y="555143"/>
                  </a:lnTo>
                  <a:lnTo>
                    <a:pt x="373743" y="555888"/>
                  </a:lnTo>
                  <a:lnTo>
                    <a:pt x="374855" y="556633"/>
                  </a:lnTo>
                  <a:lnTo>
                    <a:pt x="375968" y="557374"/>
                  </a:lnTo>
                  <a:lnTo>
                    <a:pt x="377080" y="558110"/>
                  </a:lnTo>
                  <a:lnTo>
                    <a:pt x="378192" y="558837"/>
                  </a:lnTo>
                  <a:lnTo>
                    <a:pt x="379305" y="559554"/>
                  </a:lnTo>
                  <a:lnTo>
                    <a:pt x="380417" y="560254"/>
                  </a:lnTo>
                  <a:lnTo>
                    <a:pt x="381529" y="560934"/>
                  </a:lnTo>
                  <a:lnTo>
                    <a:pt x="382642" y="561596"/>
                  </a:lnTo>
                  <a:lnTo>
                    <a:pt x="383754" y="562235"/>
                  </a:lnTo>
                  <a:lnTo>
                    <a:pt x="384866" y="562851"/>
                  </a:lnTo>
                  <a:lnTo>
                    <a:pt x="385979" y="563435"/>
                  </a:lnTo>
                  <a:lnTo>
                    <a:pt x="387091" y="563987"/>
                  </a:lnTo>
                  <a:lnTo>
                    <a:pt x="388203" y="564509"/>
                  </a:lnTo>
                  <a:lnTo>
                    <a:pt x="389316" y="565000"/>
                  </a:lnTo>
                  <a:lnTo>
                    <a:pt x="390428" y="565458"/>
                  </a:lnTo>
                  <a:lnTo>
                    <a:pt x="391540" y="565874"/>
                  </a:lnTo>
                  <a:lnTo>
                    <a:pt x="392653" y="566252"/>
                  </a:lnTo>
                  <a:lnTo>
                    <a:pt x="393765" y="566595"/>
                  </a:lnTo>
                  <a:lnTo>
                    <a:pt x="394877" y="566903"/>
                  </a:lnTo>
                  <a:lnTo>
                    <a:pt x="395990" y="567175"/>
                  </a:lnTo>
                  <a:lnTo>
                    <a:pt x="397102" y="567405"/>
                  </a:lnTo>
                  <a:lnTo>
                    <a:pt x="398214" y="567598"/>
                  </a:lnTo>
                  <a:lnTo>
                    <a:pt x="399327" y="567758"/>
                  </a:lnTo>
                  <a:lnTo>
                    <a:pt x="400439" y="567887"/>
                  </a:lnTo>
                  <a:lnTo>
                    <a:pt x="401551" y="567986"/>
                  </a:lnTo>
                  <a:lnTo>
                    <a:pt x="402664" y="568051"/>
                  </a:lnTo>
                  <a:lnTo>
                    <a:pt x="403776" y="568089"/>
                  </a:lnTo>
                  <a:lnTo>
                    <a:pt x="404888" y="568103"/>
                  </a:lnTo>
                  <a:lnTo>
                    <a:pt x="406001" y="568098"/>
                  </a:lnTo>
                  <a:lnTo>
                    <a:pt x="407113" y="568074"/>
                  </a:lnTo>
                  <a:lnTo>
                    <a:pt x="408225" y="568034"/>
                  </a:lnTo>
                  <a:lnTo>
                    <a:pt x="409338" y="567981"/>
                  </a:lnTo>
                  <a:lnTo>
                    <a:pt x="410450" y="567920"/>
                  </a:lnTo>
                  <a:lnTo>
                    <a:pt x="411562" y="567854"/>
                  </a:lnTo>
                  <a:lnTo>
                    <a:pt x="412675" y="567786"/>
                  </a:lnTo>
                  <a:lnTo>
                    <a:pt x="413787" y="567719"/>
                  </a:lnTo>
                  <a:lnTo>
                    <a:pt x="414899" y="567657"/>
                  </a:lnTo>
                  <a:lnTo>
                    <a:pt x="416012" y="567603"/>
                  </a:lnTo>
                  <a:lnTo>
                    <a:pt x="417124" y="567559"/>
                  </a:lnTo>
                  <a:lnTo>
                    <a:pt x="418236" y="567526"/>
                  </a:lnTo>
                  <a:lnTo>
                    <a:pt x="419349" y="567510"/>
                  </a:lnTo>
                  <a:lnTo>
                    <a:pt x="420461" y="567514"/>
                  </a:lnTo>
                  <a:lnTo>
                    <a:pt x="421573" y="567536"/>
                  </a:lnTo>
                  <a:lnTo>
                    <a:pt x="422686" y="567578"/>
                  </a:lnTo>
                  <a:lnTo>
                    <a:pt x="423798" y="567640"/>
                  </a:lnTo>
                  <a:lnTo>
                    <a:pt x="424910" y="567726"/>
                  </a:lnTo>
                  <a:lnTo>
                    <a:pt x="426023" y="567838"/>
                  </a:lnTo>
                  <a:lnTo>
                    <a:pt x="427135" y="567972"/>
                  </a:lnTo>
                  <a:lnTo>
                    <a:pt x="428247" y="568128"/>
                  </a:lnTo>
                  <a:lnTo>
                    <a:pt x="429360" y="568305"/>
                  </a:lnTo>
                  <a:lnTo>
                    <a:pt x="430472" y="568505"/>
                  </a:lnTo>
                  <a:lnTo>
                    <a:pt x="431584" y="568728"/>
                  </a:lnTo>
                  <a:lnTo>
                    <a:pt x="432697" y="568969"/>
                  </a:lnTo>
                  <a:lnTo>
                    <a:pt x="433809" y="569227"/>
                  </a:lnTo>
                  <a:lnTo>
                    <a:pt x="434921" y="569500"/>
                  </a:lnTo>
                  <a:lnTo>
                    <a:pt x="436034" y="569788"/>
                  </a:lnTo>
                  <a:lnTo>
                    <a:pt x="437146" y="570090"/>
                  </a:lnTo>
                  <a:lnTo>
                    <a:pt x="438258" y="570400"/>
                  </a:lnTo>
                  <a:lnTo>
                    <a:pt x="439371" y="570718"/>
                  </a:lnTo>
                  <a:lnTo>
                    <a:pt x="440483" y="571040"/>
                  </a:lnTo>
                  <a:lnTo>
                    <a:pt x="441595" y="571366"/>
                  </a:lnTo>
                  <a:lnTo>
                    <a:pt x="442708" y="571693"/>
                  </a:lnTo>
                  <a:lnTo>
                    <a:pt x="443820" y="572018"/>
                  </a:lnTo>
                  <a:lnTo>
                    <a:pt x="444932" y="572340"/>
                  </a:lnTo>
                  <a:lnTo>
                    <a:pt x="446045" y="572656"/>
                  </a:lnTo>
                  <a:lnTo>
                    <a:pt x="447157" y="572966"/>
                  </a:lnTo>
                  <a:lnTo>
                    <a:pt x="448269" y="573264"/>
                  </a:lnTo>
                  <a:lnTo>
                    <a:pt x="449382" y="573551"/>
                  </a:lnTo>
                  <a:lnTo>
                    <a:pt x="450494" y="573826"/>
                  </a:lnTo>
                  <a:lnTo>
                    <a:pt x="451606" y="574088"/>
                  </a:lnTo>
                  <a:lnTo>
                    <a:pt x="452719" y="574336"/>
                  </a:lnTo>
                  <a:lnTo>
                    <a:pt x="453831" y="574564"/>
                  </a:lnTo>
                  <a:lnTo>
                    <a:pt x="454943" y="574776"/>
                  </a:lnTo>
                  <a:lnTo>
                    <a:pt x="456056" y="574972"/>
                  </a:lnTo>
                  <a:lnTo>
                    <a:pt x="457168" y="575150"/>
                  </a:lnTo>
                  <a:lnTo>
                    <a:pt x="458280" y="575311"/>
                  </a:lnTo>
                  <a:lnTo>
                    <a:pt x="459393" y="575449"/>
                  </a:lnTo>
                  <a:lnTo>
                    <a:pt x="460505" y="575570"/>
                  </a:lnTo>
                  <a:lnTo>
                    <a:pt x="461617" y="575673"/>
                  </a:lnTo>
                  <a:lnTo>
                    <a:pt x="462730" y="575760"/>
                  </a:lnTo>
                  <a:lnTo>
                    <a:pt x="463842" y="575830"/>
                  </a:lnTo>
                  <a:lnTo>
                    <a:pt x="464954" y="575880"/>
                  </a:lnTo>
                  <a:lnTo>
                    <a:pt x="466067" y="575915"/>
                  </a:lnTo>
                  <a:lnTo>
                    <a:pt x="467179" y="575935"/>
                  </a:lnTo>
                  <a:lnTo>
                    <a:pt x="468291" y="575943"/>
                  </a:lnTo>
                  <a:lnTo>
                    <a:pt x="469404" y="575938"/>
                  </a:lnTo>
                  <a:lnTo>
                    <a:pt x="470516" y="575918"/>
                  </a:lnTo>
                  <a:lnTo>
                    <a:pt x="471628" y="575889"/>
                  </a:lnTo>
                  <a:lnTo>
                    <a:pt x="472741" y="575852"/>
                  </a:lnTo>
                  <a:lnTo>
                    <a:pt x="473853" y="575808"/>
                  </a:lnTo>
                  <a:lnTo>
                    <a:pt x="474965" y="575757"/>
                  </a:lnTo>
                  <a:lnTo>
                    <a:pt x="476078" y="575701"/>
                  </a:lnTo>
                  <a:lnTo>
                    <a:pt x="477190" y="575642"/>
                  </a:lnTo>
                  <a:lnTo>
                    <a:pt x="478302" y="575581"/>
                  </a:lnTo>
                  <a:lnTo>
                    <a:pt x="479415" y="575520"/>
                  </a:lnTo>
                  <a:lnTo>
                    <a:pt x="480527" y="575460"/>
                  </a:lnTo>
                  <a:lnTo>
                    <a:pt x="481639" y="575403"/>
                  </a:lnTo>
                  <a:lnTo>
                    <a:pt x="482752" y="575350"/>
                  </a:lnTo>
                  <a:lnTo>
                    <a:pt x="483864" y="575301"/>
                  </a:lnTo>
                  <a:lnTo>
                    <a:pt x="484976" y="575258"/>
                  </a:lnTo>
                  <a:lnTo>
                    <a:pt x="486089" y="575221"/>
                  </a:lnTo>
                  <a:lnTo>
                    <a:pt x="487201" y="575193"/>
                  </a:lnTo>
                  <a:lnTo>
                    <a:pt x="488313" y="575174"/>
                  </a:lnTo>
                  <a:lnTo>
                    <a:pt x="489426" y="575163"/>
                  </a:lnTo>
                  <a:lnTo>
                    <a:pt x="490538" y="575161"/>
                  </a:lnTo>
                  <a:lnTo>
                    <a:pt x="491650" y="575168"/>
                  </a:lnTo>
                  <a:lnTo>
                    <a:pt x="492762" y="575187"/>
                  </a:lnTo>
                  <a:lnTo>
                    <a:pt x="493875" y="575216"/>
                  </a:lnTo>
                  <a:lnTo>
                    <a:pt x="494987" y="575253"/>
                  </a:lnTo>
                  <a:lnTo>
                    <a:pt x="496099" y="575299"/>
                  </a:lnTo>
                  <a:lnTo>
                    <a:pt x="497212" y="575353"/>
                  </a:lnTo>
                  <a:lnTo>
                    <a:pt x="498324" y="575417"/>
                  </a:lnTo>
                  <a:lnTo>
                    <a:pt x="499436" y="575488"/>
                  </a:lnTo>
                  <a:lnTo>
                    <a:pt x="500549" y="575566"/>
                  </a:lnTo>
                  <a:lnTo>
                    <a:pt x="501661" y="575649"/>
                  </a:lnTo>
                  <a:lnTo>
                    <a:pt x="502773" y="575737"/>
                  </a:lnTo>
                  <a:lnTo>
                    <a:pt x="503886" y="575831"/>
                  </a:lnTo>
                  <a:lnTo>
                    <a:pt x="504998" y="575927"/>
                  </a:lnTo>
                  <a:lnTo>
                    <a:pt x="506110" y="576026"/>
                  </a:lnTo>
                  <a:lnTo>
                    <a:pt x="507223" y="576126"/>
                  </a:lnTo>
                  <a:lnTo>
                    <a:pt x="508335" y="576226"/>
                  </a:lnTo>
                  <a:lnTo>
                    <a:pt x="509447" y="576326"/>
                  </a:lnTo>
                  <a:lnTo>
                    <a:pt x="510560" y="576425"/>
                  </a:lnTo>
                  <a:lnTo>
                    <a:pt x="511672" y="576522"/>
                  </a:lnTo>
                  <a:lnTo>
                    <a:pt x="512784" y="576616"/>
                  </a:lnTo>
                  <a:lnTo>
                    <a:pt x="513897" y="576707"/>
                  </a:lnTo>
                  <a:lnTo>
                    <a:pt x="515009" y="576794"/>
                  </a:lnTo>
                  <a:lnTo>
                    <a:pt x="516121" y="576876"/>
                  </a:lnTo>
                  <a:lnTo>
                    <a:pt x="517234" y="576953"/>
                  </a:lnTo>
                  <a:lnTo>
                    <a:pt x="518346" y="577024"/>
                  </a:lnTo>
                  <a:lnTo>
                    <a:pt x="519458" y="577091"/>
                  </a:lnTo>
                  <a:lnTo>
                    <a:pt x="520571" y="577150"/>
                  </a:lnTo>
                  <a:lnTo>
                    <a:pt x="521683" y="577202"/>
                  </a:lnTo>
                  <a:lnTo>
                    <a:pt x="522795" y="577249"/>
                  </a:lnTo>
                  <a:lnTo>
                    <a:pt x="523908" y="577289"/>
                  </a:lnTo>
                  <a:lnTo>
                    <a:pt x="525020" y="577322"/>
                  </a:lnTo>
                  <a:lnTo>
                    <a:pt x="526132" y="577348"/>
                  </a:lnTo>
                  <a:lnTo>
                    <a:pt x="527245" y="577366"/>
                  </a:lnTo>
                  <a:lnTo>
                    <a:pt x="528357" y="577377"/>
                  </a:lnTo>
                  <a:lnTo>
                    <a:pt x="529469" y="577381"/>
                  </a:lnTo>
                  <a:lnTo>
                    <a:pt x="530582" y="577379"/>
                  </a:lnTo>
                  <a:lnTo>
                    <a:pt x="531694" y="577369"/>
                  </a:lnTo>
                  <a:lnTo>
                    <a:pt x="532806" y="577351"/>
                  </a:lnTo>
                  <a:lnTo>
                    <a:pt x="533919" y="577326"/>
                  </a:lnTo>
                  <a:lnTo>
                    <a:pt x="535031" y="577295"/>
                  </a:lnTo>
                  <a:lnTo>
                    <a:pt x="536143" y="577257"/>
                  </a:lnTo>
                  <a:lnTo>
                    <a:pt x="537256" y="577212"/>
                  </a:lnTo>
                  <a:lnTo>
                    <a:pt x="538368" y="577159"/>
                  </a:lnTo>
                  <a:lnTo>
                    <a:pt x="539480" y="577101"/>
                  </a:lnTo>
                  <a:lnTo>
                    <a:pt x="540593" y="577036"/>
                  </a:lnTo>
                  <a:lnTo>
                    <a:pt x="541705" y="576966"/>
                  </a:lnTo>
                  <a:lnTo>
                    <a:pt x="542817" y="576890"/>
                  </a:lnTo>
                  <a:lnTo>
                    <a:pt x="543930" y="576808"/>
                  </a:lnTo>
                  <a:lnTo>
                    <a:pt x="545042" y="576722"/>
                  </a:lnTo>
                  <a:lnTo>
                    <a:pt x="546154" y="576633"/>
                  </a:lnTo>
                  <a:lnTo>
                    <a:pt x="547267" y="576539"/>
                  </a:lnTo>
                  <a:lnTo>
                    <a:pt x="548379" y="576443"/>
                  </a:lnTo>
                  <a:lnTo>
                    <a:pt x="549491" y="576344"/>
                  </a:lnTo>
                  <a:lnTo>
                    <a:pt x="550604" y="576244"/>
                  </a:lnTo>
                  <a:lnTo>
                    <a:pt x="551716" y="576144"/>
                  </a:lnTo>
                  <a:lnTo>
                    <a:pt x="552828" y="576044"/>
                  </a:lnTo>
                  <a:lnTo>
                    <a:pt x="553941" y="575945"/>
                  </a:lnTo>
                  <a:lnTo>
                    <a:pt x="555053" y="575849"/>
                  </a:lnTo>
                  <a:lnTo>
                    <a:pt x="556165" y="575756"/>
                  </a:lnTo>
                  <a:lnTo>
                    <a:pt x="557278" y="575667"/>
                  </a:lnTo>
                  <a:lnTo>
                    <a:pt x="558390" y="575583"/>
                  </a:lnTo>
                  <a:lnTo>
                    <a:pt x="559502" y="575505"/>
                  </a:lnTo>
                  <a:lnTo>
                    <a:pt x="560615" y="575434"/>
                  </a:lnTo>
                  <a:lnTo>
                    <a:pt x="561727" y="575372"/>
                  </a:lnTo>
                  <a:lnTo>
                    <a:pt x="562839" y="575317"/>
                  </a:lnTo>
                  <a:lnTo>
                    <a:pt x="563952" y="575270"/>
                  </a:lnTo>
                  <a:lnTo>
                    <a:pt x="565064" y="575233"/>
                  </a:lnTo>
                  <a:lnTo>
                    <a:pt x="566176" y="575208"/>
                  </a:lnTo>
                  <a:lnTo>
                    <a:pt x="567289" y="575193"/>
                  </a:lnTo>
                  <a:lnTo>
                    <a:pt x="568401" y="57518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1" name="rc4481"/>
            <p:cNvSpPr/>
            <p:nvPr/>
          </p:nvSpPr>
          <p:spPr>
            <a:xfrm>
              <a:off x="5179480" y="3645178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82" name="pl4482"/>
            <p:cNvSpPr/>
            <p:nvPr/>
          </p:nvSpPr>
          <p:spPr>
            <a:xfrm>
              <a:off x="5179480" y="418166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3" name="pl4483"/>
            <p:cNvSpPr/>
            <p:nvPr/>
          </p:nvSpPr>
          <p:spPr>
            <a:xfrm>
              <a:off x="5179480" y="399579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4" name="pl4484"/>
            <p:cNvSpPr/>
            <p:nvPr/>
          </p:nvSpPr>
          <p:spPr>
            <a:xfrm>
              <a:off x="5179480" y="380993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5" name="pl4485"/>
            <p:cNvSpPr/>
            <p:nvPr/>
          </p:nvSpPr>
          <p:spPr>
            <a:xfrm>
              <a:off x="5265073" y="364517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6" name="pl4486"/>
            <p:cNvSpPr/>
            <p:nvPr/>
          </p:nvSpPr>
          <p:spPr>
            <a:xfrm>
              <a:off x="5440293" y="364517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7" name="pl4487"/>
            <p:cNvSpPr/>
            <p:nvPr/>
          </p:nvSpPr>
          <p:spPr>
            <a:xfrm>
              <a:off x="5615513" y="364517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8" name="pl4488"/>
            <p:cNvSpPr/>
            <p:nvPr/>
          </p:nvSpPr>
          <p:spPr>
            <a:xfrm>
              <a:off x="5790733" y="364517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9" name="pl4489"/>
            <p:cNvSpPr/>
            <p:nvPr/>
          </p:nvSpPr>
          <p:spPr>
            <a:xfrm>
              <a:off x="5179480" y="427459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0" name="pl4490"/>
            <p:cNvSpPr/>
            <p:nvPr/>
          </p:nvSpPr>
          <p:spPr>
            <a:xfrm>
              <a:off x="5179480" y="408873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1" name="pl4491"/>
            <p:cNvSpPr/>
            <p:nvPr/>
          </p:nvSpPr>
          <p:spPr>
            <a:xfrm>
              <a:off x="5179480" y="390286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2" name="pl4492"/>
            <p:cNvSpPr/>
            <p:nvPr/>
          </p:nvSpPr>
          <p:spPr>
            <a:xfrm>
              <a:off x="5179480" y="371700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3" name="pl4493"/>
            <p:cNvSpPr/>
            <p:nvPr/>
          </p:nvSpPr>
          <p:spPr>
            <a:xfrm>
              <a:off x="5352683" y="364517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4" name="pl4494"/>
            <p:cNvSpPr/>
            <p:nvPr/>
          </p:nvSpPr>
          <p:spPr>
            <a:xfrm>
              <a:off x="5527903" y="364517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5" name="pl4495"/>
            <p:cNvSpPr/>
            <p:nvPr/>
          </p:nvSpPr>
          <p:spPr>
            <a:xfrm>
              <a:off x="5703123" y="364517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6" name="pt4496"/>
            <p:cNvSpPr/>
            <p:nvPr/>
          </p:nvSpPr>
          <p:spPr>
            <a:xfrm>
              <a:off x="5214276" y="4220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7" name="pt4497"/>
            <p:cNvSpPr/>
            <p:nvPr/>
          </p:nvSpPr>
          <p:spPr>
            <a:xfrm>
              <a:off x="5220170" y="42031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8" name="pt4498"/>
            <p:cNvSpPr/>
            <p:nvPr/>
          </p:nvSpPr>
          <p:spPr>
            <a:xfrm>
              <a:off x="5204780" y="42079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9" name="pt4499"/>
            <p:cNvSpPr/>
            <p:nvPr/>
          </p:nvSpPr>
          <p:spPr>
            <a:xfrm>
              <a:off x="5228047" y="4183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0" name="pt4500"/>
            <p:cNvSpPr/>
            <p:nvPr/>
          </p:nvSpPr>
          <p:spPr>
            <a:xfrm>
              <a:off x="5208968" y="4217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1" name="pt4501"/>
            <p:cNvSpPr/>
            <p:nvPr/>
          </p:nvSpPr>
          <p:spPr>
            <a:xfrm>
              <a:off x="5398896" y="4117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2" name="pt4502"/>
            <p:cNvSpPr/>
            <p:nvPr/>
          </p:nvSpPr>
          <p:spPr>
            <a:xfrm>
              <a:off x="5217745" y="41789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3" name="pt4503"/>
            <p:cNvSpPr/>
            <p:nvPr/>
          </p:nvSpPr>
          <p:spPr>
            <a:xfrm>
              <a:off x="5298074" y="4126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4" name="pt4504"/>
            <p:cNvSpPr/>
            <p:nvPr/>
          </p:nvSpPr>
          <p:spPr>
            <a:xfrm>
              <a:off x="5215623" y="4182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5" name="pt4505"/>
            <p:cNvSpPr/>
            <p:nvPr/>
          </p:nvSpPr>
          <p:spPr>
            <a:xfrm>
              <a:off x="5516482" y="39858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6" name="pt4506"/>
            <p:cNvSpPr/>
            <p:nvPr/>
          </p:nvSpPr>
          <p:spPr>
            <a:xfrm>
              <a:off x="5211270" y="4211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7" name="pt4507"/>
            <p:cNvSpPr/>
            <p:nvPr/>
          </p:nvSpPr>
          <p:spPr>
            <a:xfrm>
              <a:off x="5217032" y="4218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8" name="pt4508"/>
            <p:cNvSpPr/>
            <p:nvPr/>
          </p:nvSpPr>
          <p:spPr>
            <a:xfrm>
              <a:off x="5224447" y="4214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9" name="pt4509"/>
            <p:cNvSpPr/>
            <p:nvPr/>
          </p:nvSpPr>
          <p:spPr>
            <a:xfrm>
              <a:off x="5209776" y="42185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0" name="pt4510"/>
            <p:cNvSpPr/>
            <p:nvPr/>
          </p:nvSpPr>
          <p:spPr>
            <a:xfrm>
              <a:off x="5211989" y="41928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1" name="pt4511"/>
            <p:cNvSpPr/>
            <p:nvPr/>
          </p:nvSpPr>
          <p:spPr>
            <a:xfrm>
              <a:off x="5230356" y="41910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2" name="pt4512"/>
            <p:cNvSpPr/>
            <p:nvPr/>
          </p:nvSpPr>
          <p:spPr>
            <a:xfrm>
              <a:off x="5533847" y="39611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3" name="pt4513"/>
            <p:cNvSpPr/>
            <p:nvPr/>
          </p:nvSpPr>
          <p:spPr>
            <a:xfrm>
              <a:off x="5211714" y="4222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4" name="pt4514"/>
            <p:cNvSpPr/>
            <p:nvPr/>
          </p:nvSpPr>
          <p:spPr>
            <a:xfrm>
              <a:off x="5251125" y="41534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5" name="pt4515"/>
            <p:cNvSpPr/>
            <p:nvPr/>
          </p:nvSpPr>
          <p:spPr>
            <a:xfrm>
              <a:off x="5272896" y="40425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6" name="pt4516"/>
            <p:cNvSpPr/>
            <p:nvPr/>
          </p:nvSpPr>
          <p:spPr>
            <a:xfrm>
              <a:off x="5539315" y="3785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7" name="pt4517"/>
            <p:cNvSpPr/>
            <p:nvPr/>
          </p:nvSpPr>
          <p:spPr>
            <a:xfrm>
              <a:off x="5312737" y="40730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8" name="pt4518"/>
            <p:cNvSpPr/>
            <p:nvPr/>
          </p:nvSpPr>
          <p:spPr>
            <a:xfrm>
              <a:off x="5252401" y="4171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9" name="pt4519"/>
            <p:cNvSpPr/>
            <p:nvPr/>
          </p:nvSpPr>
          <p:spPr>
            <a:xfrm>
              <a:off x="5205785" y="42098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0" name="pt4520"/>
            <p:cNvSpPr/>
            <p:nvPr/>
          </p:nvSpPr>
          <p:spPr>
            <a:xfrm>
              <a:off x="5208844" y="4183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1" name="pt4521"/>
            <p:cNvSpPr/>
            <p:nvPr/>
          </p:nvSpPr>
          <p:spPr>
            <a:xfrm>
              <a:off x="5491347" y="38230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2" name="pt4522"/>
            <p:cNvSpPr/>
            <p:nvPr/>
          </p:nvSpPr>
          <p:spPr>
            <a:xfrm>
              <a:off x="5287266" y="41551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3" name="pt4523"/>
            <p:cNvSpPr/>
            <p:nvPr/>
          </p:nvSpPr>
          <p:spPr>
            <a:xfrm>
              <a:off x="5248492" y="4185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4" name="pt4524"/>
            <p:cNvSpPr/>
            <p:nvPr/>
          </p:nvSpPr>
          <p:spPr>
            <a:xfrm>
              <a:off x="5195169" y="4194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5" name="pt4525"/>
            <p:cNvSpPr/>
            <p:nvPr/>
          </p:nvSpPr>
          <p:spPr>
            <a:xfrm>
              <a:off x="5211804" y="41705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6" name="pt4526"/>
            <p:cNvSpPr/>
            <p:nvPr/>
          </p:nvSpPr>
          <p:spPr>
            <a:xfrm>
              <a:off x="5234771" y="41938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7" name="pt4527"/>
            <p:cNvSpPr/>
            <p:nvPr/>
          </p:nvSpPr>
          <p:spPr>
            <a:xfrm>
              <a:off x="5206816" y="4210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8" name="pt4528"/>
            <p:cNvSpPr/>
            <p:nvPr/>
          </p:nvSpPr>
          <p:spPr>
            <a:xfrm>
              <a:off x="5218793" y="4194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9" name="pt4529"/>
            <p:cNvSpPr/>
            <p:nvPr/>
          </p:nvSpPr>
          <p:spPr>
            <a:xfrm>
              <a:off x="5211428" y="42105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0" name="pt4530"/>
            <p:cNvSpPr/>
            <p:nvPr/>
          </p:nvSpPr>
          <p:spPr>
            <a:xfrm>
              <a:off x="5214789" y="4207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1" name="pt4531"/>
            <p:cNvSpPr/>
            <p:nvPr/>
          </p:nvSpPr>
          <p:spPr>
            <a:xfrm>
              <a:off x="5240733" y="4161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2" name="pt4532"/>
            <p:cNvSpPr/>
            <p:nvPr/>
          </p:nvSpPr>
          <p:spPr>
            <a:xfrm>
              <a:off x="5673809" y="3857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3" name="pt4533"/>
            <p:cNvSpPr/>
            <p:nvPr/>
          </p:nvSpPr>
          <p:spPr>
            <a:xfrm>
              <a:off x="5464020" y="40421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4" name="pt4534"/>
            <p:cNvSpPr/>
            <p:nvPr/>
          </p:nvSpPr>
          <p:spPr>
            <a:xfrm>
              <a:off x="5200371" y="4217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5" name="pt4535"/>
            <p:cNvSpPr/>
            <p:nvPr/>
          </p:nvSpPr>
          <p:spPr>
            <a:xfrm>
              <a:off x="5214822" y="4215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6" name="pt4536"/>
            <p:cNvSpPr/>
            <p:nvPr/>
          </p:nvSpPr>
          <p:spPr>
            <a:xfrm>
              <a:off x="5437585" y="3841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7" name="pt4537"/>
            <p:cNvSpPr/>
            <p:nvPr/>
          </p:nvSpPr>
          <p:spPr>
            <a:xfrm>
              <a:off x="5441622" y="3878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8" name="pt4538"/>
            <p:cNvSpPr/>
            <p:nvPr/>
          </p:nvSpPr>
          <p:spPr>
            <a:xfrm>
              <a:off x="5225554" y="4199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9" name="pt4539"/>
            <p:cNvSpPr/>
            <p:nvPr/>
          </p:nvSpPr>
          <p:spPr>
            <a:xfrm>
              <a:off x="5203528" y="41785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0" name="pt4540"/>
            <p:cNvSpPr/>
            <p:nvPr/>
          </p:nvSpPr>
          <p:spPr>
            <a:xfrm>
              <a:off x="5554979" y="3805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1" name="pt4541"/>
            <p:cNvSpPr/>
            <p:nvPr/>
          </p:nvSpPr>
          <p:spPr>
            <a:xfrm>
              <a:off x="5199584" y="4213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2" name="pt4542"/>
            <p:cNvSpPr/>
            <p:nvPr/>
          </p:nvSpPr>
          <p:spPr>
            <a:xfrm>
              <a:off x="5206755" y="41453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3" name="pt4543"/>
            <p:cNvSpPr/>
            <p:nvPr/>
          </p:nvSpPr>
          <p:spPr>
            <a:xfrm>
              <a:off x="5458458" y="4040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4" name="pt4544"/>
            <p:cNvSpPr/>
            <p:nvPr/>
          </p:nvSpPr>
          <p:spPr>
            <a:xfrm>
              <a:off x="5263353" y="4186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5" name="pt4545"/>
            <p:cNvSpPr/>
            <p:nvPr/>
          </p:nvSpPr>
          <p:spPr>
            <a:xfrm>
              <a:off x="5218560" y="4184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6" name="pt4546"/>
            <p:cNvSpPr/>
            <p:nvPr/>
          </p:nvSpPr>
          <p:spPr>
            <a:xfrm>
              <a:off x="5200082" y="4179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7" name="pt4547"/>
            <p:cNvSpPr/>
            <p:nvPr/>
          </p:nvSpPr>
          <p:spPr>
            <a:xfrm>
              <a:off x="5191628" y="42023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8" name="pt4548"/>
            <p:cNvSpPr/>
            <p:nvPr/>
          </p:nvSpPr>
          <p:spPr>
            <a:xfrm>
              <a:off x="5198366" y="4199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9" name="pt4549"/>
            <p:cNvSpPr/>
            <p:nvPr/>
          </p:nvSpPr>
          <p:spPr>
            <a:xfrm>
              <a:off x="5222640" y="4201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0" name="pt4550"/>
            <p:cNvSpPr/>
            <p:nvPr/>
          </p:nvSpPr>
          <p:spPr>
            <a:xfrm>
              <a:off x="5222234" y="42021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1" name="pt4551"/>
            <p:cNvSpPr/>
            <p:nvPr/>
          </p:nvSpPr>
          <p:spPr>
            <a:xfrm>
              <a:off x="5203742" y="4194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2" name="pt4552"/>
            <p:cNvSpPr/>
            <p:nvPr/>
          </p:nvSpPr>
          <p:spPr>
            <a:xfrm>
              <a:off x="5211849" y="4219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3" name="pt4553"/>
            <p:cNvSpPr/>
            <p:nvPr/>
          </p:nvSpPr>
          <p:spPr>
            <a:xfrm>
              <a:off x="5354015" y="41631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4" name="pt4554"/>
            <p:cNvSpPr/>
            <p:nvPr/>
          </p:nvSpPr>
          <p:spPr>
            <a:xfrm>
              <a:off x="5207135" y="4184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5" name="pt4555"/>
            <p:cNvSpPr/>
            <p:nvPr/>
          </p:nvSpPr>
          <p:spPr>
            <a:xfrm>
              <a:off x="5204419" y="4183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6" name="pt4556"/>
            <p:cNvSpPr/>
            <p:nvPr/>
          </p:nvSpPr>
          <p:spPr>
            <a:xfrm>
              <a:off x="5198284" y="4177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7" name="pt4557"/>
            <p:cNvSpPr/>
            <p:nvPr/>
          </p:nvSpPr>
          <p:spPr>
            <a:xfrm>
              <a:off x="5210202" y="4190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8" name="pt4558"/>
            <p:cNvSpPr/>
            <p:nvPr/>
          </p:nvSpPr>
          <p:spPr>
            <a:xfrm>
              <a:off x="5216444" y="4208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9" name="pt4559"/>
            <p:cNvSpPr/>
            <p:nvPr/>
          </p:nvSpPr>
          <p:spPr>
            <a:xfrm>
              <a:off x="5556685" y="36836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0" name="pt4560"/>
            <p:cNvSpPr/>
            <p:nvPr/>
          </p:nvSpPr>
          <p:spPr>
            <a:xfrm>
              <a:off x="5227406" y="4203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1" name="pt4561"/>
            <p:cNvSpPr/>
            <p:nvPr/>
          </p:nvSpPr>
          <p:spPr>
            <a:xfrm>
              <a:off x="5217108" y="4209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2" name="pt4562"/>
            <p:cNvSpPr/>
            <p:nvPr/>
          </p:nvSpPr>
          <p:spPr>
            <a:xfrm>
              <a:off x="5216296" y="4199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3" name="pt4563"/>
            <p:cNvSpPr/>
            <p:nvPr/>
          </p:nvSpPr>
          <p:spPr>
            <a:xfrm>
              <a:off x="5200429" y="4177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4" name="pt4564"/>
            <p:cNvSpPr/>
            <p:nvPr/>
          </p:nvSpPr>
          <p:spPr>
            <a:xfrm>
              <a:off x="5205171" y="42148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5" name="pt4565"/>
            <p:cNvSpPr/>
            <p:nvPr/>
          </p:nvSpPr>
          <p:spPr>
            <a:xfrm>
              <a:off x="5186494" y="4166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6" name="pt4566"/>
            <p:cNvSpPr/>
            <p:nvPr/>
          </p:nvSpPr>
          <p:spPr>
            <a:xfrm>
              <a:off x="5208642" y="4198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7" name="pt4567"/>
            <p:cNvSpPr/>
            <p:nvPr/>
          </p:nvSpPr>
          <p:spPr>
            <a:xfrm>
              <a:off x="5211504" y="4203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8" name="pt4568"/>
            <p:cNvSpPr/>
            <p:nvPr/>
          </p:nvSpPr>
          <p:spPr>
            <a:xfrm>
              <a:off x="5206465" y="4215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9" name="pt4569"/>
            <p:cNvSpPr/>
            <p:nvPr/>
          </p:nvSpPr>
          <p:spPr>
            <a:xfrm>
              <a:off x="5446215" y="4033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0" name="pt4570"/>
            <p:cNvSpPr/>
            <p:nvPr/>
          </p:nvSpPr>
          <p:spPr>
            <a:xfrm>
              <a:off x="5363679" y="41092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1" name="pt4571"/>
            <p:cNvSpPr/>
            <p:nvPr/>
          </p:nvSpPr>
          <p:spPr>
            <a:xfrm>
              <a:off x="5183253" y="4162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2" name="pt4572"/>
            <p:cNvSpPr/>
            <p:nvPr/>
          </p:nvSpPr>
          <p:spPr>
            <a:xfrm>
              <a:off x="5397972" y="3947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3" name="pt4573"/>
            <p:cNvSpPr/>
            <p:nvPr/>
          </p:nvSpPr>
          <p:spPr>
            <a:xfrm>
              <a:off x="5399671" y="40492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4" name="pt4574"/>
            <p:cNvSpPr/>
            <p:nvPr/>
          </p:nvSpPr>
          <p:spPr>
            <a:xfrm>
              <a:off x="5309641" y="41057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5" name="pt4575"/>
            <p:cNvSpPr/>
            <p:nvPr/>
          </p:nvSpPr>
          <p:spPr>
            <a:xfrm>
              <a:off x="5215968" y="4225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6" name="pt4576"/>
            <p:cNvSpPr/>
            <p:nvPr/>
          </p:nvSpPr>
          <p:spPr>
            <a:xfrm>
              <a:off x="5208629" y="4223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7" name="pt4577"/>
            <p:cNvSpPr/>
            <p:nvPr/>
          </p:nvSpPr>
          <p:spPr>
            <a:xfrm>
              <a:off x="5321256" y="4188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8" name="pt4578"/>
            <p:cNvSpPr/>
            <p:nvPr/>
          </p:nvSpPr>
          <p:spPr>
            <a:xfrm>
              <a:off x="5218801" y="4171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9" name="pt4579"/>
            <p:cNvSpPr/>
            <p:nvPr/>
          </p:nvSpPr>
          <p:spPr>
            <a:xfrm>
              <a:off x="5207479" y="4166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0" name="pt4580"/>
            <p:cNvSpPr/>
            <p:nvPr/>
          </p:nvSpPr>
          <p:spPr>
            <a:xfrm>
              <a:off x="5312661" y="41499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1" name="pt4581"/>
            <p:cNvSpPr/>
            <p:nvPr/>
          </p:nvSpPr>
          <p:spPr>
            <a:xfrm>
              <a:off x="5523386" y="3969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2" name="pt4582"/>
            <p:cNvSpPr/>
            <p:nvPr/>
          </p:nvSpPr>
          <p:spPr>
            <a:xfrm>
              <a:off x="5242233" y="4176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3" name="pt4583"/>
            <p:cNvSpPr/>
            <p:nvPr/>
          </p:nvSpPr>
          <p:spPr>
            <a:xfrm>
              <a:off x="5206440" y="4203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4" name="pt4584"/>
            <p:cNvSpPr/>
            <p:nvPr/>
          </p:nvSpPr>
          <p:spPr>
            <a:xfrm>
              <a:off x="5231866" y="4209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5" name="pt4585"/>
            <p:cNvSpPr/>
            <p:nvPr/>
          </p:nvSpPr>
          <p:spPr>
            <a:xfrm>
              <a:off x="5436980" y="4066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6" name="pt4586"/>
            <p:cNvSpPr/>
            <p:nvPr/>
          </p:nvSpPr>
          <p:spPr>
            <a:xfrm>
              <a:off x="5186530" y="4205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7" name="pt4587"/>
            <p:cNvSpPr/>
            <p:nvPr/>
          </p:nvSpPr>
          <p:spPr>
            <a:xfrm>
              <a:off x="5371243" y="4106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8" name="pt4588"/>
            <p:cNvSpPr/>
            <p:nvPr/>
          </p:nvSpPr>
          <p:spPr>
            <a:xfrm>
              <a:off x="5250738" y="4206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9" name="pt4589"/>
            <p:cNvSpPr/>
            <p:nvPr/>
          </p:nvSpPr>
          <p:spPr>
            <a:xfrm>
              <a:off x="5318635" y="41122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0" name="pt4590"/>
            <p:cNvSpPr/>
            <p:nvPr/>
          </p:nvSpPr>
          <p:spPr>
            <a:xfrm>
              <a:off x="5396228" y="39243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1" name="pt4591"/>
            <p:cNvSpPr/>
            <p:nvPr/>
          </p:nvSpPr>
          <p:spPr>
            <a:xfrm>
              <a:off x="5207979" y="42237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2" name="pt4592"/>
            <p:cNvSpPr/>
            <p:nvPr/>
          </p:nvSpPr>
          <p:spPr>
            <a:xfrm>
              <a:off x="5529948" y="41163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3" name="pt4593"/>
            <p:cNvSpPr/>
            <p:nvPr/>
          </p:nvSpPr>
          <p:spPr>
            <a:xfrm>
              <a:off x="5219555" y="41646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4" name="pt4594"/>
            <p:cNvSpPr/>
            <p:nvPr/>
          </p:nvSpPr>
          <p:spPr>
            <a:xfrm>
              <a:off x="5285123" y="40882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5" name="pt4595"/>
            <p:cNvSpPr/>
            <p:nvPr/>
          </p:nvSpPr>
          <p:spPr>
            <a:xfrm>
              <a:off x="5191395" y="4203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6" name="pt4596"/>
            <p:cNvSpPr/>
            <p:nvPr/>
          </p:nvSpPr>
          <p:spPr>
            <a:xfrm>
              <a:off x="5211008" y="4179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7" name="pt4597"/>
            <p:cNvSpPr/>
            <p:nvPr/>
          </p:nvSpPr>
          <p:spPr>
            <a:xfrm>
              <a:off x="5206375" y="41834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8" name="pt4598"/>
            <p:cNvSpPr/>
            <p:nvPr/>
          </p:nvSpPr>
          <p:spPr>
            <a:xfrm>
              <a:off x="5227119" y="41012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9" name="pt4599"/>
            <p:cNvSpPr/>
            <p:nvPr/>
          </p:nvSpPr>
          <p:spPr>
            <a:xfrm>
              <a:off x="5572586" y="39137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0" name="pt4600"/>
            <p:cNvSpPr/>
            <p:nvPr/>
          </p:nvSpPr>
          <p:spPr>
            <a:xfrm>
              <a:off x="5213964" y="41897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1" name="pt4601"/>
            <p:cNvSpPr/>
            <p:nvPr/>
          </p:nvSpPr>
          <p:spPr>
            <a:xfrm>
              <a:off x="5226322" y="4202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2" name="pt4602"/>
            <p:cNvSpPr/>
            <p:nvPr/>
          </p:nvSpPr>
          <p:spPr>
            <a:xfrm>
              <a:off x="5208409" y="40200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3" name="pt4603"/>
            <p:cNvSpPr/>
            <p:nvPr/>
          </p:nvSpPr>
          <p:spPr>
            <a:xfrm>
              <a:off x="5202686" y="42079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4" name="pt4604"/>
            <p:cNvSpPr/>
            <p:nvPr/>
          </p:nvSpPr>
          <p:spPr>
            <a:xfrm>
              <a:off x="5439089" y="39719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5" name="pt4605"/>
            <p:cNvSpPr/>
            <p:nvPr/>
          </p:nvSpPr>
          <p:spPr>
            <a:xfrm>
              <a:off x="5210418" y="41927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6" name="pt4606"/>
            <p:cNvSpPr/>
            <p:nvPr/>
          </p:nvSpPr>
          <p:spPr>
            <a:xfrm>
              <a:off x="5207125" y="4204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7" name="pt4607"/>
            <p:cNvSpPr/>
            <p:nvPr/>
          </p:nvSpPr>
          <p:spPr>
            <a:xfrm>
              <a:off x="5218699" y="4201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8" name="pt4608"/>
            <p:cNvSpPr/>
            <p:nvPr/>
          </p:nvSpPr>
          <p:spPr>
            <a:xfrm>
              <a:off x="5220070" y="41850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9" name="pt4609"/>
            <p:cNvSpPr/>
            <p:nvPr/>
          </p:nvSpPr>
          <p:spPr>
            <a:xfrm>
              <a:off x="5222330" y="41964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0" name="pt4610"/>
            <p:cNvSpPr/>
            <p:nvPr/>
          </p:nvSpPr>
          <p:spPr>
            <a:xfrm>
              <a:off x="5216723" y="4220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1" name="pt4611"/>
            <p:cNvSpPr/>
            <p:nvPr/>
          </p:nvSpPr>
          <p:spPr>
            <a:xfrm>
              <a:off x="5205855" y="41817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2" name="pt4612"/>
            <p:cNvSpPr/>
            <p:nvPr/>
          </p:nvSpPr>
          <p:spPr>
            <a:xfrm>
              <a:off x="5326827" y="4103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3" name="pt4613"/>
            <p:cNvSpPr/>
            <p:nvPr/>
          </p:nvSpPr>
          <p:spPr>
            <a:xfrm>
              <a:off x="5216563" y="4213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4" name="pt4614"/>
            <p:cNvSpPr/>
            <p:nvPr/>
          </p:nvSpPr>
          <p:spPr>
            <a:xfrm>
              <a:off x="5414959" y="4091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5" name="pt4615"/>
            <p:cNvSpPr/>
            <p:nvPr/>
          </p:nvSpPr>
          <p:spPr>
            <a:xfrm>
              <a:off x="5412161" y="3894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6" name="pt4616"/>
            <p:cNvSpPr/>
            <p:nvPr/>
          </p:nvSpPr>
          <p:spPr>
            <a:xfrm>
              <a:off x="5207842" y="4197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7" name="pt4617"/>
            <p:cNvSpPr/>
            <p:nvPr/>
          </p:nvSpPr>
          <p:spPr>
            <a:xfrm>
              <a:off x="5212078" y="4186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8" name="pt4618"/>
            <p:cNvSpPr/>
            <p:nvPr/>
          </p:nvSpPr>
          <p:spPr>
            <a:xfrm>
              <a:off x="5205242" y="4164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9" name="pt4619"/>
            <p:cNvSpPr/>
            <p:nvPr/>
          </p:nvSpPr>
          <p:spPr>
            <a:xfrm>
              <a:off x="5427119" y="4141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0" name="pt4620"/>
            <p:cNvSpPr/>
            <p:nvPr/>
          </p:nvSpPr>
          <p:spPr>
            <a:xfrm>
              <a:off x="5213164" y="4172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1" name="pt4621"/>
            <p:cNvSpPr/>
            <p:nvPr/>
          </p:nvSpPr>
          <p:spPr>
            <a:xfrm>
              <a:off x="5215870" y="4194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2" name="pt4622"/>
            <p:cNvSpPr/>
            <p:nvPr/>
          </p:nvSpPr>
          <p:spPr>
            <a:xfrm>
              <a:off x="5313860" y="40969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3" name="pt4623"/>
            <p:cNvSpPr/>
            <p:nvPr/>
          </p:nvSpPr>
          <p:spPr>
            <a:xfrm>
              <a:off x="5214681" y="4199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4" name="pt4624"/>
            <p:cNvSpPr/>
            <p:nvPr/>
          </p:nvSpPr>
          <p:spPr>
            <a:xfrm>
              <a:off x="5211388" y="4216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5" name="pt4625"/>
            <p:cNvSpPr/>
            <p:nvPr/>
          </p:nvSpPr>
          <p:spPr>
            <a:xfrm>
              <a:off x="5190834" y="4176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6" name="pt4626"/>
            <p:cNvSpPr/>
            <p:nvPr/>
          </p:nvSpPr>
          <p:spPr>
            <a:xfrm>
              <a:off x="5272380" y="4157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7" name="pt4627"/>
            <p:cNvSpPr/>
            <p:nvPr/>
          </p:nvSpPr>
          <p:spPr>
            <a:xfrm>
              <a:off x="5211216" y="4198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8" name="pt4628"/>
            <p:cNvSpPr/>
            <p:nvPr/>
          </p:nvSpPr>
          <p:spPr>
            <a:xfrm>
              <a:off x="5209773" y="42129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9" name="pt4629"/>
            <p:cNvSpPr/>
            <p:nvPr/>
          </p:nvSpPr>
          <p:spPr>
            <a:xfrm>
              <a:off x="5330271" y="4081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0" name="pt4630"/>
            <p:cNvSpPr/>
            <p:nvPr/>
          </p:nvSpPr>
          <p:spPr>
            <a:xfrm>
              <a:off x="5217949" y="42103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1" name="pt4631"/>
            <p:cNvSpPr/>
            <p:nvPr/>
          </p:nvSpPr>
          <p:spPr>
            <a:xfrm>
              <a:off x="5222362" y="41925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2" name="pt4632"/>
            <p:cNvSpPr/>
            <p:nvPr/>
          </p:nvSpPr>
          <p:spPr>
            <a:xfrm>
              <a:off x="5211717" y="4204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3" name="pt4633"/>
            <p:cNvSpPr/>
            <p:nvPr/>
          </p:nvSpPr>
          <p:spPr>
            <a:xfrm>
              <a:off x="5259851" y="4186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4" name="pt4634"/>
            <p:cNvSpPr/>
            <p:nvPr/>
          </p:nvSpPr>
          <p:spPr>
            <a:xfrm>
              <a:off x="5216152" y="42020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5" name="pt4635"/>
            <p:cNvSpPr/>
            <p:nvPr/>
          </p:nvSpPr>
          <p:spPr>
            <a:xfrm>
              <a:off x="5201604" y="4211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6" name="pt4636"/>
            <p:cNvSpPr/>
            <p:nvPr/>
          </p:nvSpPr>
          <p:spPr>
            <a:xfrm>
              <a:off x="5314159" y="40425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7" name="pt4637"/>
            <p:cNvSpPr/>
            <p:nvPr/>
          </p:nvSpPr>
          <p:spPr>
            <a:xfrm>
              <a:off x="5548539" y="3947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8" name="pt4638"/>
            <p:cNvSpPr/>
            <p:nvPr/>
          </p:nvSpPr>
          <p:spPr>
            <a:xfrm>
              <a:off x="5200537" y="42172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9" name="pt4639"/>
            <p:cNvSpPr/>
            <p:nvPr/>
          </p:nvSpPr>
          <p:spPr>
            <a:xfrm>
              <a:off x="5218309" y="4175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0" name="pt4640"/>
            <p:cNvSpPr/>
            <p:nvPr/>
          </p:nvSpPr>
          <p:spPr>
            <a:xfrm>
              <a:off x="5601376" y="38135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1" name="pt4641"/>
            <p:cNvSpPr/>
            <p:nvPr/>
          </p:nvSpPr>
          <p:spPr>
            <a:xfrm>
              <a:off x="5201406" y="4200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2" name="pt4642"/>
            <p:cNvSpPr/>
            <p:nvPr/>
          </p:nvSpPr>
          <p:spPr>
            <a:xfrm>
              <a:off x="5227975" y="4194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3" name="pt4643"/>
            <p:cNvSpPr/>
            <p:nvPr/>
          </p:nvSpPr>
          <p:spPr>
            <a:xfrm>
              <a:off x="5211704" y="42202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4" name="pt4644"/>
            <p:cNvSpPr/>
            <p:nvPr/>
          </p:nvSpPr>
          <p:spPr>
            <a:xfrm>
              <a:off x="5215603" y="4205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5" name="pt4645"/>
            <p:cNvSpPr/>
            <p:nvPr/>
          </p:nvSpPr>
          <p:spPr>
            <a:xfrm>
              <a:off x="5262683" y="4195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6" name="pt4646"/>
            <p:cNvSpPr/>
            <p:nvPr/>
          </p:nvSpPr>
          <p:spPr>
            <a:xfrm>
              <a:off x="5364664" y="4064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7" name="pt4647"/>
            <p:cNvSpPr/>
            <p:nvPr/>
          </p:nvSpPr>
          <p:spPr>
            <a:xfrm>
              <a:off x="5214007" y="4212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8" name="pt4648"/>
            <p:cNvSpPr/>
            <p:nvPr/>
          </p:nvSpPr>
          <p:spPr>
            <a:xfrm>
              <a:off x="5203081" y="41899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9" name="pt4649"/>
            <p:cNvSpPr/>
            <p:nvPr/>
          </p:nvSpPr>
          <p:spPr>
            <a:xfrm>
              <a:off x="5209130" y="4213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0" name="pt4650"/>
            <p:cNvSpPr/>
            <p:nvPr/>
          </p:nvSpPr>
          <p:spPr>
            <a:xfrm>
              <a:off x="5209194" y="4220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1" name="pt4651"/>
            <p:cNvSpPr/>
            <p:nvPr/>
          </p:nvSpPr>
          <p:spPr>
            <a:xfrm>
              <a:off x="5294759" y="4131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2" name="pt4652"/>
            <p:cNvSpPr/>
            <p:nvPr/>
          </p:nvSpPr>
          <p:spPr>
            <a:xfrm>
              <a:off x="5215149" y="4208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3" name="pt4653"/>
            <p:cNvSpPr/>
            <p:nvPr/>
          </p:nvSpPr>
          <p:spPr>
            <a:xfrm>
              <a:off x="5432689" y="4091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4" name="pt4654"/>
            <p:cNvSpPr/>
            <p:nvPr/>
          </p:nvSpPr>
          <p:spPr>
            <a:xfrm>
              <a:off x="5212580" y="4204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5" name="pt4655"/>
            <p:cNvSpPr/>
            <p:nvPr/>
          </p:nvSpPr>
          <p:spPr>
            <a:xfrm>
              <a:off x="5480249" y="3962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6" name="pt4656"/>
            <p:cNvSpPr/>
            <p:nvPr/>
          </p:nvSpPr>
          <p:spPr>
            <a:xfrm>
              <a:off x="5221600" y="4208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7" name="pt4657"/>
            <p:cNvSpPr/>
            <p:nvPr/>
          </p:nvSpPr>
          <p:spPr>
            <a:xfrm>
              <a:off x="5214486" y="4207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8" name="pt4658"/>
            <p:cNvSpPr/>
            <p:nvPr/>
          </p:nvSpPr>
          <p:spPr>
            <a:xfrm>
              <a:off x="5205225" y="42265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9" name="pt4659"/>
            <p:cNvSpPr/>
            <p:nvPr/>
          </p:nvSpPr>
          <p:spPr>
            <a:xfrm>
              <a:off x="5218434" y="4172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0" name="pt4660"/>
            <p:cNvSpPr/>
            <p:nvPr/>
          </p:nvSpPr>
          <p:spPr>
            <a:xfrm>
              <a:off x="5443346" y="39447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1" name="pt4661"/>
            <p:cNvSpPr/>
            <p:nvPr/>
          </p:nvSpPr>
          <p:spPr>
            <a:xfrm>
              <a:off x="5209766" y="4197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2" name="pt4662"/>
            <p:cNvSpPr/>
            <p:nvPr/>
          </p:nvSpPr>
          <p:spPr>
            <a:xfrm>
              <a:off x="5221804" y="41884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3" name="pt4663"/>
            <p:cNvSpPr/>
            <p:nvPr/>
          </p:nvSpPr>
          <p:spPr>
            <a:xfrm>
              <a:off x="5443695" y="3693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4" name="pt4664"/>
            <p:cNvSpPr/>
            <p:nvPr/>
          </p:nvSpPr>
          <p:spPr>
            <a:xfrm>
              <a:off x="5197015" y="4197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5" name="pt4665"/>
            <p:cNvSpPr/>
            <p:nvPr/>
          </p:nvSpPr>
          <p:spPr>
            <a:xfrm>
              <a:off x="5246819" y="4139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6" name="pt4666"/>
            <p:cNvSpPr/>
            <p:nvPr/>
          </p:nvSpPr>
          <p:spPr>
            <a:xfrm>
              <a:off x="5345880" y="4140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7" name="pt4667"/>
            <p:cNvSpPr/>
            <p:nvPr/>
          </p:nvSpPr>
          <p:spPr>
            <a:xfrm>
              <a:off x="5213580" y="4186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8" name="pt4668"/>
            <p:cNvSpPr/>
            <p:nvPr/>
          </p:nvSpPr>
          <p:spPr>
            <a:xfrm>
              <a:off x="5216651" y="41715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9" name="pt4669"/>
            <p:cNvSpPr/>
            <p:nvPr/>
          </p:nvSpPr>
          <p:spPr>
            <a:xfrm>
              <a:off x="5302819" y="4129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0" name="pt4670"/>
            <p:cNvSpPr/>
            <p:nvPr/>
          </p:nvSpPr>
          <p:spPr>
            <a:xfrm>
              <a:off x="5209700" y="4207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1" name="pt4671"/>
            <p:cNvSpPr/>
            <p:nvPr/>
          </p:nvSpPr>
          <p:spPr>
            <a:xfrm>
              <a:off x="5207625" y="4206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2" name="pt4672"/>
            <p:cNvSpPr/>
            <p:nvPr/>
          </p:nvSpPr>
          <p:spPr>
            <a:xfrm>
              <a:off x="5224615" y="4201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3" name="pt4673"/>
            <p:cNvSpPr/>
            <p:nvPr/>
          </p:nvSpPr>
          <p:spPr>
            <a:xfrm>
              <a:off x="5212514" y="4208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4" name="pt4674"/>
            <p:cNvSpPr/>
            <p:nvPr/>
          </p:nvSpPr>
          <p:spPr>
            <a:xfrm>
              <a:off x="5214365" y="4166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5" name="pt4675"/>
            <p:cNvSpPr/>
            <p:nvPr/>
          </p:nvSpPr>
          <p:spPr>
            <a:xfrm>
              <a:off x="5313836" y="41020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6" name="pt4676"/>
            <p:cNvSpPr/>
            <p:nvPr/>
          </p:nvSpPr>
          <p:spPr>
            <a:xfrm>
              <a:off x="5524715" y="38953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7" name="pt4677"/>
            <p:cNvSpPr/>
            <p:nvPr/>
          </p:nvSpPr>
          <p:spPr>
            <a:xfrm>
              <a:off x="5213927" y="4208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8" name="pt4678"/>
            <p:cNvSpPr/>
            <p:nvPr/>
          </p:nvSpPr>
          <p:spPr>
            <a:xfrm>
              <a:off x="5212114" y="4209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9" name="pt4679"/>
            <p:cNvSpPr/>
            <p:nvPr/>
          </p:nvSpPr>
          <p:spPr>
            <a:xfrm>
              <a:off x="5208132" y="4225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0" name="pt4680"/>
            <p:cNvSpPr/>
            <p:nvPr/>
          </p:nvSpPr>
          <p:spPr>
            <a:xfrm>
              <a:off x="5203588" y="4060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1" name="pt4681"/>
            <p:cNvSpPr/>
            <p:nvPr/>
          </p:nvSpPr>
          <p:spPr>
            <a:xfrm>
              <a:off x="5207747" y="4212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2" name="pt4682"/>
            <p:cNvSpPr/>
            <p:nvPr/>
          </p:nvSpPr>
          <p:spPr>
            <a:xfrm>
              <a:off x="5258905" y="4204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3" name="pt4683"/>
            <p:cNvSpPr/>
            <p:nvPr/>
          </p:nvSpPr>
          <p:spPr>
            <a:xfrm>
              <a:off x="5220704" y="4188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4" name="pt4684"/>
            <p:cNvSpPr/>
            <p:nvPr/>
          </p:nvSpPr>
          <p:spPr>
            <a:xfrm>
              <a:off x="5199950" y="4201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5" name="pt4685"/>
            <p:cNvSpPr/>
            <p:nvPr/>
          </p:nvSpPr>
          <p:spPr>
            <a:xfrm>
              <a:off x="5555323" y="3998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6" name="pt4686"/>
            <p:cNvSpPr/>
            <p:nvPr/>
          </p:nvSpPr>
          <p:spPr>
            <a:xfrm>
              <a:off x="5223441" y="4190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7" name="pt4687"/>
            <p:cNvSpPr/>
            <p:nvPr/>
          </p:nvSpPr>
          <p:spPr>
            <a:xfrm>
              <a:off x="5363397" y="40590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8" name="pt4688"/>
            <p:cNvSpPr/>
            <p:nvPr/>
          </p:nvSpPr>
          <p:spPr>
            <a:xfrm>
              <a:off x="5210055" y="4183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9" name="pt4689"/>
            <p:cNvSpPr/>
            <p:nvPr/>
          </p:nvSpPr>
          <p:spPr>
            <a:xfrm>
              <a:off x="5205165" y="41819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0" name="pt4690"/>
            <p:cNvSpPr/>
            <p:nvPr/>
          </p:nvSpPr>
          <p:spPr>
            <a:xfrm>
              <a:off x="5213224" y="4201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1" name="pt4691"/>
            <p:cNvSpPr/>
            <p:nvPr/>
          </p:nvSpPr>
          <p:spPr>
            <a:xfrm>
              <a:off x="5215619" y="41679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2" name="pt4692"/>
            <p:cNvSpPr/>
            <p:nvPr/>
          </p:nvSpPr>
          <p:spPr>
            <a:xfrm>
              <a:off x="5185799" y="4218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3" name="pt4693"/>
            <p:cNvSpPr/>
            <p:nvPr/>
          </p:nvSpPr>
          <p:spPr>
            <a:xfrm>
              <a:off x="5206174" y="42174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4" name="pt4694"/>
            <p:cNvSpPr/>
            <p:nvPr/>
          </p:nvSpPr>
          <p:spPr>
            <a:xfrm>
              <a:off x="5535741" y="3756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5" name="pt4695"/>
            <p:cNvSpPr/>
            <p:nvPr/>
          </p:nvSpPr>
          <p:spPr>
            <a:xfrm>
              <a:off x="5342733" y="41689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6" name="pt4696"/>
            <p:cNvSpPr/>
            <p:nvPr/>
          </p:nvSpPr>
          <p:spPr>
            <a:xfrm>
              <a:off x="5368005" y="40094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7" name="pt4697"/>
            <p:cNvSpPr/>
            <p:nvPr/>
          </p:nvSpPr>
          <p:spPr>
            <a:xfrm>
              <a:off x="5209377" y="4198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8" name="pt4698"/>
            <p:cNvSpPr/>
            <p:nvPr/>
          </p:nvSpPr>
          <p:spPr>
            <a:xfrm>
              <a:off x="5215901" y="4208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9" name="pt4699"/>
            <p:cNvSpPr/>
            <p:nvPr/>
          </p:nvSpPr>
          <p:spPr>
            <a:xfrm>
              <a:off x="5429312" y="39365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0" name="pt4700"/>
            <p:cNvSpPr/>
            <p:nvPr/>
          </p:nvSpPr>
          <p:spPr>
            <a:xfrm>
              <a:off x="5219455" y="4204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1" name="pt4701"/>
            <p:cNvSpPr/>
            <p:nvPr/>
          </p:nvSpPr>
          <p:spPr>
            <a:xfrm>
              <a:off x="5224772" y="41988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2" name="pt4702"/>
            <p:cNvSpPr/>
            <p:nvPr/>
          </p:nvSpPr>
          <p:spPr>
            <a:xfrm>
              <a:off x="5362641" y="39910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3" name="pt4703"/>
            <p:cNvSpPr/>
            <p:nvPr/>
          </p:nvSpPr>
          <p:spPr>
            <a:xfrm>
              <a:off x="5414878" y="39888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4" name="pt4704"/>
            <p:cNvSpPr/>
            <p:nvPr/>
          </p:nvSpPr>
          <p:spPr>
            <a:xfrm>
              <a:off x="5229196" y="4161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5" name="pt4705"/>
            <p:cNvSpPr/>
            <p:nvPr/>
          </p:nvSpPr>
          <p:spPr>
            <a:xfrm>
              <a:off x="5208727" y="4205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6" name="pt4706"/>
            <p:cNvSpPr/>
            <p:nvPr/>
          </p:nvSpPr>
          <p:spPr>
            <a:xfrm>
              <a:off x="5214713" y="4208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7" name="pt4707"/>
            <p:cNvSpPr/>
            <p:nvPr/>
          </p:nvSpPr>
          <p:spPr>
            <a:xfrm>
              <a:off x="5424415" y="3960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8" name="pt4708"/>
            <p:cNvSpPr/>
            <p:nvPr/>
          </p:nvSpPr>
          <p:spPr>
            <a:xfrm>
              <a:off x="5214550" y="4219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9" name="pt4709"/>
            <p:cNvSpPr/>
            <p:nvPr/>
          </p:nvSpPr>
          <p:spPr>
            <a:xfrm>
              <a:off x="5206510" y="4214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0" name="pt4710"/>
            <p:cNvSpPr/>
            <p:nvPr/>
          </p:nvSpPr>
          <p:spPr>
            <a:xfrm>
              <a:off x="5201410" y="4204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1" name="pt4711"/>
            <p:cNvSpPr/>
            <p:nvPr/>
          </p:nvSpPr>
          <p:spPr>
            <a:xfrm>
              <a:off x="5278814" y="41114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2" name="pt4712"/>
            <p:cNvSpPr/>
            <p:nvPr/>
          </p:nvSpPr>
          <p:spPr>
            <a:xfrm>
              <a:off x="5204893" y="4213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3" name="pt4713"/>
            <p:cNvSpPr/>
            <p:nvPr/>
          </p:nvSpPr>
          <p:spPr>
            <a:xfrm>
              <a:off x="5205477" y="4223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4" name="pt4714"/>
            <p:cNvSpPr/>
            <p:nvPr/>
          </p:nvSpPr>
          <p:spPr>
            <a:xfrm>
              <a:off x="5264152" y="4172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5" name="pt4715"/>
            <p:cNvSpPr/>
            <p:nvPr/>
          </p:nvSpPr>
          <p:spPr>
            <a:xfrm>
              <a:off x="5204489" y="42137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6" name="pt4716"/>
            <p:cNvSpPr/>
            <p:nvPr/>
          </p:nvSpPr>
          <p:spPr>
            <a:xfrm>
              <a:off x="5421344" y="4091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7" name="pt4717"/>
            <p:cNvSpPr/>
            <p:nvPr/>
          </p:nvSpPr>
          <p:spPr>
            <a:xfrm>
              <a:off x="5274597" y="4198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8" name="pt4718"/>
            <p:cNvSpPr/>
            <p:nvPr/>
          </p:nvSpPr>
          <p:spPr>
            <a:xfrm>
              <a:off x="5213239" y="42079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9" name="pt4719"/>
            <p:cNvSpPr/>
            <p:nvPr/>
          </p:nvSpPr>
          <p:spPr>
            <a:xfrm>
              <a:off x="5261052" y="4133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0" name="pt4720"/>
            <p:cNvSpPr/>
            <p:nvPr/>
          </p:nvSpPr>
          <p:spPr>
            <a:xfrm>
              <a:off x="5207274" y="4223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1" name="pt4721"/>
            <p:cNvSpPr/>
            <p:nvPr/>
          </p:nvSpPr>
          <p:spPr>
            <a:xfrm>
              <a:off x="5212324" y="4195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2" name="pt4722"/>
            <p:cNvSpPr/>
            <p:nvPr/>
          </p:nvSpPr>
          <p:spPr>
            <a:xfrm>
              <a:off x="5207502" y="41956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3" name="pt4723"/>
            <p:cNvSpPr/>
            <p:nvPr/>
          </p:nvSpPr>
          <p:spPr>
            <a:xfrm>
              <a:off x="5265023" y="4179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4" name="pt4724"/>
            <p:cNvSpPr/>
            <p:nvPr/>
          </p:nvSpPr>
          <p:spPr>
            <a:xfrm>
              <a:off x="5279953" y="4101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5" name="pt4725"/>
            <p:cNvSpPr/>
            <p:nvPr/>
          </p:nvSpPr>
          <p:spPr>
            <a:xfrm>
              <a:off x="5208321" y="4212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6" name="pt4726"/>
            <p:cNvSpPr/>
            <p:nvPr/>
          </p:nvSpPr>
          <p:spPr>
            <a:xfrm>
              <a:off x="5218578" y="4197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7" name="pt4727"/>
            <p:cNvSpPr/>
            <p:nvPr/>
          </p:nvSpPr>
          <p:spPr>
            <a:xfrm>
              <a:off x="5207357" y="41917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8" name="pt4728"/>
            <p:cNvSpPr/>
            <p:nvPr/>
          </p:nvSpPr>
          <p:spPr>
            <a:xfrm>
              <a:off x="5216989" y="4142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9" name="pt4729"/>
            <p:cNvSpPr/>
            <p:nvPr/>
          </p:nvSpPr>
          <p:spPr>
            <a:xfrm>
              <a:off x="5301213" y="41783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0" name="pt4730"/>
            <p:cNvSpPr/>
            <p:nvPr/>
          </p:nvSpPr>
          <p:spPr>
            <a:xfrm>
              <a:off x="5298707" y="40886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1" name="pt4731"/>
            <p:cNvSpPr/>
            <p:nvPr/>
          </p:nvSpPr>
          <p:spPr>
            <a:xfrm>
              <a:off x="5251945" y="41297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2" name="pt4732"/>
            <p:cNvSpPr/>
            <p:nvPr/>
          </p:nvSpPr>
          <p:spPr>
            <a:xfrm>
              <a:off x="5250006" y="41324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3" name="pt4733"/>
            <p:cNvSpPr/>
            <p:nvPr/>
          </p:nvSpPr>
          <p:spPr>
            <a:xfrm>
              <a:off x="5211059" y="4144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4" name="pt4734"/>
            <p:cNvSpPr/>
            <p:nvPr/>
          </p:nvSpPr>
          <p:spPr>
            <a:xfrm>
              <a:off x="5437010" y="4001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5" name="pt4735"/>
            <p:cNvSpPr/>
            <p:nvPr/>
          </p:nvSpPr>
          <p:spPr>
            <a:xfrm>
              <a:off x="5194647" y="4203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6" name="pt4736"/>
            <p:cNvSpPr/>
            <p:nvPr/>
          </p:nvSpPr>
          <p:spPr>
            <a:xfrm>
              <a:off x="5203323" y="4202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7" name="pt4737"/>
            <p:cNvSpPr/>
            <p:nvPr/>
          </p:nvSpPr>
          <p:spPr>
            <a:xfrm>
              <a:off x="5240886" y="41752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8" name="pt4738"/>
            <p:cNvSpPr/>
            <p:nvPr/>
          </p:nvSpPr>
          <p:spPr>
            <a:xfrm>
              <a:off x="5204468" y="41718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9" name="pt4739"/>
            <p:cNvSpPr/>
            <p:nvPr/>
          </p:nvSpPr>
          <p:spPr>
            <a:xfrm>
              <a:off x="5210792" y="4209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0" name="pt4740"/>
            <p:cNvSpPr/>
            <p:nvPr/>
          </p:nvSpPr>
          <p:spPr>
            <a:xfrm>
              <a:off x="5210560" y="42270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1" name="pt4741"/>
            <p:cNvSpPr/>
            <p:nvPr/>
          </p:nvSpPr>
          <p:spPr>
            <a:xfrm>
              <a:off x="5213514" y="4186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2" name="pt4742"/>
            <p:cNvSpPr/>
            <p:nvPr/>
          </p:nvSpPr>
          <p:spPr>
            <a:xfrm>
              <a:off x="5208704" y="4193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3" name="pt4743"/>
            <p:cNvSpPr/>
            <p:nvPr/>
          </p:nvSpPr>
          <p:spPr>
            <a:xfrm>
              <a:off x="5209534" y="42027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4" name="pt4744"/>
            <p:cNvSpPr/>
            <p:nvPr/>
          </p:nvSpPr>
          <p:spPr>
            <a:xfrm>
              <a:off x="5211547" y="42189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5" name="pt4745"/>
            <p:cNvSpPr/>
            <p:nvPr/>
          </p:nvSpPr>
          <p:spPr>
            <a:xfrm>
              <a:off x="5234731" y="41854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6" name="pt4746"/>
            <p:cNvSpPr/>
            <p:nvPr/>
          </p:nvSpPr>
          <p:spPr>
            <a:xfrm>
              <a:off x="5291188" y="4154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7" name="pt4747"/>
            <p:cNvSpPr/>
            <p:nvPr/>
          </p:nvSpPr>
          <p:spPr>
            <a:xfrm>
              <a:off x="5204360" y="4212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8" name="pt4748"/>
            <p:cNvSpPr/>
            <p:nvPr/>
          </p:nvSpPr>
          <p:spPr>
            <a:xfrm>
              <a:off x="5353660" y="41560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9" name="pt4749"/>
            <p:cNvSpPr/>
            <p:nvPr/>
          </p:nvSpPr>
          <p:spPr>
            <a:xfrm>
              <a:off x="5541353" y="4041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0" name="pt4750"/>
            <p:cNvSpPr/>
            <p:nvPr/>
          </p:nvSpPr>
          <p:spPr>
            <a:xfrm>
              <a:off x="5290928" y="41194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1" name="pt4751"/>
            <p:cNvSpPr/>
            <p:nvPr/>
          </p:nvSpPr>
          <p:spPr>
            <a:xfrm>
              <a:off x="5214558" y="41923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2" name="pt4752"/>
            <p:cNvSpPr/>
            <p:nvPr/>
          </p:nvSpPr>
          <p:spPr>
            <a:xfrm>
              <a:off x="5226069" y="42267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3" name="pt4753"/>
            <p:cNvSpPr/>
            <p:nvPr/>
          </p:nvSpPr>
          <p:spPr>
            <a:xfrm>
              <a:off x="5213999" y="4194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4" name="pt4754"/>
            <p:cNvSpPr/>
            <p:nvPr/>
          </p:nvSpPr>
          <p:spPr>
            <a:xfrm>
              <a:off x="5217434" y="4195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5" name="pt4755"/>
            <p:cNvSpPr/>
            <p:nvPr/>
          </p:nvSpPr>
          <p:spPr>
            <a:xfrm>
              <a:off x="5225254" y="4190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6" name="pt4756"/>
            <p:cNvSpPr/>
            <p:nvPr/>
          </p:nvSpPr>
          <p:spPr>
            <a:xfrm>
              <a:off x="5504771" y="40421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7" name="pt4757"/>
            <p:cNvSpPr/>
            <p:nvPr/>
          </p:nvSpPr>
          <p:spPr>
            <a:xfrm>
              <a:off x="5219899" y="42025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8" name="pt4758"/>
            <p:cNvSpPr/>
            <p:nvPr/>
          </p:nvSpPr>
          <p:spPr>
            <a:xfrm>
              <a:off x="5505482" y="3899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9" name="pt4759"/>
            <p:cNvSpPr/>
            <p:nvPr/>
          </p:nvSpPr>
          <p:spPr>
            <a:xfrm>
              <a:off x="5245207" y="4206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0" name="pt4760"/>
            <p:cNvSpPr/>
            <p:nvPr/>
          </p:nvSpPr>
          <p:spPr>
            <a:xfrm>
              <a:off x="5256961" y="4105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1" name="pt4761"/>
            <p:cNvSpPr/>
            <p:nvPr/>
          </p:nvSpPr>
          <p:spPr>
            <a:xfrm>
              <a:off x="5215642" y="41925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2" name="pt4762"/>
            <p:cNvSpPr/>
            <p:nvPr/>
          </p:nvSpPr>
          <p:spPr>
            <a:xfrm>
              <a:off x="5208178" y="4213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3" name="pt4763"/>
            <p:cNvSpPr/>
            <p:nvPr/>
          </p:nvSpPr>
          <p:spPr>
            <a:xfrm>
              <a:off x="5212547" y="41730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4" name="pt4764"/>
            <p:cNvSpPr/>
            <p:nvPr/>
          </p:nvSpPr>
          <p:spPr>
            <a:xfrm>
              <a:off x="5207116" y="4212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5" name="pt4765"/>
            <p:cNvSpPr/>
            <p:nvPr/>
          </p:nvSpPr>
          <p:spPr>
            <a:xfrm>
              <a:off x="5239316" y="41607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6" name="pt4766"/>
            <p:cNvSpPr/>
            <p:nvPr/>
          </p:nvSpPr>
          <p:spPr>
            <a:xfrm>
              <a:off x="5260654" y="4199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7" name="pt4767"/>
            <p:cNvSpPr/>
            <p:nvPr/>
          </p:nvSpPr>
          <p:spPr>
            <a:xfrm>
              <a:off x="5210453" y="4210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8" name="pt4768"/>
            <p:cNvSpPr/>
            <p:nvPr/>
          </p:nvSpPr>
          <p:spPr>
            <a:xfrm>
              <a:off x="5273996" y="4128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9" name="pt4769"/>
            <p:cNvSpPr/>
            <p:nvPr/>
          </p:nvSpPr>
          <p:spPr>
            <a:xfrm>
              <a:off x="5213853" y="4207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0" name="pt4770"/>
            <p:cNvSpPr/>
            <p:nvPr/>
          </p:nvSpPr>
          <p:spPr>
            <a:xfrm>
              <a:off x="5223664" y="41752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1" name="pt4771"/>
            <p:cNvSpPr/>
            <p:nvPr/>
          </p:nvSpPr>
          <p:spPr>
            <a:xfrm>
              <a:off x="5435535" y="39813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2" name="pt4772"/>
            <p:cNvSpPr/>
            <p:nvPr/>
          </p:nvSpPr>
          <p:spPr>
            <a:xfrm>
              <a:off x="5458368" y="40750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3" name="pt4773"/>
            <p:cNvSpPr/>
            <p:nvPr/>
          </p:nvSpPr>
          <p:spPr>
            <a:xfrm>
              <a:off x="5208137" y="42222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4" name="pt4774"/>
            <p:cNvSpPr/>
            <p:nvPr/>
          </p:nvSpPr>
          <p:spPr>
            <a:xfrm>
              <a:off x="5465938" y="3937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5" name="pt4775"/>
            <p:cNvSpPr/>
            <p:nvPr/>
          </p:nvSpPr>
          <p:spPr>
            <a:xfrm>
              <a:off x="5534669" y="39298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6" name="pt4776"/>
            <p:cNvSpPr/>
            <p:nvPr/>
          </p:nvSpPr>
          <p:spPr>
            <a:xfrm>
              <a:off x="5339024" y="4139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7" name="pt4777"/>
            <p:cNvSpPr/>
            <p:nvPr/>
          </p:nvSpPr>
          <p:spPr>
            <a:xfrm>
              <a:off x="5385246" y="4108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8" name="pt4778"/>
            <p:cNvSpPr/>
            <p:nvPr/>
          </p:nvSpPr>
          <p:spPr>
            <a:xfrm>
              <a:off x="5205026" y="42098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9" name="pt4779"/>
            <p:cNvSpPr/>
            <p:nvPr/>
          </p:nvSpPr>
          <p:spPr>
            <a:xfrm>
              <a:off x="5303566" y="4157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0" name="pt4780"/>
            <p:cNvSpPr/>
            <p:nvPr/>
          </p:nvSpPr>
          <p:spPr>
            <a:xfrm>
              <a:off x="5221985" y="42090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1" name="pt4781"/>
            <p:cNvSpPr/>
            <p:nvPr/>
          </p:nvSpPr>
          <p:spPr>
            <a:xfrm>
              <a:off x="5261657" y="41962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2" name="pt4782"/>
            <p:cNvSpPr/>
            <p:nvPr/>
          </p:nvSpPr>
          <p:spPr>
            <a:xfrm>
              <a:off x="5212007" y="4188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3" name="pt4783"/>
            <p:cNvSpPr/>
            <p:nvPr/>
          </p:nvSpPr>
          <p:spPr>
            <a:xfrm>
              <a:off x="5219821" y="41733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4" name="pt4784"/>
            <p:cNvSpPr/>
            <p:nvPr/>
          </p:nvSpPr>
          <p:spPr>
            <a:xfrm>
              <a:off x="5210922" y="41932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5" name="pt4785"/>
            <p:cNvSpPr/>
            <p:nvPr/>
          </p:nvSpPr>
          <p:spPr>
            <a:xfrm>
              <a:off x="5282955" y="41323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6" name="pt4786"/>
            <p:cNvSpPr/>
            <p:nvPr/>
          </p:nvSpPr>
          <p:spPr>
            <a:xfrm>
              <a:off x="5373585" y="4057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7" name="pt4787"/>
            <p:cNvSpPr/>
            <p:nvPr/>
          </p:nvSpPr>
          <p:spPr>
            <a:xfrm>
              <a:off x="5474199" y="4084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8" name="pt4788"/>
            <p:cNvSpPr/>
            <p:nvPr/>
          </p:nvSpPr>
          <p:spPr>
            <a:xfrm>
              <a:off x="5351314" y="3984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9" name="pt4789"/>
            <p:cNvSpPr/>
            <p:nvPr/>
          </p:nvSpPr>
          <p:spPr>
            <a:xfrm>
              <a:off x="5215257" y="4195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0" name="pt4790"/>
            <p:cNvSpPr/>
            <p:nvPr/>
          </p:nvSpPr>
          <p:spPr>
            <a:xfrm>
              <a:off x="5206538" y="4204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1" name="pt4791"/>
            <p:cNvSpPr/>
            <p:nvPr/>
          </p:nvSpPr>
          <p:spPr>
            <a:xfrm>
              <a:off x="5284007" y="4161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2" name="pt4792"/>
            <p:cNvSpPr/>
            <p:nvPr/>
          </p:nvSpPr>
          <p:spPr>
            <a:xfrm>
              <a:off x="5219058" y="4215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3" name="pt4793"/>
            <p:cNvSpPr/>
            <p:nvPr/>
          </p:nvSpPr>
          <p:spPr>
            <a:xfrm>
              <a:off x="5215294" y="4207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4" name="pt4794"/>
            <p:cNvSpPr/>
            <p:nvPr/>
          </p:nvSpPr>
          <p:spPr>
            <a:xfrm>
              <a:off x="5287680" y="40815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5" name="pt4795"/>
            <p:cNvSpPr/>
            <p:nvPr/>
          </p:nvSpPr>
          <p:spPr>
            <a:xfrm>
              <a:off x="5212123" y="4206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6" name="pt4796"/>
            <p:cNvSpPr/>
            <p:nvPr/>
          </p:nvSpPr>
          <p:spPr>
            <a:xfrm>
              <a:off x="5242260" y="4200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7" name="pt4797"/>
            <p:cNvSpPr/>
            <p:nvPr/>
          </p:nvSpPr>
          <p:spPr>
            <a:xfrm>
              <a:off x="5223188" y="41932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8" name="pt4798"/>
            <p:cNvSpPr/>
            <p:nvPr/>
          </p:nvSpPr>
          <p:spPr>
            <a:xfrm>
              <a:off x="5406442" y="3999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9" name="pt4799"/>
            <p:cNvSpPr/>
            <p:nvPr/>
          </p:nvSpPr>
          <p:spPr>
            <a:xfrm>
              <a:off x="5517622" y="39616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0" name="pt4800"/>
            <p:cNvSpPr/>
            <p:nvPr/>
          </p:nvSpPr>
          <p:spPr>
            <a:xfrm>
              <a:off x="5428842" y="40191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1" name="pt4801"/>
            <p:cNvSpPr/>
            <p:nvPr/>
          </p:nvSpPr>
          <p:spPr>
            <a:xfrm>
              <a:off x="5209430" y="4200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2" name="pt4802"/>
            <p:cNvSpPr/>
            <p:nvPr/>
          </p:nvSpPr>
          <p:spPr>
            <a:xfrm>
              <a:off x="5210800" y="4194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3" name="pt4803"/>
            <p:cNvSpPr/>
            <p:nvPr/>
          </p:nvSpPr>
          <p:spPr>
            <a:xfrm>
              <a:off x="5225579" y="41919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4" name="pt4804"/>
            <p:cNvSpPr/>
            <p:nvPr/>
          </p:nvSpPr>
          <p:spPr>
            <a:xfrm>
              <a:off x="5205710" y="41789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5" name="pt4805"/>
            <p:cNvSpPr/>
            <p:nvPr/>
          </p:nvSpPr>
          <p:spPr>
            <a:xfrm>
              <a:off x="5220308" y="4195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6" name="pt4806"/>
            <p:cNvSpPr/>
            <p:nvPr/>
          </p:nvSpPr>
          <p:spPr>
            <a:xfrm>
              <a:off x="5209573" y="41722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7" name="pt4807"/>
            <p:cNvSpPr/>
            <p:nvPr/>
          </p:nvSpPr>
          <p:spPr>
            <a:xfrm>
              <a:off x="5421815" y="4100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8" name="pt4808"/>
            <p:cNvSpPr/>
            <p:nvPr/>
          </p:nvSpPr>
          <p:spPr>
            <a:xfrm>
              <a:off x="5213254" y="41980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9" name="pt4809"/>
            <p:cNvSpPr/>
            <p:nvPr/>
          </p:nvSpPr>
          <p:spPr>
            <a:xfrm>
              <a:off x="5213496" y="42021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0" name="pt4810"/>
            <p:cNvSpPr/>
            <p:nvPr/>
          </p:nvSpPr>
          <p:spPr>
            <a:xfrm>
              <a:off x="5286714" y="4100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1" name="pt4811"/>
            <p:cNvSpPr/>
            <p:nvPr/>
          </p:nvSpPr>
          <p:spPr>
            <a:xfrm>
              <a:off x="5212618" y="4208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2" name="pt4812"/>
            <p:cNvSpPr/>
            <p:nvPr/>
          </p:nvSpPr>
          <p:spPr>
            <a:xfrm>
              <a:off x="5277045" y="41882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3" name="pt4813"/>
            <p:cNvSpPr/>
            <p:nvPr/>
          </p:nvSpPr>
          <p:spPr>
            <a:xfrm>
              <a:off x="5246408" y="4164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4" name="pt4814"/>
            <p:cNvSpPr/>
            <p:nvPr/>
          </p:nvSpPr>
          <p:spPr>
            <a:xfrm>
              <a:off x="5312228" y="42177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5" name="pt4815"/>
            <p:cNvSpPr/>
            <p:nvPr/>
          </p:nvSpPr>
          <p:spPr>
            <a:xfrm>
              <a:off x="5210349" y="41817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6" name="pt4816"/>
            <p:cNvSpPr/>
            <p:nvPr/>
          </p:nvSpPr>
          <p:spPr>
            <a:xfrm>
              <a:off x="5206481" y="4199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7" name="pt4817"/>
            <p:cNvSpPr/>
            <p:nvPr/>
          </p:nvSpPr>
          <p:spPr>
            <a:xfrm>
              <a:off x="5201182" y="4199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8" name="pt4818"/>
            <p:cNvSpPr/>
            <p:nvPr/>
          </p:nvSpPr>
          <p:spPr>
            <a:xfrm>
              <a:off x="5217063" y="4180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9" name="pt4819"/>
            <p:cNvSpPr/>
            <p:nvPr/>
          </p:nvSpPr>
          <p:spPr>
            <a:xfrm>
              <a:off x="5309966" y="4109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0" name="pt4820"/>
            <p:cNvSpPr/>
            <p:nvPr/>
          </p:nvSpPr>
          <p:spPr>
            <a:xfrm>
              <a:off x="5278191" y="4142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1" name="pt4821"/>
            <p:cNvSpPr/>
            <p:nvPr/>
          </p:nvSpPr>
          <p:spPr>
            <a:xfrm>
              <a:off x="5227253" y="4213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2" name="pt4822"/>
            <p:cNvSpPr/>
            <p:nvPr/>
          </p:nvSpPr>
          <p:spPr>
            <a:xfrm>
              <a:off x="5599052" y="39191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3" name="pt4823"/>
            <p:cNvSpPr/>
            <p:nvPr/>
          </p:nvSpPr>
          <p:spPr>
            <a:xfrm>
              <a:off x="5355189" y="3737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4" name="pt4824"/>
            <p:cNvSpPr/>
            <p:nvPr/>
          </p:nvSpPr>
          <p:spPr>
            <a:xfrm>
              <a:off x="5295592" y="40914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5" name="pt4825"/>
            <p:cNvSpPr/>
            <p:nvPr/>
          </p:nvSpPr>
          <p:spPr>
            <a:xfrm>
              <a:off x="5210521" y="4176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6" name="pt4826"/>
            <p:cNvSpPr/>
            <p:nvPr/>
          </p:nvSpPr>
          <p:spPr>
            <a:xfrm>
              <a:off x="5238356" y="41778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7" name="pt4827"/>
            <p:cNvSpPr/>
            <p:nvPr/>
          </p:nvSpPr>
          <p:spPr>
            <a:xfrm>
              <a:off x="5249415" y="42049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8" name="pt4828"/>
            <p:cNvSpPr/>
            <p:nvPr/>
          </p:nvSpPr>
          <p:spPr>
            <a:xfrm>
              <a:off x="5246394" y="4212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9" name="pt4829"/>
            <p:cNvSpPr/>
            <p:nvPr/>
          </p:nvSpPr>
          <p:spPr>
            <a:xfrm>
              <a:off x="5194246" y="42023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0" name="pt4830"/>
            <p:cNvSpPr/>
            <p:nvPr/>
          </p:nvSpPr>
          <p:spPr>
            <a:xfrm>
              <a:off x="5403801" y="3920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1" name="pt4831"/>
            <p:cNvSpPr/>
            <p:nvPr/>
          </p:nvSpPr>
          <p:spPr>
            <a:xfrm>
              <a:off x="5241289" y="41889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2" name="pt4832"/>
            <p:cNvSpPr/>
            <p:nvPr/>
          </p:nvSpPr>
          <p:spPr>
            <a:xfrm>
              <a:off x="5209846" y="4214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3" name="pt4833"/>
            <p:cNvSpPr/>
            <p:nvPr/>
          </p:nvSpPr>
          <p:spPr>
            <a:xfrm>
              <a:off x="5238785" y="42033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4" name="pt4834"/>
            <p:cNvSpPr/>
            <p:nvPr/>
          </p:nvSpPr>
          <p:spPr>
            <a:xfrm>
              <a:off x="5202791" y="4214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5" name="pt4835"/>
            <p:cNvSpPr/>
            <p:nvPr/>
          </p:nvSpPr>
          <p:spPr>
            <a:xfrm>
              <a:off x="5210976" y="41938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6" name="pt4836"/>
            <p:cNvSpPr/>
            <p:nvPr/>
          </p:nvSpPr>
          <p:spPr>
            <a:xfrm>
              <a:off x="5205816" y="42088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7" name="pt4837"/>
            <p:cNvSpPr/>
            <p:nvPr/>
          </p:nvSpPr>
          <p:spPr>
            <a:xfrm>
              <a:off x="5508275" y="41956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8" name="pt4838"/>
            <p:cNvSpPr/>
            <p:nvPr/>
          </p:nvSpPr>
          <p:spPr>
            <a:xfrm>
              <a:off x="5221233" y="4199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9" name="pt4839"/>
            <p:cNvSpPr/>
            <p:nvPr/>
          </p:nvSpPr>
          <p:spPr>
            <a:xfrm>
              <a:off x="5399223" y="3857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0" name="pt4840"/>
            <p:cNvSpPr/>
            <p:nvPr/>
          </p:nvSpPr>
          <p:spPr>
            <a:xfrm>
              <a:off x="5215041" y="4193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1" name="pt4841"/>
            <p:cNvSpPr/>
            <p:nvPr/>
          </p:nvSpPr>
          <p:spPr>
            <a:xfrm>
              <a:off x="5195222" y="4200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2" name="pt4842"/>
            <p:cNvSpPr/>
            <p:nvPr/>
          </p:nvSpPr>
          <p:spPr>
            <a:xfrm>
              <a:off x="5214187" y="4195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3" name="pt4843"/>
            <p:cNvSpPr/>
            <p:nvPr/>
          </p:nvSpPr>
          <p:spPr>
            <a:xfrm>
              <a:off x="5200530" y="4204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4" name="pt4844"/>
            <p:cNvSpPr/>
            <p:nvPr/>
          </p:nvSpPr>
          <p:spPr>
            <a:xfrm>
              <a:off x="5205414" y="4216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5" name="pt4845"/>
            <p:cNvSpPr/>
            <p:nvPr/>
          </p:nvSpPr>
          <p:spPr>
            <a:xfrm>
              <a:off x="5195813" y="4209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6" name="pt4846"/>
            <p:cNvSpPr/>
            <p:nvPr/>
          </p:nvSpPr>
          <p:spPr>
            <a:xfrm>
              <a:off x="5203293" y="4198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7" name="pt4847"/>
            <p:cNvSpPr/>
            <p:nvPr/>
          </p:nvSpPr>
          <p:spPr>
            <a:xfrm>
              <a:off x="5201919" y="4208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8" name="pt4848"/>
            <p:cNvSpPr/>
            <p:nvPr/>
          </p:nvSpPr>
          <p:spPr>
            <a:xfrm>
              <a:off x="5208816" y="42177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9" name="pt4849"/>
            <p:cNvSpPr/>
            <p:nvPr/>
          </p:nvSpPr>
          <p:spPr>
            <a:xfrm>
              <a:off x="5267487" y="4205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0" name="pt4850"/>
            <p:cNvSpPr/>
            <p:nvPr/>
          </p:nvSpPr>
          <p:spPr>
            <a:xfrm>
              <a:off x="5204485" y="42001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1" name="pt4851"/>
            <p:cNvSpPr/>
            <p:nvPr/>
          </p:nvSpPr>
          <p:spPr>
            <a:xfrm>
              <a:off x="5202283" y="42070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2" name="pt4852"/>
            <p:cNvSpPr/>
            <p:nvPr/>
          </p:nvSpPr>
          <p:spPr>
            <a:xfrm>
              <a:off x="5381083" y="40179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3" name="pt4853"/>
            <p:cNvSpPr/>
            <p:nvPr/>
          </p:nvSpPr>
          <p:spPr>
            <a:xfrm>
              <a:off x="5214727" y="4179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4" name="pt4854"/>
            <p:cNvSpPr/>
            <p:nvPr/>
          </p:nvSpPr>
          <p:spPr>
            <a:xfrm>
              <a:off x="5398975" y="3928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5" name="pt4855"/>
            <p:cNvSpPr/>
            <p:nvPr/>
          </p:nvSpPr>
          <p:spPr>
            <a:xfrm>
              <a:off x="5204908" y="4199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6" name="pt4856"/>
            <p:cNvSpPr/>
            <p:nvPr/>
          </p:nvSpPr>
          <p:spPr>
            <a:xfrm>
              <a:off x="5223164" y="41934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7" name="pt4857"/>
            <p:cNvSpPr/>
            <p:nvPr/>
          </p:nvSpPr>
          <p:spPr>
            <a:xfrm>
              <a:off x="5207789" y="42187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8" name="pt4858"/>
            <p:cNvSpPr/>
            <p:nvPr/>
          </p:nvSpPr>
          <p:spPr>
            <a:xfrm>
              <a:off x="5342083" y="4059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9" name="pt4859"/>
            <p:cNvSpPr/>
            <p:nvPr/>
          </p:nvSpPr>
          <p:spPr>
            <a:xfrm>
              <a:off x="5214690" y="4184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0" name="pt4860"/>
            <p:cNvSpPr/>
            <p:nvPr/>
          </p:nvSpPr>
          <p:spPr>
            <a:xfrm>
              <a:off x="5213271" y="41928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1" name="pt4861"/>
            <p:cNvSpPr/>
            <p:nvPr/>
          </p:nvSpPr>
          <p:spPr>
            <a:xfrm>
              <a:off x="5299431" y="4146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2" name="pt4862"/>
            <p:cNvSpPr/>
            <p:nvPr/>
          </p:nvSpPr>
          <p:spPr>
            <a:xfrm>
              <a:off x="5360989" y="4134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3" name="pt4863"/>
            <p:cNvSpPr/>
            <p:nvPr/>
          </p:nvSpPr>
          <p:spPr>
            <a:xfrm>
              <a:off x="5320490" y="4046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4" name="pt4864"/>
            <p:cNvSpPr/>
            <p:nvPr/>
          </p:nvSpPr>
          <p:spPr>
            <a:xfrm>
              <a:off x="5263391" y="4209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5" name="pt4865"/>
            <p:cNvSpPr/>
            <p:nvPr/>
          </p:nvSpPr>
          <p:spPr>
            <a:xfrm>
              <a:off x="5201981" y="4194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6" name="rc4866"/>
            <p:cNvSpPr/>
            <p:nvPr/>
          </p:nvSpPr>
          <p:spPr>
            <a:xfrm>
              <a:off x="5179480" y="4350399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67" name="pl4867"/>
            <p:cNvSpPr/>
            <p:nvPr/>
          </p:nvSpPr>
          <p:spPr>
            <a:xfrm>
              <a:off x="5179480" y="489420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8" name="pl4868"/>
            <p:cNvSpPr/>
            <p:nvPr/>
          </p:nvSpPr>
          <p:spPr>
            <a:xfrm>
              <a:off x="5179480" y="473738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9" name="pl4869"/>
            <p:cNvSpPr/>
            <p:nvPr/>
          </p:nvSpPr>
          <p:spPr>
            <a:xfrm>
              <a:off x="5179480" y="458057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0" name="pl4870"/>
            <p:cNvSpPr/>
            <p:nvPr/>
          </p:nvSpPr>
          <p:spPr>
            <a:xfrm>
              <a:off x="5179480" y="442376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1" name="pl4871"/>
            <p:cNvSpPr/>
            <p:nvPr/>
          </p:nvSpPr>
          <p:spPr>
            <a:xfrm>
              <a:off x="5265073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2" name="pl4872"/>
            <p:cNvSpPr/>
            <p:nvPr/>
          </p:nvSpPr>
          <p:spPr>
            <a:xfrm>
              <a:off x="5440293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3" name="pl4873"/>
            <p:cNvSpPr/>
            <p:nvPr/>
          </p:nvSpPr>
          <p:spPr>
            <a:xfrm>
              <a:off x="5615513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4" name="pl4874"/>
            <p:cNvSpPr/>
            <p:nvPr/>
          </p:nvSpPr>
          <p:spPr>
            <a:xfrm>
              <a:off x="5790733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5" name="pl4875"/>
            <p:cNvSpPr/>
            <p:nvPr/>
          </p:nvSpPr>
          <p:spPr>
            <a:xfrm>
              <a:off x="5179480" y="497260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6" name="pl4876"/>
            <p:cNvSpPr/>
            <p:nvPr/>
          </p:nvSpPr>
          <p:spPr>
            <a:xfrm>
              <a:off x="5179480" y="481579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7" name="pl4877"/>
            <p:cNvSpPr/>
            <p:nvPr/>
          </p:nvSpPr>
          <p:spPr>
            <a:xfrm>
              <a:off x="5179480" y="465898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8" name="pl4878"/>
            <p:cNvSpPr/>
            <p:nvPr/>
          </p:nvSpPr>
          <p:spPr>
            <a:xfrm>
              <a:off x="5179480" y="450216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9" name="pl4879"/>
            <p:cNvSpPr/>
            <p:nvPr/>
          </p:nvSpPr>
          <p:spPr>
            <a:xfrm>
              <a:off x="5352683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0" name="pl4880"/>
            <p:cNvSpPr/>
            <p:nvPr/>
          </p:nvSpPr>
          <p:spPr>
            <a:xfrm>
              <a:off x="5527903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1" name="pl4881"/>
            <p:cNvSpPr/>
            <p:nvPr/>
          </p:nvSpPr>
          <p:spPr>
            <a:xfrm>
              <a:off x="5703123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2" name="pt4882"/>
            <p:cNvSpPr/>
            <p:nvPr/>
          </p:nvSpPr>
          <p:spPr>
            <a:xfrm>
              <a:off x="5516482" y="4354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3" name="pt4883"/>
            <p:cNvSpPr/>
            <p:nvPr/>
          </p:nvSpPr>
          <p:spPr>
            <a:xfrm>
              <a:off x="5209776" y="49283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4" name="pt4884"/>
            <p:cNvSpPr/>
            <p:nvPr/>
          </p:nvSpPr>
          <p:spPr>
            <a:xfrm>
              <a:off x="5205785" y="4932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5" name="pt4885"/>
            <p:cNvSpPr/>
            <p:nvPr/>
          </p:nvSpPr>
          <p:spPr>
            <a:xfrm>
              <a:off x="5195169" y="4929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6" name="pt4886"/>
            <p:cNvSpPr/>
            <p:nvPr/>
          </p:nvSpPr>
          <p:spPr>
            <a:xfrm>
              <a:off x="5206816" y="4928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7" name="pt4887"/>
            <p:cNvSpPr/>
            <p:nvPr/>
          </p:nvSpPr>
          <p:spPr>
            <a:xfrm>
              <a:off x="5240733" y="48967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8" name="pt4888"/>
            <p:cNvSpPr/>
            <p:nvPr/>
          </p:nvSpPr>
          <p:spPr>
            <a:xfrm>
              <a:off x="5437585" y="4594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9" name="pt4889"/>
            <p:cNvSpPr/>
            <p:nvPr/>
          </p:nvSpPr>
          <p:spPr>
            <a:xfrm>
              <a:off x="5199584" y="4917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0" name="pt4890"/>
            <p:cNvSpPr/>
            <p:nvPr/>
          </p:nvSpPr>
          <p:spPr>
            <a:xfrm>
              <a:off x="5191628" y="4916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1" name="pt4891"/>
            <p:cNvSpPr/>
            <p:nvPr/>
          </p:nvSpPr>
          <p:spPr>
            <a:xfrm>
              <a:off x="5198366" y="4932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2" name="pt4892"/>
            <p:cNvSpPr/>
            <p:nvPr/>
          </p:nvSpPr>
          <p:spPr>
            <a:xfrm>
              <a:off x="5211849" y="49256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3" name="pt4893"/>
            <p:cNvSpPr/>
            <p:nvPr/>
          </p:nvSpPr>
          <p:spPr>
            <a:xfrm>
              <a:off x="5210202" y="49153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4" name="pt4894"/>
            <p:cNvSpPr/>
            <p:nvPr/>
          </p:nvSpPr>
          <p:spPr>
            <a:xfrm>
              <a:off x="5227406" y="4915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5" name="pt4895"/>
            <p:cNvSpPr/>
            <p:nvPr/>
          </p:nvSpPr>
          <p:spPr>
            <a:xfrm>
              <a:off x="5216296" y="4921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6" name="pt4896"/>
            <p:cNvSpPr/>
            <p:nvPr/>
          </p:nvSpPr>
          <p:spPr>
            <a:xfrm>
              <a:off x="5205171" y="4921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7" name="pt4897"/>
            <p:cNvSpPr/>
            <p:nvPr/>
          </p:nvSpPr>
          <p:spPr>
            <a:xfrm>
              <a:off x="5186494" y="49253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8" name="pt4898"/>
            <p:cNvSpPr/>
            <p:nvPr/>
          </p:nvSpPr>
          <p:spPr>
            <a:xfrm>
              <a:off x="5208642" y="4919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9" name="pt4899"/>
            <p:cNvSpPr/>
            <p:nvPr/>
          </p:nvSpPr>
          <p:spPr>
            <a:xfrm>
              <a:off x="5206465" y="4927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0" name="pt4900"/>
            <p:cNvSpPr/>
            <p:nvPr/>
          </p:nvSpPr>
          <p:spPr>
            <a:xfrm>
              <a:off x="5183253" y="49279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1" name="pt4901"/>
            <p:cNvSpPr/>
            <p:nvPr/>
          </p:nvSpPr>
          <p:spPr>
            <a:xfrm>
              <a:off x="5215968" y="49219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2" name="pt4902"/>
            <p:cNvSpPr/>
            <p:nvPr/>
          </p:nvSpPr>
          <p:spPr>
            <a:xfrm>
              <a:off x="5208629" y="49223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3" name="pt4903"/>
            <p:cNvSpPr/>
            <p:nvPr/>
          </p:nvSpPr>
          <p:spPr>
            <a:xfrm>
              <a:off x="5312661" y="48473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4" name="pt4904"/>
            <p:cNvSpPr/>
            <p:nvPr/>
          </p:nvSpPr>
          <p:spPr>
            <a:xfrm>
              <a:off x="5523386" y="4494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5" name="pt4905"/>
            <p:cNvSpPr/>
            <p:nvPr/>
          </p:nvSpPr>
          <p:spPr>
            <a:xfrm>
              <a:off x="5215105" y="49307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6" name="pt4906"/>
            <p:cNvSpPr/>
            <p:nvPr/>
          </p:nvSpPr>
          <p:spPr>
            <a:xfrm>
              <a:off x="5186530" y="49234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7" name="pt4907"/>
            <p:cNvSpPr/>
            <p:nvPr/>
          </p:nvSpPr>
          <p:spPr>
            <a:xfrm>
              <a:off x="5371243" y="4621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8" name="pt4908"/>
            <p:cNvSpPr/>
            <p:nvPr/>
          </p:nvSpPr>
          <p:spPr>
            <a:xfrm>
              <a:off x="5207979" y="49290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9" name="pt4909"/>
            <p:cNvSpPr/>
            <p:nvPr/>
          </p:nvSpPr>
          <p:spPr>
            <a:xfrm>
              <a:off x="5191395" y="4920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0" name="pt4910"/>
            <p:cNvSpPr/>
            <p:nvPr/>
          </p:nvSpPr>
          <p:spPr>
            <a:xfrm>
              <a:off x="5227119" y="4892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1" name="pt4911"/>
            <p:cNvSpPr/>
            <p:nvPr/>
          </p:nvSpPr>
          <p:spPr>
            <a:xfrm>
              <a:off x="5208409" y="45051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2" name="pt4912"/>
            <p:cNvSpPr/>
            <p:nvPr/>
          </p:nvSpPr>
          <p:spPr>
            <a:xfrm>
              <a:off x="5202686" y="49156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3" name="pt4913"/>
            <p:cNvSpPr/>
            <p:nvPr/>
          </p:nvSpPr>
          <p:spPr>
            <a:xfrm>
              <a:off x="5205855" y="4921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4" name="pt4914"/>
            <p:cNvSpPr/>
            <p:nvPr/>
          </p:nvSpPr>
          <p:spPr>
            <a:xfrm>
              <a:off x="5326827" y="4699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5" name="pt4915"/>
            <p:cNvSpPr/>
            <p:nvPr/>
          </p:nvSpPr>
          <p:spPr>
            <a:xfrm>
              <a:off x="5205242" y="4911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6" name="pt4916"/>
            <p:cNvSpPr/>
            <p:nvPr/>
          </p:nvSpPr>
          <p:spPr>
            <a:xfrm>
              <a:off x="5211216" y="4915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7" name="pt4917"/>
            <p:cNvSpPr/>
            <p:nvPr/>
          </p:nvSpPr>
          <p:spPr>
            <a:xfrm>
              <a:off x="5222362" y="49228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8" name="pt4918"/>
            <p:cNvSpPr/>
            <p:nvPr/>
          </p:nvSpPr>
          <p:spPr>
            <a:xfrm>
              <a:off x="5211717" y="4911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9" name="pt4919"/>
            <p:cNvSpPr/>
            <p:nvPr/>
          </p:nvSpPr>
          <p:spPr>
            <a:xfrm>
              <a:off x="5548539" y="46298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0" name="pt4920"/>
            <p:cNvSpPr/>
            <p:nvPr/>
          </p:nvSpPr>
          <p:spPr>
            <a:xfrm>
              <a:off x="5200537" y="4926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1" name="pt4921"/>
            <p:cNvSpPr/>
            <p:nvPr/>
          </p:nvSpPr>
          <p:spPr>
            <a:xfrm>
              <a:off x="5201406" y="4923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2" name="pt4922"/>
            <p:cNvSpPr/>
            <p:nvPr/>
          </p:nvSpPr>
          <p:spPr>
            <a:xfrm>
              <a:off x="5211704" y="49308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3" name="pt4923"/>
            <p:cNvSpPr/>
            <p:nvPr/>
          </p:nvSpPr>
          <p:spPr>
            <a:xfrm>
              <a:off x="5262683" y="4892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4" name="pt4924"/>
            <p:cNvSpPr/>
            <p:nvPr/>
          </p:nvSpPr>
          <p:spPr>
            <a:xfrm>
              <a:off x="5209130" y="4927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5" name="pt4925"/>
            <p:cNvSpPr/>
            <p:nvPr/>
          </p:nvSpPr>
          <p:spPr>
            <a:xfrm>
              <a:off x="5209194" y="4931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6" name="pt4926"/>
            <p:cNvSpPr/>
            <p:nvPr/>
          </p:nvSpPr>
          <p:spPr>
            <a:xfrm>
              <a:off x="5209766" y="4920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7" name="pt4927"/>
            <p:cNvSpPr/>
            <p:nvPr/>
          </p:nvSpPr>
          <p:spPr>
            <a:xfrm>
              <a:off x="5216651" y="4929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8" name="pt4928"/>
            <p:cNvSpPr/>
            <p:nvPr/>
          </p:nvSpPr>
          <p:spPr>
            <a:xfrm>
              <a:off x="5213927" y="4929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9" name="pt4929"/>
            <p:cNvSpPr/>
            <p:nvPr/>
          </p:nvSpPr>
          <p:spPr>
            <a:xfrm>
              <a:off x="5207747" y="49223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0" name="pt4930"/>
            <p:cNvSpPr/>
            <p:nvPr/>
          </p:nvSpPr>
          <p:spPr>
            <a:xfrm>
              <a:off x="5363397" y="48442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1" name="pt4931"/>
            <p:cNvSpPr/>
            <p:nvPr/>
          </p:nvSpPr>
          <p:spPr>
            <a:xfrm>
              <a:off x="5205165" y="4927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2" name="pt4932"/>
            <p:cNvSpPr/>
            <p:nvPr/>
          </p:nvSpPr>
          <p:spPr>
            <a:xfrm>
              <a:off x="5213224" y="49107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3" name="pt4933"/>
            <p:cNvSpPr/>
            <p:nvPr/>
          </p:nvSpPr>
          <p:spPr>
            <a:xfrm>
              <a:off x="5185799" y="49182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4" name="pt4934"/>
            <p:cNvSpPr/>
            <p:nvPr/>
          </p:nvSpPr>
          <p:spPr>
            <a:xfrm>
              <a:off x="5206174" y="49260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5" name="pt4935"/>
            <p:cNvSpPr/>
            <p:nvPr/>
          </p:nvSpPr>
          <p:spPr>
            <a:xfrm>
              <a:off x="5414878" y="4765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6" name="pt4936"/>
            <p:cNvSpPr/>
            <p:nvPr/>
          </p:nvSpPr>
          <p:spPr>
            <a:xfrm>
              <a:off x="5206510" y="4929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7" name="pt4937"/>
            <p:cNvSpPr/>
            <p:nvPr/>
          </p:nvSpPr>
          <p:spPr>
            <a:xfrm>
              <a:off x="5204489" y="4932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8" name="pt4938"/>
            <p:cNvSpPr/>
            <p:nvPr/>
          </p:nvSpPr>
          <p:spPr>
            <a:xfrm>
              <a:off x="5207274" y="4932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9" name="pt4939"/>
            <p:cNvSpPr/>
            <p:nvPr/>
          </p:nvSpPr>
          <p:spPr>
            <a:xfrm>
              <a:off x="5301213" y="4832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0" name="pt4940"/>
            <p:cNvSpPr/>
            <p:nvPr/>
          </p:nvSpPr>
          <p:spPr>
            <a:xfrm>
              <a:off x="5194647" y="49310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1" name="pt4941"/>
            <p:cNvSpPr/>
            <p:nvPr/>
          </p:nvSpPr>
          <p:spPr>
            <a:xfrm>
              <a:off x="5203323" y="49242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2" name="pt4942"/>
            <p:cNvSpPr/>
            <p:nvPr/>
          </p:nvSpPr>
          <p:spPr>
            <a:xfrm>
              <a:off x="5204360" y="4918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3" name="pt4943"/>
            <p:cNvSpPr/>
            <p:nvPr/>
          </p:nvSpPr>
          <p:spPr>
            <a:xfrm>
              <a:off x="5273996" y="4855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4" name="pt4944"/>
            <p:cNvSpPr/>
            <p:nvPr/>
          </p:nvSpPr>
          <p:spPr>
            <a:xfrm>
              <a:off x="5458368" y="4607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5" name="pt4945"/>
            <p:cNvSpPr/>
            <p:nvPr/>
          </p:nvSpPr>
          <p:spPr>
            <a:xfrm>
              <a:off x="5534669" y="43820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6" name="pt4946"/>
            <p:cNvSpPr/>
            <p:nvPr/>
          </p:nvSpPr>
          <p:spPr>
            <a:xfrm>
              <a:off x="5339024" y="48019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7" name="pt4947"/>
            <p:cNvSpPr/>
            <p:nvPr/>
          </p:nvSpPr>
          <p:spPr>
            <a:xfrm>
              <a:off x="5385246" y="48128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8" name="pt4948"/>
            <p:cNvSpPr/>
            <p:nvPr/>
          </p:nvSpPr>
          <p:spPr>
            <a:xfrm>
              <a:off x="5303566" y="4840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9" name="pt4949"/>
            <p:cNvSpPr/>
            <p:nvPr/>
          </p:nvSpPr>
          <p:spPr>
            <a:xfrm>
              <a:off x="5221985" y="49162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0" name="pt4950"/>
            <p:cNvSpPr/>
            <p:nvPr/>
          </p:nvSpPr>
          <p:spPr>
            <a:xfrm>
              <a:off x="5373585" y="48393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1" name="pt4951"/>
            <p:cNvSpPr/>
            <p:nvPr/>
          </p:nvSpPr>
          <p:spPr>
            <a:xfrm>
              <a:off x="5215257" y="4912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2" name="pt4952"/>
            <p:cNvSpPr/>
            <p:nvPr/>
          </p:nvSpPr>
          <p:spPr>
            <a:xfrm>
              <a:off x="5206538" y="4927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3" name="pt4953"/>
            <p:cNvSpPr/>
            <p:nvPr/>
          </p:nvSpPr>
          <p:spPr>
            <a:xfrm>
              <a:off x="5220308" y="4927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4" name="pt4954"/>
            <p:cNvSpPr/>
            <p:nvPr/>
          </p:nvSpPr>
          <p:spPr>
            <a:xfrm>
              <a:off x="5421815" y="45361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5" name="pt4955"/>
            <p:cNvSpPr/>
            <p:nvPr/>
          </p:nvSpPr>
          <p:spPr>
            <a:xfrm>
              <a:off x="5216168" y="4927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6" name="pt4956"/>
            <p:cNvSpPr/>
            <p:nvPr/>
          </p:nvSpPr>
          <p:spPr>
            <a:xfrm>
              <a:off x="5309966" y="4794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7" name="pt4957"/>
            <p:cNvSpPr/>
            <p:nvPr/>
          </p:nvSpPr>
          <p:spPr>
            <a:xfrm>
              <a:off x="5278191" y="4869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8" name="pt4958"/>
            <p:cNvSpPr/>
            <p:nvPr/>
          </p:nvSpPr>
          <p:spPr>
            <a:xfrm>
              <a:off x="5238785" y="4891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9" name="pt4959"/>
            <p:cNvSpPr/>
            <p:nvPr/>
          </p:nvSpPr>
          <p:spPr>
            <a:xfrm>
              <a:off x="5202791" y="4923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0" name="pt4960"/>
            <p:cNvSpPr/>
            <p:nvPr/>
          </p:nvSpPr>
          <p:spPr>
            <a:xfrm>
              <a:off x="5399223" y="4534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1" name="pt4961"/>
            <p:cNvSpPr/>
            <p:nvPr/>
          </p:nvSpPr>
          <p:spPr>
            <a:xfrm>
              <a:off x="5215041" y="4919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2" name="pt4962"/>
            <p:cNvSpPr/>
            <p:nvPr/>
          </p:nvSpPr>
          <p:spPr>
            <a:xfrm>
              <a:off x="5214187" y="49212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3" name="pt4963"/>
            <p:cNvSpPr/>
            <p:nvPr/>
          </p:nvSpPr>
          <p:spPr>
            <a:xfrm>
              <a:off x="5205414" y="49265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4" name="pt4964"/>
            <p:cNvSpPr/>
            <p:nvPr/>
          </p:nvSpPr>
          <p:spPr>
            <a:xfrm>
              <a:off x="5195813" y="4930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5" name="pt4965"/>
            <p:cNvSpPr/>
            <p:nvPr/>
          </p:nvSpPr>
          <p:spPr>
            <a:xfrm>
              <a:off x="5201919" y="4927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6" name="pt4966"/>
            <p:cNvSpPr/>
            <p:nvPr/>
          </p:nvSpPr>
          <p:spPr>
            <a:xfrm>
              <a:off x="5267487" y="48776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7" name="pt4967"/>
            <p:cNvSpPr/>
            <p:nvPr/>
          </p:nvSpPr>
          <p:spPr>
            <a:xfrm>
              <a:off x="5202283" y="49081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8" name="pt4968"/>
            <p:cNvSpPr/>
            <p:nvPr/>
          </p:nvSpPr>
          <p:spPr>
            <a:xfrm>
              <a:off x="5214727" y="4925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9" name="pt4969"/>
            <p:cNvSpPr/>
            <p:nvPr/>
          </p:nvSpPr>
          <p:spPr>
            <a:xfrm>
              <a:off x="5207789" y="49227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0" name="pt4970"/>
            <p:cNvSpPr/>
            <p:nvPr/>
          </p:nvSpPr>
          <p:spPr>
            <a:xfrm>
              <a:off x="5342083" y="4701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1" name="pt4971"/>
            <p:cNvSpPr/>
            <p:nvPr/>
          </p:nvSpPr>
          <p:spPr>
            <a:xfrm>
              <a:off x="5183074" y="49233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2" name="rc4972"/>
            <p:cNvSpPr/>
            <p:nvPr/>
          </p:nvSpPr>
          <p:spPr>
            <a:xfrm>
              <a:off x="5179480" y="5055621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73" name="pl4973"/>
            <p:cNvSpPr/>
            <p:nvPr/>
          </p:nvSpPr>
          <p:spPr>
            <a:xfrm>
              <a:off x="5179480" y="556923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4" name="pl4974"/>
            <p:cNvSpPr/>
            <p:nvPr/>
          </p:nvSpPr>
          <p:spPr>
            <a:xfrm>
              <a:off x="5179480" y="541588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5" name="pl4975"/>
            <p:cNvSpPr/>
            <p:nvPr/>
          </p:nvSpPr>
          <p:spPr>
            <a:xfrm>
              <a:off x="5179480" y="526254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6" name="pl4976"/>
            <p:cNvSpPr/>
            <p:nvPr/>
          </p:nvSpPr>
          <p:spPr>
            <a:xfrm>
              <a:off x="5179480" y="510919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7" name="pl4977"/>
            <p:cNvSpPr/>
            <p:nvPr/>
          </p:nvSpPr>
          <p:spPr>
            <a:xfrm>
              <a:off x="5265073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8" name="pl4978"/>
            <p:cNvSpPr/>
            <p:nvPr/>
          </p:nvSpPr>
          <p:spPr>
            <a:xfrm>
              <a:off x="5440293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9" name="pl4979"/>
            <p:cNvSpPr/>
            <p:nvPr/>
          </p:nvSpPr>
          <p:spPr>
            <a:xfrm>
              <a:off x="5615513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0" name="pl4980"/>
            <p:cNvSpPr/>
            <p:nvPr/>
          </p:nvSpPr>
          <p:spPr>
            <a:xfrm>
              <a:off x="5790733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1" name="pl4981"/>
            <p:cNvSpPr/>
            <p:nvPr/>
          </p:nvSpPr>
          <p:spPr>
            <a:xfrm>
              <a:off x="5179480" y="564590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2" name="pl4982"/>
            <p:cNvSpPr/>
            <p:nvPr/>
          </p:nvSpPr>
          <p:spPr>
            <a:xfrm>
              <a:off x="5179480" y="549255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3" name="pl4983"/>
            <p:cNvSpPr/>
            <p:nvPr/>
          </p:nvSpPr>
          <p:spPr>
            <a:xfrm>
              <a:off x="5179480" y="533921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4" name="pl4984"/>
            <p:cNvSpPr/>
            <p:nvPr/>
          </p:nvSpPr>
          <p:spPr>
            <a:xfrm>
              <a:off x="5179480" y="518586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5" name="pl4985"/>
            <p:cNvSpPr/>
            <p:nvPr/>
          </p:nvSpPr>
          <p:spPr>
            <a:xfrm>
              <a:off x="5352683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6" name="pl4986"/>
            <p:cNvSpPr/>
            <p:nvPr/>
          </p:nvSpPr>
          <p:spPr>
            <a:xfrm>
              <a:off x="5527903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7" name="pl4987"/>
            <p:cNvSpPr/>
            <p:nvPr/>
          </p:nvSpPr>
          <p:spPr>
            <a:xfrm>
              <a:off x="5703123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8" name="pt4988"/>
            <p:cNvSpPr/>
            <p:nvPr/>
          </p:nvSpPr>
          <p:spPr>
            <a:xfrm>
              <a:off x="5516482" y="52119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9" name="pt4989"/>
            <p:cNvSpPr/>
            <p:nvPr/>
          </p:nvSpPr>
          <p:spPr>
            <a:xfrm>
              <a:off x="5209776" y="5559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0" name="pt4990"/>
            <p:cNvSpPr/>
            <p:nvPr/>
          </p:nvSpPr>
          <p:spPr>
            <a:xfrm>
              <a:off x="5205785" y="56230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1" name="pt4991"/>
            <p:cNvSpPr/>
            <p:nvPr/>
          </p:nvSpPr>
          <p:spPr>
            <a:xfrm>
              <a:off x="5195169" y="56291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2" name="pt4992"/>
            <p:cNvSpPr/>
            <p:nvPr/>
          </p:nvSpPr>
          <p:spPr>
            <a:xfrm>
              <a:off x="5206816" y="5570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3" name="pt4993"/>
            <p:cNvSpPr/>
            <p:nvPr/>
          </p:nvSpPr>
          <p:spPr>
            <a:xfrm>
              <a:off x="5240733" y="55477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4" name="pt4994"/>
            <p:cNvSpPr/>
            <p:nvPr/>
          </p:nvSpPr>
          <p:spPr>
            <a:xfrm>
              <a:off x="5437585" y="5200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5" name="pt4995"/>
            <p:cNvSpPr/>
            <p:nvPr/>
          </p:nvSpPr>
          <p:spPr>
            <a:xfrm>
              <a:off x="5199584" y="54876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6" name="pt4996"/>
            <p:cNvSpPr/>
            <p:nvPr/>
          </p:nvSpPr>
          <p:spPr>
            <a:xfrm>
              <a:off x="5191628" y="5491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7" name="pt4997"/>
            <p:cNvSpPr/>
            <p:nvPr/>
          </p:nvSpPr>
          <p:spPr>
            <a:xfrm>
              <a:off x="5198366" y="56073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8" name="pt4998"/>
            <p:cNvSpPr/>
            <p:nvPr/>
          </p:nvSpPr>
          <p:spPr>
            <a:xfrm>
              <a:off x="5211849" y="5530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9" name="pt4999"/>
            <p:cNvSpPr/>
            <p:nvPr/>
          </p:nvSpPr>
          <p:spPr>
            <a:xfrm>
              <a:off x="5210202" y="5568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0" name="pt5000"/>
            <p:cNvSpPr/>
            <p:nvPr/>
          </p:nvSpPr>
          <p:spPr>
            <a:xfrm>
              <a:off x="5227406" y="55166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1" name="pt5001"/>
            <p:cNvSpPr/>
            <p:nvPr/>
          </p:nvSpPr>
          <p:spPr>
            <a:xfrm>
              <a:off x="5216296" y="5584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2" name="pt5002"/>
            <p:cNvSpPr/>
            <p:nvPr/>
          </p:nvSpPr>
          <p:spPr>
            <a:xfrm>
              <a:off x="5205171" y="5544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3" name="pt5003"/>
            <p:cNvSpPr/>
            <p:nvPr/>
          </p:nvSpPr>
          <p:spPr>
            <a:xfrm>
              <a:off x="5186494" y="55366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4" name="pt5004"/>
            <p:cNvSpPr/>
            <p:nvPr/>
          </p:nvSpPr>
          <p:spPr>
            <a:xfrm>
              <a:off x="5208642" y="5566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5" name="pt5005"/>
            <p:cNvSpPr/>
            <p:nvPr/>
          </p:nvSpPr>
          <p:spPr>
            <a:xfrm>
              <a:off x="5206465" y="56040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6" name="pt5006"/>
            <p:cNvSpPr/>
            <p:nvPr/>
          </p:nvSpPr>
          <p:spPr>
            <a:xfrm>
              <a:off x="5183253" y="55071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7" name="pt5007"/>
            <p:cNvSpPr/>
            <p:nvPr/>
          </p:nvSpPr>
          <p:spPr>
            <a:xfrm>
              <a:off x="5215968" y="5509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8" name="pt5008"/>
            <p:cNvSpPr/>
            <p:nvPr/>
          </p:nvSpPr>
          <p:spPr>
            <a:xfrm>
              <a:off x="5208629" y="5506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9" name="pt5009"/>
            <p:cNvSpPr/>
            <p:nvPr/>
          </p:nvSpPr>
          <p:spPr>
            <a:xfrm>
              <a:off x="5312661" y="5492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0" name="pt5010"/>
            <p:cNvSpPr/>
            <p:nvPr/>
          </p:nvSpPr>
          <p:spPr>
            <a:xfrm>
              <a:off x="5523386" y="52632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1" name="pt5011"/>
            <p:cNvSpPr/>
            <p:nvPr/>
          </p:nvSpPr>
          <p:spPr>
            <a:xfrm>
              <a:off x="5215105" y="5571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2" name="pt5012"/>
            <p:cNvSpPr/>
            <p:nvPr/>
          </p:nvSpPr>
          <p:spPr>
            <a:xfrm>
              <a:off x="5186530" y="5541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3" name="pt5013"/>
            <p:cNvSpPr/>
            <p:nvPr/>
          </p:nvSpPr>
          <p:spPr>
            <a:xfrm>
              <a:off x="5371243" y="53860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4" name="pt5014"/>
            <p:cNvSpPr/>
            <p:nvPr/>
          </p:nvSpPr>
          <p:spPr>
            <a:xfrm>
              <a:off x="5207979" y="5615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5" name="pt5015"/>
            <p:cNvSpPr/>
            <p:nvPr/>
          </p:nvSpPr>
          <p:spPr>
            <a:xfrm>
              <a:off x="5191395" y="55487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6" name="pt5016"/>
            <p:cNvSpPr/>
            <p:nvPr/>
          </p:nvSpPr>
          <p:spPr>
            <a:xfrm>
              <a:off x="5227119" y="5502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7" name="pt5017"/>
            <p:cNvSpPr/>
            <p:nvPr/>
          </p:nvSpPr>
          <p:spPr>
            <a:xfrm>
              <a:off x="5208409" y="52482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8" name="pt5018"/>
            <p:cNvSpPr/>
            <p:nvPr/>
          </p:nvSpPr>
          <p:spPr>
            <a:xfrm>
              <a:off x="5202686" y="5506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9" name="pt5019"/>
            <p:cNvSpPr/>
            <p:nvPr/>
          </p:nvSpPr>
          <p:spPr>
            <a:xfrm>
              <a:off x="5205855" y="55959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0" name="pt5020"/>
            <p:cNvSpPr/>
            <p:nvPr/>
          </p:nvSpPr>
          <p:spPr>
            <a:xfrm>
              <a:off x="5326827" y="5480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1" name="pt5021"/>
            <p:cNvSpPr/>
            <p:nvPr/>
          </p:nvSpPr>
          <p:spPr>
            <a:xfrm>
              <a:off x="5205242" y="5536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2" name="pt5022"/>
            <p:cNvSpPr/>
            <p:nvPr/>
          </p:nvSpPr>
          <p:spPr>
            <a:xfrm>
              <a:off x="5211216" y="5521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3" name="pt5023"/>
            <p:cNvSpPr/>
            <p:nvPr/>
          </p:nvSpPr>
          <p:spPr>
            <a:xfrm>
              <a:off x="5222362" y="5596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4" name="pt5024"/>
            <p:cNvSpPr/>
            <p:nvPr/>
          </p:nvSpPr>
          <p:spPr>
            <a:xfrm>
              <a:off x="5211717" y="5480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5" name="pt5025"/>
            <p:cNvSpPr/>
            <p:nvPr/>
          </p:nvSpPr>
          <p:spPr>
            <a:xfrm>
              <a:off x="5548539" y="5219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6" name="pt5026"/>
            <p:cNvSpPr/>
            <p:nvPr/>
          </p:nvSpPr>
          <p:spPr>
            <a:xfrm>
              <a:off x="5200537" y="5589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7" name="pt5027"/>
            <p:cNvSpPr/>
            <p:nvPr/>
          </p:nvSpPr>
          <p:spPr>
            <a:xfrm>
              <a:off x="5201406" y="5519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8" name="pt5028"/>
            <p:cNvSpPr/>
            <p:nvPr/>
          </p:nvSpPr>
          <p:spPr>
            <a:xfrm>
              <a:off x="5211704" y="55657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9" name="pt5029"/>
            <p:cNvSpPr/>
            <p:nvPr/>
          </p:nvSpPr>
          <p:spPr>
            <a:xfrm>
              <a:off x="5262683" y="5497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0" name="pt5030"/>
            <p:cNvSpPr/>
            <p:nvPr/>
          </p:nvSpPr>
          <p:spPr>
            <a:xfrm>
              <a:off x="5209130" y="5621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1" name="pt5031"/>
            <p:cNvSpPr/>
            <p:nvPr/>
          </p:nvSpPr>
          <p:spPr>
            <a:xfrm>
              <a:off x="5209194" y="5637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2" name="pt5032"/>
            <p:cNvSpPr/>
            <p:nvPr/>
          </p:nvSpPr>
          <p:spPr>
            <a:xfrm>
              <a:off x="5209766" y="5578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3" name="pt5033"/>
            <p:cNvSpPr/>
            <p:nvPr/>
          </p:nvSpPr>
          <p:spPr>
            <a:xfrm>
              <a:off x="5216651" y="55981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4" name="pt5034"/>
            <p:cNvSpPr/>
            <p:nvPr/>
          </p:nvSpPr>
          <p:spPr>
            <a:xfrm>
              <a:off x="5213927" y="5581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5" name="pt5035"/>
            <p:cNvSpPr/>
            <p:nvPr/>
          </p:nvSpPr>
          <p:spPr>
            <a:xfrm>
              <a:off x="5207747" y="5530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6" name="pt5036"/>
            <p:cNvSpPr/>
            <p:nvPr/>
          </p:nvSpPr>
          <p:spPr>
            <a:xfrm>
              <a:off x="5363397" y="5507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7" name="pt5037"/>
            <p:cNvSpPr/>
            <p:nvPr/>
          </p:nvSpPr>
          <p:spPr>
            <a:xfrm>
              <a:off x="5205165" y="55911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8" name="pt5038"/>
            <p:cNvSpPr/>
            <p:nvPr/>
          </p:nvSpPr>
          <p:spPr>
            <a:xfrm>
              <a:off x="5213224" y="56009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9" name="pt5039"/>
            <p:cNvSpPr/>
            <p:nvPr/>
          </p:nvSpPr>
          <p:spPr>
            <a:xfrm>
              <a:off x="5185799" y="5544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0" name="pt5040"/>
            <p:cNvSpPr/>
            <p:nvPr/>
          </p:nvSpPr>
          <p:spPr>
            <a:xfrm>
              <a:off x="5206174" y="5593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1" name="pt5041"/>
            <p:cNvSpPr/>
            <p:nvPr/>
          </p:nvSpPr>
          <p:spPr>
            <a:xfrm>
              <a:off x="5414878" y="5511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2" name="pt5042"/>
            <p:cNvSpPr/>
            <p:nvPr/>
          </p:nvSpPr>
          <p:spPr>
            <a:xfrm>
              <a:off x="5206510" y="5541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3" name="pt5043"/>
            <p:cNvSpPr/>
            <p:nvPr/>
          </p:nvSpPr>
          <p:spPr>
            <a:xfrm>
              <a:off x="5204489" y="56051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4" name="pt5044"/>
            <p:cNvSpPr/>
            <p:nvPr/>
          </p:nvSpPr>
          <p:spPr>
            <a:xfrm>
              <a:off x="5207274" y="56285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5" name="pt5045"/>
            <p:cNvSpPr/>
            <p:nvPr/>
          </p:nvSpPr>
          <p:spPr>
            <a:xfrm>
              <a:off x="5301213" y="5429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6" name="pt5046"/>
            <p:cNvSpPr/>
            <p:nvPr/>
          </p:nvSpPr>
          <p:spPr>
            <a:xfrm>
              <a:off x="5194647" y="55889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7" name="pt5047"/>
            <p:cNvSpPr/>
            <p:nvPr/>
          </p:nvSpPr>
          <p:spPr>
            <a:xfrm>
              <a:off x="5203323" y="5620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8" name="pt5048"/>
            <p:cNvSpPr/>
            <p:nvPr/>
          </p:nvSpPr>
          <p:spPr>
            <a:xfrm>
              <a:off x="5204360" y="5578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9" name="pt5049"/>
            <p:cNvSpPr/>
            <p:nvPr/>
          </p:nvSpPr>
          <p:spPr>
            <a:xfrm>
              <a:off x="5273996" y="55511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0" name="pt5050"/>
            <p:cNvSpPr/>
            <p:nvPr/>
          </p:nvSpPr>
          <p:spPr>
            <a:xfrm>
              <a:off x="5458368" y="52807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1" name="pt5051"/>
            <p:cNvSpPr/>
            <p:nvPr/>
          </p:nvSpPr>
          <p:spPr>
            <a:xfrm>
              <a:off x="5534669" y="52604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2" name="pt5052"/>
            <p:cNvSpPr/>
            <p:nvPr/>
          </p:nvSpPr>
          <p:spPr>
            <a:xfrm>
              <a:off x="5339024" y="5363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3" name="pt5053"/>
            <p:cNvSpPr/>
            <p:nvPr/>
          </p:nvSpPr>
          <p:spPr>
            <a:xfrm>
              <a:off x="5385246" y="54139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4" name="pt5054"/>
            <p:cNvSpPr/>
            <p:nvPr/>
          </p:nvSpPr>
          <p:spPr>
            <a:xfrm>
              <a:off x="5303566" y="5459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5" name="pt5055"/>
            <p:cNvSpPr/>
            <p:nvPr/>
          </p:nvSpPr>
          <p:spPr>
            <a:xfrm>
              <a:off x="5221985" y="5529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6" name="pt5056"/>
            <p:cNvSpPr/>
            <p:nvPr/>
          </p:nvSpPr>
          <p:spPr>
            <a:xfrm>
              <a:off x="5373585" y="5535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7" name="pt5057"/>
            <p:cNvSpPr/>
            <p:nvPr/>
          </p:nvSpPr>
          <p:spPr>
            <a:xfrm>
              <a:off x="5215257" y="5535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8" name="pt5058"/>
            <p:cNvSpPr/>
            <p:nvPr/>
          </p:nvSpPr>
          <p:spPr>
            <a:xfrm>
              <a:off x="5206538" y="5605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9" name="pt5059"/>
            <p:cNvSpPr/>
            <p:nvPr/>
          </p:nvSpPr>
          <p:spPr>
            <a:xfrm>
              <a:off x="5220308" y="56260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0" name="pt5060"/>
            <p:cNvSpPr/>
            <p:nvPr/>
          </p:nvSpPr>
          <p:spPr>
            <a:xfrm>
              <a:off x="5421815" y="5059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1" name="pt5061"/>
            <p:cNvSpPr/>
            <p:nvPr/>
          </p:nvSpPr>
          <p:spPr>
            <a:xfrm>
              <a:off x="5216168" y="55696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2" name="pt5062"/>
            <p:cNvSpPr/>
            <p:nvPr/>
          </p:nvSpPr>
          <p:spPr>
            <a:xfrm>
              <a:off x="5309966" y="53355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3" name="pt5063"/>
            <p:cNvSpPr/>
            <p:nvPr/>
          </p:nvSpPr>
          <p:spPr>
            <a:xfrm>
              <a:off x="5278191" y="5463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4" name="pt5064"/>
            <p:cNvSpPr/>
            <p:nvPr/>
          </p:nvSpPr>
          <p:spPr>
            <a:xfrm>
              <a:off x="5238785" y="5556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5" name="pt5065"/>
            <p:cNvSpPr/>
            <p:nvPr/>
          </p:nvSpPr>
          <p:spPr>
            <a:xfrm>
              <a:off x="5202791" y="54940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6" name="pt5066"/>
            <p:cNvSpPr/>
            <p:nvPr/>
          </p:nvSpPr>
          <p:spPr>
            <a:xfrm>
              <a:off x="5399223" y="52386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7" name="pt5067"/>
            <p:cNvSpPr/>
            <p:nvPr/>
          </p:nvSpPr>
          <p:spPr>
            <a:xfrm>
              <a:off x="5215041" y="55325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8" name="pt5068"/>
            <p:cNvSpPr/>
            <p:nvPr/>
          </p:nvSpPr>
          <p:spPr>
            <a:xfrm>
              <a:off x="5214187" y="55788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9" name="pt5069"/>
            <p:cNvSpPr/>
            <p:nvPr/>
          </p:nvSpPr>
          <p:spPr>
            <a:xfrm>
              <a:off x="5205414" y="55414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0" name="pt5070"/>
            <p:cNvSpPr/>
            <p:nvPr/>
          </p:nvSpPr>
          <p:spPr>
            <a:xfrm>
              <a:off x="5195813" y="5548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1" name="pt5071"/>
            <p:cNvSpPr/>
            <p:nvPr/>
          </p:nvSpPr>
          <p:spPr>
            <a:xfrm>
              <a:off x="5201919" y="56078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2" name="pt5072"/>
            <p:cNvSpPr/>
            <p:nvPr/>
          </p:nvSpPr>
          <p:spPr>
            <a:xfrm>
              <a:off x="5267487" y="5453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3" name="pt5073"/>
            <p:cNvSpPr/>
            <p:nvPr/>
          </p:nvSpPr>
          <p:spPr>
            <a:xfrm>
              <a:off x="5202283" y="54598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4" name="pt5074"/>
            <p:cNvSpPr/>
            <p:nvPr/>
          </p:nvSpPr>
          <p:spPr>
            <a:xfrm>
              <a:off x="5214727" y="56219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5" name="pt5075"/>
            <p:cNvSpPr/>
            <p:nvPr/>
          </p:nvSpPr>
          <p:spPr>
            <a:xfrm>
              <a:off x="5207789" y="5558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6" name="pt5076"/>
            <p:cNvSpPr/>
            <p:nvPr/>
          </p:nvSpPr>
          <p:spPr>
            <a:xfrm>
              <a:off x="5342083" y="53341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7" name="pt5077"/>
            <p:cNvSpPr/>
            <p:nvPr/>
          </p:nvSpPr>
          <p:spPr>
            <a:xfrm>
              <a:off x="5183074" y="5548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8" name="rc5078"/>
            <p:cNvSpPr/>
            <p:nvPr/>
          </p:nvSpPr>
          <p:spPr>
            <a:xfrm>
              <a:off x="5179480" y="5760843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79" name="pl5079"/>
            <p:cNvSpPr/>
            <p:nvPr/>
          </p:nvSpPr>
          <p:spPr>
            <a:xfrm>
              <a:off x="5179480" y="627910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0" name="pl5080"/>
            <p:cNvSpPr/>
            <p:nvPr/>
          </p:nvSpPr>
          <p:spPr>
            <a:xfrm>
              <a:off x="5179480" y="606539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1" name="pl5081"/>
            <p:cNvSpPr/>
            <p:nvPr/>
          </p:nvSpPr>
          <p:spPr>
            <a:xfrm>
              <a:off x="5179480" y="585167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2" name="pl5082"/>
            <p:cNvSpPr/>
            <p:nvPr/>
          </p:nvSpPr>
          <p:spPr>
            <a:xfrm>
              <a:off x="5265073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3" name="pl5083"/>
            <p:cNvSpPr/>
            <p:nvPr/>
          </p:nvSpPr>
          <p:spPr>
            <a:xfrm>
              <a:off x="5440293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4" name="pl5084"/>
            <p:cNvSpPr/>
            <p:nvPr/>
          </p:nvSpPr>
          <p:spPr>
            <a:xfrm>
              <a:off x="5615513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5" name="pl5085"/>
            <p:cNvSpPr/>
            <p:nvPr/>
          </p:nvSpPr>
          <p:spPr>
            <a:xfrm>
              <a:off x="5790733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6" name="pl5086"/>
            <p:cNvSpPr/>
            <p:nvPr/>
          </p:nvSpPr>
          <p:spPr>
            <a:xfrm>
              <a:off x="5179480" y="638596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7" name="pl5087"/>
            <p:cNvSpPr/>
            <p:nvPr/>
          </p:nvSpPr>
          <p:spPr>
            <a:xfrm>
              <a:off x="5179480" y="617224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8" name="pl5088"/>
            <p:cNvSpPr/>
            <p:nvPr/>
          </p:nvSpPr>
          <p:spPr>
            <a:xfrm>
              <a:off x="5179480" y="595853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9" name="pl5089"/>
            <p:cNvSpPr/>
            <p:nvPr/>
          </p:nvSpPr>
          <p:spPr>
            <a:xfrm>
              <a:off x="5352683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0" name="pl5090"/>
            <p:cNvSpPr/>
            <p:nvPr/>
          </p:nvSpPr>
          <p:spPr>
            <a:xfrm>
              <a:off x="5527903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1" name="pl5091"/>
            <p:cNvSpPr/>
            <p:nvPr/>
          </p:nvSpPr>
          <p:spPr>
            <a:xfrm>
              <a:off x="5703123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2" name="pt5092"/>
            <p:cNvSpPr/>
            <p:nvPr/>
          </p:nvSpPr>
          <p:spPr>
            <a:xfrm>
              <a:off x="5220170" y="6292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3" name="pt5093"/>
            <p:cNvSpPr/>
            <p:nvPr/>
          </p:nvSpPr>
          <p:spPr>
            <a:xfrm>
              <a:off x="5204780" y="6303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4" name="pt5094"/>
            <p:cNvSpPr/>
            <p:nvPr/>
          </p:nvSpPr>
          <p:spPr>
            <a:xfrm>
              <a:off x="5228047" y="6268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5" name="pt5095"/>
            <p:cNvSpPr/>
            <p:nvPr/>
          </p:nvSpPr>
          <p:spPr>
            <a:xfrm>
              <a:off x="5222981" y="6313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6" name="pt5096"/>
            <p:cNvSpPr/>
            <p:nvPr/>
          </p:nvSpPr>
          <p:spPr>
            <a:xfrm>
              <a:off x="5208968" y="6294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7" name="pt5097"/>
            <p:cNvSpPr/>
            <p:nvPr/>
          </p:nvSpPr>
          <p:spPr>
            <a:xfrm>
              <a:off x="5398896" y="6098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8" name="pt5098"/>
            <p:cNvSpPr/>
            <p:nvPr/>
          </p:nvSpPr>
          <p:spPr>
            <a:xfrm>
              <a:off x="5217745" y="62889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9" name="pt5099"/>
            <p:cNvSpPr/>
            <p:nvPr/>
          </p:nvSpPr>
          <p:spPr>
            <a:xfrm>
              <a:off x="5215623" y="6299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0" name="pt5100"/>
            <p:cNvSpPr/>
            <p:nvPr/>
          </p:nvSpPr>
          <p:spPr>
            <a:xfrm>
              <a:off x="5211270" y="62942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1" name="pt5101"/>
            <p:cNvSpPr/>
            <p:nvPr/>
          </p:nvSpPr>
          <p:spPr>
            <a:xfrm>
              <a:off x="5217032" y="62477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2" name="pt5102"/>
            <p:cNvSpPr/>
            <p:nvPr/>
          </p:nvSpPr>
          <p:spPr>
            <a:xfrm>
              <a:off x="5224447" y="6269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3" name="pt5103"/>
            <p:cNvSpPr/>
            <p:nvPr/>
          </p:nvSpPr>
          <p:spPr>
            <a:xfrm>
              <a:off x="5209776" y="6306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4" name="pt5104"/>
            <p:cNvSpPr/>
            <p:nvPr/>
          </p:nvSpPr>
          <p:spPr>
            <a:xfrm>
              <a:off x="5211989" y="62860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5" name="pt5105"/>
            <p:cNvSpPr/>
            <p:nvPr/>
          </p:nvSpPr>
          <p:spPr>
            <a:xfrm>
              <a:off x="5230356" y="6307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6" name="pt5106"/>
            <p:cNvSpPr/>
            <p:nvPr/>
          </p:nvSpPr>
          <p:spPr>
            <a:xfrm>
              <a:off x="5533847" y="6143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7" name="pt5107"/>
            <p:cNvSpPr/>
            <p:nvPr/>
          </p:nvSpPr>
          <p:spPr>
            <a:xfrm>
              <a:off x="5211714" y="63108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8" name="pt5108"/>
            <p:cNvSpPr/>
            <p:nvPr/>
          </p:nvSpPr>
          <p:spPr>
            <a:xfrm>
              <a:off x="5251125" y="6288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9" name="pt5109"/>
            <p:cNvSpPr/>
            <p:nvPr/>
          </p:nvSpPr>
          <p:spPr>
            <a:xfrm>
              <a:off x="5539315" y="59516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0" name="pt5110"/>
            <p:cNvSpPr/>
            <p:nvPr/>
          </p:nvSpPr>
          <p:spPr>
            <a:xfrm>
              <a:off x="5312737" y="6238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1" name="pt5111"/>
            <p:cNvSpPr/>
            <p:nvPr/>
          </p:nvSpPr>
          <p:spPr>
            <a:xfrm>
              <a:off x="5252401" y="63113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2" name="pt5112"/>
            <p:cNvSpPr/>
            <p:nvPr/>
          </p:nvSpPr>
          <p:spPr>
            <a:xfrm>
              <a:off x="5205785" y="62829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3" name="pt5113"/>
            <p:cNvSpPr/>
            <p:nvPr/>
          </p:nvSpPr>
          <p:spPr>
            <a:xfrm>
              <a:off x="5208844" y="63154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4" name="pt5114"/>
            <p:cNvSpPr/>
            <p:nvPr/>
          </p:nvSpPr>
          <p:spPr>
            <a:xfrm>
              <a:off x="5619018" y="60200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5" name="pt5115"/>
            <p:cNvSpPr/>
            <p:nvPr/>
          </p:nvSpPr>
          <p:spPr>
            <a:xfrm>
              <a:off x="5491347" y="6241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6" name="pt5116"/>
            <p:cNvSpPr/>
            <p:nvPr/>
          </p:nvSpPr>
          <p:spPr>
            <a:xfrm>
              <a:off x="5287266" y="62443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7" name="pt5117"/>
            <p:cNvSpPr/>
            <p:nvPr/>
          </p:nvSpPr>
          <p:spPr>
            <a:xfrm>
              <a:off x="5248492" y="62622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8" name="pt5118"/>
            <p:cNvSpPr/>
            <p:nvPr/>
          </p:nvSpPr>
          <p:spPr>
            <a:xfrm>
              <a:off x="5195169" y="6319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9" name="pt5119"/>
            <p:cNvSpPr/>
            <p:nvPr/>
          </p:nvSpPr>
          <p:spPr>
            <a:xfrm>
              <a:off x="5211804" y="6228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0" name="pt5120"/>
            <p:cNvSpPr/>
            <p:nvPr/>
          </p:nvSpPr>
          <p:spPr>
            <a:xfrm>
              <a:off x="5234771" y="62942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1" name="pt5121"/>
            <p:cNvSpPr/>
            <p:nvPr/>
          </p:nvSpPr>
          <p:spPr>
            <a:xfrm>
              <a:off x="5206816" y="6341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2" name="pt5122"/>
            <p:cNvSpPr/>
            <p:nvPr/>
          </p:nvSpPr>
          <p:spPr>
            <a:xfrm>
              <a:off x="5218793" y="6287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3" name="pt5123"/>
            <p:cNvSpPr/>
            <p:nvPr/>
          </p:nvSpPr>
          <p:spPr>
            <a:xfrm>
              <a:off x="5211428" y="6316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4" name="pt5124"/>
            <p:cNvSpPr/>
            <p:nvPr/>
          </p:nvSpPr>
          <p:spPr>
            <a:xfrm>
              <a:off x="5214789" y="63240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5" name="pt5125"/>
            <p:cNvSpPr/>
            <p:nvPr/>
          </p:nvSpPr>
          <p:spPr>
            <a:xfrm>
              <a:off x="5240733" y="6283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6" name="pt5126"/>
            <p:cNvSpPr/>
            <p:nvPr/>
          </p:nvSpPr>
          <p:spPr>
            <a:xfrm>
              <a:off x="5673809" y="60989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7" name="pt5127"/>
            <p:cNvSpPr/>
            <p:nvPr/>
          </p:nvSpPr>
          <p:spPr>
            <a:xfrm>
              <a:off x="5464020" y="60699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8" name="pt5128"/>
            <p:cNvSpPr/>
            <p:nvPr/>
          </p:nvSpPr>
          <p:spPr>
            <a:xfrm>
              <a:off x="5200371" y="6333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9" name="pt5129"/>
            <p:cNvSpPr/>
            <p:nvPr/>
          </p:nvSpPr>
          <p:spPr>
            <a:xfrm>
              <a:off x="5214822" y="6260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0" name="pt5130"/>
            <p:cNvSpPr/>
            <p:nvPr/>
          </p:nvSpPr>
          <p:spPr>
            <a:xfrm>
              <a:off x="5437585" y="61626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1" name="pt5131"/>
            <p:cNvSpPr/>
            <p:nvPr/>
          </p:nvSpPr>
          <p:spPr>
            <a:xfrm>
              <a:off x="5441622" y="60834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2" name="pt5132"/>
            <p:cNvSpPr/>
            <p:nvPr/>
          </p:nvSpPr>
          <p:spPr>
            <a:xfrm>
              <a:off x="5225554" y="63038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3" name="pt5133"/>
            <p:cNvSpPr/>
            <p:nvPr/>
          </p:nvSpPr>
          <p:spPr>
            <a:xfrm>
              <a:off x="5203528" y="6314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4" name="pt5134"/>
            <p:cNvSpPr/>
            <p:nvPr/>
          </p:nvSpPr>
          <p:spPr>
            <a:xfrm>
              <a:off x="5554979" y="60753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5" name="pt5135"/>
            <p:cNvSpPr/>
            <p:nvPr/>
          </p:nvSpPr>
          <p:spPr>
            <a:xfrm>
              <a:off x="5206755" y="6302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6" name="pt5136"/>
            <p:cNvSpPr/>
            <p:nvPr/>
          </p:nvSpPr>
          <p:spPr>
            <a:xfrm>
              <a:off x="5458458" y="59075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7" name="pt5137"/>
            <p:cNvSpPr/>
            <p:nvPr/>
          </p:nvSpPr>
          <p:spPr>
            <a:xfrm>
              <a:off x="5263353" y="6270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8" name="pt5138"/>
            <p:cNvSpPr/>
            <p:nvPr/>
          </p:nvSpPr>
          <p:spPr>
            <a:xfrm>
              <a:off x="5218560" y="63052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9" name="pt5139"/>
            <p:cNvSpPr/>
            <p:nvPr/>
          </p:nvSpPr>
          <p:spPr>
            <a:xfrm>
              <a:off x="5200082" y="6314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0" name="pt5140"/>
            <p:cNvSpPr/>
            <p:nvPr/>
          </p:nvSpPr>
          <p:spPr>
            <a:xfrm>
              <a:off x="5191628" y="6283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1" name="pt5141"/>
            <p:cNvSpPr/>
            <p:nvPr/>
          </p:nvSpPr>
          <p:spPr>
            <a:xfrm>
              <a:off x="5198366" y="6292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2" name="pt5142"/>
            <p:cNvSpPr/>
            <p:nvPr/>
          </p:nvSpPr>
          <p:spPr>
            <a:xfrm>
              <a:off x="5222640" y="62898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3" name="pt5143"/>
            <p:cNvSpPr/>
            <p:nvPr/>
          </p:nvSpPr>
          <p:spPr>
            <a:xfrm>
              <a:off x="5222234" y="63090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4" name="pt5144"/>
            <p:cNvSpPr/>
            <p:nvPr/>
          </p:nvSpPr>
          <p:spPr>
            <a:xfrm>
              <a:off x="5203742" y="6333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5" name="pt5145"/>
            <p:cNvSpPr/>
            <p:nvPr/>
          </p:nvSpPr>
          <p:spPr>
            <a:xfrm>
              <a:off x="5211849" y="6306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6" name="pt5146"/>
            <p:cNvSpPr/>
            <p:nvPr/>
          </p:nvSpPr>
          <p:spPr>
            <a:xfrm>
              <a:off x="5354015" y="6192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7" name="pt5147"/>
            <p:cNvSpPr/>
            <p:nvPr/>
          </p:nvSpPr>
          <p:spPr>
            <a:xfrm>
              <a:off x="5207135" y="6313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8" name="pt5148"/>
            <p:cNvSpPr/>
            <p:nvPr/>
          </p:nvSpPr>
          <p:spPr>
            <a:xfrm>
              <a:off x="5204419" y="62981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9" name="pt5149"/>
            <p:cNvSpPr/>
            <p:nvPr/>
          </p:nvSpPr>
          <p:spPr>
            <a:xfrm>
              <a:off x="5198284" y="62910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0" name="pt5150"/>
            <p:cNvSpPr/>
            <p:nvPr/>
          </p:nvSpPr>
          <p:spPr>
            <a:xfrm>
              <a:off x="5210202" y="6299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1" name="pt5151"/>
            <p:cNvSpPr/>
            <p:nvPr/>
          </p:nvSpPr>
          <p:spPr>
            <a:xfrm>
              <a:off x="5216444" y="6292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2" name="pt5152"/>
            <p:cNvSpPr/>
            <p:nvPr/>
          </p:nvSpPr>
          <p:spPr>
            <a:xfrm>
              <a:off x="5556685" y="61167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3" name="pt5153"/>
            <p:cNvSpPr/>
            <p:nvPr/>
          </p:nvSpPr>
          <p:spPr>
            <a:xfrm>
              <a:off x="5227406" y="6327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4" name="pt5154"/>
            <p:cNvSpPr/>
            <p:nvPr/>
          </p:nvSpPr>
          <p:spPr>
            <a:xfrm>
              <a:off x="5217108" y="6317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5" name="pt5155"/>
            <p:cNvSpPr/>
            <p:nvPr/>
          </p:nvSpPr>
          <p:spPr>
            <a:xfrm>
              <a:off x="5216296" y="6288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6" name="pt5156"/>
            <p:cNvSpPr/>
            <p:nvPr/>
          </p:nvSpPr>
          <p:spPr>
            <a:xfrm>
              <a:off x="5200429" y="62949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7" name="pt5157"/>
            <p:cNvSpPr/>
            <p:nvPr/>
          </p:nvSpPr>
          <p:spPr>
            <a:xfrm>
              <a:off x="5205171" y="6316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8" name="pt5158"/>
            <p:cNvSpPr/>
            <p:nvPr/>
          </p:nvSpPr>
          <p:spPr>
            <a:xfrm>
              <a:off x="5217068" y="6324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9" name="pt5159"/>
            <p:cNvSpPr/>
            <p:nvPr/>
          </p:nvSpPr>
          <p:spPr>
            <a:xfrm>
              <a:off x="5208642" y="6288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0" name="pt5160"/>
            <p:cNvSpPr/>
            <p:nvPr/>
          </p:nvSpPr>
          <p:spPr>
            <a:xfrm>
              <a:off x="5211504" y="6297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1" name="pt5161"/>
            <p:cNvSpPr/>
            <p:nvPr/>
          </p:nvSpPr>
          <p:spPr>
            <a:xfrm>
              <a:off x="5206465" y="6274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2" name="pt5162"/>
            <p:cNvSpPr/>
            <p:nvPr/>
          </p:nvSpPr>
          <p:spPr>
            <a:xfrm>
              <a:off x="5446215" y="5866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3" name="pt5163"/>
            <p:cNvSpPr/>
            <p:nvPr/>
          </p:nvSpPr>
          <p:spPr>
            <a:xfrm>
              <a:off x="5363679" y="6105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4" name="pt5164"/>
            <p:cNvSpPr/>
            <p:nvPr/>
          </p:nvSpPr>
          <p:spPr>
            <a:xfrm>
              <a:off x="5183253" y="6275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5" name="pt5165"/>
            <p:cNvSpPr/>
            <p:nvPr/>
          </p:nvSpPr>
          <p:spPr>
            <a:xfrm>
              <a:off x="5399671" y="6220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6" name="pt5166"/>
            <p:cNvSpPr/>
            <p:nvPr/>
          </p:nvSpPr>
          <p:spPr>
            <a:xfrm>
              <a:off x="5309641" y="62005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7" name="pt5167"/>
            <p:cNvSpPr/>
            <p:nvPr/>
          </p:nvSpPr>
          <p:spPr>
            <a:xfrm>
              <a:off x="5215968" y="6307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8" name="pt5168"/>
            <p:cNvSpPr/>
            <p:nvPr/>
          </p:nvSpPr>
          <p:spPr>
            <a:xfrm>
              <a:off x="5208629" y="6299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9" name="pt5169"/>
            <p:cNvSpPr/>
            <p:nvPr/>
          </p:nvSpPr>
          <p:spPr>
            <a:xfrm>
              <a:off x="5218801" y="6283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0" name="pt5170"/>
            <p:cNvSpPr/>
            <p:nvPr/>
          </p:nvSpPr>
          <p:spPr>
            <a:xfrm>
              <a:off x="5312661" y="6277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1" name="pt5171"/>
            <p:cNvSpPr/>
            <p:nvPr/>
          </p:nvSpPr>
          <p:spPr>
            <a:xfrm>
              <a:off x="5523386" y="6024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2" name="pt5172"/>
            <p:cNvSpPr/>
            <p:nvPr/>
          </p:nvSpPr>
          <p:spPr>
            <a:xfrm>
              <a:off x="5242233" y="6283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3" name="pt5173"/>
            <p:cNvSpPr/>
            <p:nvPr/>
          </p:nvSpPr>
          <p:spPr>
            <a:xfrm>
              <a:off x="5206440" y="6290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4" name="pt5174"/>
            <p:cNvSpPr/>
            <p:nvPr/>
          </p:nvSpPr>
          <p:spPr>
            <a:xfrm>
              <a:off x="5231866" y="6183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5" name="pt5175"/>
            <p:cNvSpPr/>
            <p:nvPr/>
          </p:nvSpPr>
          <p:spPr>
            <a:xfrm>
              <a:off x="5436980" y="5916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6" name="pt5176"/>
            <p:cNvSpPr/>
            <p:nvPr/>
          </p:nvSpPr>
          <p:spPr>
            <a:xfrm>
              <a:off x="5215105" y="63018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7" name="pt5177"/>
            <p:cNvSpPr/>
            <p:nvPr/>
          </p:nvSpPr>
          <p:spPr>
            <a:xfrm>
              <a:off x="5186530" y="6304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8" name="pt5178"/>
            <p:cNvSpPr/>
            <p:nvPr/>
          </p:nvSpPr>
          <p:spPr>
            <a:xfrm>
              <a:off x="5371243" y="60650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9" name="pt5179"/>
            <p:cNvSpPr/>
            <p:nvPr/>
          </p:nvSpPr>
          <p:spPr>
            <a:xfrm>
              <a:off x="5250738" y="6269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0" name="pt5180"/>
            <p:cNvSpPr/>
            <p:nvPr/>
          </p:nvSpPr>
          <p:spPr>
            <a:xfrm>
              <a:off x="5318635" y="6278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1" name="pt5181"/>
            <p:cNvSpPr/>
            <p:nvPr/>
          </p:nvSpPr>
          <p:spPr>
            <a:xfrm>
              <a:off x="5396228" y="61394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2" name="pt5182"/>
            <p:cNvSpPr/>
            <p:nvPr/>
          </p:nvSpPr>
          <p:spPr>
            <a:xfrm>
              <a:off x="5207979" y="63164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3" name="pt5183"/>
            <p:cNvSpPr/>
            <p:nvPr/>
          </p:nvSpPr>
          <p:spPr>
            <a:xfrm>
              <a:off x="5219555" y="6288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4" name="pt5184"/>
            <p:cNvSpPr/>
            <p:nvPr/>
          </p:nvSpPr>
          <p:spPr>
            <a:xfrm>
              <a:off x="5285123" y="62676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5" name="pt5185"/>
            <p:cNvSpPr/>
            <p:nvPr/>
          </p:nvSpPr>
          <p:spPr>
            <a:xfrm>
              <a:off x="5211008" y="62938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6" name="pt5186"/>
            <p:cNvSpPr/>
            <p:nvPr/>
          </p:nvSpPr>
          <p:spPr>
            <a:xfrm>
              <a:off x="5206375" y="6318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7" name="pt5187"/>
            <p:cNvSpPr/>
            <p:nvPr/>
          </p:nvSpPr>
          <p:spPr>
            <a:xfrm>
              <a:off x="5227119" y="6314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8" name="pt5188"/>
            <p:cNvSpPr/>
            <p:nvPr/>
          </p:nvSpPr>
          <p:spPr>
            <a:xfrm>
              <a:off x="5572586" y="5837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9" name="pt5189"/>
            <p:cNvSpPr/>
            <p:nvPr/>
          </p:nvSpPr>
          <p:spPr>
            <a:xfrm>
              <a:off x="5213964" y="6301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0" name="pt5190"/>
            <p:cNvSpPr/>
            <p:nvPr/>
          </p:nvSpPr>
          <p:spPr>
            <a:xfrm>
              <a:off x="5226322" y="6304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1" name="pt5191"/>
            <p:cNvSpPr/>
            <p:nvPr/>
          </p:nvSpPr>
          <p:spPr>
            <a:xfrm>
              <a:off x="5208409" y="6030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2" name="pt5192"/>
            <p:cNvSpPr/>
            <p:nvPr/>
          </p:nvSpPr>
          <p:spPr>
            <a:xfrm>
              <a:off x="5202686" y="6313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3" name="pt5193"/>
            <p:cNvSpPr/>
            <p:nvPr/>
          </p:nvSpPr>
          <p:spPr>
            <a:xfrm>
              <a:off x="5210418" y="62748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4" name="pt5194"/>
            <p:cNvSpPr/>
            <p:nvPr/>
          </p:nvSpPr>
          <p:spPr>
            <a:xfrm>
              <a:off x="5207125" y="6314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5" name="pt5195"/>
            <p:cNvSpPr/>
            <p:nvPr/>
          </p:nvSpPr>
          <p:spPr>
            <a:xfrm>
              <a:off x="5218699" y="6267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6" name="pt5196"/>
            <p:cNvSpPr/>
            <p:nvPr/>
          </p:nvSpPr>
          <p:spPr>
            <a:xfrm>
              <a:off x="5220070" y="6285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7" name="pt5197"/>
            <p:cNvSpPr/>
            <p:nvPr/>
          </p:nvSpPr>
          <p:spPr>
            <a:xfrm>
              <a:off x="5222330" y="63100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8" name="pt5198"/>
            <p:cNvSpPr/>
            <p:nvPr/>
          </p:nvSpPr>
          <p:spPr>
            <a:xfrm>
              <a:off x="5216723" y="62956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9" name="pt5199"/>
            <p:cNvSpPr/>
            <p:nvPr/>
          </p:nvSpPr>
          <p:spPr>
            <a:xfrm>
              <a:off x="5205855" y="6294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0" name="pt5200"/>
            <p:cNvSpPr/>
            <p:nvPr/>
          </p:nvSpPr>
          <p:spPr>
            <a:xfrm>
              <a:off x="5326827" y="6107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1" name="pt5201"/>
            <p:cNvSpPr/>
            <p:nvPr/>
          </p:nvSpPr>
          <p:spPr>
            <a:xfrm>
              <a:off x="5216563" y="62897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2" name="pt5202"/>
            <p:cNvSpPr/>
            <p:nvPr/>
          </p:nvSpPr>
          <p:spPr>
            <a:xfrm>
              <a:off x="5414959" y="62371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3" name="pt5203"/>
            <p:cNvSpPr/>
            <p:nvPr/>
          </p:nvSpPr>
          <p:spPr>
            <a:xfrm>
              <a:off x="5412161" y="6011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4" name="pt5204"/>
            <p:cNvSpPr/>
            <p:nvPr/>
          </p:nvSpPr>
          <p:spPr>
            <a:xfrm>
              <a:off x="5207842" y="6296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5" name="pt5205"/>
            <p:cNvSpPr/>
            <p:nvPr/>
          </p:nvSpPr>
          <p:spPr>
            <a:xfrm>
              <a:off x="5212078" y="6286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6" name="pt5206"/>
            <p:cNvSpPr/>
            <p:nvPr/>
          </p:nvSpPr>
          <p:spPr>
            <a:xfrm>
              <a:off x="5205242" y="6295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7" name="pt5207"/>
            <p:cNvSpPr/>
            <p:nvPr/>
          </p:nvSpPr>
          <p:spPr>
            <a:xfrm>
              <a:off x="5427119" y="6169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8" name="pt5208"/>
            <p:cNvSpPr/>
            <p:nvPr/>
          </p:nvSpPr>
          <p:spPr>
            <a:xfrm>
              <a:off x="5213164" y="62982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9" name="pt5209"/>
            <p:cNvSpPr/>
            <p:nvPr/>
          </p:nvSpPr>
          <p:spPr>
            <a:xfrm>
              <a:off x="5215870" y="6280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0" name="pt5210"/>
            <p:cNvSpPr/>
            <p:nvPr/>
          </p:nvSpPr>
          <p:spPr>
            <a:xfrm>
              <a:off x="5313860" y="62256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1" name="pt5211"/>
            <p:cNvSpPr/>
            <p:nvPr/>
          </p:nvSpPr>
          <p:spPr>
            <a:xfrm>
              <a:off x="5214681" y="6285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2" name="pt5212"/>
            <p:cNvSpPr/>
            <p:nvPr/>
          </p:nvSpPr>
          <p:spPr>
            <a:xfrm>
              <a:off x="5211388" y="63009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3" name="pt5213"/>
            <p:cNvSpPr/>
            <p:nvPr/>
          </p:nvSpPr>
          <p:spPr>
            <a:xfrm>
              <a:off x="5190834" y="6313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4" name="pt5214"/>
            <p:cNvSpPr/>
            <p:nvPr/>
          </p:nvSpPr>
          <p:spPr>
            <a:xfrm>
              <a:off x="5272380" y="6268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5" name="pt5215"/>
            <p:cNvSpPr/>
            <p:nvPr/>
          </p:nvSpPr>
          <p:spPr>
            <a:xfrm>
              <a:off x="5211216" y="6296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6" name="pt5216"/>
            <p:cNvSpPr/>
            <p:nvPr/>
          </p:nvSpPr>
          <p:spPr>
            <a:xfrm>
              <a:off x="5209773" y="62973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7" name="pt5217"/>
            <p:cNvSpPr/>
            <p:nvPr/>
          </p:nvSpPr>
          <p:spPr>
            <a:xfrm>
              <a:off x="5330271" y="62759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8" name="pt5218"/>
            <p:cNvSpPr/>
            <p:nvPr/>
          </p:nvSpPr>
          <p:spPr>
            <a:xfrm>
              <a:off x="5217949" y="6289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9" name="pt5219"/>
            <p:cNvSpPr/>
            <p:nvPr/>
          </p:nvSpPr>
          <p:spPr>
            <a:xfrm>
              <a:off x="5247825" y="6302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0" name="pt5220"/>
            <p:cNvSpPr/>
            <p:nvPr/>
          </p:nvSpPr>
          <p:spPr>
            <a:xfrm>
              <a:off x="5222362" y="6295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1" name="pt5221"/>
            <p:cNvSpPr/>
            <p:nvPr/>
          </p:nvSpPr>
          <p:spPr>
            <a:xfrm>
              <a:off x="5211717" y="6267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2" name="pt5222"/>
            <p:cNvSpPr/>
            <p:nvPr/>
          </p:nvSpPr>
          <p:spPr>
            <a:xfrm>
              <a:off x="5216152" y="62812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3" name="pt5223"/>
            <p:cNvSpPr/>
            <p:nvPr/>
          </p:nvSpPr>
          <p:spPr>
            <a:xfrm>
              <a:off x="5201604" y="6311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4" name="pt5224"/>
            <p:cNvSpPr/>
            <p:nvPr/>
          </p:nvSpPr>
          <p:spPr>
            <a:xfrm>
              <a:off x="5314159" y="62578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5" name="pt5225"/>
            <p:cNvSpPr/>
            <p:nvPr/>
          </p:nvSpPr>
          <p:spPr>
            <a:xfrm>
              <a:off x="5548539" y="61056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6" name="pt5226"/>
            <p:cNvSpPr/>
            <p:nvPr/>
          </p:nvSpPr>
          <p:spPr>
            <a:xfrm>
              <a:off x="5200537" y="63106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7" name="pt5227"/>
            <p:cNvSpPr/>
            <p:nvPr/>
          </p:nvSpPr>
          <p:spPr>
            <a:xfrm>
              <a:off x="5218309" y="62858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8" name="pt5228"/>
            <p:cNvSpPr/>
            <p:nvPr/>
          </p:nvSpPr>
          <p:spPr>
            <a:xfrm>
              <a:off x="5601376" y="6048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9" name="pt5229"/>
            <p:cNvSpPr/>
            <p:nvPr/>
          </p:nvSpPr>
          <p:spPr>
            <a:xfrm>
              <a:off x="5201406" y="6316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0" name="pt5230"/>
            <p:cNvSpPr/>
            <p:nvPr/>
          </p:nvSpPr>
          <p:spPr>
            <a:xfrm>
              <a:off x="5227975" y="6299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1" name="pt5231"/>
            <p:cNvSpPr/>
            <p:nvPr/>
          </p:nvSpPr>
          <p:spPr>
            <a:xfrm>
              <a:off x="5215603" y="6283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2" name="pt5232"/>
            <p:cNvSpPr/>
            <p:nvPr/>
          </p:nvSpPr>
          <p:spPr>
            <a:xfrm>
              <a:off x="5364664" y="6117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3" name="pt5233"/>
            <p:cNvSpPr/>
            <p:nvPr/>
          </p:nvSpPr>
          <p:spPr>
            <a:xfrm>
              <a:off x="5214007" y="62061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4" name="pt5234"/>
            <p:cNvSpPr/>
            <p:nvPr/>
          </p:nvSpPr>
          <p:spPr>
            <a:xfrm>
              <a:off x="5203081" y="63297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5" name="pt5235"/>
            <p:cNvSpPr/>
            <p:nvPr/>
          </p:nvSpPr>
          <p:spPr>
            <a:xfrm>
              <a:off x="5209130" y="6265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6" name="pt5236"/>
            <p:cNvSpPr/>
            <p:nvPr/>
          </p:nvSpPr>
          <p:spPr>
            <a:xfrm>
              <a:off x="5209194" y="6317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7" name="pt5237"/>
            <p:cNvSpPr/>
            <p:nvPr/>
          </p:nvSpPr>
          <p:spPr>
            <a:xfrm>
              <a:off x="5294759" y="62748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8" name="pt5238"/>
            <p:cNvSpPr/>
            <p:nvPr/>
          </p:nvSpPr>
          <p:spPr>
            <a:xfrm>
              <a:off x="5215149" y="6313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9" name="pt5239"/>
            <p:cNvSpPr/>
            <p:nvPr/>
          </p:nvSpPr>
          <p:spPr>
            <a:xfrm>
              <a:off x="5432689" y="6183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0" name="pt5240"/>
            <p:cNvSpPr/>
            <p:nvPr/>
          </p:nvSpPr>
          <p:spPr>
            <a:xfrm>
              <a:off x="5212580" y="63273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1" name="pt5241"/>
            <p:cNvSpPr/>
            <p:nvPr/>
          </p:nvSpPr>
          <p:spPr>
            <a:xfrm>
              <a:off x="5480249" y="6002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2" name="pt5242"/>
            <p:cNvSpPr/>
            <p:nvPr/>
          </p:nvSpPr>
          <p:spPr>
            <a:xfrm>
              <a:off x="5221600" y="63047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3" name="pt5243"/>
            <p:cNvSpPr/>
            <p:nvPr/>
          </p:nvSpPr>
          <p:spPr>
            <a:xfrm>
              <a:off x="5214486" y="63064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4" name="pt5244"/>
            <p:cNvSpPr/>
            <p:nvPr/>
          </p:nvSpPr>
          <p:spPr>
            <a:xfrm>
              <a:off x="5205225" y="6254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5" name="pt5245"/>
            <p:cNvSpPr/>
            <p:nvPr/>
          </p:nvSpPr>
          <p:spPr>
            <a:xfrm>
              <a:off x="5443346" y="6223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6" name="pt5246"/>
            <p:cNvSpPr/>
            <p:nvPr/>
          </p:nvSpPr>
          <p:spPr>
            <a:xfrm>
              <a:off x="5209766" y="6292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7" name="pt5247"/>
            <p:cNvSpPr/>
            <p:nvPr/>
          </p:nvSpPr>
          <p:spPr>
            <a:xfrm>
              <a:off x="5221804" y="62402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8" name="pt5248"/>
            <p:cNvSpPr/>
            <p:nvPr/>
          </p:nvSpPr>
          <p:spPr>
            <a:xfrm>
              <a:off x="5443695" y="60883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9" name="pt5249"/>
            <p:cNvSpPr/>
            <p:nvPr/>
          </p:nvSpPr>
          <p:spPr>
            <a:xfrm>
              <a:off x="5246819" y="6276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0" name="pt5250"/>
            <p:cNvSpPr/>
            <p:nvPr/>
          </p:nvSpPr>
          <p:spPr>
            <a:xfrm>
              <a:off x="5213580" y="6189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1" name="pt5251"/>
            <p:cNvSpPr/>
            <p:nvPr/>
          </p:nvSpPr>
          <p:spPr>
            <a:xfrm>
              <a:off x="5216651" y="6313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2" name="pt5252"/>
            <p:cNvSpPr/>
            <p:nvPr/>
          </p:nvSpPr>
          <p:spPr>
            <a:xfrm>
              <a:off x="5209700" y="62787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3" name="pt5253"/>
            <p:cNvSpPr/>
            <p:nvPr/>
          </p:nvSpPr>
          <p:spPr>
            <a:xfrm>
              <a:off x="5207625" y="6304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4" name="pt5254"/>
            <p:cNvSpPr/>
            <p:nvPr/>
          </p:nvSpPr>
          <p:spPr>
            <a:xfrm>
              <a:off x="5212514" y="6317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5" name="pt5255"/>
            <p:cNvSpPr/>
            <p:nvPr/>
          </p:nvSpPr>
          <p:spPr>
            <a:xfrm>
              <a:off x="5214365" y="6266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6" name="pt5256"/>
            <p:cNvSpPr/>
            <p:nvPr/>
          </p:nvSpPr>
          <p:spPr>
            <a:xfrm>
              <a:off x="5524715" y="59123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7" name="pt5257"/>
            <p:cNvSpPr/>
            <p:nvPr/>
          </p:nvSpPr>
          <p:spPr>
            <a:xfrm>
              <a:off x="5213927" y="6332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8" name="pt5258"/>
            <p:cNvSpPr/>
            <p:nvPr/>
          </p:nvSpPr>
          <p:spPr>
            <a:xfrm>
              <a:off x="5212114" y="6314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9" name="pt5259"/>
            <p:cNvSpPr/>
            <p:nvPr/>
          </p:nvSpPr>
          <p:spPr>
            <a:xfrm>
              <a:off x="5208132" y="6303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0" name="pt5260"/>
            <p:cNvSpPr/>
            <p:nvPr/>
          </p:nvSpPr>
          <p:spPr>
            <a:xfrm>
              <a:off x="5203588" y="63141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1" name="pt5261"/>
            <p:cNvSpPr/>
            <p:nvPr/>
          </p:nvSpPr>
          <p:spPr>
            <a:xfrm>
              <a:off x="5207747" y="6296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2" name="pt5262"/>
            <p:cNvSpPr/>
            <p:nvPr/>
          </p:nvSpPr>
          <p:spPr>
            <a:xfrm>
              <a:off x="5258905" y="6282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3" name="pt5263"/>
            <p:cNvSpPr/>
            <p:nvPr/>
          </p:nvSpPr>
          <p:spPr>
            <a:xfrm>
              <a:off x="5220704" y="63175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4" name="pt5264"/>
            <p:cNvSpPr/>
            <p:nvPr/>
          </p:nvSpPr>
          <p:spPr>
            <a:xfrm>
              <a:off x="5199950" y="62996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5" name="pt5265"/>
            <p:cNvSpPr/>
            <p:nvPr/>
          </p:nvSpPr>
          <p:spPr>
            <a:xfrm>
              <a:off x="5555323" y="61733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6" name="pt5266"/>
            <p:cNvSpPr/>
            <p:nvPr/>
          </p:nvSpPr>
          <p:spPr>
            <a:xfrm>
              <a:off x="5223441" y="6286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7" name="pt5267"/>
            <p:cNvSpPr/>
            <p:nvPr/>
          </p:nvSpPr>
          <p:spPr>
            <a:xfrm>
              <a:off x="5363397" y="6265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8" name="pt5268"/>
            <p:cNvSpPr/>
            <p:nvPr/>
          </p:nvSpPr>
          <p:spPr>
            <a:xfrm>
              <a:off x="5210055" y="62789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9" name="pt5269"/>
            <p:cNvSpPr/>
            <p:nvPr/>
          </p:nvSpPr>
          <p:spPr>
            <a:xfrm>
              <a:off x="5205165" y="6282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0" name="pt5270"/>
            <p:cNvSpPr/>
            <p:nvPr/>
          </p:nvSpPr>
          <p:spPr>
            <a:xfrm>
              <a:off x="5213224" y="6292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1" name="pt5271"/>
            <p:cNvSpPr/>
            <p:nvPr/>
          </p:nvSpPr>
          <p:spPr>
            <a:xfrm>
              <a:off x="5215619" y="6284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2" name="pt5272"/>
            <p:cNvSpPr/>
            <p:nvPr/>
          </p:nvSpPr>
          <p:spPr>
            <a:xfrm>
              <a:off x="5185799" y="63004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3" name="pt5273"/>
            <p:cNvSpPr/>
            <p:nvPr/>
          </p:nvSpPr>
          <p:spPr>
            <a:xfrm>
              <a:off x="5535741" y="6080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4" name="pt5274"/>
            <p:cNvSpPr/>
            <p:nvPr/>
          </p:nvSpPr>
          <p:spPr>
            <a:xfrm>
              <a:off x="5342733" y="6279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5" name="pt5275"/>
            <p:cNvSpPr/>
            <p:nvPr/>
          </p:nvSpPr>
          <p:spPr>
            <a:xfrm>
              <a:off x="5368005" y="6137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6" name="pt5276"/>
            <p:cNvSpPr/>
            <p:nvPr/>
          </p:nvSpPr>
          <p:spPr>
            <a:xfrm>
              <a:off x="5209377" y="62500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7" name="pt5277"/>
            <p:cNvSpPr/>
            <p:nvPr/>
          </p:nvSpPr>
          <p:spPr>
            <a:xfrm>
              <a:off x="5209938" y="6291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8" name="pt5278"/>
            <p:cNvSpPr/>
            <p:nvPr/>
          </p:nvSpPr>
          <p:spPr>
            <a:xfrm>
              <a:off x="5215901" y="6310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9" name="pt5279"/>
            <p:cNvSpPr/>
            <p:nvPr/>
          </p:nvSpPr>
          <p:spPr>
            <a:xfrm>
              <a:off x="5429312" y="5764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0" name="pt5280"/>
            <p:cNvSpPr/>
            <p:nvPr/>
          </p:nvSpPr>
          <p:spPr>
            <a:xfrm>
              <a:off x="5219455" y="6294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1" name="pt5281"/>
            <p:cNvSpPr/>
            <p:nvPr/>
          </p:nvSpPr>
          <p:spPr>
            <a:xfrm>
              <a:off x="5224772" y="62931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2" name="pt5282"/>
            <p:cNvSpPr/>
            <p:nvPr/>
          </p:nvSpPr>
          <p:spPr>
            <a:xfrm>
              <a:off x="5362641" y="6176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3" name="pt5283"/>
            <p:cNvSpPr/>
            <p:nvPr/>
          </p:nvSpPr>
          <p:spPr>
            <a:xfrm>
              <a:off x="5414878" y="6190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4" name="pt5284"/>
            <p:cNvSpPr/>
            <p:nvPr/>
          </p:nvSpPr>
          <p:spPr>
            <a:xfrm>
              <a:off x="5229196" y="6240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5" name="pt5285"/>
            <p:cNvSpPr/>
            <p:nvPr/>
          </p:nvSpPr>
          <p:spPr>
            <a:xfrm>
              <a:off x="5208727" y="6300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6" name="pt5286"/>
            <p:cNvSpPr/>
            <p:nvPr/>
          </p:nvSpPr>
          <p:spPr>
            <a:xfrm>
              <a:off x="5214713" y="6313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7" name="pt5287"/>
            <p:cNvSpPr/>
            <p:nvPr/>
          </p:nvSpPr>
          <p:spPr>
            <a:xfrm>
              <a:off x="5214550" y="6088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8" name="pt5288"/>
            <p:cNvSpPr/>
            <p:nvPr/>
          </p:nvSpPr>
          <p:spPr>
            <a:xfrm>
              <a:off x="5201410" y="6309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9" name="pt5289"/>
            <p:cNvSpPr/>
            <p:nvPr/>
          </p:nvSpPr>
          <p:spPr>
            <a:xfrm>
              <a:off x="5278814" y="6251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0" name="pt5290"/>
            <p:cNvSpPr/>
            <p:nvPr/>
          </p:nvSpPr>
          <p:spPr>
            <a:xfrm>
              <a:off x="5204893" y="63174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1" name="pt5291"/>
            <p:cNvSpPr/>
            <p:nvPr/>
          </p:nvSpPr>
          <p:spPr>
            <a:xfrm>
              <a:off x="5205477" y="62713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2" name="pt5292"/>
            <p:cNvSpPr/>
            <p:nvPr/>
          </p:nvSpPr>
          <p:spPr>
            <a:xfrm>
              <a:off x="5264152" y="62711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3" name="pt5293"/>
            <p:cNvSpPr/>
            <p:nvPr/>
          </p:nvSpPr>
          <p:spPr>
            <a:xfrm>
              <a:off x="5204489" y="6303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4" name="pt5294"/>
            <p:cNvSpPr/>
            <p:nvPr/>
          </p:nvSpPr>
          <p:spPr>
            <a:xfrm>
              <a:off x="5421344" y="6137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5" name="pt5295"/>
            <p:cNvSpPr/>
            <p:nvPr/>
          </p:nvSpPr>
          <p:spPr>
            <a:xfrm>
              <a:off x="5274597" y="62677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6" name="pt5296"/>
            <p:cNvSpPr/>
            <p:nvPr/>
          </p:nvSpPr>
          <p:spPr>
            <a:xfrm>
              <a:off x="5213239" y="6310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7" name="pt5297"/>
            <p:cNvSpPr/>
            <p:nvPr/>
          </p:nvSpPr>
          <p:spPr>
            <a:xfrm>
              <a:off x="5261052" y="6264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8" name="pt5298"/>
            <p:cNvSpPr/>
            <p:nvPr/>
          </p:nvSpPr>
          <p:spPr>
            <a:xfrm>
              <a:off x="5207274" y="62998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9" name="pt5299"/>
            <p:cNvSpPr/>
            <p:nvPr/>
          </p:nvSpPr>
          <p:spPr>
            <a:xfrm>
              <a:off x="5212324" y="6280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0" name="pt5300"/>
            <p:cNvSpPr/>
            <p:nvPr/>
          </p:nvSpPr>
          <p:spPr>
            <a:xfrm>
              <a:off x="5207502" y="63140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1" name="pt5301"/>
            <p:cNvSpPr/>
            <p:nvPr/>
          </p:nvSpPr>
          <p:spPr>
            <a:xfrm>
              <a:off x="5265023" y="6241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2" name="pt5302"/>
            <p:cNvSpPr/>
            <p:nvPr/>
          </p:nvSpPr>
          <p:spPr>
            <a:xfrm>
              <a:off x="5279953" y="62445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3" name="pt5303"/>
            <p:cNvSpPr/>
            <p:nvPr/>
          </p:nvSpPr>
          <p:spPr>
            <a:xfrm>
              <a:off x="5208321" y="63057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4" name="pt5304"/>
            <p:cNvSpPr/>
            <p:nvPr/>
          </p:nvSpPr>
          <p:spPr>
            <a:xfrm>
              <a:off x="5218578" y="6315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5" name="pt5305"/>
            <p:cNvSpPr/>
            <p:nvPr/>
          </p:nvSpPr>
          <p:spPr>
            <a:xfrm>
              <a:off x="5207357" y="6300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6" name="pt5306"/>
            <p:cNvSpPr/>
            <p:nvPr/>
          </p:nvSpPr>
          <p:spPr>
            <a:xfrm>
              <a:off x="5301213" y="6244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7" name="pt5307"/>
            <p:cNvSpPr/>
            <p:nvPr/>
          </p:nvSpPr>
          <p:spPr>
            <a:xfrm>
              <a:off x="5298707" y="6291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8" name="pt5308"/>
            <p:cNvSpPr/>
            <p:nvPr/>
          </p:nvSpPr>
          <p:spPr>
            <a:xfrm>
              <a:off x="5251945" y="62338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9" name="pt5309"/>
            <p:cNvSpPr/>
            <p:nvPr/>
          </p:nvSpPr>
          <p:spPr>
            <a:xfrm>
              <a:off x="5250006" y="62292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0" name="pt5310"/>
            <p:cNvSpPr/>
            <p:nvPr/>
          </p:nvSpPr>
          <p:spPr>
            <a:xfrm>
              <a:off x="5211059" y="6324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1" name="pt5311"/>
            <p:cNvSpPr/>
            <p:nvPr/>
          </p:nvSpPr>
          <p:spPr>
            <a:xfrm>
              <a:off x="5437010" y="6152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2" name="pt5312"/>
            <p:cNvSpPr/>
            <p:nvPr/>
          </p:nvSpPr>
          <p:spPr>
            <a:xfrm>
              <a:off x="5194647" y="6306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3" name="pt5313"/>
            <p:cNvSpPr/>
            <p:nvPr/>
          </p:nvSpPr>
          <p:spPr>
            <a:xfrm>
              <a:off x="5203323" y="6302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4" name="pt5314"/>
            <p:cNvSpPr/>
            <p:nvPr/>
          </p:nvSpPr>
          <p:spPr>
            <a:xfrm>
              <a:off x="5240886" y="62796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5" name="pt5315"/>
            <p:cNvSpPr/>
            <p:nvPr/>
          </p:nvSpPr>
          <p:spPr>
            <a:xfrm>
              <a:off x="5204468" y="6286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6" name="pt5316"/>
            <p:cNvSpPr/>
            <p:nvPr/>
          </p:nvSpPr>
          <p:spPr>
            <a:xfrm>
              <a:off x="5210792" y="6320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7" name="pt5317"/>
            <p:cNvSpPr/>
            <p:nvPr/>
          </p:nvSpPr>
          <p:spPr>
            <a:xfrm>
              <a:off x="5213514" y="62673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8" name="pt5318"/>
            <p:cNvSpPr/>
            <p:nvPr/>
          </p:nvSpPr>
          <p:spPr>
            <a:xfrm>
              <a:off x="5208704" y="61430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9" name="pt5319"/>
            <p:cNvSpPr/>
            <p:nvPr/>
          </p:nvSpPr>
          <p:spPr>
            <a:xfrm>
              <a:off x="5209534" y="6249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0" name="pt5320"/>
            <p:cNvSpPr/>
            <p:nvPr/>
          </p:nvSpPr>
          <p:spPr>
            <a:xfrm>
              <a:off x="5211547" y="6306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1" name="pt5321"/>
            <p:cNvSpPr/>
            <p:nvPr/>
          </p:nvSpPr>
          <p:spPr>
            <a:xfrm>
              <a:off x="5234731" y="6284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2" name="pt5322"/>
            <p:cNvSpPr/>
            <p:nvPr/>
          </p:nvSpPr>
          <p:spPr>
            <a:xfrm>
              <a:off x="5291188" y="6213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3" name="pt5323"/>
            <p:cNvSpPr/>
            <p:nvPr/>
          </p:nvSpPr>
          <p:spPr>
            <a:xfrm>
              <a:off x="5204360" y="63024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4" name="pt5324"/>
            <p:cNvSpPr/>
            <p:nvPr/>
          </p:nvSpPr>
          <p:spPr>
            <a:xfrm>
              <a:off x="5353660" y="6284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5" name="pt5325"/>
            <p:cNvSpPr/>
            <p:nvPr/>
          </p:nvSpPr>
          <p:spPr>
            <a:xfrm>
              <a:off x="5541353" y="6114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6" name="pt5326"/>
            <p:cNvSpPr/>
            <p:nvPr/>
          </p:nvSpPr>
          <p:spPr>
            <a:xfrm>
              <a:off x="5290928" y="6276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7" name="pt5327"/>
            <p:cNvSpPr/>
            <p:nvPr/>
          </p:nvSpPr>
          <p:spPr>
            <a:xfrm>
              <a:off x="5214558" y="6273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8" name="pt5328"/>
            <p:cNvSpPr/>
            <p:nvPr/>
          </p:nvSpPr>
          <p:spPr>
            <a:xfrm>
              <a:off x="5226069" y="6276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9" name="pt5329"/>
            <p:cNvSpPr/>
            <p:nvPr/>
          </p:nvSpPr>
          <p:spPr>
            <a:xfrm>
              <a:off x="5213999" y="6320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0" name="pt5330"/>
            <p:cNvSpPr/>
            <p:nvPr/>
          </p:nvSpPr>
          <p:spPr>
            <a:xfrm>
              <a:off x="5217434" y="63017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1" name="pt5331"/>
            <p:cNvSpPr/>
            <p:nvPr/>
          </p:nvSpPr>
          <p:spPr>
            <a:xfrm>
              <a:off x="5225254" y="6302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2" name="pt5332"/>
            <p:cNvSpPr/>
            <p:nvPr/>
          </p:nvSpPr>
          <p:spPr>
            <a:xfrm>
              <a:off x="5504771" y="6203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3" name="pt5333"/>
            <p:cNvSpPr/>
            <p:nvPr/>
          </p:nvSpPr>
          <p:spPr>
            <a:xfrm>
              <a:off x="5219899" y="62989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4" name="pt5334"/>
            <p:cNvSpPr/>
            <p:nvPr/>
          </p:nvSpPr>
          <p:spPr>
            <a:xfrm>
              <a:off x="5505482" y="6043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5" name="pt5335"/>
            <p:cNvSpPr/>
            <p:nvPr/>
          </p:nvSpPr>
          <p:spPr>
            <a:xfrm>
              <a:off x="5245207" y="6290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6" name="pt5336"/>
            <p:cNvSpPr/>
            <p:nvPr/>
          </p:nvSpPr>
          <p:spPr>
            <a:xfrm>
              <a:off x="5256961" y="6276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7" name="pt5337"/>
            <p:cNvSpPr/>
            <p:nvPr/>
          </p:nvSpPr>
          <p:spPr>
            <a:xfrm>
              <a:off x="5215642" y="63022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8" name="pt5338"/>
            <p:cNvSpPr/>
            <p:nvPr/>
          </p:nvSpPr>
          <p:spPr>
            <a:xfrm>
              <a:off x="5208178" y="6312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9" name="pt5339"/>
            <p:cNvSpPr/>
            <p:nvPr/>
          </p:nvSpPr>
          <p:spPr>
            <a:xfrm>
              <a:off x="5212547" y="6292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0" name="pt5340"/>
            <p:cNvSpPr/>
            <p:nvPr/>
          </p:nvSpPr>
          <p:spPr>
            <a:xfrm>
              <a:off x="5207116" y="62697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1" name="pt5341"/>
            <p:cNvSpPr/>
            <p:nvPr/>
          </p:nvSpPr>
          <p:spPr>
            <a:xfrm>
              <a:off x="5239316" y="6290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2" name="pt5342"/>
            <p:cNvSpPr/>
            <p:nvPr/>
          </p:nvSpPr>
          <p:spPr>
            <a:xfrm>
              <a:off x="5260654" y="6258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3" name="pt5343"/>
            <p:cNvSpPr/>
            <p:nvPr/>
          </p:nvSpPr>
          <p:spPr>
            <a:xfrm>
              <a:off x="5210453" y="6277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4" name="pt5344"/>
            <p:cNvSpPr/>
            <p:nvPr/>
          </p:nvSpPr>
          <p:spPr>
            <a:xfrm>
              <a:off x="5273996" y="6232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5" name="pt5345"/>
            <p:cNvSpPr/>
            <p:nvPr/>
          </p:nvSpPr>
          <p:spPr>
            <a:xfrm>
              <a:off x="5213853" y="6319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6" name="pt5346"/>
            <p:cNvSpPr/>
            <p:nvPr/>
          </p:nvSpPr>
          <p:spPr>
            <a:xfrm>
              <a:off x="5223664" y="63076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7" name="pt5347"/>
            <p:cNvSpPr/>
            <p:nvPr/>
          </p:nvSpPr>
          <p:spPr>
            <a:xfrm>
              <a:off x="5435535" y="62777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8" name="pt5348"/>
            <p:cNvSpPr/>
            <p:nvPr/>
          </p:nvSpPr>
          <p:spPr>
            <a:xfrm>
              <a:off x="5208137" y="6309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9" name="pt5349"/>
            <p:cNvSpPr/>
            <p:nvPr/>
          </p:nvSpPr>
          <p:spPr>
            <a:xfrm>
              <a:off x="5465938" y="61380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0" name="pt5350"/>
            <p:cNvSpPr/>
            <p:nvPr/>
          </p:nvSpPr>
          <p:spPr>
            <a:xfrm>
              <a:off x="5534669" y="6048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1" name="pt5351"/>
            <p:cNvSpPr/>
            <p:nvPr/>
          </p:nvSpPr>
          <p:spPr>
            <a:xfrm>
              <a:off x="5339024" y="6229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2" name="pt5352"/>
            <p:cNvSpPr/>
            <p:nvPr/>
          </p:nvSpPr>
          <p:spPr>
            <a:xfrm>
              <a:off x="5385246" y="6242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3" name="pt5353"/>
            <p:cNvSpPr/>
            <p:nvPr/>
          </p:nvSpPr>
          <p:spPr>
            <a:xfrm>
              <a:off x="5205026" y="6292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4" name="pt5354"/>
            <p:cNvSpPr/>
            <p:nvPr/>
          </p:nvSpPr>
          <p:spPr>
            <a:xfrm>
              <a:off x="5303566" y="6271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5" name="pt5355"/>
            <p:cNvSpPr/>
            <p:nvPr/>
          </p:nvSpPr>
          <p:spPr>
            <a:xfrm>
              <a:off x="5221985" y="6295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6" name="pt5356"/>
            <p:cNvSpPr/>
            <p:nvPr/>
          </p:nvSpPr>
          <p:spPr>
            <a:xfrm>
              <a:off x="5212007" y="6310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7" name="pt5357"/>
            <p:cNvSpPr/>
            <p:nvPr/>
          </p:nvSpPr>
          <p:spPr>
            <a:xfrm>
              <a:off x="5219821" y="62603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8" name="pt5358"/>
            <p:cNvSpPr/>
            <p:nvPr/>
          </p:nvSpPr>
          <p:spPr>
            <a:xfrm>
              <a:off x="5210922" y="6297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9" name="pt5359"/>
            <p:cNvSpPr/>
            <p:nvPr/>
          </p:nvSpPr>
          <p:spPr>
            <a:xfrm>
              <a:off x="5282955" y="6186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0" name="pt5360"/>
            <p:cNvSpPr/>
            <p:nvPr/>
          </p:nvSpPr>
          <p:spPr>
            <a:xfrm>
              <a:off x="5373585" y="62864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1" name="pt5361"/>
            <p:cNvSpPr/>
            <p:nvPr/>
          </p:nvSpPr>
          <p:spPr>
            <a:xfrm>
              <a:off x="5474199" y="6181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2" name="pt5362"/>
            <p:cNvSpPr/>
            <p:nvPr/>
          </p:nvSpPr>
          <p:spPr>
            <a:xfrm>
              <a:off x="5351314" y="61803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3" name="pt5363"/>
            <p:cNvSpPr/>
            <p:nvPr/>
          </p:nvSpPr>
          <p:spPr>
            <a:xfrm>
              <a:off x="5215257" y="6275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4" name="pt5364"/>
            <p:cNvSpPr/>
            <p:nvPr/>
          </p:nvSpPr>
          <p:spPr>
            <a:xfrm>
              <a:off x="5206538" y="62958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5" name="pt5365"/>
            <p:cNvSpPr/>
            <p:nvPr/>
          </p:nvSpPr>
          <p:spPr>
            <a:xfrm>
              <a:off x="5284007" y="6284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6" name="pt5366"/>
            <p:cNvSpPr/>
            <p:nvPr/>
          </p:nvSpPr>
          <p:spPr>
            <a:xfrm>
              <a:off x="5219058" y="6280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7" name="pt5367"/>
            <p:cNvSpPr/>
            <p:nvPr/>
          </p:nvSpPr>
          <p:spPr>
            <a:xfrm>
              <a:off x="5215294" y="62914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8" name="pt5368"/>
            <p:cNvSpPr/>
            <p:nvPr/>
          </p:nvSpPr>
          <p:spPr>
            <a:xfrm>
              <a:off x="5287680" y="6251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9" name="pt5369"/>
            <p:cNvSpPr/>
            <p:nvPr/>
          </p:nvSpPr>
          <p:spPr>
            <a:xfrm>
              <a:off x="5212123" y="6316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0" name="pt5370"/>
            <p:cNvSpPr/>
            <p:nvPr/>
          </p:nvSpPr>
          <p:spPr>
            <a:xfrm>
              <a:off x="5242260" y="6256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1" name="pt5371"/>
            <p:cNvSpPr/>
            <p:nvPr/>
          </p:nvSpPr>
          <p:spPr>
            <a:xfrm>
              <a:off x="5223188" y="62665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2" name="pt5372"/>
            <p:cNvSpPr/>
            <p:nvPr/>
          </p:nvSpPr>
          <p:spPr>
            <a:xfrm>
              <a:off x="5406442" y="6174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3" name="pt5373"/>
            <p:cNvSpPr/>
            <p:nvPr/>
          </p:nvSpPr>
          <p:spPr>
            <a:xfrm>
              <a:off x="5515292" y="58019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4" name="pt5374"/>
            <p:cNvSpPr/>
            <p:nvPr/>
          </p:nvSpPr>
          <p:spPr>
            <a:xfrm>
              <a:off x="5517622" y="5932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5" name="pt5375"/>
            <p:cNvSpPr/>
            <p:nvPr/>
          </p:nvSpPr>
          <p:spPr>
            <a:xfrm>
              <a:off x="5428842" y="62446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6" name="pt5376"/>
            <p:cNvSpPr/>
            <p:nvPr/>
          </p:nvSpPr>
          <p:spPr>
            <a:xfrm>
              <a:off x="5209430" y="6325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7" name="pt5377"/>
            <p:cNvSpPr/>
            <p:nvPr/>
          </p:nvSpPr>
          <p:spPr>
            <a:xfrm>
              <a:off x="5210800" y="6312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8" name="pt5378"/>
            <p:cNvSpPr/>
            <p:nvPr/>
          </p:nvSpPr>
          <p:spPr>
            <a:xfrm>
              <a:off x="5205710" y="6276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9" name="pt5379"/>
            <p:cNvSpPr/>
            <p:nvPr/>
          </p:nvSpPr>
          <p:spPr>
            <a:xfrm>
              <a:off x="5220308" y="6248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0" name="pt5380"/>
            <p:cNvSpPr/>
            <p:nvPr/>
          </p:nvSpPr>
          <p:spPr>
            <a:xfrm>
              <a:off x="5209573" y="62999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1" name="pt5381"/>
            <p:cNvSpPr/>
            <p:nvPr/>
          </p:nvSpPr>
          <p:spPr>
            <a:xfrm>
              <a:off x="5421815" y="6028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2" name="pt5382"/>
            <p:cNvSpPr/>
            <p:nvPr/>
          </p:nvSpPr>
          <p:spPr>
            <a:xfrm>
              <a:off x="5213254" y="63030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3" name="pt5383"/>
            <p:cNvSpPr/>
            <p:nvPr/>
          </p:nvSpPr>
          <p:spPr>
            <a:xfrm>
              <a:off x="5213496" y="62477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4" name="pt5384"/>
            <p:cNvSpPr/>
            <p:nvPr/>
          </p:nvSpPr>
          <p:spPr>
            <a:xfrm>
              <a:off x="5286714" y="6153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5" name="pt5385"/>
            <p:cNvSpPr/>
            <p:nvPr/>
          </p:nvSpPr>
          <p:spPr>
            <a:xfrm>
              <a:off x="5212618" y="6300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6" name="pt5386"/>
            <p:cNvSpPr/>
            <p:nvPr/>
          </p:nvSpPr>
          <p:spPr>
            <a:xfrm>
              <a:off x="5277045" y="6235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7" name="pt5387"/>
            <p:cNvSpPr/>
            <p:nvPr/>
          </p:nvSpPr>
          <p:spPr>
            <a:xfrm>
              <a:off x="5246408" y="6272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8" name="pt5388"/>
            <p:cNvSpPr/>
            <p:nvPr/>
          </p:nvSpPr>
          <p:spPr>
            <a:xfrm>
              <a:off x="5216168" y="6324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9" name="pt5389"/>
            <p:cNvSpPr/>
            <p:nvPr/>
          </p:nvSpPr>
          <p:spPr>
            <a:xfrm>
              <a:off x="5312228" y="62891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0" name="pt5390"/>
            <p:cNvSpPr/>
            <p:nvPr/>
          </p:nvSpPr>
          <p:spPr>
            <a:xfrm>
              <a:off x="5210349" y="63211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1" name="pt5391"/>
            <p:cNvSpPr/>
            <p:nvPr/>
          </p:nvSpPr>
          <p:spPr>
            <a:xfrm>
              <a:off x="5206481" y="6305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2" name="pt5392"/>
            <p:cNvSpPr/>
            <p:nvPr/>
          </p:nvSpPr>
          <p:spPr>
            <a:xfrm>
              <a:off x="5201182" y="6303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3" name="pt5393"/>
            <p:cNvSpPr/>
            <p:nvPr/>
          </p:nvSpPr>
          <p:spPr>
            <a:xfrm>
              <a:off x="5217063" y="6295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4" name="pt5394"/>
            <p:cNvSpPr/>
            <p:nvPr/>
          </p:nvSpPr>
          <p:spPr>
            <a:xfrm>
              <a:off x="5309966" y="6205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5" name="pt5395"/>
            <p:cNvSpPr/>
            <p:nvPr/>
          </p:nvSpPr>
          <p:spPr>
            <a:xfrm>
              <a:off x="5227253" y="6232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6" name="pt5396"/>
            <p:cNvSpPr/>
            <p:nvPr/>
          </p:nvSpPr>
          <p:spPr>
            <a:xfrm>
              <a:off x="5355189" y="6223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7" name="pt5397"/>
            <p:cNvSpPr/>
            <p:nvPr/>
          </p:nvSpPr>
          <p:spPr>
            <a:xfrm>
              <a:off x="5295592" y="6278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8" name="pt5398"/>
            <p:cNvSpPr/>
            <p:nvPr/>
          </p:nvSpPr>
          <p:spPr>
            <a:xfrm>
              <a:off x="5210521" y="6298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9" name="pt5399"/>
            <p:cNvSpPr/>
            <p:nvPr/>
          </p:nvSpPr>
          <p:spPr>
            <a:xfrm>
              <a:off x="5238356" y="5993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0" name="pt5400"/>
            <p:cNvSpPr/>
            <p:nvPr/>
          </p:nvSpPr>
          <p:spPr>
            <a:xfrm>
              <a:off x="5249415" y="6252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1" name="pt5401"/>
            <p:cNvSpPr/>
            <p:nvPr/>
          </p:nvSpPr>
          <p:spPr>
            <a:xfrm>
              <a:off x="5246394" y="6282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2" name="pt5402"/>
            <p:cNvSpPr/>
            <p:nvPr/>
          </p:nvSpPr>
          <p:spPr>
            <a:xfrm>
              <a:off x="5194246" y="62980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3" name="pt5403"/>
            <p:cNvSpPr/>
            <p:nvPr/>
          </p:nvSpPr>
          <p:spPr>
            <a:xfrm>
              <a:off x="5403801" y="62284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4" name="pt5404"/>
            <p:cNvSpPr/>
            <p:nvPr/>
          </p:nvSpPr>
          <p:spPr>
            <a:xfrm>
              <a:off x="5209846" y="6282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5" name="pt5405"/>
            <p:cNvSpPr/>
            <p:nvPr/>
          </p:nvSpPr>
          <p:spPr>
            <a:xfrm>
              <a:off x="5238785" y="6297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6" name="pt5406"/>
            <p:cNvSpPr/>
            <p:nvPr/>
          </p:nvSpPr>
          <p:spPr>
            <a:xfrm>
              <a:off x="5202791" y="62251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7" name="pt5407"/>
            <p:cNvSpPr/>
            <p:nvPr/>
          </p:nvSpPr>
          <p:spPr>
            <a:xfrm>
              <a:off x="5210976" y="62872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8" name="pt5408"/>
            <p:cNvSpPr/>
            <p:nvPr/>
          </p:nvSpPr>
          <p:spPr>
            <a:xfrm>
              <a:off x="5205816" y="6260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9" name="pt5409"/>
            <p:cNvSpPr/>
            <p:nvPr/>
          </p:nvSpPr>
          <p:spPr>
            <a:xfrm>
              <a:off x="5508275" y="6098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0" name="pt5410"/>
            <p:cNvSpPr/>
            <p:nvPr/>
          </p:nvSpPr>
          <p:spPr>
            <a:xfrm>
              <a:off x="5221233" y="6303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1" name="pt5411"/>
            <p:cNvSpPr/>
            <p:nvPr/>
          </p:nvSpPr>
          <p:spPr>
            <a:xfrm>
              <a:off x="5399223" y="6005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2" name="pt5412"/>
            <p:cNvSpPr/>
            <p:nvPr/>
          </p:nvSpPr>
          <p:spPr>
            <a:xfrm>
              <a:off x="5215041" y="6307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3" name="pt5413"/>
            <p:cNvSpPr/>
            <p:nvPr/>
          </p:nvSpPr>
          <p:spPr>
            <a:xfrm>
              <a:off x="5195222" y="63128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4" name="pt5414"/>
            <p:cNvSpPr/>
            <p:nvPr/>
          </p:nvSpPr>
          <p:spPr>
            <a:xfrm>
              <a:off x="5214187" y="6292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5" name="pt5415"/>
            <p:cNvSpPr/>
            <p:nvPr/>
          </p:nvSpPr>
          <p:spPr>
            <a:xfrm>
              <a:off x="5200530" y="6094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6" name="pt5416"/>
            <p:cNvSpPr/>
            <p:nvPr/>
          </p:nvSpPr>
          <p:spPr>
            <a:xfrm>
              <a:off x="5200984" y="6304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7" name="pt5417"/>
            <p:cNvSpPr/>
            <p:nvPr/>
          </p:nvSpPr>
          <p:spPr>
            <a:xfrm>
              <a:off x="5195813" y="62953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8" name="pt5418"/>
            <p:cNvSpPr/>
            <p:nvPr/>
          </p:nvSpPr>
          <p:spPr>
            <a:xfrm>
              <a:off x="5203293" y="6295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9" name="pt5419"/>
            <p:cNvSpPr/>
            <p:nvPr/>
          </p:nvSpPr>
          <p:spPr>
            <a:xfrm>
              <a:off x="5201919" y="63068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0" name="pt5420"/>
            <p:cNvSpPr/>
            <p:nvPr/>
          </p:nvSpPr>
          <p:spPr>
            <a:xfrm>
              <a:off x="5208816" y="63287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1" name="pt5421"/>
            <p:cNvSpPr/>
            <p:nvPr/>
          </p:nvSpPr>
          <p:spPr>
            <a:xfrm>
              <a:off x="5267487" y="6244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2" name="pt5422"/>
            <p:cNvSpPr/>
            <p:nvPr/>
          </p:nvSpPr>
          <p:spPr>
            <a:xfrm>
              <a:off x="5204485" y="63127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3" name="pt5423"/>
            <p:cNvSpPr/>
            <p:nvPr/>
          </p:nvSpPr>
          <p:spPr>
            <a:xfrm>
              <a:off x="5381083" y="6169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4" name="pt5424"/>
            <p:cNvSpPr/>
            <p:nvPr/>
          </p:nvSpPr>
          <p:spPr>
            <a:xfrm>
              <a:off x="5398975" y="6199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5" name="pt5425"/>
            <p:cNvSpPr/>
            <p:nvPr/>
          </p:nvSpPr>
          <p:spPr>
            <a:xfrm>
              <a:off x="5204908" y="6299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6" name="pt5426"/>
            <p:cNvSpPr/>
            <p:nvPr/>
          </p:nvSpPr>
          <p:spPr>
            <a:xfrm>
              <a:off x="5223164" y="6309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7" name="pt5427"/>
            <p:cNvSpPr/>
            <p:nvPr/>
          </p:nvSpPr>
          <p:spPr>
            <a:xfrm>
              <a:off x="5211647" y="6307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8" name="pt5428"/>
            <p:cNvSpPr/>
            <p:nvPr/>
          </p:nvSpPr>
          <p:spPr>
            <a:xfrm>
              <a:off x="5207789" y="6318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9" name="pt5429"/>
            <p:cNvSpPr/>
            <p:nvPr/>
          </p:nvSpPr>
          <p:spPr>
            <a:xfrm>
              <a:off x="5342083" y="62369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0" name="pt5430"/>
            <p:cNvSpPr/>
            <p:nvPr/>
          </p:nvSpPr>
          <p:spPr>
            <a:xfrm>
              <a:off x="5214690" y="63006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1" name="pt5431"/>
            <p:cNvSpPr/>
            <p:nvPr/>
          </p:nvSpPr>
          <p:spPr>
            <a:xfrm>
              <a:off x="5213271" y="6303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2" name="pt5432"/>
            <p:cNvSpPr/>
            <p:nvPr/>
          </p:nvSpPr>
          <p:spPr>
            <a:xfrm>
              <a:off x="5299431" y="6181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3" name="pt5433"/>
            <p:cNvSpPr/>
            <p:nvPr/>
          </p:nvSpPr>
          <p:spPr>
            <a:xfrm>
              <a:off x="5360989" y="61294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4" name="pt5434"/>
            <p:cNvSpPr/>
            <p:nvPr/>
          </p:nvSpPr>
          <p:spPr>
            <a:xfrm>
              <a:off x="5320490" y="6249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5" name="pt5435"/>
            <p:cNvSpPr/>
            <p:nvPr/>
          </p:nvSpPr>
          <p:spPr>
            <a:xfrm>
              <a:off x="5200975" y="63077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6" name="pt5436"/>
            <p:cNvSpPr/>
            <p:nvPr/>
          </p:nvSpPr>
          <p:spPr>
            <a:xfrm>
              <a:off x="5183074" y="6289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7" name="pt5437"/>
            <p:cNvSpPr/>
            <p:nvPr/>
          </p:nvSpPr>
          <p:spPr>
            <a:xfrm>
              <a:off x="5263391" y="6306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8" name="pt5438"/>
            <p:cNvSpPr/>
            <p:nvPr/>
          </p:nvSpPr>
          <p:spPr>
            <a:xfrm>
              <a:off x="5201981" y="6304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9" name="rc5439"/>
            <p:cNvSpPr/>
            <p:nvPr/>
          </p:nvSpPr>
          <p:spPr>
            <a:xfrm>
              <a:off x="5179480" y="6466064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40" name="pl5440"/>
            <p:cNvSpPr/>
            <p:nvPr/>
          </p:nvSpPr>
          <p:spPr>
            <a:xfrm>
              <a:off x="5179480" y="708046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1" name="pl5441"/>
            <p:cNvSpPr/>
            <p:nvPr/>
          </p:nvSpPr>
          <p:spPr>
            <a:xfrm>
              <a:off x="5179480" y="692298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2" name="pl5442"/>
            <p:cNvSpPr/>
            <p:nvPr/>
          </p:nvSpPr>
          <p:spPr>
            <a:xfrm>
              <a:off x="5179480" y="676550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3" name="pl5443"/>
            <p:cNvSpPr/>
            <p:nvPr/>
          </p:nvSpPr>
          <p:spPr>
            <a:xfrm>
              <a:off x="5179480" y="660802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4" name="pl5444"/>
            <p:cNvSpPr/>
            <p:nvPr/>
          </p:nvSpPr>
          <p:spPr>
            <a:xfrm>
              <a:off x="5265073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5" name="pl5445"/>
            <p:cNvSpPr/>
            <p:nvPr/>
          </p:nvSpPr>
          <p:spPr>
            <a:xfrm>
              <a:off x="5440293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6" name="pl5446"/>
            <p:cNvSpPr/>
            <p:nvPr/>
          </p:nvSpPr>
          <p:spPr>
            <a:xfrm>
              <a:off x="5615513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7" name="pl5447"/>
            <p:cNvSpPr/>
            <p:nvPr/>
          </p:nvSpPr>
          <p:spPr>
            <a:xfrm>
              <a:off x="5790733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8" name="pl5448"/>
            <p:cNvSpPr/>
            <p:nvPr/>
          </p:nvSpPr>
          <p:spPr>
            <a:xfrm>
              <a:off x="5179480" y="700172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9" name="pl5449"/>
            <p:cNvSpPr/>
            <p:nvPr/>
          </p:nvSpPr>
          <p:spPr>
            <a:xfrm>
              <a:off x="5179480" y="684424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0" name="pl5450"/>
            <p:cNvSpPr/>
            <p:nvPr/>
          </p:nvSpPr>
          <p:spPr>
            <a:xfrm>
              <a:off x="5179480" y="668676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1" name="pl5451"/>
            <p:cNvSpPr/>
            <p:nvPr/>
          </p:nvSpPr>
          <p:spPr>
            <a:xfrm>
              <a:off x="5179480" y="652928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2" name="pl5452"/>
            <p:cNvSpPr/>
            <p:nvPr/>
          </p:nvSpPr>
          <p:spPr>
            <a:xfrm>
              <a:off x="5352683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3" name="pl5453"/>
            <p:cNvSpPr/>
            <p:nvPr/>
          </p:nvSpPr>
          <p:spPr>
            <a:xfrm>
              <a:off x="5527903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4" name="pl5454"/>
            <p:cNvSpPr/>
            <p:nvPr/>
          </p:nvSpPr>
          <p:spPr>
            <a:xfrm>
              <a:off x="5703123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5" name="pt5455"/>
            <p:cNvSpPr/>
            <p:nvPr/>
          </p:nvSpPr>
          <p:spPr>
            <a:xfrm>
              <a:off x="5217745" y="6711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6" name="pt5456"/>
            <p:cNvSpPr/>
            <p:nvPr/>
          </p:nvSpPr>
          <p:spPr>
            <a:xfrm>
              <a:off x="5533847" y="66636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7" name="pt5457"/>
            <p:cNvSpPr/>
            <p:nvPr/>
          </p:nvSpPr>
          <p:spPr>
            <a:xfrm>
              <a:off x="5491347" y="6789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8" name="pt5458"/>
            <p:cNvSpPr/>
            <p:nvPr/>
          </p:nvSpPr>
          <p:spPr>
            <a:xfrm>
              <a:off x="5287266" y="68642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9" name="pt5459"/>
            <p:cNvSpPr/>
            <p:nvPr/>
          </p:nvSpPr>
          <p:spPr>
            <a:xfrm>
              <a:off x="5206755" y="6851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0" name="pt5460"/>
            <p:cNvSpPr/>
            <p:nvPr/>
          </p:nvSpPr>
          <p:spPr>
            <a:xfrm>
              <a:off x="5263353" y="6668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1" name="pt5461"/>
            <p:cNvSpPr/>
            <p:nvPr/>
          </p:nvSpPr>
          <p:spPr>
            <a:xfrm>
              <a:off x="5556685" y="6637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2" name="pt5462"/>
            <p:cNvSpPr/>
            <p:nvPr/>
          </p:nvSpPr>
          <p:spPr>
            <a:xfrm>
              <a:off x="5446215" y="6492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3" name="pt5463"/>
            <p:cNvSpPr/>
            <p:nvPr/>
          </p:nvSpPr>
          <p:spPr>
            <a:xfrm>
              <a:off x="5363679" y="6682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4" name="pt5464"/>
            <p:cNvSpPr/>
            <p:nvPr/>
          </p:nvSpPr>
          <p:spPr>
            <a:xfrm>
              <a:off x="5397972" y="66265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5" name="pt5465"/>
            <p:cNvSpPr/>
            <p:nvPr/>
          </p:nvSpPr>
          <p:spPr>
            <a:xfrm>
              <a:off x="5399671" y="6752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6" name="pt5466"/>
            <p:cNvSpPr/>
            <p:nvPr/>
          </p:nvSpPr>
          <p:spPr>
            <a:xfrm>
              <a:off x="5312661" y="6873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7" name="pt5467"/>
            <p:cNvSpPr/>
            <p:nvPr/>
          </p:nvSpPr>
          <p:spPr>
            <a:xfrm>
              <a:off x="5523386" y="6602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8" name="pt5468"/>
            <p:cNvSpPr/>
            <p:nvPr/>
          </p:nvSpPr>
          <p:spPr>
            <a:xfrm>
              <a:off x="5242233" y="68710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9" name="pt5469"/>
            <p:cNvSpPr/>
            <p:nvPr/>
          </p:nvSpPr>
          <p:spPr>
            <a:xfrm>
              <a:off x="5231866" y="6632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0" name="pt5470"/>
            <p:cNvSpPr/>
            <p:nvPr/>
          </p:nvSpPr>
          <p:spPr>
            <a:xfrm>
              <a:off x="5318635" y="6763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1" name="pt5471"/>
            <p:cNvSpPr/>
            <p:nvPr/>
          </p:nvSpPr>
          <p:spPr>
            <a:xfrm>
              <a:off x="5396228" y="6706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2" name="pt5472"/>
            <p:cNvSpPr/>
            <p:nvPr/>
          </p:nvSpPr>
          <p:spPr>
            <a:xfrm>
              <a:off x="5572586" y="6531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3" name="pt5473"/>
            <p:cNvSpPr/>
            <p:nvPr/>
          </p:nvSpPr>
          <p:spPr>
            <a:xfrm>
              <a:off x="5208409" y="6632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4" name="pt5474"/>
            <p:cNvSpPr/>
            <p:nvPr/>
          </p:nvSpPr>
          <p:spPr>
            <a:xfrm>
              <a:off x="5439089" y="6728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5" name="pt5475"/>
            <p:cNvSpPr/>
            <p:nvPr/>
          </p:nvSpPr>
          <p:spPr>
            <a:xfrm>
              <a:off x="5222330" y="6746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6" name="pt5476"/>
            <p:cNvSpPr/>
            <p:nvPr/>
          </p:nvSpPr>
          <p:spPr>
            <a:xfrm>
              <a:off x="5427119" y="66661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7" name="pt5477"/>
            <p:cNvSpPr/>
            <p:nvPr/>
          </p:nvSpPr>
          <p:spPr>
            <a:xfrm>
              <a:off x="5213164" y="6800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8" name="pt5478"/>
            <p:cNvSpPr/>
            <p:nvPr/>
          </p:nvSpPr>
          <p:spPr>
            <a:xfrm>
              <a:off x="5314159" y="6808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9" name="pt5479"/>
            <p:cNvSpPr/>
            <p:nvPr/>
          </p:nvSpPr>
          <p:spPr>
            <a:xfrm>
              <a:off x="5601376" y="6592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0" name="pt5480"/>
            <p:cNvSpPr/>
            <p:nvPr/>
          </p:nvSpPr>
          <p:spPr>
            <a:xfrm>
              <a:off x="5364664" y="6702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1" name="pt5481"/>
            <p:cNvSpPr/>
            <p:nvPr/>
          </p:nvSpPr>
          <p:spPr>
            <a:xfrm>
              <a:off x="5294759" y="6798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2" name="pt5482"/>
            <p:cNvSpPr/>
            <p:nvPr/>
          </p:nvSpPr>
          <p:spPr>
            <a:xfrm>
              <a:off x="5443346" y="6843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3" name="pt5483"/>
            <p:cNvSpPr/>
            <p:nvPr/>
          </p:nvSpPr>
          <p:spPr>
            <a:xfrm>
              <a:off x="5345880" y="6707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4" name="pt5484"/>
            <p:cNvSpPr/>
            <p:nvPr/>
          </p:nvSpPr>
          <p:spPr>
            <a:xfrm>
              <a:off x="5302819" y="68077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5" name="pt5485"/>
            <p:cNvSpPr/>
            <p:nvPr/>
          </p:nvSpPr>
          <p:spPr>
            <a:xfrm>
              <a:off x="5313836" y="6744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6" name="pt5486"/>
            <p:cNvSpPr/>
            <p:nvPr/>
          </p:nvSpPr>
          <p:spPr>
            <a:xfrm>
              <a:off x="5363397" y="6869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7" name="pt5487"/>
            <p:cNvSpPr/>
            <p:nvPr/>
          </p:nvSpPr>
          <p:spPr>
            <a:xfrm>
              <a:off x="5535741" y="6757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8" name="pt5488"/>
            <p:cNvSpPr/>
            <p:nvPr/>
          </p:nvSpPr>
          <p:spPr>
            <a:xfrm>
              <a:off x="5368005" y="66792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9" name="pt5489"/>
            <p:cNvSpPr/>
            <p:nvPr/>
          </p:nvSpPr>
          <p:spPr>
            <a:xfrm>
              <a:off x="5362641" y="67193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0" name="pt5490"/>
            <p:cNvSpPr/>
            <p:nvPr/>
          </p:nvSpPr>
          <p:spPr>
            <a:xfrm>
              <a:off x="5414878" y="6722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1" name="pt5491"/>
            <p:cNvSpPr/>
            <p:nvPr/>
          </p:nvSpPr>
          <p:spPr>
            <a:xfrm>
              <a:off x="5278814" y="6835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2" name="pt5492"/>
            <p:cNvSpPr/>
            <p:nvPr/>
          </p:nvSpPr>
          <p:spPr>
            <a:xfrm>
              <a:off x="5265023" y="6788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3" name="pt5493"/>
            <p:cNvSpPr/>
            <p:nvPr/>
          </p:nvSpPr>
          <p:spPr>
            <a:xfrm>
              <a:off x="5216989" y="6893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4" name="pt5494"/>
            <p:cNvSpPr/>
            <p:nvPr/>
          </p:nvSpPr>
          <p:spPr>
            <a:xfrm>
              <a:off x="5251945" y="6536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5" name="pt5495"/>
            <p:cNvSpPr/>
            <p:nvPr/>
          </p:nvSpPr>
          <p:spPr>
            <a:xfrm>
              <a:off x="5250006" y="6812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6" name="pt5496"/>
            <p:cNvSpPr/>
            <p:nvPr/>
          </p:nvSpPr>
          <p:spPr>
            <a:xfrm>
              <a:off x="5353660" y="6890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7" name="pt5497"/>
            <p:cNvSpPr/>
            <p:nvPr/>
          </p:nvSpPr>
          <p:spPr>
            <a:xfrm>
              <a:off x="5290928" y="6924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8" name="pt5498"/>
            <p:cNvSpPr/>
            <p:nvPr/>
          </p:nvSpPr>
          <p:spPr>
            <a:xfrm>
              <a:off x="5217434" y="68285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9" name="pt5499"/>
            <p:cNvSpPr/>
            <p:nvPr/>
          </p:nvSpPr>
          <p:spPr>
            <a:xfrm>
              <a:off x="5225254" y="6708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0" name="pt5500"/>
            <p:cNvSpPr/>
            <p:nvPr/>
          </p:nvSpPr>
          <p:spPr>
            <a:xfrm>
              <a:off x="5504771" y="6740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1" name="pt5501"/>
            <p:cNvSpPr/>
            <p:nvPr/>
          </p:nvSpPr>
          <p:spPr>
            <a:xfrm>
              <a:off x="5256961" y="6864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2" name="pt5502"/>
            <p:cNvSpPr/>
            <p:nvPr/>
          </p:nvSpPr>
          <p:spPr>
            <a:xfrm>
              <a:off x="5435535" y="6831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3" name="pt5503"/>
            <p:cNvSpPr/>
            <p:nvPr/>
          </p:nvSpPr>
          <p:spPr>
            <a:xfrm>
              <a:off x="5458368" y="67502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4" name="pt5504"/>
            <p:cNvSpPr/>
            <p:nvPr/>
          </p:nvSpPr>
          <p:spPr>
            <a:xfrm>
              <a:off x="5208137" y="6843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5" name="pt5505"/>
            <p:cNvSpPr/>
            <p:nvPr/>
          </p:nvSpPr>
          <p:spPr>
            <a:xfrm>
              <a:off x="5465938" y="6698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6" name="pt5506"/>
            <p:cNvSpPr/>
            <p:nvPr/>
          </p:nvSpPr>
          <p:spPr>
            <a:xfrm>
              <a:off x="5534669" y="6607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7" name="pt5507"/>
            <p:cNvSpPr/>
            <p:nvPr/>
          </p:nvSpPr>
          <p:spPr>
            <a:xfrm>
              <a:off x="5385246" y="6808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8" name="pt5508"/>
            <p:cNvSpPr/>
            <p:nvPr/>
          </p:nvSpPr>
          <p:spPr>
            <a:xfrm>
              <a:off x="5282955" y="6749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9" name="pt5509"/>
            <p:cNvSpPr/>
            <p:nvPr/>
          </p:nvSpPr>
          <p:spPr>
            <a:xfrm>
              <a:off x="5373585" y="6885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0" name="pt5510"/>
            <p:cNvSpPr/>
            <p:nvPr/>
          </p:nvSpPr>
          <p:spPr>
            <a:xfrm>
              <a:off x="5474199" y="67113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1" name="pt5511"/>
            <p:cNvSpPr/>
            <p:nvPr/>
          </p:nvSpPr>
          <p:spPr>
            <a:xfrm>
              <a:off x="5215257" y="66353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2" name="pt5512"/>
            <p:cNvSpPr/>
            <p:nvPr/>
          </p:nvSpPr>
          <p:spPr>
            <a:xfrm>
              <a:off x="5206538" y="6824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3" name="pt5513"/>
            <p:cNvSpPr/>
            <p:nvPr/>
          </p:nvSpPr>
          <p:spPr>
            <a:xfrm>
              <a:off x="5284007" y="6886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4" name="pt5514"/>
            <p:cNvSpPr/>
            <p:nvPr/>
          </p:nvSpPr>
          <p:spPr>
            <a:xfrm>
              <a:off x="5287680" y="68211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5" name="pt5515"/>
            <p:cNvSpPr/>
            <p:nvPr/>
          </p:nvSpPr>
          <p:spPr>
            <a:xfrm>
              <a:off x="5515292" y="6470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6" name="pt5516"/>
            <p:cNvSpPr/>
            <p:nvPr/>
          </p:nvSpPr>
          <p:spPr>
            <a:xfrm>
              <a:off x="5428842" y="6768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7" name="pt5517"/>
            <p:cNvSpPr/>
            <p:nvPr/>
          </p:nvSpPr>
          <p:spPr>
            <a:xfrm>
              <a:off x="5213254" y="6871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8" name="pt5518"/>
            <p:cNvSpPr/>
            <p:nvPr/>
          </p:nvSpPr>
          <p:spPr>
            <a:xfrm>
              <a:off x="5286714" y="66635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9" name="pt5519"/>
            <p:cNvSpPr/>
            <p:nvPr/>
          </p:nvSpPr>
          <p:spPr>
            <a:xfrm>
              <a:off x="5309966" y="6796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0" name="pt5520"/>
            <p:cNvSpPr/>
            <p:nvPr/>
          </p:nvSpPr>
          <p:spPr>
            <a:xfrm>
              <a:off x="5355189" y="67893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1" name="pt5521"/>
            <p:cNvSpPr/>
            <p:nvPr/>
          </p:nvSpPr>
          <p:spPr>
            <a:xfrm>
              <a:off x="5249415" y="6536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2" name="pt5522"/>
            <p:cNvSpPr/>
            <p:nvPr/>
          </p:nvSpPr>
          <p:spPr>
            <a:xfrm>
              <a:off x="5403801" y="6794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3" name="pt5523"/>
            <p:cNvSpPr/>
            <p:nvPr/>
          </p:nvSpPr>
          <p:spPr>
            <a:xfrm>
              <a:off x="5241289" y="6847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4" name="pt5524"/>
            <p:cNvSpPr/>
            <p:nvPr/>
          </p:nvSpPr>
          <p:spPr>
            <a:xfrm>
              <a:off x="5209846" y="6676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5" name="pt5525"/>
            <p:cNvSpPr/>
            <p:nvPr/>
          </p:nvSpPr>
          <p:spPr>
            <a:xfrm>
              <a:off x="5214187" y="6783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6" name="pt5526"/>
            <p:cNvSpPr/>
            <p:nvPr/>
          </p:nvSpPr>
          <p:spPr>
            <a:xfrm>
              <a:off x="5398975" y="6794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7" name="pt5527"/>
            <p:cNvSpPr/>
            <p:nvPr/>
          </p:nvSpPr>
          <p:spPr>
            <a:xfrm>
              <a:off x="5342083" y="6821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8" name="pt5528"/>
            <p:cNvSpPr/>
            <p:nvPr/>
          </p:nvSpPr>
          <p:spPr>
            <a:xfrm>
              <a:off x="5320490" y="6874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9" name="rc5529"/>
            <p:cNvSpPr/>
            <p:nvPr/>
          </p:nvSpPr>
          <p:spPr>
            <a:xfrm>
              <a:off x="5179480" y="7171286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30" name="pl5530"/>
            <p:cNvSpPr/>
            <p:nvPr/>
          </p:nvSpPr>
          <p:spPr>
            <a:xfrm>
              <a:off x="5179480" y="775367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1" name="pl5531"/>
            <p:cNvSpPr/>
            <p:nvPr/>
          </p:nvSpPr>
          <p:spPr>
            <a:xfrm>
              <a:off x="5179480" y="757340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2" name="pl5532"/>
            <p:cNvSpPr/>
            <p:nvPr/>
          </p:nvSpPr>
          <p:spPr>
            <a:xfrm>
              <a:off x="5179480" y="739314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3" name="pl5533"/>
            <p:cNvSpPr/>
            <p:nvPr/>
          </p:nvSpPr>
          <p:spPr>
            <a:xfrm>
              <a:off x="5179480" y="721288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4" name="pl5534"/>
            <p:cNvSpPr/>
            <p:nvPr/>
          </p:nvSpPr>
          <p:spPr>
            <a:xfrm>
              <a:off x="5265073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5" name="pl5535"/>
            <p:cNvSpPr/>
            <p:nvPr/>
          </p:nvSpPr>
          <p:spPr>
            <a:xfrm>
              <a:off x="5440293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6" name="pl5536"/>
            <p:cNvSpPr/>
            <p:nvPr/>
          </p:nvSpPr>
          <p:spPr>
            <a:xfrm>
              <a:off x="5615513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7" name="pl5537"/>
            <p:cNvSpPr/>
            <p:nvPr/>
          </p:nvSpPr>
          <p:spPr>
            <a:xfrm>
              <a:off x="5790733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8" name="pl5538"/>
            <p:cNvSpPr/>
            <p:nvPr/>
          </p:nvSpPr>
          <p:spPr>
            <a:xfrm>
              <a:off x="5179480" y="766353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9" name="pl5539"/>
            <p:cNvSpPr/>
            <p:nvPr/>
          </p:nvSpPr>
          <p:spPr>
            <a:xfrm>
              <a:off x="5179480" y="748327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0" name="pl5540"/>
            <p:cNvSpPr/>
            <p:nvPr/>
          </p:nvSpPr>
          <p:spPr>
            <a:xfrm>
              <a:off x="5179480" y="730301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1" name="pl5541"/>
            <p:cNvSpPr/>
            <p:nvPr/>
          </p:nvSpPr>
          <p:spPr>
            <a:xfrm>
              <a:off x="5352683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2" name="pl5542"/>
            <p:cNvSpPr/>
            <p:nvPr/>
          </p:nvSpPr>
          <p:spPr>
            <a:xfrm>
              <a:off x="5527903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3" name="pl5543"/>
            <p:cNvSpPr/>
            <p:nvPr/>
          </p:nvSpPr>
          <p:spPr>
            <a:xfrm>
              <a:off x="5703123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4" name="pt5544"/>
            <p:cNvSpPr/>
            <p:nvPr/>
          </p:nvSpPr>
          <p:spPr>
            <a:xfrm>
              <a:off x="5217745" y="7357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5" name="pt5545"/>
            <p:cNvSpPr/>
            <p:nvPr/>
          </p:nvSpPr>
          <p:spPr>
            <a:xfrm>
              <a:off x="5533847" y="7417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6" name="pt5546"/>
            <p:cNvSpPr/>
            <p:nvPr/>
          </p:nvSpPr>
          <p:spPr>
            <a:xfrm>
              <a:off x="5491347" y="7506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7" name="pt5547"/>
            <p:cNvSpPr/>
            <p:nvPr/>
          </p:nvSpPr>
          <p:spPr>
            <a:xfrm>
              <a:off x="5287266" y="76017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8" name="pt5548"/>
            <p:cNvSpPr/>
            <p:nvPr/>
          </p:nvSpPr>
          <p:spPr>
            <a:xfrm>
              <a:off x="5206755" y="7528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9" name="pt5549"/>
            <p:cNvSpPr/>
            <p:nvPr/>
          </p:nvSpPr>
          <p:spPr>
            <a:xfrm>
              <a:off x="5263353" y="7315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0" name="pt5550"/>
            <p:cNvSpPr/>
            <p:nvPr/>
          </p:nvSpPr>
          <p:spPr>
            <a:xfrm>
              <a:off x="5556685" y="73143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1" name="pt5551"/>
            <p:cNvSpPr/>
            <p:nvPr/>
          </p:nvSpPr>
          <p:spPr>
            <a:xfrm>
              <a:off x="5446215" y="72868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2" name="pt5552"/>
            <p:cNvSpPr/>
            <p:nvPr/>
          </p:nvSpPr>
          <p:spPr>
            <a:xfrm>
              <a:off x="5363679" y="7362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3" name="pt5553"/>
            <p:cNvSpPr/>
            <p:nvPr/>
          </p:nvSpPr>
          <p:spPr>
            <a:xfrm>
              <a:off x="5397972" y="7259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4" name="pt5554"/>
            <p:cNvSpPr/>
            <p:nvPr/>
          </p:nvSpPr>
          <p:spPr>
            <a:xfrm>
              <a:off x="5399671" y="7493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5" name="pt5555"/>
            <p:cNvSpPr/>
            <p:nvPr/>
          </p:nvSpPr>
          <p:spPr>
            <a:xfrm>
              <a:off x="5312661" y="7608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6" name="pt5556"/>
            <p:cNvSpPr/>
            <p:nvPr/>
          </p:nvSpPr>
          <p:spPr>
            <a:xfrm>
              <a:off x="5523386" y="7282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7" name="pt5557"/>
            <p:cNvSpPr/>
            <p:nvPr/>
          </p:nvSpPr>
          <p:spPr>
            <a:xfrm>
              <a:off x="5242233" y="75813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8" name="pt5558"/>
            <p:cNvSpPr/>
            <p:nvPr/>
          </p:nvSpPr>
          <p:spPr>
            <a:xfrm>
              <a:off x="5231866" y="7352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9" name="pt5559"/>
            <p:cNvSpPr/>
            <p:nvPr/>
          </p:nvSpPr>
          <p:spPr>
            <a:xfrm>
              <a:off x="5318635" y="73969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0" name="pt5560"/>
            <p:cNvSpPr/>
            <p:nvPr/>
          </p:nvSpPr>
          <p:spPr>
            <a:xfrm>
              <a:off x="5396228" y="7396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1" name="pt5561"/>
            <p:cNvSpPr/>
            <p:nvPr/>
          </p:nvSpPr>
          <p:spPr>
            <a:xfrm>
              <a:off x="5572586" y="72127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2" name="pt5562"/>
            <p:cNvSpPr/>
            <p:nvPr/>
          </p:nvSpPr>
          <p:spPr>
            <a:xfrm>
              <a:off x="5208409" y="73558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3" name="pt5563"/>
            <p:cNvSpPr/>
            <p:nvPr/>
          </p:nvSpPr>
          <p:spPr>
            <a:xfrm>
              <a:off x="5439089" y="7437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4" name="pt5564"/>
            <p:cNvSpPr/>
            <p:nvPr/>
          </p:nvSpPr>
          <p:spPr>
            <a:xfrm>
              <a:off x="5222330" y="7497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5" name="pt5565"/>
            <p:cNvSpPr/>
            <p:nvPr/>
          </p:nvSpPr>
          <p:spPr>
            <a:xfrm>
              <a:off x="5427119" y="74310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6" name="pt5566"/>
            <p:cNvSpPr/>
            <p:nvPr/>
          </p:nvSpPr>
          <p:spPr>
            <a:xfrm>
              <a:off x="5213164" y="75358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7" name="pt5567"/>
            <p:cNvSpPr/>
            <p:nvPr/>
          </p:nvSpPr>
          <p:spPr>
            <a:xfrm>
              <a:off x="5314159" y="7575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8" name="pt5568"/>
            <p:cNvSpPr/>
            <p:nvPr/>
          </p:nvSpPr>
          <p:spPr>
            <a:xfrm>
              <a:off x="5601376" y="7273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9" name="pt5569"/>
            <p:cNvSpPr/>
            <p:nvPr/>
          </p:nvSpPr>
          <p:spPr>
            <a:xfrm>
              <a:off x="5364664" y="73801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0" name="pt5570"/>
            <p:cNvSpPr/>
            <p:nvPr/>
          </p:nvSpPr>
          <p:spPr>
            <a:xfrm>
              <a:off x="5294759" y="7417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1" name="pt5571"/>
            <p:cNvSpPr/>
            <p:nvPr/>
          </p:nvSpPr>
          <p:spPr>
            <a:xfrm>
              <a:off x="5443346" y="7623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2" name="pt5572"/>
            <p:cNvSpPr/>
            <p:nvPr/>
          </p:nvSpPr>
          <p:spPr>
            <a:xfrm>
              <a:off x="5345880" y="7441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3" name="pt5573"/>
            <p:cNvSpPr/>
            <p:nvPr/>
          </p:nvSpPr>
          <p:spPr>
            <a:xfrm>
              <a:off x="5302819" y="7585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4" name="pt5574"/>
            <p:cNvSpPr/>
            <p:nvPr/>
          </p:nvSpPr>
          <p:spPr>
            <a:xfrm>
              <a:off x="5313836" y="7465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5" name="pt5575"/>
            <p:cNvSpPr/>
            <p:nvPr/>
          </p:nvSpPr>
          <p:spPr>
            <a:xfrm>
              <a:off x="5363397" y="7582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6" name="pt5576"/>
            <p:cNvSpPr/>
            <p:nvPr/>
          </p:nvSpPr>
          <p:spPr>
            <a:xfrm>
              <a:off x="5535741" y="75533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7" name="pt5577"/>
            <p:cNvSpPr/>
            <p:nvPr/>
          </p:nvSpPr>
          <p:spPr>
            <a:xfrm>
              <a:off x="5368005" y="7432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8" name="pt5578"/>
            <p:cNvSpPr/>
            <p:nvPr/>
          </p:nvSpPr>
          <p:spPr>
            <a:xfrm>
              <a:off x="5362641" y="7496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9" name="pt5579"/>
            <p:cNvSpPr/>
            <p:nvPr/>
          </p:nvSpPr>
          <p:spPr>
            <a:xfrm>
              <a:off x="5414878" y="74138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0" name="pt5580"/>
            <p:cNvSpPr/>
            <p:nvPr/>
          </p:nvSpPr>
          <p:spPr>
            <a:xfrm>
              <a:off x="5278814" y="7619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1" name="pt5581"/>
            <p:cNvSpPr/>
            <p:nvPr/>
          </p:nvSpPr>
          <p:spPr>
            <a:xfrm>
              <a:off x="5265023" y="7550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2" name="pt5582"/>
            <p:cNvSpPr/>
            <p:nvPr/>
          </p:nvSpPr>
          <p:spPr>
            <a:xfrm>
              <a:off x="5216989" y="7675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3" name="pt5583"/>
            <p:cNvSpPr/>
            <p:nvPr/>
          </p:nvSpPr>
          <p:spPr>
            <a:xfrm>
              <a:off x="5251945" y="7270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4" name="pt5584"/>
            <p:cNvSpPr/>
            <p:nvPr/>
          </p:nvSpPr>
          <p:spPr>
            <a:xfrm>
              <a:off x="5250006" y="7614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5" name="pt5585"/>
            <p:cNvSpPr/>
            <p:nvPr/>
          </p:nvSpPr>
          <p:spPr>
            <a:xfrm>
              <a:off x="5353660" y="7618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6" name="pt5586"/>
            <p:cNvSpPr/>
            <p:nvPr/>
          </p:nvSpPr>
          <p:spPr>
            <a:xfrm>
              <a:off x="5290928" y="7626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7" name="pt5587"/>
            <p:cNvSpPr/>
            <p:nvPr/>
          </p:nvSpPr>
          <p:spPr>
            <a:xfrm>
              <a:off x="5217434" y="77532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8" name="pt5588"/>
            <p:cNvSpPr/>
            <p:nvPr/>
          </p:nvSpPr>
          <p:spPr>
            <a:xfrm>
              <a:off x="5225254" y="7511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9" name="pt5589"/>
            <p:cNvSpPr/>
            <p:nvPr/>
          </p:nvSpPr>
          <p:spPr>
            <a:xfrm>
              <a:off x="5504771" y="7384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0" name="pt5590"/>
            <p:cNvSpPr/>
            <p:nvPr/>
          </p:nvSpPr>
          <p:spPr>
            <a:xfrm>
              <a:off x="5256961" y="7662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1" name="pt5591"/>
            <p:cNvSpPr/>
            <p:nvPr/>
          </p:nvSpPr>
          <p:spPr>
            <a:xfrm>
              <a:off x="5435535" y="7553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2" name="pt5592"/>
            <p:cNvSpPr/>
            <p:nvPr/>
          </p:nvSpPr>
          <p:spPr>
            <a:xfrm>
              <a:off x="5458368" y="74858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3" name="pt5593"/>
            <p:cNvSpPr/>
            <p:nvPr/>
          </p:nvSpPr>
          <p:spPr>
            <a:xfrm>
              <a:off x="5208137" y="76189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4" name="pt5594"/>
            <p:cNvSpPr/>
            <p:nvPr/>
          </p:nvSpPr>
          <p:spPr>
            <a:xfrm>
              <a:off x="5465938" y="7411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5" name="pt5595"/>
            <p:cNvSpPr/>
            <p:nvPr/>
          </p:nvSpPr>
          <p:spPr>
            <a:xfrm>
              <a:off x="5534669" y="7276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6" name="pt5596"/>
            <p:cNvSpPr/>
            <p:nvPr/>
          </p:nvSpPr>
          <p:spPr>
            <a:xfrm>
              <a:off x="5385246" y="7541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7" name="pt5597"/>
            <p:cNvSpPr/>
            <p:nvPr/>
          </p:nvSpPr>
          <p:spPr>
            <a:xfrm>
              <a:off x="5282955" y="7500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8" name="pt5598"/>
            <p:cNvSpPr/>
            <p:nvPr/>
          </p:nvSpPr>
          <p:spPr>
            <a:xfrm>
              <a:off x="5373585" y="7617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9" name="pt5599"/>
            <p:cNvSpPr/>
            <p:nvPr/>
          </p:nvSpPr>
          <p:spPr>
            <a:xfrm>
              <a:off x="5474199" y="7422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0" name="pt5600"/>
            <p:cNvSpPr/>
            <p:nvPr/>
          </p:nvSpPr>
          <p:spPr>
            <a:xfrm>
              <a:off x="5215257" y="73721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1" name="pt5601"/>
            <p:cNvSpPr/>
            <p:nvPr/>
          </p:nvSpPr>
          <p:spPr>
            <a:xfrm>
              <a:off x="5206538" y="7602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2" name="pt5602"/>
            <p:cNvSpPr/>
            <p:nvPr/>
          </p:nvSpPr>
          <p:spPr>
            <a:xfrm>
              <a:off x="5284007" y="76381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3" name="pt5603"/>
            <p:cNvSpPr/>
            <p:nvPr/>
          </p:nvSpPr>
          <p:spPr>
            <a:xfrm>
              <a:off x="5287680" y="75588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4" name="pt5604"/>
            <p:cNvSpPr/>
            <p:nvPr/>
          </p:nvSpPr>
          <p:spPr>
            <a:xfrm>
              <a:off x="5515292" y="72482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5" name="pt5605"/>
            <p:cNvSpPr/>
            <p:nvPr/>
          </p:nvSpPr>
          <p:spPr>
            <a:xfrm>
              <a:off x="5428842" y="7562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6" name="pt5606"/>
            <p:cNvSpPr/>
            <p:nvPr/>
          </p:nvSpPr>
          <p:spPr>
            <a:xfrm>
              <a:off x="5213254" y="7517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7" name="pt5607"/>
            <p:cNvSpPr/>
            <p:nvPr/>
          </p:nvSpPr>
          <p:spPr>
            <a:xfrm>
              <a:off x="5286714" y="73978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8" name="pt5608"/>
            <p:cNvSpPr/>
            <p:nvPr/>
          </p:nvSpPr>
          <p:spPr>
            <a:xfrm>
              <a:off x="5309966" y="7537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9" name="pt5609"/>
            <p:cNvSpPr/>
            <p:nvPr/>
          </p:nvSpPr>
          <p:spPr>
            <a:xfrm>
              <a:off x="5355189" y="75351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0" name="pt5610"/>
            <p:cNvSpPr/>
            <p:nvPr/>
          </p:nvSpPr>
          <p:spPr>
            <a:xfrm>
              <a:off x="5249415" y="7229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1" name="pt5611"/>
            <p:cNvSpPr/>
            <p:nvPr/>
          </p:nvSpPr>
          <p:spPr>
            <a:xfrm>
              <a:off x="5403801" y="7492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2" name="pt5612"/>
            <p:cNvSpPr/>
            <p:nvPr/>
          </p:nvSpPr>
          <p:spPr>
            <a:xfrm>
              <a:off x="5241289" y="7582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3" name="pt5613"/>
            <p:cNvSpPr/>
            <p:nvPr/>
          </p:nvSpPr>
          <p:spPr>
            <a:xfrm>
              <a:off x="5209846" y="7523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4" name="pt5614"/>
            <p:cNvSpPr/>
            <p:nvPr/>
          </p:nvSpPr>
          <p:spPr>
            <a:xfrm>
              <a:off x="5214187" y="7590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5" name="pt5615"/>
            <p:cNvSpPr/>
            <p:nvPr/>
          </p:nvSpPr>
          <p:spPr>
            <a:xfrm>
              <a:off x="5398975" y="7554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6" name="pt5616"/>
            <p:cNvSpPr/>
            <p:nvPr/>
          </p:nvSpPr>
          <p:spPr>
            <a:xfrm>
              <a:off x="5342083" y="75181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7" name="pt5617"/>
            <p:cNvSpPr/>
            <p:nvPr/>
          </p:nvSpPr>
          <p:spPr>
            <a:xfrm>
              <a:off x="5320490" y="7645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8" name="rc5618"/>
            <p:cNvSpPr/>
            <p:nvPr/>
          </p:nvSpPr>
          <p:spPr>
            <a:xfrm>
              <a:off x="5179480" y="7876508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19" name="pl5619"/>
            <p:cNvSpPr/>
            <p:nvPr/>
          </p:nvSpPr>
          <p:spPr>
            <a:xfrm>
              <a:off x="5179480" y="845271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0" name="pl5620"/>
            <p:cNvSpPr/>
            <p:nvPr/>
          </p:nvSpPr>
          <p:spPr>
            <a:xfrm>
              <a:off x="5179480" y="833936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1" name="pl5621"/>
            <p:cNvSpPr/>
            <p:nvPr/>
          </p:nvSpPr>
          <p:spPr>
            <a:xfrm>
              <a:off x="5179480" y="822601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2" name="pl5622"/>
            <p:cNvSpPr/>
            <p:nvPr/>
          </p:nvSpPr>
          <p:spPr>
            <a:xfrm>
              <a:off x="5179480" y="811266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3" name="pl5623"/>
            <p:cNvSpPr/>
            <p:nvPr/>
          </p:nvSpPr>
          <p:spPr>
            <a:xfrm>
              <a:off x="5179480" y="799930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4" name="pl5624"/>
            <p:cNvSpPr/>
            <p:nvPr/>
          </p:nvSpPr>
          <p:spPr>
            <a:xfrm>
              <a:off x="5179480" y="788595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5" name="pl5625"/>
            <p:cNvSpPr/>
            <p:nvPr/>
          </p:nvSpPr>
          <p:spPr>
            <a:xfrm>
              <a:off x="5265073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6" name="pl5626"/>
            <p:cNvSpPr/>
            <p:nvPr/>
          </p:nvSpPr>
          <p:spPr>
            <a:xfrm>
              <a:off x="5440293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7" name="pl5627"/>
            <p:cNvSpPr/>
            <p:nvPr/>
          </p:nvSpPr>
          <p:spPr>
            <a:xfrm>
              <a:off x="5615513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8" name="pl5628"/>
            <p:cNvSpPr/>
            <p:nvPr/>
          </p:nvSpPr>
          <p:spPr>
            <a:xfrm>
              <a:off x="5790733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9" name="pl5629"/>
            <p:cNvSpPr/>
            <p:nvPr/>
          </p:nvSpPr>
          <p:spPr>
            <a:xfrm>
              <a:off x="5179480" y="850939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0" name="pl5630"/>
            <p:cNvSpPr/>
            <p:nvPr/>
          </p:nvSpPr>
          <p:spPr>
            <a:xfrm>
              <a:off x="5179480" y="839604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1" name="pl5631"/>
            <p:cNvSpPr/>
            <p:nvPr/>
          </p:nvSpPr>
          <p:spPr>
            <a:xfrm>
              <a:off x="5179480" y="828268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2" name="pl5632"/>
            <p:cNvSpPr/>
            <p:nvPr/>
          </p:nvSpPr>
          <p:spPr>
            <a:xfrm>
              <a:off x="5179480" y="816933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3" name="pl5633"/>
            <p:cNvSpPr/>
            <p:nvPr/>
          </p:nvSpPr>
          <p:spPr>
            <a:xfrm>
              <a:off x="5179480" y="805598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4" name="pl5634"/>
            <p:cNvSpPr/>
            <p:nvPr/>
          </p:nvSpPr>
          <p:spPr>
            <a:xfrm>
              <a:off x="5179480" y="794263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5" name="pl5635"/>
            <p:cNvSpPr/>
            <p:nvPr/>
          </p:nvSpPr>
          <p:spPr>
            <a:xfrm>
              <a:off x="5352683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6" name="pl5636"/>
            <p:cNvSpPr/>
            <p:nvPr/>
          </p:nvSpPr>
          <p:spPr>
            <a:xfrm>
              <a:off x="5527903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7" name="pl5637"/>
            <p:cNvSpPr/>
            <p:nvPr/>
          </p:nvSpPr>
          <p:spPr>
            <a:xfrm>
              <a:off x="5703123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8" name="pt5638"/>
            <p:cNvSpPr/>
            <p:nvPr/>
          </p:nvSpPr>
          <p:spPr>
            <a:xfrm>
              <a:off x="5220170" y="80353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9" name="pt5639"/>
            <p:cNvSpPr/>
            <p:nvPr/>
          </p:nvSpPr>
          <p:spPr>
            <a:xfrm>
              <a:off x="5398896" y="81619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0" name="pt5640"/>
            <p:cNvSpPr/>
            <p:nvPr/>
          </p:nvSpPr>
          <p:spPr>
            <a:xfrm>
              <a:off x="5217745" y="7957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1" name="pt5641"/>
            <p:cNvSpPr/>
            <p:nvPr/>
          </p:nvSpPr>
          <p:spPr>
            <a:xfrm>
              <a:off x="5298074" y="81458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2" name="pt5642"/>
            <p:cNvSpPr/>
            <p:nvPr/>
          </p:nvSpPr>
          <p:spPr>
            <a:xfrm>
              <a:off x="5215623" y="7980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3" name="pt5643"/>
            <p:cNvSpPr/>
            <p:nvPr/>
          </p:nvSpPr>
          <p:spPr>
            <a:xfrm>
              <a:off x="5516482" y="8050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4" name="pt5644"/>
            <p:cNvSpPr/>
            <p:nvPr/>
          </p:nvSpPr>
          <p:spPr>
            <a:xfrm>
              <a:off x="5211270" y="81304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5" name="pt5645"/>
            <p:cNvSpPr/>
            <p:nvPr/>
          </p:nvSpPr>
          <p:spPr>
            <a:xfrm>
              <a:off x="5533847" y="7967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6" name="pt5646"/>
            <p:cNvSpPr/>
            <p:nvPr/>
          </p:nvSpPr>
          <p:spPr>
            <a:xfrm>
              <a:off x="5272896" y="8081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7" name="pt5647"/>
            <p:cNvSpPr/>
            <p:nvPr/>
          </p:nvSpPr>
          <p:spPr>
            <a:xfrm>
              <a:off x="5491347" y="7922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8" name="pt5648"/>
            <p:cNvSpPr/>
            <p:nvPr/>
          </p:nvSpPr>
          <p:spPr>
            <a:xfrm>
              <a:off x="5287266" y="8196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9" name="pt5649"/>
            <p:cNvSpPr/>
            <p:nvPr/>
          </p:nvSpPr>
          <p:spPr>
            <a:xfrm>
              <a:off x="5195169" y="81004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0" name="pt5650"/>
            <p:cNvSpPr/>
            <p:nvPr/>
          </p:nvSpPr>
          <p:spPr>
            <a:xfrm>
              <a:off x="5200371" y="82316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1" name="pt5651"/>
            <p:cNvSpPr/>
            <p:nvPr/>
          </p:nvSpPr>
          <p:spPr>
            <a:xfrm>
              <a:off x="5225554" y="8108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2" name="pt5652"/>
            <p:cNvSpPr/>
            <p:nvPr/>
          </p:nvSpPr>
          <p:spPr>
            <a:xfrm>
              <a:off x="5203528" y="8021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3" name="pt5653"/>
            <p:cNvSpPr/>
            <p:nvPr/>
          </p:nvSpPr>
          <p:spPr>
            <a:xfrm>
              <a:off x="5199584" y="81815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4" name="pt5654"/>
            <p:cNvSpPr/>
            <p:nvPr/>
          </p:nvSpPr>
          <p:spPr>
            <a:xfrm>
              <a:off x="5206755" y="7885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5" name="pt5655"/>
            <p:cNvSpPr/>
            <p:nvPr/>
          </p:nvSpPr>
          <p:spPr>
            <a:xfrm>
              <a:off x="5263353" y="8250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6" name="pt5656"/>
            <p:cNvSpPr/>
            <p:nvPr/>
          </p:nvSpPr>
          <p:spPr>
            <a:xfrm>
              <a:off x="5200082" y="79858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7" name="pt5657"/>
            <p:cNvSpPr/>
            <p:nvPr/>
          </p:nvSpPr>
          <p:spPr>
            <a:xfrm>
              <a:off x="5191628" y="8135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8" name="pt5658"/>
            <p:cNvSpPr/>
            <p:nvPr/>
          </p:nvSpPr>
          <p:spPr>
            <a:xfrm>
              <a:off x="5609492" y="79302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9" name="pt5659"/>
            <p:cNvSpPr/>
            <p:nvPr/>
          </p:nvSpPr>
          <p:spPr>
            <a:xfrm>
              <a:off x="5207135" y="8041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0" name="pt5660"/>
            <p:cNvSpPr/>
            <p:nvPr/>
          </p:nvSpPr>
          <p:spPr>
            <a:xfrm>
              <a:off x="5216444" y="8298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1" name="pt5661"/>
            <p:cNvSpPr/>
            <p:nvPr/>
          </p:nvSpPr>
          <p:spPr>
            <a:xfrm>
              <a:off x="5556685" y="79627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2" name="pt5662"/>
            <p:cNvSpPr/>
            <p:nvPr/>
          </p:nvSpPr>
          <p:spPr>
            <a:xfrm>
              <a:off x="5200429" y="8022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3" name="pt5663"/>
            <p:cNvSpPr/>
            <p:nvPr/>
          </p:nvSpPr>
          <p:spPr>
            <a:xfrm>
              <a:off x="5205171" y="8268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4" name="pt5664"/>
            <p:cNvSpPr/>
            <p:nvPr/>
          </p:nvSpPr>
          <p:spPr>
            <a:xfrm>
              <a:off x="5186494" y="7964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5" name="pt5665"/>
            <p:cNvSpPr/>
            <p:nvPr/>
          </p:nvSpPr>
          <p:spPr>
            <a:xfrm>
              <a:off x="5446215" y="80333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6" name="pt5666"/>
            <p:cNvSpPr/>
            <p:nvPr/>
          </p:nvSpPr>
          <p:spPr>
            <a:xfrm>
              <a:off x="5363679" y="8131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7" name="pt5667"/>
            <p:cNvSpPr/>
            <p:nvPr/>
          </p:nvSpPr>
          <p:spPr>
            <a:xfrm>
              <a:off x="5183253" y="79316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8" name="pt5668"/>
            <p:cNvSpPr/>
            <p:nvPr/>
          </p:nvSpPr>
          <p:spPr>
            <a:xfrm>
              <a:off x="5397972" y="8019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9" name="pt5669"/>
            <p:cNvSpPr/>
            <p:nvPr/>
          </p:nvSpPr>
          <p:spPr>
            <a:xfrm>
              <a:off x="5399671" y="8090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0" name="pt5670"/>
            <p:cNvSpPr/>
            <p:nvPr/>
          </p:nvSpPr>
          <p:spPr>
            <a:xfrm>
              <a:off x="5309641" y="8091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1" name="pt5671"/>
            <p:cNvSpPr/>
            <p:nvPr/>
          </p:nvSpPr>
          <p:spPr>
            <a:xfrm>
              <a:off x="5208629" y="8281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2" name="pt5672"/>
            <p:cNvSpPr/>
            <p:nvPr/>
          </p:nvSpPr>
          <p:spPr>
            <a:xfrm>
              <a:off x="5321256" y="8237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3" name="pt5673"/>
            <p:cNvSpPr/>
            <p:nvPr/>
          </p:nvSpPr>
          <p:spPr>
            <a:xfrm>
              <a:off x="5207479" y="8200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4" name="pt5674"/>
            <p:cNvSpPr/>
            <p:nvPr/>
          </p:nvSpPr>
          <p:spPr>
            <a:xfrm>
              <a:off x="5312661" y="8169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5" name="pt5675"/>
            <p:cNvSpPr/>
            <p:nvPr/>
          </p:nvSpPr>
          <p:spPr>
            <a:xfrm>
              <a:off x="5523386" y="80455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6" name="pt5676"/>
            <p:cNvSpPr/>
            <p:nvPr/>
          </p:nvSpPr>
          <p:spPr>
            <a:xfrm>
              <a:off x="5242233" y="8216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7" name="pt5677"/>
            <p:cNvSpPr/>
            <p:nvPr/>
          </p:nvSpPr>
          <p:spPr>
            <a:xfrm>
              <a:off x="5436980" y="8103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8" name="pt5678"/>
            <p:cNvSpPr/>
            <p:nvPr/>
          </p:nvSpPr>
          <p:spPr>
            <a:xfrm>
              <a:off x="5215105" y="8445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9" name="pt5679"/>
            <p:cNvSpPr/>
            <p:nvPr/>
          </p:nvSpPr>
          <p:spPr>
            <a:xfrm>
              <a:off x="5186530" y="8211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0" name="pt5680"/>
            <p:cNvSpPr/>
            <p:nvPr/>
          </p:nvSpPr>
          <p:spPr>
            <a:xfrm>
              <a:off x="5371243" y="8113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1" name="pt5681"/>
            <p:cNvSpPr/>
            <p:nvPr/>
          </p:nvSpPr>
          <p:spPr>
            <a:xfrm>
              <a:off x="5318635" y="8163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2" name="pt5682"/>
            <p:cNvSpPr/>
            <p:nvPr/>
          </p:nvSpPr>
          <p:spPr>
            <a:xfrm>
              <a:off x="5396228" y="7983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3" name="pt5683"/>
            <p:cNvSpPr/>
            <p:nvPr/>
          </p:nvSpPr>
          <p:spPr>
            <a:xfrm>
              <a:off x="5207979" y="8324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4" name="pt5684"/>
            <p:cNvSpPr/>
            <p:nvPr/>
          </p:nvSpPr>
          <p:spPr>
            <a:xfrm>
              <a:off x="5285123" y="8151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5" name="pt5685"/>
            <p:cNvSpPr/>
            <p:nvPr/>
          </p:nvSpPr>
          <p:spPr>
            <a:xfrm>
              <a:off x="5227119" y="8127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6" name="pt5686"/>
            <p:cNvSpPr/>
            <p:nvPr/>
          </p:nvSpPr>
          <p:spPr>
            <a:xfrm>
              <a:off x="5572586" y="8072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7" name="pt5687"/>
            <p:cNvSpPr/>
            <p:nvPr/>
          </p:nvSpPr>
          <p:spPr>
            <a:xfrm>
              <a:off x="5213964" y="80942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8" name="pt5688"/>
            <p:cNvSpPr/>
            <p:nvPr/>
          </p:nvSpPr>
          <p:spPr>
            <a:xfrm>
              <a:off x="5226322" y="8026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9" name="pt5689"/>
            <p:cNvSpPr/>
            <p:nvPr/>
          </p:nvSpPr>
          <p:spPr>
            <a:xfrm>
              <a:off x="5202686" y="8140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0" name="pt5690"/>
            <p:cNvSpPr/>
            <p:nvPr/>
          </p:nvSpPr>
          <p:spPr>
            <a:xfrm>
              <a:off x="5216563" y="8211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1" name="pt5691"/>
            <p:cNvSpPr/>
            <p:nvPr/>
          </p:nvSpPr>
          <p:spPr>
            <a:xfrm>
              <a:off x="5205242" y="7926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2" name="pt5692"/>
            <p:cNvSpPr/>
            <p:nvPr/>
          </p:nvSpPr>
          <p:spPr>
            <a:xfrm>
              <a:off x="5427119" y="81636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3" name="pt5693"/>
            <p:cNvSpPr/>
            <p:nvPr/>
          </p:nvSpPr>
          <p:spPr>
            <a:xfrm>
              <a:off x="5211216" y="8128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4" name="pt5694"/>
            <p:cNvSpPr/>
            <p:nvPr/>
          </p:nvSpPr>
          <p:spPr>
            <a:xfrm>
              <a:off x="5209773" y="8163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5" name="pt5695"/>
            <p:cNvSpPr/>
            <p:nvPr/>
          </p:nvSpPr>
          <p:spPr>
            <a:xfrm>
              <a:off x="5211717" y="8029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6" name="pt5696"/>
            <p:cNvSpPr/>
            <p:nvPr/>
          </p:nvSpPr>
          <p:spPr>
            <a:xfrm>
              <a:off x="5314159" y="80982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7" name="pt5697"/>
            <p:cNvSpPr/>
            <p:nvPr/>
          </p:nvSpPr>
          <p:spPr>
            <a:xfrm>
              <a:off x="5548539" y="80248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8" name="pt5698"/>
            <p:cNvSpPr/>
            <p:nvPr/>
          </p:nvSpPr>
          <p:spPr>
            <a:xfrm>
              <a:off x="5601376" y="7921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9" name="pt5699"/>
            <p:cNvSpPr/>
            <p:nvPr/>
          </p:nvSpPr>
          <p:spPr>
            <a:xfrm>
              <a:off x="5201406" y="8030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0" name="pt5700"/>
            <p:cNvSpPr/>
            <p:nvPr/>
          </p:nvSpPr>
          <p:spPr>
            <a:xfrm>
              <a:off x="5211704" y="82167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1" name="pt5701"/>
            <p:cNvSpPr/>
            <p:nvPr/>
          </p:nvSpPr>
          <p:spPr>
            <a:xfrm>
              <a:off x="5364664" y="80847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2" name="pt5702"/>
            <p:cNvSpPr/>
            <p:nvPr/>
          </p:nvSpPr>
          <p:spPr>
            <a:xfrm>
              <a:off x="5218434" y="8199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3" name="pt5703"/>
            <p:cNvSpPr/>
            <p:nvPr/>
          </p:nvSpPr>
          <p:spPr>
            <a:xfrm>
              <a:off x="5443346" y="8064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4" name="pt5704"/>
            <p:cNvSpPr/>
            <p:nvPr/>
          </p:nvSpPr>
          <p:spPr>
            <a:xfrm>
              <a:off x="5197015" y="8089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5" name="pt5705"/>
            <p:cNvSpPr/>
            <p:nvPr/>
          </p:nvSpPr>
          <p:spPr>
            <a:xfrm>
              <a:off x="5246819" y="8206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6" name="pt5706"/>
            <p:cNvSpPr/>
            <p:nvPr/>
          </p:nvSpPr>
          <p:spPr>
            <a:xfrm>
              <a:off x="5345880" y="8168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7" name="pt5707"/>
            <p:cNvSpPr/>
            <p:nvPr/>
          </p:nvSpPr>
          <p:spPr>
            <a:xfrm>
              <a:off x="5302819" y="8190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8" name="pt5708"/>
            <p:cNvSpPr/>
            <p:nvPr/>
          </p:nvSpPr>
          <p:spPr>
            <a:xfrm>
              <a:off x="5313836" y="8138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9" name="pt5709"/>
            <p:cNvSpPr/>
            <p:nvPr/>
          </p:nvSpPr>
          <p:spPr>
            <a:xfrm>
              <a:off x="5213927" y="8220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0" name="pt5710"/>
            <p:cNvSpPr/>
            <p:nvPr/>
          </p:nvSpPr>
          <p:spPr>
            <a:xfrm>
              <a:off x="5212114" y="8182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1" name="pt5711"/>
            <p:cNvSpPr/>
            <p:nvPr/>
          </p:nvSpPr>
          <p:spPr>
            <a:xfrm>
              <a:off x="5208132" y="8268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2" name="pt5712"/>
            <p:cNvSpPr/>
            <p:nvPr/>
          </p:nvSpPr>
          <p:spPr>
            <a:xfrm>
              <a:off x="5203588" y="8253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3" name="pt5713"/>
            <p:cNvSpPr/>
            <p:nvPr/>
          </p:nvSpPr>
          <p:spPr>
            <a:xfrm>
              <a:off x="5199950" y="8103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4" name="pt5714"/>
            <p:cNvSpPr/>
            <p:nvPr/>
          </p:nvSpPr>
          <p:spPr>
            <a:xfrm>
              <a:off x="5363397" y="8034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5" name="pt5715"/>
            <p:cNvSpPr/>
            <p:nvPr/>
          </p:nvSpPr>
          <p:spPr>
            <a:xfrm>
              <a:off x="5535741" y="79903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6" name="pt5716"/>
            <p:cNvSpPr/>
            <p:nvPr/>
          </p:nvSpPr>
          <p:spPr>
            <a:xfrm>
              <a:off x="5414878" y="7979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7" name="pt5717"/>
            <p:cNvSpPr/>
            <p:nvPr/>
          </p:nvSpPr>
          <p:spPr>
            <a:xfrm>
              <a:off x="5424415" y="80385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8" name="pt5718"/>
            <p:cNvSpPr/>
            <p:nvPr/>
          </p:nvSpPr>
          <p:spPr>
            <a:xfrm>
              <a:off x="5206510" y="81487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9" name="pt5719"/>
            <p:cNvSpPr/>
            <p:nvPr/>
          </p:nvSpPr>
          <p:spPr>
            <a:xfrm>
              <a:off x="5278814" y="8125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0" name="pt5720"/>
            <p:cNvSpPr/>
            <p:nvPr/>
          </p:nvSpPr>
          <p:spPr>
            <a:xfrm>
              <a:off x="5205477" y="8339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1" name="pt5721"/>
            <p:cNvSpPr/>
            <p:nvPr/>
          </p:nvSpPr>
          <p:spPr>
            <a:xfrm>
              <a:off x="5204489" y="8251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2" name="pt5722"/>
            <p:cNvSpPr/>
            <p:nvPr/>
          </p:nvSpPr>
          <p:spPr>
            <a:xfrm>
              <a:off x="5207274" y="8299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3" name="pt5723"/>
            <p:cNvSpPr/>
            <p:nvPr/>
          </p:nvSpPr>
          <p:spPr>
            <a:xfrm>
              <a:off x="5212324" y="8132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4" name="pt5724"/>
            <p:cNvSpPr/>
            <p:nvPr/>
          </p:nvSpPr>
          <p:spPr>
            <a:xfrm>
              <a:off x="5265023" y="8205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5" name="pt5725"/>
            <p:cNvSpPr/>
            <p:nvPr/>
          </p:nvSpPr>
          <p:spPr>
            <a:xfrm>
              <a:off x="5207357" y="8168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6" name="pt5726"/>
            <p:cNvSpPr/>
            <p:nvPr/>
          </p:nvSpPr>
          <p:spPr>
            <a:xfrm>
              <a:off x="5216989" y="82026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7" name="pt5727"/>
            <p:cNvSpPr/>
            <p:nvPr/>
          </p:nvSpPr>
          <p:spPr>
            <a:xfrm>
              <a:off x="5301213" y="8214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8" name="pt5728"/>
            <p:cNvSpPr/>
            <p:nvPr/>
          </p:nvSpPr>
          <p:spPr>
            <a:xfrm>
              <a:off x="5437010" y="8083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9" name="pt5729"/>
            <p:cNvSpPr/>
            <p:nvPr/>
          </p:nvSpPr>
          <p:spPr>
            <a:xfrm>
              <a:off x="5194647" y="8088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0" name="pt5730"/>
            <p:cNvSpPr/>
            <p:nvPr/>
          </p:nvSpPr>
          <p:spPr>
            <a:xfrm>
              <a:off x="5204360" y="8147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1" name="pt5731"/>
            <p:cNvSpPr/>
            <p:nvPr/>
          </p:nvSpPr>
          <p:spPr>
            <a:xfrm>
              <a:off x="5353660" y="8248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2" name="pt5732"/>
            <p:cNvSpPr/>
            <p:nvPr/>
          </p:nvSpPr>
          <p:spPr>
            <a:xfrm>
              <a:off x="5225254" y="80610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3" name="pt5733"/>
            <p:cNvSpPr/>
            <p:nvPr/>
          </p:nvSpPr>
          <p:spPr>
            <a:xfrm>
              <a:off x="5219899" y="80923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4" name="pt5734"/>
            <p:cNvSpPr/>
            <p:nvPr/>
          </p:nvSpPr>
          <p:spPr>
            <a:xfrm>
              <a:off x="5245207" y="8342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5" name="pt5735"/>
            <p:cNvSpPr/>
            <p:nvPr/>
          </p:nvSpPr>
          <p:spPr>
            <a:xfrm>
              <a:off x="5256961" y="8083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6" name="pt5736"/>
            <p:cNvSpPr/>
            <p:nvPr/>
          </p:nvSpPr>
          <p:spPr>
            <a:xfrm>
              <a:off x="5210453" y="81111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7" name="pt5737"/>
            <p:cNvSpPr/>
            <p:nvPr/>
          </p:nvSpPr>
          <p:spPr>
            <a:xfrm>
              <a:off x="5435535" y="8053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8" name="pt5738"/>
            <p:cNvSpPr/>
            <p:nvPr/>
          </p:nvSpPr>
          <p:spPr>
            <a:xfrm>
              <a:off x="5458368" y="8097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9" name="pt5739"/>
            <p:cNvSpPr/>
            <p:nvPr/>
          </p:nvSpPr>
          <p:spPr>
            <a:xfrm>
              <a:off x="5208137" y="8274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0" name="pt5740"/>
            <p:cNvSpPr/>
            <p:nvPr/>
          </p:nvSpPr>
          <p:spPr>
            <a:xfrm>
              <a:off x="5465938" y="8010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1" name="pt5741"/>
            <p:cNvSpPr/>
            <p:nvPr/>
          </p:nvSpPr>
          <p:spPr>
            <a:xfrm>
              <a:off x="5534669" y="7979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2" name="pt5742"/>
            <p:cNvSpPr/>
            <p:nvPr/>
          </p:nvSpPr>
          <p:spPr>
            <a:xfrm>
              <a:off x="5385246" y="80872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3" name="pt5743"/>
            <p:cNvSpPr/>
            <p:nvPr/>
          </p:nvSpPr>
          <p:spPr>
            <a:xfrm>
              <a:off x="5221985" y="81093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4" name="pt5744"/>
            <p:cNvSpPr/>
            <p:nvPr/>
          </p:nvSpPr>
          <p:spPr>
            <a:xfrm>
              <a:off x="5261657" y="8256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5" name="pt5745"/>
            <p:cNvSpPr/>
            <p:nvPr/>
          </p:nvSpPr>
          <p:spPr>
            <a:xfrm>
              <a:off x="5373585" y="8104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6" name="pt5746"/>
            <p:cNvSpPr/>
            <p:nvPr/>
          </p:nvSpPr>
          <p:spPr>
            <a:xfrm>
              <a:off x="5474199" y="80488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7" name="pt5747"/>
            <p:cNvSpPr/>
            <p:nvPr/>
          </p:nvSpPr>
          <p:spPr>
            <a:xfrm>
              <a:off x="5215257" y="8078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8" name="pt5748"/>
            <p:cNvSpPr/>
            <p:nvPr/>
          </p:nvSpPr>
          <p:spPr>
            <a:xfrm>
              <a:off x="5284007" y="8199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9" name="pt5749"/>
            <p:cNvSpPr/>
            <p:nvPr/>
          </p:nvSpPr>
          <p:spPr>
            <a:xfrm>
              <a:off x="5287680" y="8138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0" name="pt5750"/>
            <p:cNvSpPr/>
            <p:nvPr/>
          </p:nvSpPr>
          <p:spPr>
            <a:xfrm>
              <a:off x="5242260" y="8304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1" name="pt5751"/>
            <p:cNvSpPr/>
            <p:nvPr/>
          </p:nvSpPr>
          <p:spPr>
            <a:xfrm>
              <a:off x="5406442" y="80839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2" name="pt5752"/>
            <p:cNvSpPr/>
            <p:nvPr/>
          </p:nvSpPr>
          <p:spPr>
            <a:xfrm>
              <a:off x="5515292" y="7889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3" name="pt5753"/>
            <p:cNvSpPr/>
            <p:nvPr/>
          </p:nvSpPr>
          <p:spPr>
            <a:xfrm>
              <a:off x="5428842" y="80604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4" name="pt5754"/>
            <p:cNvSpPr/>
            <p:nvPr/>
          </p:nvSpPr>
          <p:spPr>
            <a:xfrm>
              <a:off x="5225579" y="82720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5" name="pt5755"/>
            <p:cNvSpPr/>
            <p:nvPr/>
          </p:nvSpPr>
          <p:spPr>
            <a:xfrm>
              <a:off x="5213254" y="8107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6" name="pt5756"/>
            <p:cNvSpPr/>
            <p:nvPr/>
          </p:nvSpPr>
          <p:spPr>
            <a:xfrm>
              <a:off x="5216168" y="8386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7" name="pt5757"/>
            <p:cNvSpPr/>
            <p:nvPr/>
          </p:nvSpPr>
          <p:spPr>
            <a:xfrm>
              <a:off x="5201182" y="8071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8" name="pt5758"/>
            <p:cNvSpPr/>
            <p:nvPr/>
          </p:nvSpPr>
          <p:spPr>
            <a:xfrm>
              <a:off x="5309966" y="8142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9" name="pt5759"/>
            <p:cNvSpPr/>
            <p:nvPr/>
          </p:nvSpPr>
          <p:spPr>
            <a:xfrm>
              <a:off x="5278191" y="8180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0" name="pt5760"/>
            <p:cNvSpPr/>
            <p:nvPr/>
          </p:nvSpPr>
          <p:spPr>
            <a:xfrm>
              <a:off x="5599052" y="80046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1" name="pt5761"/>
            <p:cNvSpPr/>
            <p:nvPr/>
          </p:nvSpPr>
          <p:spPr>
            <a:xfrm>
              <a:off x="5355189" y="8007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2" name="pt5762"/>
            <p:cNvSpPr/>
            <p:nvPr/>
          </p:nvSpPr>
          <p:spPr>
            <a:xfrm>
              <a:off x="5238356" y="82412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3" name="pt5763"/>
            <p:cNvSpPr/>
            <p:nvPr/>
          </p:nvSpPr>
          <p:spPr>
            <a:xfrm>
              <a:off x="5246394" y="8130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4" name="pt5764"/>
            <p:cNvSpPr/>
            <p:nvPr/>
          </p:nvSpPr>
          <p:spPr>
            <a:xfrm>
              <a:off x="5403801" y="8036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5" name="pt5765"/>
            <p:cNvSpPr/>
            <p:nvPr/>
          </p:nvSpPr>
          <p:spPr>
            <a:xfrm>
              <a:off x="5241289" y="80017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6" name="pt5766"/>
            <p:cNvSpPr/>
            <p:nvPr/>
          </p:nvSpPr>
          <p:spPr>
            <a:xfrm>
              <a:off x="5209846" y="8125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7" name="pt5767"/>
            <p:cNvSpPr/>
            <p:nvPr/>
          </p:nvSpPr>
          <p:spPr>
            <a:xfrm>
              <a:off x="5205816" y="81462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8" name="pt5768"/>
            <p:cNvSpPr/>
            <p:nvPr/>
          </p:nvSpPr>
          <p:spPr>
            <a:xfrm>
              <a:off x="5399223" y="8015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9" name="pt5769"/>
            <p:cNvSpPr/>
            <p:nvPr/>
          </p:nvSpPr>
          <p:spPr>
            <a:xfrm>
              <a:off x="5214187" y="8155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0" name="pt5770"/>
            <p:cNvSpPr/>
            <p:nvPr/>
          </p:nvSpPr>
          <p:spPr>
            <a:xfrm>
              <a:off x="5200530" y="8141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1" name="pt5771"/>
            <p:cNvSpPr/>
            <p:nvPr/>
          </p:nvSpPr>
          <p:spPr>
            <a:xfrm>
              <a:off x="5203293" y="8098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2" name="pt5772"/>
            <p:cNvSpPr/>
            <p:nvPr/>
          </p:nvSpPr>
          <p:spPr>
            <a:xfrm>
              <a:off x="5201919" y="8198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3" name="pt5773"/>
            <p:cNvSpPr/>
            <p:nvPr/>
          </p:nvSpPr>
          <p:spPr>
            <a:xfrm>
              <a:off x="5208816" y="82751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4" name="pt5774"/>
            <p:cNvSpPr/>
            <p:nvPr/>
          </p:nvSpPr>
          <p:spPr>
            <a:xfrm>
              <a:off x="5267487" y="80165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5" name="pt5775"/>
            <p:cNvSpPr/>
            <p:nvPr/>
          </p:nvSpPr>
          <p:spPr>
            <a:xfrm>
              <a:off x="5204485" y="81256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6" name="pt5776"/>
            <p:cNvSpPr/>
            <p:nvPr/>
          </p:nvSpPr>
          <p:spPr>
            <a:xfrm>
              <a:off x="5207789" y="8305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7" name="pt5777"/>
            <p:cNvSpPr/>
            <p:nvPr/>
          </p:nvSpPr>
          <p:spPr>
            <a:xfrm>
              <a:off x="5342083" y="8092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8" name="pt5778"/>
            <p:cNvSpPr/>
            <p:nvPr/>
          </p:nvSpPr>
          <p:spPr>
            <a:xfrm>
              <a:off x="5320490" y="8064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9" name="rc5779"/>
            <p:cNvSpPr/>
            <p:nvPr/>
          </p:nvSpPr>
          <p:spPr>
            <a:xfrm>
              <a:off x="5179480" y="8581729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80" name="pl5780"/>
            <p:cNvSpPr/>
            <p:nvPr/>
          </p:nvSpPr>
          <p:spPr>
            <a:xfrm>
              <a:off x="5179480" y="914161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1" name="pl5781"/>
            <p:cNvSpPr/>
            <p:nvPr/>
          </p:nvSpPr>
          <p:spPr>
            <a:xfrm>
              <a:off x="5179480" y="903186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2" name="pl5782"/>
            <p:cNvSpPr/>
            <p:nvPr/>
          </p:nvSpPr>
          <p:spPr>
            <a:xfrm>
              <a:off x="5179480" y="892211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3" name="pl5783"/>
            <p:cNvSpPr/>
            <p:nvPr/>
          </p:nvSpPr>
          <p:spPr>
            <a:xfrm>
              <a:off x="5179480" y="881236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4" name="pl5784"/>
            <p:cNvSpPr/>
            <p:nvPr/>
          </p:nvSpPr>
          <p:spPr>
            <a:xfrm>
              <a:off x="5179480" y="870261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5" name="pl5785"/>
            <p:cNvSpPr/>
            <p:nvPr/>
          </p:nvSpPr>
          <p:spPr>
            <a:xfrm>
              <a:off x="5179480" y="859285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6" name="pl5786"/>
            <p:cNvSpPr/>
            <p:nvPr/>
          </p:nvSpPr>
          <p:spPr>
            <a:xfrm>
              <a:off x="5265073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7" name="pl5787"/>
            <p:cNvSpPr/>
            <p:nvPr/>
          </p:nvSpPr>
          <p:spPr>
            <a:xfrm>
              <a:off x="5440293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8" name="pl5788"/>
            <p:cNvSpPr/>
            <p:nvPr/>
          </p:nvSpPr>
          <p:spPr>
            <a:xfrm>
              <a:off x="5615513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9" name="pl5789"/>
            <p:cNvSpPr/>
            <p:nvPr/>
          </p:nvSpPr>
          <p:spPr>
            <a:xfrm>
              <a:off x="5790733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0" name="pl5790"/>
            <p:cNvSpPr/>
            <p:nvPr/>
          </p:nvSpPr>
          <p:spPr>
            <a:xfrm>
              <a:off x="5179480" y="919649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1" name="pl5791"/>
            <p:cNvSpPr/>
            <p:nvPr/>
          </p:nvSpPr>
          <p:spPr>
            <a:xfrm>
              <a:off x="5179480" y="908674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2" name="pl5792"/>
            <p:cNvSpPr/>
            <p:nvPr/>
          </p:nvSpPr>
          <p:spPr>
            <a:xfrm>
              <a:off x="5179480" y="897698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3" name="pl5793"/>
            <p:cNvSpPr/>
            <p:nvPr/>
          </p:nvSpPr>
          <p:spPr>
            <a:xfrm>
              <a:off x="5179480" y="886723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4" name="pl5794"/>
            <p:cNvSpPr/>
            <p:nvPr/>
          </p:nvSpPr>
          <p:spPr>
            <a:xfrm>
              <a:off x="5179480" y="875748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5" name="pl5795"/>
            <p:cNvSpPr/>
            <p:nvPr/>
          </p:nvSpPr>
          <p:spPr>
            <a:xfrm>
              <a:off x="5179480" y="864773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6" name="pl5796"/>
            <p:cNvSpPr/>
            <p:nvPr/>
          </p:nvSpPr>
          <p:spPr>
            <a:xfrm>
              <a:off x="5352683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7" name="pl5797"/>
            <p:cNvSpPr/>
            <p:nvPr/>
          </p:nvSpPr>
          <p:spPr>
            <a:xfrm>
              <a:off x="5527903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8" name="pl5798"/>
            <p:cNvSpPr/>
            <p:nvPr/>
          </p:nvSpPr>
          <p:spPr>
            <a:xfrm>
              <a:off x="5703123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9" name="pt5799"/>
            <p:cNvSpPr/>
            <p:nvPr/>
          </p:nvSpPr>
          <p:spPr>
            <a:xfrm>
              <a:off x="5220170" y="8755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0" name="pt5800"/>
            <p:cNvSpPr/>
            <p:nvPr/>
          </p:nvSpPr>
          <p:spPr>
            <a:xfrm>
              <a:off x="5398896" y="8899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1" name="pt5801"/>
            <p:cNvSpPr/>
            <p:nvPr/>
          </p:nvSpPr>
          <p:spPr>
            <a:xfrm>
              <a:off x="5217745" y="86404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2" name="pt5802"/>
            <p:cNvSpPr/>
            <p:nvPr/>
          </p:nvSpPr>
          <p:spPr>
            <a:xfrm>
              <a:off x="5298074" y="8885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3" name="pt5803"/>
            <p:cNvSpPr/>
            <p:nvPr/>
          </p:nvSpPr>
          <p:spPr>
            <a:xfrm>
              <a:off x="5215623" y="8714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4" name="pt5804"/>
            <p:cNvSpPr/>
            <p:nvPr/>
          </p:nvSpPr>
          <p:spPr>
            <a:xfrm>
              <a:off x="5516482" y="87308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5" name="pt5805"/>
            <p:cNvSpPr/>
            <p:nvPr/>
          </p:nvSpPr>
          <p:spPr>
            <a:xfrm>
              <a:off x="5211270" y="88646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6" name="pt5806"/>
            <p:cNvSpPr/>
            <p:nvPr/>
          </p:nvSpPr>
          <p:spPr>
            <a:xfrm>
              <a:off x="5533847" y="8699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7" name="pt5807"/>
            <p:cNvSpPr/>
            <p:nvPr/>
          </p:nvSpPr>
          <p:spPr>
            <a:xfrm>
              <a:off x="5272896" y="8792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8" name="pt5808"/>
            <p:cNvSpPr/>
            <p:nvPr/>
          </p:nvSpPr>
          <p:spPr>
            <a:xfrm>
              <a:off x="5491347" y="8636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9" name="pt5809"/>
            <p:cNvSpPr/>
            <p:nvPr/>
          </p:nvSpPr>
          <p:spPr>
            <a:xfrm>
              <a:off x="5287266" y="8931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0" name="pt5810"/>
            <p:cNvSpPr/>
            <p:nvPr/>
          </p:nvSpPr>
          <p:spPr>
            <a:xfrm>
              <a:off x="5195169" y="8889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1" name="pt5811"/>
            <p:cNvSpPr/>
            <p:nvPr/>
          </p:nvSpPr>
          <p:spPr>
            <a:xfrm>
              <a:off x="5200371" y="8934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2" name="pt5812"/>
            <p:cNvSpPr/>
            <p:nvPr/>
          </p:nvSpPr>
          <p:spPr>
            <a:xfrm>
              <a:off x="5225554" y="87444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3" name="pt5813"/>
            <p:cNvSpPr/>
            <p:nvPr/>
          </p:nvSpPr>
          <p:spPr>
            <a:xfrm>
              <a:off x="5203528" y="8751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4" name="pt5814"/>
            <p:cNvSpPr/>
            <p:nvPr/>
          </p:nvSpPr>
          <p:spPr>
            <a:xfrm>
              <a:off x="5199584" y="8911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5" name="pt5815"/>
            <p:cNvSpPr/>
            <p:nvPr/>
          </p:nvSpPr>
          <p:spPr>
            <a:xfrm>
              <a:off x="5206755" y="8671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6" name="pt5816"/>
            <p:cNvSpPr/>
            <p:nvPr/>
          </p:nvSpPr>
          <p:spPr>
            <a:xfrm>
              <a:off x="5263353" y="89575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7" name="pt5817"/>
            <p:cNvSpPr/>
            <p:nvPr/>
          </p:nvSpPr>
          <p:spPr>
            <a:xfrm>
              <a:off x="5200082" y="8719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8" name="pt5818"/>
            <p:cNvSpPr/>
            <p:nvPr/>
          </p:nvSpPr>
          <p:spPr>
            <a:xfrm>
              <a:off x="5191628" y="8835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9" name="pt5819"/>
            <p:cNvSpPr/>
            <p:nvPr/>
          </p:nvSpPr>
          <p:spPr>
            <a:xfrm>
              <a:off x="5609492" y="8585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0" name="pt5820"/>
            <p:cNvSpPr/>
            <p:nvPr/>
          </p:nvSpPr>
          <p:spPr>
            <a:xfrm>
              <a:off x="5207135" y="88133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1" name="pt5821"/>
            <p:cNvSpPr/>
            <p:nvPr/>
          </p:nvSpPr>
          <p:spPr>
            <a:xfrm>
              <a:off x="5216444" y="8926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2" name="pt5822"/>
            <p:cNvSpPr/>
            <p:nvPr/>
          </p:nvSpPr>
          <p:spPr>
            <a:xfrm>
              <a:off x="5556685" y="8685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3" name="pt5823"/>
            <p:cNvSpPr/>
            <p:nvPr/>
          </p:nvSpPr>
          <p:spPr>
            <a:xfrm>
              <a:off x="5200429" y="87599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4" name="pt5824"/>
            <p:cNvSpPr/>
            <p:nvPr/>
          </p:nvSpPr>
          <p:spPr>
            <a:xfrm>
              <a:off x="5205171" y="90092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5" name="pt5825"/>
            <p:cNvSpPr/>
            <p:nvPr/>
          </p:nvSpPr>
          <p:spPr>
            <a:xfrm>
              <a:off x="5186494" y="8698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6" name="pt5826"/>
            <p:cNvSpPr/>
            <p:nvPr/>
          </p:nvSpPr>
          <p:spPr>
            <a:xfrm>
              <a:off x="5446215" y="8757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7" name="pt5827"/>
            <p:cNvSpPr/>
            <p:nvPr/>
          </p:nvSpPr>
          <p:spPr>
            <a:xfrm>
              <a:off x="5363679" y="88788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8" name="pt5828"/>
            <p:cNvSpPr/>
            <p:nvPr/>
          </p:nvSpPr>
          <p:spPr>
            <a:xfrm>
              <a:off x="5183253" y="8663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9" name="pt5829"/>
            <p:cNvSpPr/>
            <p:nvPr/>
          </p:nvSpPr>
          <p:spPr>
            <a:xfrm>
              <a:off x="5397972" y="8753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0" name="pt5830"/>
            <p:cNvSpPr/>
            <p:nvPr/>
          </p:nvSpPr>
          <p:spPr>
            <a:xfrm>
              <a:off x="5399671" y="8830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1" name="pt5831"/>
            <p:cNvSpPr/>
            <p:nvPr/>
          </p:nvSpPr>
          <p:spPr>
            <a:xfrm>
              <a:off x="5309641" y="87573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2" name="pt5832"/>
            <p:cNvSpPr/>
            <p:nvPr/>
          </p:nvSpPr>
          <p:spPr>
            <a:xfrm>
              <a:off x="5208629" y="9020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3" name="pt5833"/>
            <p:cNvSpPr/>
            <p:nvPr/>
          </p:nvSpPr>
          <p:spPr>
            <a:xfrm>
              <a:off x="5321256" y="8948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4" name="pt5834"/>
            <p:cNvSpPr/>
            <p:nvPr/>
          </p:nvSpPr>
          <p:spPr>
            <a:xfrm>
              <a:off x="5207479" y="89489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5" name="pt5835"/>
            <p:cNvSpPr/>
            <p:nvPr/>
          </p:nvSpPr>
          <p:spPr>
            <a:xfrm>
              <a:off x="5312661" y="8910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6" name="pt5836"/>
            <p:cNvSpPr/>
            <p:nvPr/>
          </p:nvSpPr>
          <p:spPr>
            <a:xfrm>
              <a:off x="5523386" y="8765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7" name="pt5837"/>
            <p:cNvSpPr/>
            <p:nvPr/>
          </p:nvSpPr>
          <p:spPr>
            <a:xfrm>
              <a:off x="5242233" y="8961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8" name="pt5838"/>
            <p:cNvSpPr/>
            <p:nvPr/>
          </p:nvSpPr>
          <p:spPr>
            <a:xfrm>
              <a:off x="5436980" y="8833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9" name="pt5839"/>
            <p:cNvSpPr/>
            <p:nvPr/>
          </p:nvSpPr>
          <p:spPr>
            <a:xfrm>
              <a:off x="5215105" y="9139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0" name="pt5840"/>
            <p:cNvSpPr/>
            <p:nvPr/>
          </p:nvSpPr>
          <p:spPr>
            <a:xfrm>
              <a:off x="5186530" y="89676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1" name="pt5841"/>
            <p:cNvSpPr/>
            <p:nvPr/>
          </p:nvSpPr>
          <p:spPr>
            <a:xfrm>
              <a:off x="5371243" y="88592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2" name="pt5842"/>
            <p:cNvSpPr/>
            <p:nvPr/>
          </p:nvSpPr>
          <p:spPr>
            <a:xfrm>
              <a:off x="5318635" y="8868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3" name="pt5843"/>
            <p:cNvSpPr/>
            <p:nvPr/>
          </p:nvSpPr>
          <p:spPr>
            <a:xfrm>
              <a:off x="5396228" y="8650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4" name="pt5844"/>
            <p:cNvSpPr/>
            <p:nvPr/>
          </p:nvSpPr>
          <p:spPr>
            <a:xfrm>
              <a:off x="5207979" y="89825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5" name="pt5845"/>
            <p:cNvSpPr/>
            <p:nvPr/>
          </p:nvSpPr>
          <p:spPr>
            <a:xfrm>
              <a:off x="5285123" y="88723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6" name="pt5846"/>
            <p:cNvSpPr/>
            <p:nvPr/>
          </p:nvSpPr>
          <p:spPr>
            <a:xfrm>
              <a:off x="5227119" y="88425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7" name="pt5847"/>
            <p:cNvSpPr/>
            <p:nvPr/>
          </p:nvSpPr>
          <p:spPr>
            <a:xfrm>
              <a:off x="5572586" y="8803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8" name="pt5848"/>
            <p:cNvSpPr/>
            <p:nvPr/>
          </p:nvSpPr>
          <p:spPr>
            <a:xfrm>
              <a:off x="5213964" y="8863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9" name="pt5849"/>
            <p:cNvSpPr/>
            <p:nvPr/>
          </p:nvSpPr>
          <p:spPr>
            <a:xfrm>
              <a:off x="5226322" y="8699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0" name="pt5850"/>
            <p:cNvSpPr/>
            <p:nvPr/>
          </p:nvSpPr>
          <p:spPr>
            <a:xfrm>
              <a:off x="5202686" y="8897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1" name="pt5851"/>
            <p:cNvSpPr/>
            <p:nvPr/>
          </p:nvSpPr>
          <p:spPr>
            <a:xfrm>
              <a:off x="5216563" y="8855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2" name="pt5852"/>
            <p:cNvSpPr/>
            <p:nvPr/>
          </p:nvSpPr>
          <p:spPr>
            <a:xfrm>
              <a:off x="5205242" y="8722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3" name="pt5853"/>
            <p:cNvSpPr/>
            <p:nvPr/>
          </p:nvSpPr>
          <p:spPr>
            <a:xfrm>
              <a:off x="5427119" y="8911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4" name="pt5854"/>
            <p:cNvSpPr/>
            <p:nvPr/>
          </p:nvSpPr>
          <p:spPr>
            <a:xfrm>
              <a:off x="5211216" y="8877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5" name="pt5855"/>
            <p:cNvSpPr/>
            <p:nvPr/>
          </p:nvSpPr>
          <p:spPr>
            <a:xfrm>
              <a:off x="5209773" y="88400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6" name="pt5856"/>
            <p:cNvSpPr/>
            <p:nvPr/>
          </p:nvSpPr>
          <p:spPr>
            <a:xfrm>
              <a:off x="5211717" y="8759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7" name="pt5857"/>
            <p:cNvSpPr/>
            <p:nvPr/>
          </p:nvSpPr>
          <p:spPr>
            <a:xfrm>
              <a:off x="5314159" y="8804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8" name="pt5858"/>
            <p:cNvSpPr/>
            <p:nvPr/>
          </p:nvSpPr>
          <p:spPr>
            <a:xfrm>
              <a:off x="5548539" y="8683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9" name="pt5859"/>
            <p:cNvSpPr/>
            <p:nvPr/>
          </p:nvSpPr>
          <p:spPr>
            <a:xfrm>
              <a:off x="5601376" y="8632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0" name="pt5860"/>
            <p:cNvSpPr/>
            <p:nvPr/>
          </p:nvSpPr>
          <p:spPr>
            <a:xfrm>
              <a:off x="5201406" y="8840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1" name="pt5861"/>
            <p:cNvSpPr/>
            <p:nvPr/>
          </p:nvSpPr>
          <p:spPr>
            <a:xfrm>
              <a:off x="5211704" y="8922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2" name="pt5862"/>
            <p:cNvSpPr/>
            <p:nvPr/>
          </p:nvSpPr>
          <p:spPr>
            <a:xfrm>
              <a:off x="5364664" y="8832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3" name="pt5863"/>
            <p:cNvSpPr/>
            <p:nvPr/>
          </p:nvSpPr>
          <p:spPr>
            <a:xfrm>
              <a:off x="5218434" y="89232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4" name="pt5864"/>
            <p:cNvSpPr/>
            <p:nvPr/>
          </p:nvSpPr>
          <p:spPr>
            <a:xfrm>
              <a:off x="5443346" y="8798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5" name="pt5865"/>
            <p:cNvSpPr/>
            <p:nvPr/>
          </p:nvSpPr>
          <p:spPr>
            <a:xfrm>
              <a:off x="5197015" y="8836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6" name="pt5866"/>
            <p:cNvSpPr/>
            <p:nvPr/>
          </p:nvSpPr>
          <p:spPr>
            <a:xfrm>
              <a:off x="5246819" y="8942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7" name="pt5867"/>
            <p:cNvSpPr/>
            <p:nvPr/>
          </p:nvSpPr>
          <p:spPr>
            <a:xfrm>
              <a:off x="5345880" y="89104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8" name="pt5868"/>
            <p:cNvSpPr/>
            <p:nvPr/>
          </p:nvSpPr>
          <p:spPr>
            <a:xfrm>
              <a:off x="5302819" y="8889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9" name="pt5869"/>
            <p:cNvSpPr/>
            <p:nvPr/>
          </p:nvSpPr>
          <p:spPr>
            <a:xfrm>
              <a:off x="5313836" y="8894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0" name="pt5870"/>
            <p:cNvSpPr/>
            <p:nvPr/>
          </p:nvSpPr>
          <p:spPr>
            <a:xfrm>
              <a:off x="5213927" y="89507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1" name="pt5871"/>
            <p:cNvSpPr/>
            <p:nvPr/>
          </p:nvSpPr>
          <p:spPr>
            <a:xfrm>
              <a:off x="5212114" y="8923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2" name="pt5872"/>
            <p:cNvSpPr/>
            <p:nvPr/>
          </p:nvSpPr>
          <p:spPr>
            <a:xfrm>
              <a:off x="5208132" y="9009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3" name="pt5873"/>
            <p:cNvSpPr/>
            <p:nvPr/>
          </p:nvSpPr>
          <p:spPr>
            <a:xfrm>
              <a:off x="5203588" y="8990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4" name="pt5874"/>
            <p:cNvSpPr/>
            <p:nvPr/>
          </p:nvSpPr>
          <p:spPr>
            <a:xfrm>
              <a:off x="5199950" y="8784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5" name="pt5875"/>
            <p:cNvSpPr/>
            <p:nvPr/>
          </p:nvSpPr>
          <p:spPr>
            <a:xfrm>
              <a:off x="5363397" y="8795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6" name="pt5876"/>
            <p:cNvSpPr/>
            <p:nvPr/>
          </p:nvSpPr>
          <p:spPr>
            <a:xfrm>
              <a:off x="5535741" y="87022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7" name="pt5877"/>
            <p:cNvSpPr/>
            <p:nvPr/>
          </p:nvSpPr>
          <p:spPr>
            <a:xfrm>
              <a:off x="5414878" y="8706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8" name="pt5878"/>
            <p:cNvSpPr/>
            <p:nvPr/>
          </p:nvSpPr>
          <p:spPr>
            <a:xfrm>
              <a:off x="5424415" y="8728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9" name="pt5879"/>
            <p:cNvSpPr/>
            <p:nvPr/>
          </p:nvSpPr>
          <p:spPr>
            <a:xfrm>
              <a:off x="5206510" y="8856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0" name="pt5880"/>
            <p:cNvSpPr/>
            <p:nvPr/>
          </p:nvSpPr>
          <p:spPr>
            <a:xfrm>
              <a:off x="5278814" y="8843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1" name="pt5881"/>
            <p:cNvSpPr/>
            <p:nvPr/>
          </p:nvSpPr>
          <p:spPr>
            <a:xfrm>
              <a:off x="5205477" y="9067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2" name="pt5882"/>
            <p:cNvSpPr/>
            <p:nvPr/>
          </p:nvSpPr>
          <p:spPr>
            <a:xfrm>
              <a:off x="5204489" y="8962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3" name="pt5883"/>
            <p:cNvSpPr/>
            <p:nvPr/>
          </p:nvSpPr>
          <p:spPr>
            <a:xfrm>
              <a:off x="5207274" y="9061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4" name="pt5884"/>
            <p:cNvSpPr/>
            <p:nvPr/>
          </p:nvSpPr>
          <p:spPr>
            <a:xfrm>
              <a:off x="5212324" y="89029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5" name="pt5885"/>
            <p:cNvSpPr/>
            <p:nvPr/>
          </p:nvSpPr>
          <p:spPr>
            <a:xfrm>
              <a:off x="5265023" y="8928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6" name="pt5886"/>
            <p:cNvSpPr/>
            <p:nvPr/>
          </p:nvSpPr>
          <p:spPr>
            <a:xfrm>
              <a:off x="5207357" y="89326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7" name="pt5887"/>
            <p:cNvSpPr/>
            <p:nvPr/>
          </p:nvSpPr>
          <p:spPr>
            <a:xfrm>
              <a:off x="5216989" y="8941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8" name="pt5888"/>
            <p:cNvSpPr/>
            <p:nvPr/>
          </p:nvSpPr>
          <p:spPr>
            <a:xfrm>
              <a:off x="5301213" y="8927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9" name="pt5889"/>
            <p:cNvSpPr/>
            <p:nvPr/>
          </p:nvSpPr>
          <p:spPr>
            <a:xfrm>
              <a:off x="5437010" y="8850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0" name="pt5890"/>
            <p:cNvSpPr/>
            <p:nvPr/>
          </p:nvSpPr>
          <p:spPr>
            <a:xfrm>
              <a:off x="5194647" y="8834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1" name="pt5891"/>
            <p:cNvSpPr/>
            <p:nvPr/>
          </p:nvSpPr>
          <p:spPr>
            <a:xfrm>
              <a:off x="5204360" y="8898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2" name="pt5892"/>
            <p:cNvSpPr/>
            <p:nvPr/>
          </p:nvSpPr>
          <p:spPr>
            <a:xfrm>
              <a:off x="5353660" y="8939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3" name="pt5893"/>
            <p:cNvSpPr/>
            <p:nvPr/>
          </p:nvSpPr>
          <p:spPr>
            <a:xfrm>
              <a:off x="5225254" y="87156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4" name="pt5894"/>
            <p:cNvSpPr/>
            <p:nvPr/>
          </p:nvSpPr>
          <p:spPr>
            <a:xfrm>
              <a:off x="5219899" y="8827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5" name="pt5895"/>
            <p:cNvSpPr/>
            <p:nvPr/>
          </p:nvSpPr>
          <p:spPr>
            <a:xfrm>
              <a:off x="5245207" y="90564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6" name="pt5896"/>
            <p:cNvSpPr/>
            <p:nvPr/>
          </p:nvSpPr>
          <p:spPr>
            <a:xfrm>
              <a:off x="5256961" y="8811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7" name="pt5897"/>
            <p:cNvSpPr/>
            <p:nvPr/>
          </p:nvSpPr>
          <p:spPr>
            <a:xfrm>
              <a:off x="5210453" y="88961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8" name="pt5898"/>
            <p:cNvSpPr/>
            <p:nvPr/>
          </p:nvSpPr>
          <p:spPr>
            <a:xfrm>
              <a:off x="5435535" y="8791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9" name="pt5899"/>
            <p:cNvSpPr/>
            <p:nvPr/>
          </p:nvSpPr>
          <p:spPr>
            <a:xfrm>
              <a:off x="5458368" y="8838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0" name="pt5900"/>
            <p:cNvSpPr/>
            <p:nvPr/>
          </p:nvSpPr>
          <p:spPr>
            <a:xfrm>
              <a:off x="5208137" y="8972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1" name="pt5901"/>
            <p:cNvSpPr/>
            <p:nvPr/>
          </p:nvSpPr>
          <p:spPr>
            <a:xfrm>
              <a:off x="5465938" y="87618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2" name="pt5902"/>
            <p:cNvSpPr/>
            <p:nvPr/>
          </p:nvSpPr>
          <p:spPr>
            <a:xfrm>
              <a:off x="5534669" y="8727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3" name="pt5903"/>
            <p:cNvSpPr/>
            <p:nvPr/>
          </p:nvSpPr>
          <p:spPr>
            <a:xfrm>
              <a:off x="5385246" y="88173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4" name="pt5904"/>
            <p:cNvSpPr/>
            <p:nvPr/>
          </p:nvSpPr>
          <p:spPr>
            <a:xfrm>
              <a:off x="5221985" y="88346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5" name="pt5905"/>
            <p:cNvSpPr/>
            <p:nvPr/>
          </p:nvSpPr>
          <p:spPr>
            <a:xfrm>
              <a:off x="5261657" y="89900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6" name="pt5906"/>
            <p:cNvSpPr/>
            <p:nvPr/>
          </p:nvSpPr>
          <p:spPr>
            <a:xfrm>
              <a:off x="5373585" y="8818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7" name="pt5907"/>
            <p:cNvSpPr/>
            <p:nvPr/>
          </p:nvSpPr>
          <p:spPr>
            <a:xfrm>
              <a:off x="5474199" y="8766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8" name="pt5908"/>
            <p:cNvSpPr/>
            <p:nvPr/>
          </p:nvSpPr>
          <p:spPr>
            <a:xfrm>
              <a:off x="5215257" y="8815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9" name="pt5909"/>
            <p:cNvSpPr/>
            <p:nvPr/>
          </p:nvSpPr>
          <p:spPr>
            <a:xfrm>
              <a:off x="5284007" y="8897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0" name="pt5910"/>
            <p:cNvSpPr/>
            <p:nvPr/>
          </p:nvSpPr>
          <p:spPr>
            <a:xfrm>
              <a:off x="5287680" y="8843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1" name="pt5911"/>
            <p:cNvSpPr/>
            <p:nvPr/>
          </p:nvSpPr>
          <p:spPr>
            <a:xfrm>
              <a:off x="5242260" y="9027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2" name="pt5912"/>
            <p:cNvSpPr/>
            <p:nvPr/>
          </p:nvSpPr>
          <p:spPr>
            <a:xfrm>
              <a:off x="5406442" y="8843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3" name="pt5913"/>
            <p:cNvSpPr/>
            <p:nvPr/>
          </p:nvSpPr>
          <p:spPr>
            <a:xfrm>
              <a:off x="5515292" y="8643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4" name="pt5914"/>
            <p:cNvSpPr/>
            <p:nvPr/>
          </p:nvSpPr>
          <p:spPr>
            <a:xfrm>
              <a:off x="5428842" y="8792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5" name="pt5915"/>
            <p:cNvSpPr/>
            <p:nvPr/>
          </p:nvSpPr>
          <p:spPr>
            <a:xfrm>
              <a:off x="5225579" y="8984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6" name="pt5916"/>
            <p:cNvSpPr/>
            <p:nvPr/>
          </p:nvSpPr>
          <p:spPr>
            <a:xfrm>
              <a:off x="5213254" y="8883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7" name="pt5917"/>
            <p:cNvSpPr/>
            <p:nvPr/>
          </p:nvSpPr>
          <p:spPr>
            <a:xfrm>
              <a:off x="5216168" y="9092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8" name="pt5918"/>
            <p:cNvSpPr/>
            <p:nvPr/>
          </p:nvSpPr>
          <p:spPr>
            <a:xfrm>
              <a:off x="5201182" y="8810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9" name="pt5919"/>
            <p:cNvSpPr/>
            <p:nvPr/>
          </p:nvSpPr>
          <p:spPr>
            <a:xfrm>
              <a:off x="5309966" y="8871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0" name="pt5920"/>
            <p:cNvSpPr/>
            <p:nvPr/>
          </p:nvSpPr>
          <p:spPr>
            <a:xfrm>
              <a:off x="5278191" y="8878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1" name="pt5921"/>
            <p:cNvSpPr/>
            <p:nvPr/>
          </p:nvSpPr>
          <p:spPr>
            <a:xfrm>
              <a:off x="5599052" y="8714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2" name="pt5922"/>
            <p:cNvSpPr/>
            <p:nvPr/>
          </p:nvSpPr>
          <p:spPr>
            <a:xfrm>
              <a:off x="5355189" y="8729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3" name="pt5923"/>
            <p:cNvSpPr/>
            <p:nvPr/>
          </p:nvSpPr>
          <p:spPr>
            <a:xfrm>
              <a:off x="5238356" y="8960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4" name="pt5924"/>
            <p:cNvSpPr/>
            <p:nvPr/>
          </p:nvSpPr>
          <p:spPr>
            <a:xfrm>
              <a:off x="5246394" y="8783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5" name="pt5925"/>
            <p:cNvSpPr/>
            <p:nvPr/>
          </p:nvSpPr>
          <p:spPr>
            <a:xfrm>
              <a:off x="5403801" y="87432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6" name="pt5926"/>
            <p:cNvSpPr/>
            <p:nvPr/>
          </p:nvSpPr>
          <p:spPr>
            <a:xfrm>
              <a:off x="5241289" y="87725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7" name="pt5927"/>
            <p:cNvSpPr/>
            <p:nvPr/>
          </p:nvSpPr>
          <p:spPr>
            <a:xfrm>
              <a:off x="5209846" y="8907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8" name="pt5928"/>
            <p:cNvSpPr/>
            <p:nvPr/>
          </p:nvSpPr>
          <p:spPr>
            <a:xfrm>
              <a:off x="5205816" y="8789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9" name="pt5929"/>
            <p:cNvSpPr/>
            <p:nvPr/>
          </p:nvSpPr>
          <p:spPr>
            <a:xfrm>
              <a:off x="5399223" y="87403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0" name="pt5930"/>
            <p:cNvSpPr/>
            <p:nvPr/>
          </p:nvSpPr>
          <p:spPr>
            <a:xfrm>
              <a:off x="5214187" y="8879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1" name="pt5931"/>
            <p:cNvSpPr/>
            <p:nvPr/>
          </p:nvSpPr>
          <p:spPr>
            <a:xfrm>
              <a:off x="5200530" y="8850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2" name="pt5932"/>
            <p:cNvSpPr/>
            <p:nvPr/>
          </p:nvSpPr>
          <p:spPr>
            <a:xfrm>
              <a:off x="5203293" y="8908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3" name="pt5933"/>
            <p:cNvSpPr/>
            <p:nvPr/>
          </p:nvSpPr>
          <p:spPr>
            <a:xfrm>
              <a:off x="5201919" y="8979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4" name="pt5934"/>
            <p:cNvSpPr/>
            <p:nvPr/>
          </p:nvSpPr>
          <p:spPr>
            <a:xfrm>
              <a:off x="5208816" y="90528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5" name="pt5935"/>
            <p:cNvSpPr/>
            <p:nvPr/>
          </p:nvSpPr>
          <p:spPr>
            <a:xfrm>
              <a:off x="5267487" y="8700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6" name="pt5936"/>
            <p:cNvSpPr/>
            <p:nvPr/>
          </p:nvSpPr>
          <p:spPr>
            <a:xfrm>
              <a:off x="5204485" y="8824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7" name="pt5937"/>
            <p:cNvSpPr/>
            <p:nvPr/>
          </p:nvSpPr>
          <p:spPr>
            <a:xfrm>
              <a:off x="5207789" y="9092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8" name="pt5938"/>
            <p:cNvSpPr/>
            <p:nvPr/>
          </p:nvSpPr>
          <p:spPr>
            <a:xfrm>
              <a:off x="5342083" y="8805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9" name="pt5939"/>
            <p:cNvSpPr/>
            <p:nvPr/>
          </p:nvSpPr>
          <p:spPr>
            <a:xfrm>
              <a:off x="5320490" y="8821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0" name="rc5940"/>
            <p:cNvSpPr/>
            <p:nvPr/>
          </p:nvSpPr>
          <p:spPr>
            <a:xfrm>
              <a:off x="5874311" y="1529513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941" name="tx5941"/>
            <p:cNvSpPr/>
            <p:nvPr/>
          </p:nvSpPr>
          <p:spPr>
            <a:xfrm>
              <a:off x="6031154" y="1692779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5942" name="tx5942"/>
            <p:cNvSpPr/>
            <p:nvPr/>
          </p:nvSpPr>
          <p:spPr>
            <a:xfrm>
              <a:off x="5929663" y="1894672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0.605***</a:t>
              </a:r>
            </a:p>
          </p:txBody>
        </p:sp>
        <p:sp>
          <p:nvSpPr>
            <p:cNvPr id="5943" name="rc5943"/>
            <p:cNvSpPr/>
            <p:nvPr/>
          </p:nvSpPr>
          <p:spPr>
            <a:xfrm>
              <a:off x="5874311" y="1529513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4" name="rc5944"/>
            <p:cNvSpPr/>
            <p:nvPr/>
          </p:nvSpPr>
          <p:spPr>
            <a:xfrm>
              <a:off x="5874311" y="2234734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945" name="tx5945"/>
            <p:cNvSpPr/>
            <p:nvPr/>
          </p:nvSpPr>
          <p:spPr>
            <a:xfrm>
              <a:off x="6031154" y="2398000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5946" name="tx5946"/>
            <p:cNvSpPr/>
            <p:nvPr/>
          </p:nvSpPr>
          <p:spPr>
            <a:xfrm>
              <a:off x="5929663" y="2599894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0.845***</a:t>
              </a:r>
            </a:p>
          </p:txBody>
        </p:sp>
        <p:sp>
          <p:nvSpPr>
            <p:cNvPr id="5947" name="rc5947"/>
            <p:cNvSpPr/>
            <p:nvPr/>
          </p:nvSpPr>
          <p:spPr>
            <a:xfrm>
              <a:off x="5874311" y="2234734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8" name="rc5948"/>
            <p:cNvSpPr/>
            <p:nvPr/>
          </p:nvSpPr>
          <p:spPr>
            <a:xfrm>
              <a:off x="5874311" y="2939956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949" name="tx5949"/>
            <p:cNvSpPr/>
            <p:nvPr/>
          </p:nvSpPr>
          <p:spPr>
            <a:xfrm>
              <a:off x="6031154" y="3103222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5950" name="tx5950"/>
            <p:cNvSpPr/>
            <p:nvPr/>
          </p:nvSpPr>
          <p:spPr>
            <a:xfrm>
              <a:off x="5929663" y="3305047"/>
              <a:ext cx="514536" cy="1038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0.853***</a:t>
              </a:r>
            </a:p>
          </p:txBody>
        </p:sp>
        <p:sp>
          <p:nvSpPr>
            <p:cNvPr id="5951" name="rc5951"/>
            <p:cNvSpPr/>
            <p:nvPr/>
          </p:nvSpPr>
          <p:spPr>
            <a:xfrm>
              <a:off x="5874311" y="2939956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2" name="rc5952"/>
            <p:cNvSpPr/>
            <p:nvPr/>
          </p:nvSpPr>
          <p:spPr>
            <a:xfrm>
              <a:off x="5874311" y="3645178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53" name="pl5953"/>
            <p:cNvSpPr/>
            <p:nvPr/>
          </p:nvSpPr>
          <p:spPr>
            <a:xfrm>
              <a:off x="5874311" y="418989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4" name="pl5954"/>
            <p:cNvSpPr/>
            <p:nvPr/>
          </p:nvSpPr>
          <p:spPr>
            <a:xfrm>
              <a:off x="5874311" y="406585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5" name="pl5955"/>
            <p:cNvSpPr/>
            <p:nvPr/>
          </p:nvSpPr>
          <p:spPr>
            <a:xfrm>
              <a:off x="5874311" y="394182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6" name="pl5956"/>
            <p:cNvSpPr/>
            <p:nvPr/>
          </p:nvSpPr>
          <p:spPr>
            <a:xfrm>
              <a:off x="5874311" y="381778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7" name="pl5957"/>
            <p:cNvSpPr/>
            <p:nvPr/>
          </p:nvSpPr>
          <p:spPr>
            <a:xfrm>
              <a:off x="5874311" y="369374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8" name="pl5958"/>
            <p:cNvSpPr/>
            <p:nvPr/>
          </p:nvSpPr>
          <p:spPr>
            <a:xfrm>
              <a:off x="5971839" y="364517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9" name="pl5959"/>
            <p:cNvSpPr/>
            <p:nvPr/>
          </p:nvSpPr>
          <p:spPr>
            <a:xfrm>
              <a:off x="6154663" y="364517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0" name="pl5960"/>
            <p:cNvSpPr/>
            <p:nvPr/>
          </p:nvSpPr>
          <p:spPr>
            <a:xfrm>
              <a:off x="6337488" y="364517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1" name="pl5961"/>
            <p:cNvSpPr/>
            <p:nvPr/>
          </p:nvSpPr>
          <p:spPr>
            <a:xfrm>
              <a:off x="5874311" y="425191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2" name="pl5962"/>
            <p:cNvSpPr/>
            <p:nvPr/>
          </p:nvSpPr>
          <p:spPr>
            <a:xfrm>
              <a:off x="5874311" y="412787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3" name="pl5963"/>
            <p:cNvSpPr/>
            <p:nvPr/>
          </p:nvSpPr>
          <p:spPr>
            <a:xfrm>
              <a:off x="5874311" y="400383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4" name="pl5964"/>
            <p:cNvSpPr/>
            <p:nvPr/>
          </p:nvSpPr>
          <p:spPr>
            <a:xfrm>
              <a:off x="5874311" y="387980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5" name="pl5965"/>
            <p:cNvSpPr/>
            <p:nvPr/>
          </p:nvSpPr>
          <p:spPr>
            <a:xfrm>
              <a:off x="5874311" y="375576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6" name="pl5966"/>
            <p:cNvSpPr/>
            <p:nvPr/>
          </p:nvSpPr>
          <p:spPr>
            <a:xfrm>
              <a:off x="5880426" y="364517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7" name="pl5967"/>
            <p:cNvSpPr/>
            <p:nvPr/>
          </p:nvSpPr>
          <p:spPr>
            <a:xfrm>
              <a:off x="6063251" y="364517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8" name="pl5968"/>
            <p:cNvSpPr/>
            <p:nvPr/>
          </p:nvSpPr>
          <p:spPr>
            <a:xfrm>
              <a:off x="6246076" y="364517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9" name="pl5969"/>
            <p:cNvSpPr/>
            <p:nvPr/>
          </p:nvSpPr>
          <p:spPr>
            <a:xfrm>
              <a:off x="6428900" y="364517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0" name="pg5970"/>
            <p:cNvSpPr/>
            <p:nvPr/>
          </p:nvSpPr>
          <p:spPr>
            <a:xfrm>
              <a:off x="5902731" y="3674070"/>
              <a:ext cx="568401" cy="577847"/>
            </a:xfrm>
            <a:custGeom>
              <a:avLst/>
              <a:pathLst>
                <a:path w="568401" h="577847">
                  <a:moveTo>
                    <a:pt x="0" y="309399"/>
                  </a:moveTo>
                  <a:lnTo>
                    <a:pt x="1112" y="288834"/>
                  </a:lnTo>
                  <a:lnTo>
                    <a:pt x="2224" y="267928"/>
                  </a:lnTo>
                  <a:lnTo>
                    <a:pt x="3336" y="246825"/>
                  </a:lnTo>
                  <a:lnTo>
                    <a:pt x="4449" y="225719"/>
                  </a:lnTo>
                  <a:lnTo>
                    <a:pt x="5561" y="204743"/>
                  </a:lnTo>
                  <a:lnTo>
                    <a:pt x="6673" y="184032"/>
                  </a:lnTo>
                  <a:lnTo>
                    <a:pt x="7786" y="163723"/>
                  </a:lnTo>
                  <a:lnTo>
                    <a:pt x="8898" y="144014"/>
                  </a:lnTo>
                  <a:lnTo>
                    <a:pt x="10010" y="125166"/>
                  </a:lnTo>
                  <a:lnTo>
                    <a:pt x="11123" y="107210"/>
                  </a:lnTo>
                  <a:lnTo>
                    <a:pt x="12235" y="90266"/>
                  </a:lnTo>
                  <a:lnTo>
                    <a:pt x="13347" y="74446"/>
                  </a:lnTo>
                  <a:lnTo>
                    <a:pt x="14460" y="59855"/>
                  </a:lnTo>
                  <a:lnTo>
                    <a:pt x="15572" y="46743"/>
                  </a:lnTo>
                  <a:lnTo>
                    <a:pt x="16684" y="35285"/>
                  </a:lnTo>
                  <a:lnTo>
                    <a:pt x="17797" y="25339"/>
                  </a:lnTo>
                  <a:lnTo>
                    <a:pt x="18909" y="16949"/>
                  </a:lnTo>
                  <a:lnTo>
                    <a:pt x="20021" y="10147"/>
                  </a:lnTo>
                  <a:lnTo>
                    <a:pt x="21134" y="4954"/>
                  </a:lnTo>
                  <a:lnTo>
                    <a:pt x="22246" y="1588"/>
                  </a:lnTo>
                  <a:lnTo>
                    <a:pt x="23358" y="14"/>
                  </a:lnTo>
                  <a:lnTo>
                    <a:pt x="24471" y="0"/>
                  </a:lnTo>
                  <a:lnTo>
                    <a:pt x="25583" y="1503"/>
                  </a:lnTo>
                  <a:lnTo>
                    <a:pt x="26695" y="4471"/>
                  </a:lnTo>
                  <a:lnTo>
                    <a:pt x="27808" y="8845"/>
                  </a:lnTo>
                  <a:lnTo>
                    <a:pt x="28920" y="14748"/>
                  </a:lnTo>
                  <a:lnTo>
                    <a:pt x="30032" y="21984"/>
                  </a:lnTo>
                  <a:lnTo>
                    <a:pt x="31145" y="30336"/>
                  </a:lnTo>
                  <a:lnTo>
                    <a:pt x="32257" y="39716"/>
                  </a:lnTo>
                  <a:lnTo>
                    <a:pt x="33369" y="50033"/>
                  </a:lnTo>
                  <a:lnTo>
                    <a:pt x="34482" y="61192"/>
                  </a:lnTo>
                  <a:lnTo>
                    <a:pt x="35594" y="73213"/>
                  </a:lnTo>
                  <a:lnTo>
                    <a:pt x="36706" y="85882"/>
                  </a:lnTo>
                  <a:lnTo>
                    <a:pt x="37819" y="99058"/>
                  </a:lnTo>
                  <a:lnTo>
                    <a:pt x="38931" y="112657"/>
                  </a:lnTo>
                  <a:lnTo>
                    <a:pt x="40043" y="126595"/>
                  </a:lnTo>
                  <a:lnTo>
                    <a:pt x="41156" y="140793"/>
                  </a:lnTo>
                  <a:lnTo>
                    <a:pt x="42268" y="155193"/>
                  </a:lnTo>
                  <a:lnTo>
                    <a:pt x="43380" y="169672"/>
                  </a:lnTo>
                  <a:lnTo>
                    <a:pt x="44493" y="184163"/>
                  </a:lnTo>
                  <a:lnTo>
                    <a:pt x="45605" y="198607"/>
                  </a:lnTo>
                  <a:lnTo>
                    <a:pt x="46717" y="212954"/>
                  </a:lnTo>
                  <a:lnTo>
                    <a:pt x="47830" y="227154"/>
                  </a:lnTo>
                  <a:lnTo>
                    <a:pt x="48942" y="241103"/>
                  </a:lnTo>
                  <a:lnTo>
                    <a:pt x="50054" y="254792"/>
                  </a:lnTo>
                  <a:lnTo>
                    <a:pt x="51167" y="268194"/>
                  </a:lnTo>
                  <a:lnTo>
                    <a:pt x="52279" y="281278"/>
                  </a:lnTo>
                  <a:lnTo>
                    <a:pt x="53391" y="294018"/>
                  </a:lnTo>
                  <a:lnTo>
                    <a:pt x="54504" y="306388"/>
                  </a:lnTo>
                  <a:lnTo>
                    <a:pt x="55616" y="318262"/>
                  </a:lnTo>
                  <a:lnTo>
                    <a:pt x="56728" y="329716"/>
                  </a:lnTo>
                  <a:lnTo>
                    <a:pt x="57841" y="340738"/>
                  </a:lnTo>
                  <a:lnTo>
                    <a:pt x="58953" y="351314"/>
                  </a:lnTo>
                  <a:lnTo>
                    <a:pt x="60065" y="361436"/>
                  </a:lnTo>
                  <a:lnTo>
                    <a:pt x="61178" y="371081"/>
                  </a:lnTo>
                  <a:lnTo>
                    <a:pt x="62290" y="380149"/>
                  </a:lnTo>
                  <a:lnTo>
                    <a:pt x="63402" y="388744"/>
                  </a:lnTo>
                  <a:lnTo>
                    <a:pt x="64515" y="396866"/>
                  </a:lnTo>
                  <a:lnTo>
                    <a:pt x="65627" y="404518"/>
                  </a:lnTo>
                  <a:lnTo>
                    <a:pt x="66739" y="411703"/>
                  </a:lnTo>
                  <a:lnTo>
                    <a:pt x="67852" y="418403"/>
                  </a:lnTo>
                  <a:lnTo>
                    <a:pt x="68964" y="424563"/>
                  </a:lnTo>
                  <a:lnTo>
                    <a:pt x="70076" y="430289"/>
                  </a:lnTo>
                  <a:lnTo>
                    <a:pt x="71189" y="435594"/>
                  </a:lnTo>
                  <a:lnTo>
                    <a:pt x="72301" y="440492"/>
                  </a:lnTo>
                  <a:lnTo>
                    <a:pt x="73413" y="445000"/>
                  </a:lnTo>
                  <a:lnTo>
                    <a:pt x="74526" y="449107"/>
                  </a:lnTo>
                  <a:lnTo>
                    <a:pt x="75638" y="452808"/>
                  </a:lnTo>
                  <a:lnTo>
                    <a:pt x="76750" y="456189"/>
                  </a:lnTo>
                  <a:lnTo>
                    <a:pt x="77863" y="459271"/>
                  </a:lnTo>
                  <a:lnTo>
                    <a:pt x="78975" y="462076"/>
                  </a:lnTo>
                  <a:lnTo>
                    <a:pt x="80087" y="464625"/>
                  </a:lnTo>
                  <a:lnTo>
                    <a:pt x="81200" y="466919"/>
                  </a:lnTo>
                  <a:lnTo>
                    <a:pt x="82312" y="468979"/>
                  </a:lnTo>
                  <a:lnTo>
                    <a:pt x="83424" y="470861"/>
                  </a:lnTo>
                  <a:lnTo>
                    <a:pt x="84537" y="472585"/>
                  </a:lnTo>
                  <a:lnTo>
                    <a:pt x="85649" y="474168"/>
                  </a:lnTo>
                  <a:lnTo>
                    <a:pt x="86761" y="475627"/>
                  </a:lnTo>
                  <a:lnTo>
                    <a:pt x="87874" y="476969"/>
                  </a:lnTo>
                  <a:lnTo>
                    <a:pt x="88986" y="478214"/>
                  </a:lnTo>
                  <a:lnTo>
                    <a:pt x="90098" y="479387"/>
                  </a:lnTo>
                  <a:lnTo>
                    <a:pt x="91211" y="480499"/>
                  </a:lnTo>
                  <a:lnTo>
                    <a:pt x="92323" y="481558"/>
                  </a:lnTo>
                  <a:lnTo>
                    <a:pt x="93435" y="482572"/>
                  </a:lnTo>
                  <a:lnTo>
                    <a:pt x="94548" y="483542"/>
                  </a:lnTo>
                  <a:lnTo>
                    <a:pt x="95660" y="484478"/>
                  </a:lnTo>
                  <a:lnTo>
                    <a:pt x="96772" y="485386"/>
                  </a:lnTo>
                  <a:lnTo>
                    <a:pt x="97885" y="486268"/>
                  </a:lnTo>
                  <a:lnTo>
                    <a:pt x="98997" y="487127"/>
                  </a:lnTo>
                  <a:lnTo>
                    <a:pt x="100109" y="487963"/>
                  </a:lnTo>
                  <a:lnTo>
                    <a:pt x="101222" y="488774"/>
                  </a:lnTo>
                  <a:lnTo>
                    <a:pt x="102334" y="489565"/>
                  </a:lnTo>
                  <a:lnTo>
                    <a:pt x="103446" y="490337"/>
                  </a:lnTo>
                  <a:lnTo>
                    <a:pt x="104559" y="491092"/>
                  </a:lnTo>
                  <a:lnTo>
                    <a:pt x="105671" y="491832"/>
                  </a:lnTo>
                  <a:lnTo>
                    <a:pt x="106783" y="492559"/>
                  </a:lnTo>
                  <a:lnTo>
                    <a:pt x="107896" y="493274"/>
                  </a:lnTo>
                  <a:lnTo>
                    <a:pt x="109008" y="493982"/>
                  </a:lnTo>
                  <a:lnTo>
                    <a:pt x="110120" y="494688"/>
                  </a:lnTo>
                  <a:lnTo>
                    <a:pt x="111233" y="495396"/>
                  </a:lnTo>
                  <a:lnTo>
                    <a:pt x="112345" y="496110"/>
                  </a:lnTo>
                  <a:lnTo>
                    <a:pt x="113457" y="496833"/>
                  </a:lnTo>
                  <a:lnTo>
                    <a:pt x="114570" y="497576"/>
                  </a:lnTo>
                  <a:lnTo>
                    <a:pt x="115682" y="498341"/>
                  </a:lnTo>
                  <a:lnTo>
                    <a:pt x="116794" y="499130"/>
                  </a:lnTo>
                  <a:lnTo>
                    <a:pt x="117907" y="499948"/>
                  </a:lnTo>
                  <a:lnTo>
                    <a:pt x="119019" y="500796"/>
                  </a:lnTo>
                  <a:lnTo>
                    <a:pt x="120131" y="501679"/>
                  </a:lnTo>
                  <a:lnTo>
                    <a:pt x="121244" y="502606"/>
                  </a:lnTo>
                  <a:lnTo>
                    <a:pt x="122356" y="503570"/>
                  </a:lnTo>
                  <a:lnTo>
                    <a:pt x="123468" y="504570"/>
                  </a:lnTo>
                  <a:lnTo>
                    <a:pt x="124581" y="505606"/>
                  </a:lnTo>
                  <a:lnTo>
                    <a:pt x="125693" y="506675"/>
                  </a:lnTo>
                  <a:lnTo>
                    <a:pt x="126805" y="507777"/>
                  </a:lnTo>
                  <a:lnTo>
                    <a:pt x="127918" y="508912"/>
                  </a:lnTo>
                  <a:lnTo>
                    <a:pt x="129030" y="510069"/>
                  </a:lnTo>
                  <a:lnTo>
                    <a:pt x="130142" y="511244"/>
                  </a:lnTo>
                  <a:lnTo>
                    <a:pt x="131255" y="512432"/>
                  </a:lnTo>
                  <a:lnTo>
                    <a:pt x="132367" y="513628"/>
                  </a:lnTo>
                  <a:lnTo>
                    <a:pt x="133479" y="514826"/>
                  </a:lnTo>
                  <a:lnTo>
                    <a:pt x="134592" y="516017"/>
                  </a:lnTo>
                  <a:lnTo>
                    <a:pt x="135704" y="517196"/>
                  </a:lnTo>
                  <a:lnTo>
                    <a:pt x="136816" y="518357"/>
                  </a:lnTo>
                  <a:lnTo>
                    <a:pt x="137929" y="519494"/>
                  </a:lnTo>
                  <a:lnTo>
                    <a:pt x="139041" y="520604"/>
                  </a:lnTo>
                  <a:lnTo>
                    <a:pt x="140153" y="521677"/>
                  </a:lnTo>
                  <a:lnTo>
                    <a:pt x="141266" y="522704"/>
                  </a:lnTo>
                  <a:lnTo>
                    <a:pt x="142378" y="523688"/>
                  </a:lnTo>
                  <a:lnTo>
                    <a:pt x="143490" y="524624"/>
                  </a:lnTo>
                  <a:lnTo>
                    <a:pt x="144603" y="525510"/>
                  </a:lnTo>
                  <a:lnTo>
                    <a:pt x="145715" y="526345"/>
                  </a:lnTo>
                  <a:lnTo>
                    <a:pt x="146827" y="527120"/>
                  </a:lnTo>
                  <a:lnTo>
                    <a:pt x="147940" y="527833"/>
                  </a:lnTo>
                  <a:lnTo>
                    <a:pt x="149052" y="528490"/>
                  </a:lnTo>
                  <a:lnTo>
                    <a:pt x="150164" y="529093"/>
                  </a:lnTo>
                  <a:lnTo>
                    <a:pt x="151277" y="529642"/>
                  </a:lnTo>
                  <a:lnTo>
                    <a:pt x="152389" y="530138"/>
                  </a:lnTo>
                  <a:lnTo>
                    <a:pt x="153501" y="530579"/>
                  </a:lnTo>
                  <a:lnTo>
                    <a:pt x="154614" y="530966"/>
                  </a:lnTo>
                  <a:lnTo>
                    <a:pt x="155726" y="531310"/>
                  </a:lnTo>
                  <a:lnTo>
                    <a:pt x="156838" y="531615"/>
                  </a:lnTo>
                  <a:lnTo>
                    <a:pt x="157951" y="531883"/>
                  </a:lnTo>
                  <a:lnTo>
                    <a:pt x="159063" y="532118"/>
                  </a:lnTo>
                  <a:lnTo>
                    <a:pt x="160175" y="532322"/>
                  </a:lnTo>
                  <a:lnTo>
                    <a:pt x="161288" y="532501"/>
                  </a:lnTo>
                  <a:lnTo>
                    <a:pt x="162400" y="532663"/>
                  </a:lnTo>
                  <a:lnTo>
                    <a:pt x="163512" y="532813"/>
                  </a:lnTo>
                  <a:lnTo>
                    <a:pt x="164625" y="532955"/>
                  </a:lnTo>
                  <a:lnTo>
                    <a:pt x="165737" y="533093"/>
                  </a:lnTo>
                  <a:lnTo>
                    <a:pt x="166849" y="533234"/>
                  </a:lnTo>
                  <a:lnTo>
                    <a:pt x="167962" y="533384"/>
                  </a:lnTo>
                  <a:lnTo>
                    <a:pt x="169074" y="533546"/>
                  </a:lnTo>
                  <a:lnTo>
                    <a:pt x="170186" y="533724"/>
                  </a:lnTo>
                  <a:lnTo>
                    <a:pt x="171299" y="533923"/>
                  </a:lnTo>
                  <a:lnTo>
                    <a:pt x="172411" y="534145"/>
                  </a:lnTo>
                  <a:lnTo>
                    <a:pt x="173523" y="534400"/>
                  </a:lnTo>
                  <a:lnTo>
                    <a:pt x="174636" y="534686"/>
                  </a:lnTo>
                  <a:lnTo>
                    <a:pt x="175748" y="535006"/>
                  </a:lnTo>
                  <a:lnTo>
                    <a:pt x="176860" y="535358"/>
                  </a:lnTo>
                  <a:lnTo>
                    <a:pt x="177973" y="535745"/>
                  </a:lnTo>
                  <a:lnTo>
                    <a:pt x="179085" y="536165"/>
                  </a:lnTo>
                  <a:lnTo>
                    <a:pt x="180197" y="536626"/>
                  </a:lnTo>
                  <a:lnTo>
                    <a:pt x="181310" y="537119"/>
                  </a:lnTo>
                  <a:lnTo>
                    <a:pt x="182422" y="537639"/>
                  </a:lnTo>
                  <a:lnTo>
                    <a:pt x="183534" y="538184"/>
                  </a:lnTo>
                  <a:lnTo>
                    <a:pt x="184647" y="538751"/>
                  </a:lnTo>
                  <a:lnTo>
                    <a:pt x="185759" y="539334"/>
                  </a:lnTo>
                  <a:lnTo>
                    <a:pt x="186871" y="539931"/>
                  </a:lnTo>
                  <a:lnTo>
                    <a:pt x="187984" y="540532"/>
                  </a:lnTo>
                  <a:lnTo>
                    <a:pt x="189096" y="541131"/>
                  </a:lnTo>
                  <a:lnTo>
                    <a:pt x="190208" y="541724"/>
                  </a:lnTo>
                  <a:lnTo>
                    <a:pt x="191321" y="542305"/>
                  </a:lnTo>
                  <a:lnTo>
                    <a:pt x="192433" y="542868"/>
                  </a:lnTo>
                  <a:lnTo>
                    <a:pt x="193545" y="543402"/>
                  </a:lnTo>
                  <a:lnTo>
                    <a:pt x="194658" y="543906"/>
                  </a:lnTo>
                  <a:lnTo>
                    <a:pt x="195770" y="544377"/>
                  </a:lnTo>
                  <a:lnTo>
                    <a:pt x="196882" y="544811"/>
                  </a:lnTo>
                  <a:lnTo>
                    <a:pt x="197995" y="545207"/>
                  </a:lnTo>
                  <a:lnTo>
                    <a:pt x="199107" y="545559"/>
                  </a:lnTo>
                  <a:lnTo>
                    <a:pt x="200219" y="545860"/>
                  </a:lnTo>
                  <a:lnTo>
                    <a:pt x="201332" y="546118"/>
                  </a:lnTo>
                  <a:lnTo>
                    <a:pt x="202444" y="546333"/>
                  </a:lnTo>
                  <a:lnTo>
                    <a:pt x="203556" y="546506"/>
                  </a:lnTo>
                  <a:lnTo>
                    <a:pt x="204669" y="546639"/>
                  </a:lnTo>
                  <a:lnTo>
                    <a:pt x="205781" y="546730"/>
                  </a:lnTo>
                  <a:lnTo>
                    <a:pt x="206893" y="546779"/>
                  </a:lnTo>
                  <a:lnTo>
                    <a:pt x="208006" y="546797"/>
                  </a:lnTo>
                  <a:lnTo>
                    <a:pt x="209118" y="546786"/>
                  </a:lnTo>
                  <a:lnTo>
                    <a:pt x="210230" y="546750"/>
                  </a:lnTo>
                  <a:lnTo>
                    <a:pt x="211343" y="546692"/>
                  </a:lnTo>
                  <a:lnTo>
                    <a:pt x="212455" y="546614"/>
                  </a:lnTo>
                  <a:lnTo>
                    <a:pt x="213567" y="546521"/>
                  </a:lnTo>
                  <a:lnTo>
                    <a:pt x="214680" y="546419"/>
                  </a:lnTo>
                  <a:lnTo>
                    <a:pt x="215792" y="546312"/>
                  </a:lnTo>
                  <a:lnTo>
                    <a:pt x="216904" y="546204"/>
                  </a:lnTo>
                  <a:lnTo>
                    <a:pt x="218017" y="546098"/>
                  </a:lnTo>
                  <a:lnTo>
                    <a:pt x="219129" y="545998"/>
                  </a:lnTo>
                  <a:lnTo>
                    <a:pt x="220241" y="545909"/>
                  </a:lnTo>
                  <a:lnTo>
                    <a:pt x="221354" y="545834"/>
                  </a:lnTo>
                  <a:lnTo>
                    <a:pt x="222466" y="545774"/>
                  </a:lnTo>
                  <a:lnTo>
                    <a:pt x="223578" y="545732"/>
                  </a:lnTo>
                  <a:lnTo>
                    <a:pt x="224691" y="545710"/>
                  </a:lnTo>
                  <a:lnTo>
                    <a:pt x="225803" y="545712"/>
                  </a:lnTo>
                  <a:lnTo>
                    <a:pt x="226915" y="545740"/>
                  </a:lnTo>
                  <a:lnTo>
                    <a:pt x="228028" y="545792"/>
                  </a:lnTo>
                  <a:lnTo>
                    <a:pt x="229140" y="545866"/>
                  </a:lnTo>
                  <a:lnTo>
                    <a:pt x="230252" y="545963"/>
                  </a:lnTo>
                  <a:lnTo>
                    <a:pt x="231365" y="546081"/>
                  </a:lnTo>
                  <a:lnTo>
                    <a:pt x="232477" y="546222"/>
                  </a:lnTo>
                  <a:lnTo>
                    <a:pt x="233589" y="546381"/>
                  </a:lnTo>
                  <a:lnTo>
                    <a:pt x="234702" y="546554"/>
                  </a:lnTo>
                  <a:lnTo>
                    <a:pt x="235814" y="546738"/>
                  </a:lnTo>
                  <a:lnTo>
                    <a:pt x="236926" y="546929"/>
                  </a:lnTo>
                  <a:lnTo>
                    <a:pt x="238039" y="547124"/>
                  </a:lnTo>
                  <a:lnTo>
                    <a:pt x="239151" y="547318"/>
                  </a:lnTo>
                  <a:lnTo>
                    <a:pt x="240263" y="547508"/>
                  </a:lnTo>
                  <a:lnTo>
                    <a:pt x="241376" y="547689"/>
                  </a:lnTo>
                  <a:lnTo>
                    <a:pt x="242488" y="547858"/>
                  </a:lnTo>
                  <a:lnTo>
                    <a:pt x="243600" y="548014"/>
                  </a:lnTo>
                  <a:lnTo>
                    <a:pt x="244713" y="548153"/>
                  </a:lnTo>
                  <a:lnTo>
                    <a:pt x="245825" y="548269"/>
                  </a:lnTo>
                  <a:lnTo>
                    <a:pt x="246937" y="548364"/>
                  </a:lnTo>
                  <a:lnTo>
                    <a:pt x="248049" y="548438"/>
                  </a:lnTo>
                  <a:lnTo>
                    <a:pt x="249162" y="548491"/>
                  </a:lnTo>
                  <a:lnTo>
                    <a:pt x="250274" y="548524"/>
                  </a:lnTo>
                  <a:lnTo>
                    <a:pt x="251386" y="548538"/>
                  </a:lnTo>
                  <a:lnTo>
                    <a:pt x="252499" y="548529"/>
                  </a:lnTo>
                  <a:lnTo>
                    <a:pt x="253611" y="548506"/>
                  </a:lnTo>
                  <a:lnTo>
                    <a:pt x="254723" y="548470"/>
                  </a:lnTo>
                  <a:lnTo>
                    <a:pt x="255836" y="548423"/>
                  </a:lnTo>
                  <a:lnTo>
                    <a:pt x="256948" y="548369"/>
                  </a:lnTo>
                  <a:lnTo>
                    <a:pt x="258060" y="548309"/>
                  </a:lnTo>
                  <a:lnTo>
                    <a:pt x="259173" y="548246"/>
                  </a:lnTo>
                  <a:lnTo>
                    <a:pt x="260285" y="548183"/>
                  </a:lnTo>
                  <a:lnTo>
                    <a:pt x="261397" y="548121"/>
                  </a:lnTo>
                  <a:lnTo>
                    <a:pt x="262510" y="548063"/>
                  </a:lnTo>
                  <a:lnTo>
                    <a:pt x="263622" y="548010"/>
                  </a:lnTo>
                  <a:lnTo>
                    <a:pt x="264734" y="547962"/>
                  </a:lnTo>
                  <a:lnTo>
                    <a:pt x="265847" y="547921"/>
                  </a:lnTo>
                  <a:lnTo>
                    <a:pt x="266959" y="547886"/>
                  </a:lnTo>
                  <a:lnTo>
                    <a:pt x="268071" y="547857"/>
                  </a:lnTo>
                  <a:lnTo>
                    <a:pt x="269184" y="547833"/>
                  </a:lnTo>
                  <a:lnTo>
                    <a:pt x="270296" y="547814"/>
                  </a:lnTo>
                  <a:lnTo>
                    <a:pt x="271408" y="547800"/>
                  </a:lnTo>
                  <a:lnTo>
                    <a:pt x="272521" y="547790"/>
                  </a:lnTo>
                  <a:lnTo>
                    <a:pt x="273633" y="547783"/>
                  </a:lnTo>
                  <a:lnTo>
                    <a:pt x="274745" y="547779"/>
                  </a:lnTo>
                  <a:lnTo>
                    <a:pt x="275858" y="547778"/>
                  </a:lnTo>
                  <a:lnTo>
                    <a:pt x="276970" y="547781"/>
                  </a:lnTo>
                  <a:lnTo>
                    <a:pt x="278082" y="547787"/>
                  </a:lnTo>
                  <a:lnTo>
                    <a:pt x="279195" y="547799"/>
                  </a:lnTo>
                  <a:lnTo>
                    <a:pt x="280307" y="547818"/>
                  </a:lnTo>
                  <a:lnTo>
                    <a:pt x="281419" y="547845"/>
                  </a:lnTo>
                  <a:lnTo>
                    <a:pt x="282532" y="547882"/>
                  </a:lnTo>
                  <a:lnTo>
                    <a:pt x="283644" y="547931"/>
                  </a:lnTo>
                  <a:lnTo>
                    <a:pt x="284756" y="547995"/>
                  </a:lnTo>
                  <a:lnTo>
                    <a:pt x="285869" y="548078"/>
                  </a:lnTo>
                  <a:lnTo>
                    <a:pt x="286981" y="548181"/>
                  </a:lnTo>
                  <a:lnTo>
                    <a:pt x="288093" y="548304"/>
                  </a:lnTo>
                  <a:lnTo>
                    <a:pt x="289206" y="548449"/>
                  </a:lnTo>
                  <a:lnTo>
                    <a:pt x="290318" y="548617"/>
                  </a:lnTo>
                  <a:lnTo>
                    <a:pt x="291430" y="548814"/>
                  </a:lnTo>
                  <a:lnTo>
                    <a:pt x="292543" y="549038"/>
                  </a:lnTo>
                  <a:lnTo>
                    <a:pt x="293655" y="549286"/>
                  </a:lnTo>
                  <a:lnTo>
                    <a:pt x="294767" y="549558"/>
                  </a:lnTo>
                  <a:lnTo>
                    <a:pt x="295880" y="549851"/>
                  </a:lnTo>
                  <a:lnTo>
                    <a:pt x="296992" y="550164"/>
                  </a:lnTo>
                  <a:lnTo>
                    <a:pt x="298104" y="550497"/>
                  </a:lnTo>
                  <a:lnTo>
                    <a:pt x="299217" y="550844"/>
                  </a:lnTo>
                  <a:lnTo>
                    <a:pt x="300329" y="551201"/>
                  </a:lnTo>
                  <a:lnTo>
                    <a:pt x="301441" y="551564"/>
                  </a:lnTo>
                  <a:lnTo>
                    <a:pt x="302554" y="551929"/>
                  </a:lnTo>
                  <a:lnTo>
                    <a:pt x="303666" y="552293"/>
                  </a:lnTo>
                  <a:lnTo>
                    <a:pt x="304778" y="552651"/>
                  </a:lnTo>
                  <a:lnTo>
                    <a:pt x="305891" y="552997"/>
                  </a:lnTo>
                  <a:lnTo>
                    <a:pt x="307003" y="553331"/>
                  </a:lnTo>
                  <a:lnTo>
                    <a:pt x="308115" y="553649"/>
                  </a:lnTo>
                  <a:lnTo>
                    <a:pt x="309228" y="553949"/>
                  </a:lnTo>
                  <a:lnTo>
                    <a:pt x="310340" y="554230"/>
                  </a:lnTo>
                  <a:lnTo>
                    <a:pt x="311452" y="554485"/>
                  </a:lnTo>
                  <a:lnTo>
                    <a:pt x="312565" y="554719"/>
                  </a:lnTo>
                  <a:lnTo>
                    <a:pt x="313677" y="554933"/>
                  </a:lnTo>
                  <a:lnTo>
                    <a:pt x="314789" y="555127"/>
                  </a:lnTo>
                  <a:lnTo>
                    <a:pt x="315902" y="555302"/>
                  </a:lnTo>
                  <a:lnTo>
                    <a:pt x="317014" y="555462"/>
                  </a:lnTo>
                  <a:lnTo>
                    <a:pt x="318126" y="555604"/>
                  </a:lnTo>
                  <a:lnTo>
                    <a:pt x="319239" y="555737"/>
                  </a:lnTo>
                  <a:lnTo>
                    <a:pt x="320351" y="555863"/>
                  </a:lnTo>
                  <a:lnTo>
                    <a:pt x="321463" y="555985"/>
                  </a:lnTo>
                  <a:lnTo>
                    <a:pt x="322576" y="556106"/>
                  </a:lnTo>
                  <a:lnTo>
                    <a:pt x="323688" y="556228"/>
                  </a:lnTo>
                  <a:lnTo>
                    <a:pt x="324800" y="556357"/>
                  </a:lnTo>
                  <a:lnTo>
                    <a:pt x="325913" y="556493"/>
                  </a:lnTo>
                  <a:lnTo>
                    <a:pt x="327025" y="556639"/>
                  </a:lnTo>
                  <a:lnTo>
                    <a:pt x="328137" y="556796"/>
                  </a:lnTo>
                  <a:lnTo>
                    <a:pt x="329250" y="556964"/>
                  </a:lnTo>
                  <a:lnTo>
                    <a:pt x="330362" y="557144"/>
                  </a:lnTo>
                  <a:lnTo>
                    <a:pt x="331474" y="557339"/>
                  </a:lnTo>
                  <a:lnTo>
                    <a:pt x="332587" y="557545"/>
                  </a:lnTo>
                  <a:lnTo>
                    <a:pt x="333699" y="557761"/>
                  </a:lnTo>
                  <a:lnTo>
                    <a:pt x="334811" y="557985"/>
                  </a:lnTo>
                  <a:lnTo>
                    <a:pt x="335924" y="558214"/>
                  </a:lnTo>
                  <a:lnTo>
                    <a:pt x="337036" y="558448"/>
                  </a:lnTo>
                  <a:lnTo>
                    <a:pt x="338148" y="558683"/>
                  </a:lnTo>
                  <a:lnTo>
                    <a:pt x="339261" y="558915"/>
                  </a:lnTo>
                  <a:lnTo>
                    <a:pt x="340373" y="559142"/>
                  </a:lnTo>
                  <a:lnTo>
                    <a:pt x="341485" y="559360"/>
                  </a:lnTo>
                  <a:lnTo>
                    <a:pt x="342598" y="559569"/>
                  </a:lnTo>
                  <a:lnTo>
                    <a:pt x="343710" y="559763"/>
                  </a:lnTo>
                  <a:lnTo>
                    <a:pt x="344822" y="559939"/>
                  </a:lnTo>
                  <a:lnTo>
                    <a:pt x="345935" y="560098"/>
                  </a:lnTo>
                  <a:lnTo>
                    <a:pt x="347047" y="560238"/>
                  </a:lnTo>
                  <a:lnTo>
                    <a:pt x="348159" y="560358"/>
                  </a:lnTo>
                  <a:lnTo>
                    <a:pt x="349272" y="560459"/>
                  </a:lnTo>
                  <a:lnTo>
                    <a:pt x="350384" y="560537"/>
                  </a:lnTo>
                  <a:lnTo>
                    <a:pt x="351496" y="560593"/>
                  </a:lnTo>
                  <a:lnTo>
                    <a:pt x="352609" y="560632"/>
                  </a:lnTo>
                  <a:lnTo>
                    <a:pt x="353721" y="560655"/>
                  </a:lnTo>
                  <a:lnTo>
                    <a:pt x="354833" y="560664"/>
                  </a:lnTo>
                  <a:lnTo>
                    <a:pt x="355946" y="560662"/>
                  </a:lnTo>
                  <a:lnTo>
                    <a:pt x="357058" y="560650"/>
                  </a:lnTo>
                  <a:lnTo>
                    <a:pt x="358170" y="560633"/>
                  </a:lnTo>
                  <a:lnTo>
                    <a:pt x="359283" y="560615"/>
                  </a:lnTo>
                  <a:lnTo>
                    <a:pt x="360395" y="560600"/>
                  </a:lnTo>
                  <a:lnTo>
                    <a:pt x="361507" y="560590"/>
                  </a:lnTo>
                  <a:lnTo>
                    <a:pt x="362620" y="560589"/>
                  </a:lnTo>
                  <a:lnTo>
                    <a:pt x="363732" y="560602"/>
                  </a:lnTo>
                  <a:lnTo>
                    <a:pt x="364844" y="560632"/>
                  </a:lnTo>
                  <a:lnTo>
                    <a:pt x="365957" y="560681"/>
                  </a:lnTo>
                  <a:lnTo>
                    <a:pt x="367069" y="560751"/>
                  </a:lnTo>
                  <a:lnTo>
                    <a:pt x="368181" y="560842"/>
                  </a:lnTo>
                  <a:lnTo>
                    <a:pt x="369294" y="560956"/>
                  </a:lnTo>
                  <a:lnTo>
                    <a:pt x="370406" y="561099"/>
                  </a:lnTo>
                  <a:lnTo>
                    <a:pt x="371518" y="561267"/>
                  </a:lnTo>
                  <a:lnTo>
                    <a:pt x="372631" y="561458"/>
                  </a:lnTo>
                  <a:lnTo>
                    <a:pt x="373743" y="561670"/>
                  </a:lnTo>
                  <a:lnTo>
                    <a:pt x="374855" y="561903"/>
                  </a:lnTo>
                  <a:lnTo>
                    <a:pt x="375968" y="562154"/>
                  </a:lnTo>
                  <a:lnTo>
                    <a:pt x="377080" y="562424"/>
                  </a:lnTo>
                  <a:lnTo>
                    <a:pt x="378192" y="562706"/>
                  </a:lnTo>
                  <a:lnTo>
                    <a:pt x="379305" y="562997"/>
                  </a:lnTo>
                  <a:lnTo>
                    <a:pt x="380417" y="563293"/>
                  </a:lnTo>
                  <a:lnTo>
                    <a:pt x="381529" y="563592"/>
                  </a:lnTo>
                  <a:lnTo>
                    <a:pt x="382642" y="563890"/>
                  </a:lnTo>
                  <a:lnTo>
                    <a:pt x="383754" y="564182"/>
                  </a:lnTo>
                  <a:lnTo>
                    <a:pt x="384866" y="564465"/>
                  </a:lnTo>
                  <a:lnTo>
                    <a:pt x="385979" y="564738"/>
                  </a:lnTo>
                  <a:lnTo>
                    <a:pt x="387091" y="564997"/>
                  </a:lnTo>
                  <a:lnTo>
                    <a:pt x="388203" y="565242"/>
                  </a:lnTo>
                  <a:lnTo>
                    <a:pt x="389316" y="565469"/>
                  </a:lnTo>
                  <a:lnTo>
                    <a:pt x="390428" y="565675"/>
                  </a:lnTo>
                  <a:lnTo>
                    <a:pt x="391540" y="565862"/>
                  </a:lnTo>
                  <a:lnTo>
                    <a:pt x="392653" y="566031"/>
                  </a:lnTo>
                  <a:lnTo>
                    <a:pt x="393765" y="566182"/>
                  </a:lnTo>
                  <a:lnTo>
                    <a:pt x="394877" y="566316"/>
                  </a:lnTo>
                  <a:lnTo>
                    <a:pt x="395990" y="566434"/>
                  </a:lnTo>
                  <a:lnTo>
                    <a:pt x="397102" y="566536"/>
                  </a:lnTo>
                  <a:lnTo>
                    <a:pt x="398214" y="566626"/>
                  </a:lnTo>
                  <a:lnTo>
                    <a:pt x="399327" y="566708"/>
                  </a:lnTo>
                  <a:lnTo>
                    <a:pt x="400439" y="566782"/>
                  </a:lnTo>
                  <a:lnTo>
                    <a:pt x="401551" y="566852"/>
                  </a:lnTo>
                  <a:lnTo>
                    <a:pt x="402664" y="566920"/>
                  </a:lnTo>
                  <a:lnTo>
                    <a:pt x="403776" y="566989"/>
                  </a:lnTo>
                  <a:lnTo>
                    <a:pt x="404888" y="567061"/>
                  </a:lnTo>
                  <a:lnTo>
                    <a:pt x="406001" y="567138"/>
                  </a:lnTo>
                  <a:lnTo>
                    <a:pt x="407113" y="567222"/>
                  </a:lnTo>
                  <a:lnTo>
                    <a:pt x="408225" y="567314"/>
                  </a:lnTo>
                  <a:lnTo>
                    <a:pt x="409338" y="567416"/>
                  </a:lnTo>
                  <a:lnTo>
                    <a:pt x="410450" y="567531"/>
                  </a:lnTo>
                  <a:lnTo>
                    <a:pt x="411562" y="567656"/>
                  </a:lnTo>
                  <a:lnTo>
                    <a:pt x="412675" y="567793"/>
                  </a:lnTo>
                  <a:lnTo>
                    <a:pt x="413787" y="567940"/>
                  </a:lnTo>
                  <a:lnTo>
                    <a:pt x="414899" y="568098"/>
                  </a:lnTo>
                  <a:lnTo>
                    <a:pt x="416012" y="568268"/>
                  </a:lnTo>
                  <a:lnTo>
                    <a:pt x="417124" y="568448"/>
                  </a:lnTo>
                  <a:lnTo>
                    <a:pt x="418236" y="568635"/>
                  </a:lnTo>
                  <a:lnTo>
                    <a:pt x="419349" y="568830"/>
                  </a:lnTo>
                  <a:lnTo>
                    <a:pt x="420461" y="569030"/>
                  </a:lnTo>
                  <a:lnTo>
                    <a:pt x="421573" y="569234"/>
                  </a:lnTo>
                  <a:lnTo>
                    <a:pt x="422686" y="569441"/>
                  </a:lnTo>
                  <a:lnTo>
                    <a:pt x="423798" y="569650"/>
                  </a:lnTo>
                  <a:lnTo>
                    <a:pt x="424910" y="569857"/>
                  </a:lnTo>
                  <a:lnTo>
                    <a:pt x="426023" y="570063"/>
                  </a:lnTo>
                  <a:lnTo>
                    <a:pt x="427135" y="570265"/>
                  </a:lnTo>
                  <a:lnTo>
                    <a:pt x="428247" y="570463"/>
                  </a:lnTo>
                  <a:lnTo>
                    <a:pt x="429360" y="570653"/>
                  </a:lnTo>
                  <a:lnTo>
                    <a:pt x="430472" y="570836"/>
                  </a:lnTo>
                  <a:lnTo>
                    <a:pt x="431584" y="571010"/>
                  </a:lnTo>
                  <a:lnTo>
                    <a:pt x="432697" y="571174"/>
                  </a:lnTo>
                  <a:lnTo>
                    <a:pt x="433809" y="571329"/>
                  </a:lnTo>
                  <a:lnTo>
                    <a:pt x="434921" y="571474"/>
                  </a:lnTo>
                  <a:lnTo>
                    <a:pt x="436034" y="571605"/>
                  </a:lnTo>
                  <a:lnTo>
                    <a:pt x="437146" y="571724"/>
                  </a:lnTo>
                  <a:lnTo>
                    <a:pt x="438258" y="571831"/>
                  </a:lnTo>
                  <a:lnTo>
                    <a:pt x="439371" y="571927"/>
                  </a:lnTo>
                  <a:lnTo>
                    <a:pt x="440483" y="572011"/>
                  </a:lnTo>
                  <a:lnTo>
                    <a:pt x="441595" y="572085"/>
                  </a:lnTo>
                  <a:lnTo>
                    <a:pt x="442708" y="572146"/>
                  </a:lnTo>
                  <a:lnTo>
                    <a:pt x="443820" y="572196"/>
                  </a:lnTo>
                  <a:lnTo>
                    <a:pt x="444932" y="572239"/>
                  </a:lnTo>
                  <a:lnTo>
                    <a:pt x="446045" y="572273"/>
                  </a:lnTo>
                  <a:lnTo>
                    <a:pt x="447157" y="572300"/>
                  </a:lnTo>
                  <a:lnTo>
                    <a:pt x="448269" y="572321"/>
                  </a:lnTo>
                  <a:lnTo>
                    <a:pt x="449382" y="572335"/>
                  </a:lnTo>
                  <a:lnTo>
                    <a:pt x="450494" y="572347"/>
                  </a:lnTo>
                  <a:lnTo>
                    <a:pt x="451606" y="572355"/>
                  </a:lnTo>
                  <a:lnTo>
                    <a:pt x="452719" y="572362"/>
                  </a:lnTo>
                  <a:lnTo>
                    <a:pt x="453831" y="572368"/>
                  </a:lnTo>
                  <a:lnTo>
                    <a:pt x="454943" y="572374"/>
                  </a:lnTo>
                  <a:lnTo>
                    <a:pt x="456056" y="572381"/>
                  </a:lnTo>
                  <a:lnTo>
                    <a:pt x="457168" y="572390"/>
                  </a:lnTo>
                  <a:lnTo>
                    <a:pt x="458280" y="572400"/>
                  </a:lnTo>
                  <a:lnTo>
                    <a:pt x="459393" y="572412"/>
                  </a:lnTo>
                  <a:lnTo>
                    <a:pt x="460505" y="572425"/>
                  </a:lnTo>
                  <a:lnTo>
                    <a:pt x="461617" y="572441"/>
                  </a:lnTo>
                  <a:lnTo>
                    <a:pt x="462730" y="572459"/>
                  </a:lnTo>
                  <a:lnTo>
                    <a:pt x="463842" y="572479"/>
                  </a:lnTo>
                  <a:lnTo>
                    <a:pt x="464954" y="572500"/>
                  </a:lnTo>
                  <a:lnTo>
                    <a:pt x="466067" y="572521"/>
                  </a:lnTo>
                  <a:lnTo>
                    <a:pt x="467179" y="572543"/>
                  </a:lnTo>
                  <a:lnTo>
                    <a:pt x="468291" y="572566"/>
                  </a:lnTo>
                  <a:lnTo>
                    <a:pt x="469404" y="572588"/>
                  </a:lnTo>
                  <a:lnTo>
                    <a:pt x="470516" y="572609"/>
                  </a:lnTo>
                  <a:lnTo>
                    <a:pt x="471628" y="572630"/>
                  </a:lnTo>
                  <a:lnTo>
                    <a:pt x="472741" y="572651"/>
                  </a:lnTo>
                  <a:lnTo>
                    <a:pt x="473853" y="572671"/>
                  </a:lnTo>
                  <a:lnTo>
                    <a:pt x="474965" y="572691"/>
                  </a:lnTo>
                  <a:lnTo>
                    <a:pt x="476078" y="572712"/>
                  </a:lnTo>
                  <a:lnTo>
                    <a:pt x="477190" y="572734"/>
                  </a:lnTo>
                  <a:lnTo>
                    <a:pt x="478302" y="572757"/>
                  </a:lnTo>
                  <a:lnTo>
                    <a:pt x="479415" y="572783"/>
                  </a:lnTo>
                  <a:lnTo>
                    <a:pt x="480527" y="572812"/>
                  </a:lnTo>
                  <a:lnTo>
                    <a:pt x="481639" y="572846"/>
                  </a:lnTo>
                  <a:lnTo>
                    <a:pt x="482752" y="572885"/>
                  </a:lnTo>
                  <a:lnTo>
                    <a:pt x="483864" y="572930"/>
                  </a:lnTo>
                  <a:lnTo>
                    <a:pt x="484976" y="572981"/>
                  </a:lnTo>
                  <a:lnTo>
                    <a:pt x="486089" y="573039"/>
                  </a:lnTo>
                  <a:lnTo>
                    <a:pt x="487201" y="573104"/>
                  </a:lnTo>
                  <a:lnTo>
                    <a:pt x="488313" y="573176"/>
                  </a:lnTo>
                  <a:lnTo>
                    <a:pt x="489426" y="573257"/>
                  </a:lnTo>
                  <a:lnTo>
                    <a:pt x="490538" y="573344"/>
                  </a:lnTo>
                  <a:lnTo>
                    <a:pt x="491650" y="573437"/>
                  </a:lnTo>
                  <a:lnTo>
                    <a:pt x="492762" y="573535"/>
                  </a:lnTo>
                  <a:lnTo>
                    <a:pt x="493875" y="573638"/>
                  </a:lnTo>
                  <a:lnTo>
                    <a:pt x="494987" y="573744"/>
                  </a:lnTo>
                  <a:lnTo>
                    <a:pt x="496099" y="573851"/>
                  </a:lnTo>
                  <a:lnTo>
                    <a:pt x="497212" y="573958"/>
                  </a:lnTo>
                  <a:lnTo>
                    <a:pt x="498324" y="574063"/>
                  </a:lnTo>
                  <a:lnTo>
                    <a:pt x="499436" y="574164"/>
                  </a:lnTo>
                  <a:lnTo>
                    <a:pt x="500549" y="574260"/>
                  </a:lnTo>
                  <a:lnTo>
                    <a:pt x="501661" y="574347"/>
                  </a:lnTo>
                  <a:lnTo>
                    <a:pt x="502773" y="574424"/>
                  </a:lnTo>
                  <a:lnTo>
                    <a:pt x="503886" y="574491"/>
                  </a:lnTo>
                  <a:lnTo>
                    <a:pt x="504998" y="574546"/>
                  </a:lnTo>
                  <a:lnTo>
                    <a:pt x="506110" y="574589"/>
                  </a:lnTo>
                  <a:lnTo>
                    <a:pt x="507223" y="574617"/>
                  </a:lnTo>
                  <a:lnTo>
                    <a:pt x="508335" y="574629"/>
                  </a:lnTo>
                  <a:lnTo>
                    <a:pt x="509447" y="574626"/>
                  </a:lnTo>
                  <a:lnTo>
                    <a:pt x="510560" y="574609"/>
                  </a:lnTo>
                  <a:lnTo>
                    <a:pt x="511672" y="574579"/>
                  </a:lnTo>
                  <a:lnTo>
                    <a:pt x="512784" y="574535"/>
                  </a:lnTo>
                  <a:lnTo>
                    <a:pt x="513897" y="574480"/>
                  </a:lnTo>
                  <a:lnTo>
                    <a:pt x="515009" y="574413"/>
                  </a:lnTo>
                  <a:lnTo>
                    <a:pt x="516121" y="574338"/>
                  </a:lnTo>
                  <a:lnTo>
                    <a:pt x="517234" y="574257"/>
                  </a:lnTo>
                  <a:lnTo>
                    <a:pt x="518346" y="574172"/>
                  </a:lnTo>
                  <a:lnTo>
                    <a:pt x="519458" y="574085"/>
                  </a:lnTo>
                  <a:lnTo>
                    <a:pt x="520571" y="573998"/>
                  </a:lnTo>
                  <a:lnTo>
                    <a:pt x="521683" y="573915"/>
                  </a:lnTo>
                  <a:lnTo>
                    <a:pt x="522795" y="573838"/>
                  </a:lnTo>
                  <a:lnTo>
                    <a:pt x="523908" y="573768"/>
                  </a:lnTo>
                  <a:lnTo>
                    <a:pt x="525020" y="573708"/>
                  </a:lnTo>
                  <a:lnTo>
                    <a:pt x="526132" y="573658"/>
                  </a:lnTo>
                  <a:lnTo>
                    <a:pt x="527245" y="573622"/>
                  </a:lnTo>
                  <a:lnTo>
                    <a:pt x="528357" y="573602"/>
                  </a:lnTo>
                  <a:lnTo>
                    <a:pt x="529469" y="573597"/>
                  </a:lnTo>
                  <a:lnTo>
                    <a:pt x="530582" y="573607"/>
                  </a:lnTo>
                  <a:lnTo>
                    <a:pt x="531694" y="573632"/>
                  </a:lnTo>
                  <a:lnTo>
                    <a:pt x="532806" y="573672"/>
                  </a:lnTo>
                  <a:lnTo>
                    <a:pt x="533919" y="573728"/>
                  </a:lnTo>
                  <a:lnTo>
                    <a:pt x="535031" y="573798"/>
                  </a:lnTo>
                  <a:lnTo>
                    <a:pt x="536143" y="573881"/>
                  </a:lnTo>
                  <a:lnTo>
                    <a:pt x="537256" y="573973"/>
                  </a:lnTo>
                  <a:lnTo>
                    <a:pt x="538368" y="574074"/>
                  </a:lnTo>
                  <a:lnTo>
                    <a:pt x="539480" y="574182"/>
                  </a:lnTo>
                  <a:lnTo>
                    <a:pt x="540593" y="574295"/>
                  </a:lnTo>
                  <a:lnTo>
                    <a:pt x="541705" y="574411"/>
                  </a:lnTo>
                  <a:lnTo>
                    <a:pt x="542817" y="574527"/>
                  </a:lnTo>
                  <a:lnTo>
                    <a:pt x="543930" y="574641"/>
                  </a:lnTo>
                  <a:lnTo>
                    <a:pt x="545042" y="574752"/>
                  </a:lnTo>
                  <a:lnTo>
                    <a:pt x="546154" y="574858"/>
                  </a:lnTo>
                  <a:lnTo>
                    <a:pt x="547267" y="574956"/>
                  </a:lnTo>
                  <a:lnTo>
                    <a:pt x="548379" y="575045"/>
                  </a:lnTo>
                  <a:lnTo>
                    <a:pt x="549491" y="575126"/>
                  </a:lnTo>
                  <a:lnTo>
                    <a:pt x="550604" y="575196"/>
                  </a:lnTo>
                  <a:lnTo>
                    <a:pt x="551716" y="575257"/>
                  </a:lnTo>
                  <a:lnTo>
                    <a:pt x="552828" y="575309"/>
                  </a:lnTo>
                  <a:lnTo>
                    <a:pt x="553941" y="575349"/>
                  </a:lnTo>
                  <a:lnTo>
                    <a:pt x="555053" y="575380"/>
                  </a:lnTo>
                  <a:lnTo>
                    <a:pt x="556165" y="575403"/>
                  </a:lnTo>
                  <a:lnTo>
                    <a:pt x="557278" y="575419"/>
                  </a:lnTo>
                  <a:lnTo>
                    <a:pt x="558390" y="575430"/>
                  </a:lnTo>
                  <a:lnTo>
                    <a:pt x="559502" y="575437"/>
                  </a:lnTo>
                  <a:lnTo>
                    <a:pt x="560615" y="575440"/>
                  </a:lnTo>
                  <a:lnTo>
                    <a:pt x="561727" y="575443"/>
                  </a:lnTo>
                  <a:lnTo>
                    <a:pt x="562839" y="575446"/>
                  </a:lnTo>
                  <a:lnTo>
                    <a:pt x="563952" y="575452"/>
                  </a:lnTo>
                  <a:lnTo>
                    <a:pt x="565064" y="575461"/>
                  </a:lnTo>
                  <a:lnTo>
                    <a:pt x="566176" y="575475"/>
                  </a:lnTo>
                  <a:lnTo>
                    <a:pt x="567289" y="575496"/>
                  </a:lnTo>
                  <a:lnTo>
                    <a:pt x="568401" y="575524"/>
                  </a:lnTo>
                  <a:lnTo>
                    <a:pt x="568401" y="577847"/>
                  </a:lnTo>
                  <a:lnTo>
                    <a:pt x="567289" y="577847"/>
                  </a:lnTo>
                  <a:lnTo>
                    <a:pt x="566176" y="577847"/>
                  </a:lnTo>
                  <a:lnTo>
                    <a:pt x="565064" y="577847"/>
                  </a:lnTo>
                  <a:lnTo>
                    <a:pt x="563952" y="577847"/>
                  </a:lnTo>
                  <a:lnTo>
                    <a:pt x="562839" y="577847"/>
                  </a:lnTo>
                  <a:lnTo>
                    <a:pt x="561727" y="577847"/>
                  </a:lnTo>
                  <a:lnTo>
                    <a:pt x="560615" y="577847"/>
                  </a:lnTo>
                  <a:lnTo>
                    <a:pt x="559502" y="577847"/>
                  </a:lnTo>
                  <a:lnTo>
                    <a:pt x="558390" y="577847"/>
                  </a:lnTo>
                  <a:lnTo>
                    <a:pt x="557278" y="577847"/>
                  </a:lnTo>
                  <a:lnTo>
                    <a:pt x="556165" y="577847"/>
                  </a:lnTo>
                  <a:lnTo>
                    <a:pt x="555053" y="577847"/>
                  </a:lnTo>
                  <a:lnTo>
                    <a:pt x="553941" y="577847"/>
                  </a:lnTo>
                  <a:lnTo>
                    <a:pt x="552828" y="577847"/>
                  </a:lnTo>
                  <a:lnTo>
                    <a:pt x="551716" y="577847"/>
                  </a:lnTo>
                  <a:lnTo>
                    <a:pt x="550604" y="577847"/>
                  </a:lnTo>
                  <a:lnTo>
                    <a:pt x="549491" y="577847"/>
                  </a:lnTo>
                  <a:lnTo>
                    <a:pt x="548379" y="577847"/>
                  </a:lnTo>
                  <a:lnTo>
                    <a:pt x="547267" y="577847"/>
                  </a:lnTo>
                  <a:lnTo>
                    <a:pt x="546154" y="577847"/>
                  </a:lnTo>
                  <a:lnTo>
                    <a:pt x="545042" y="577847"/>
                  </a:lnTo>
                  <a:lnTo>
                    <a:pt x="543930" y="577847"/>
                  </a:lnTo>
                  <a:lnTo>
                    <a:pt x="542817" y="577847"/>
                  </a:lnTo>
                  <a:lnTo>
                    <a:pt x="541705" y="577847"/>
                  </a:lnTo>
                  <a:lnTo>
                    <a:pt x="540593" y="577847"/>
                  </a:lnTo>
                  <a:lnTo>
                    <a:pt x="539480" y="577847"/>
                  </a:lnTo>
                  <a:lnTo>
                    <a:pt x="538368" y="577847"/>
                  </a:lnTo>
                  <a:lnTo>
                    <a:pt x="537256" y="577847"/>
                  </a:lnTo>
                  <a:lnTo>
                    <a:pt x="536143" y="577847"/>
                  </a:lnTo>
                  <a:lnTo>
                    <a:pt x="535031" y="577847"/>
                  </a:lnTo>
                  <a:lnTo>
                    <a:pt x="533919" y="577847"/>
                  </a:lnTo>
                  <a:lnTo>
                    <a:pt x="532806" y="577847"/>
                  </a:lnTo>
                  <a:lnTo>
                    <a:pt x="531694" y="577847"/>
                  </a:lnTo>
                  <a:lnTo>
                    <a:pt x="530582" y="577847"/>
                  </a:lnTo>
                  <a:lnTo>
                    <a:pt x="529469" y="577847"/>
                  </a:lnTo>
                  <a:lnTo>
                    <a:pt x="528357" y="577847"/>
                  </a:lnTo>
                  <a:lnTo>
                    <a:pt x="527245" y="577847"/>
                  </a:lnTo>
                  <a:lnTo>
                    <a:pt x="526132" y="577847"/>
                  </a:lnTo>
                  <a:lnTo>
                    <a:pt x="525020" y="577847"/>
                  </a:lnTo>
                  <a:lnTo>
                    <a:pt x="523908" y="577847"/>
                  </a:lnTo>
                  <a:lnTo>
                    <a:pt x="522795" y="577847"/>
                  </a:lnTo>
                  <a:lnTo>
                    <a:pt x="521683" y="577847"/>
                  </a:lnTo>
                  <a:lnTo>
                    <a:pt x="520571" y="577847"/>
                  </a:lnTo>
                  <a:lnTo>
                    <a:pt x="519458" y="577847"/>
                  </a:lnTo>
                  <a:lnTo>
                    <a:pt x="518346" y="577847"/>
                  </a:lnTo>
                  <a:lnTo>
                    <a:pt x="517234" y="577847"/>
                  </a:lnTo>
                  <a:lnTo>
                    <a:pt x="516121" y="577847"/>
                  </a:lnTo>
                  <a:lnTo>
                    <a:pt x="515009" y="577847"/>
                  </a:lnTo>
                  <a:lnTo>
                    <a:pt x="513897" y="577847"/>
                  </a:lnTo>
                  <a:lnTo>
                    <a:pt x="512784" y="577847"/>
                  </a:lnTo>
                  <a:lnTo>
                    <a:pt x="511672" y="577847"/>
                  </a:lnTo>
                  <a:lnTo>
                    <a:pt x="510560" y="577847"/>
                  </a:lnTo>
                  <a:lnTo>
                    <a:pt x="509447" y="577847"/>
                  </a:lnTo>
                  <a:lnTo>
                    <a:pt x="508335" y="577847"/>
                  </a:lnTo>
                  <a:lnTo>
                    <a:pt x="507223" y="577847"/>
                  </a:lnTo>
                  <a:lnTo>
                    <a:pt x="506110" y="577847"/>
                  </a:lnTo>
                  <a:lnTo>
                    <a:pt x="504998" y="577847"/>
                  </a:lnTo>
                  <a:lnTo>
                    <a:pt x="503886" y="577847"/>
                  </a:lnTo>
                  <a:lnTo>
                    <a:pt x="502773" y="577847"/>
                  </a:lnTo>
                  <a:lnTo>
                    <a:pt x="501661" y="577847"/>
                  </a:lnTo>
                  <a:lnTo>
                    <a:pt x="500549" y="577847"/>
                  </a:lnTo>
                  <a:lnTo>
                    <a:pt x="499436" y="577847"/>
                  </a:lnTo>
                  <a:lnTo>
                    <a:pt x="498324" y="577847"/>
                  </a:lnTo>
                  <a:lnTo>
                    <a:pt x="497212" y="577847"/>
                  </a:lnTo>
                  <a:lnTo>
                    <a:pt x="496099" y="577847"/>
                  </a:lnTo>
                  <a:lnTo>
                    <a:pt x="494987" y="577847"/>
                  </a:lnTo>
                  <a:lnTo>
                    <a:pt x="493875" y="577847"/>
                  </a:lnTo>
                  <a:lnTo>
                    <a:pt x="492762" y="577847"/>
                  </a:lnTo>
                  <a:lnTo>
                    <a:pt x="491650" y="577847"/>
                  </a:lnTo>
                  <a:lnTo>
                    <a:pt x="490538" y="577847"/>
                  </a:lnTo>
                  <a:lnTo>
                    <a:pt x="489426" y="577847"/>
                  </a:lnTo>
                  <a:lnTo>
                    <a:pt x="488313" y="577847"/>
                  </a:lnTo>
                  <a:lnTo>
                    <a:pt x="487201" y="577847"/>
                  </a:lnTo>
                  <a:lnTo>
                    <a:pt x="486089" y="577847"/>
                  </a:lnTo>
                  <a:lnTo>
                    <a:pt x="484976" y="577847"/>
                  </a:lnTo>
                  <a:lnTo>
                    <a:pt x="483864" y="577847"/>
                  </a:lnTo>
                  <a:lnTo>
                    <a:pt x="482752" y="577847"/>
                  </a:lnTo>
                  <a:lnTo>
                    <a:pt x="481639" y="577847"/>
                  </a:lnTo>
                  <a:lnTo>
                    <a:pt x="480527" y="577847"/>
                  </a:lnTo>
                  <a:lnTo>
                    <a:pt x="479415" y="577847"/>
                  </a:lnTo>
                  <a:lnTo>
                    <a:pt x="478302" y="577847"/>
                  </a:lnTo>
                  <a:lnTo>
                    <a:pt x="477190" y="577847"/>
                  </a:lnTo>
                  <a:lnTo>
                    <a:pt x="476078" y="577847"/>
                  </a:lnTo>
                  <a:lnTo>
                    <a:pt x="474965" y="577847"/>
                  </a:lnTo>
                  <a:lnTo>
                    <a:pt x="473853" y="577847"/>
                  </a:lnTo>
                  <a:lnTo>
                    <a:pt x="472741" y="577847"/>
                  </a:lnTo>
                  <a:lnTo>
                    <a:pt x="471628" y="577847"/>
                  </a:lnTo>
                  <a:lnTo>
                    <a:pt x="470516" y="577847"/>
                  </a:lnTo>
                  <a:lnTo>
                    <a:pt x="469404" y="577847"/>
                  </a:lnTo>
                  <a:lnTo>
                    <a:pt x="468291" y="577847"/>
                  </a:lnTo>
                  <a:lnTo>
                    <a:pt x="467179" y="577847"/>
                  </a:lnTo>
                  <a:lnTo>
                    <a:pt x="466067" y="577847"/>
                  </a:lnTo>
                  <a:lnTo>
                    <a:pt x="464954" y="577847"/>
                  </a:lnTo>
                  <a:lnTo>
                    <a:pt x="463842" y="577847"/>
                  </a:lnTo>
                  <a:lnTo>
                    <a:pt x="462730" y="577847"/>
                  </a:lnTo>
                  <a:lnTo>
                    <a:pt x="461617" y="577847"/>
                  </a:lnTo>
                  <a:lnTo>
                    <a:pt x="460505" y="577847"/>
                  </a:lnTo>
                  <a:lnTo>
                    <a:pt x="459393" y="577847"/>
                  </a:lnTo>
                  <a:lnTo>
                    <a:pt x="458280" y="577847"/>
                  </a:lnTo>
                  <a:lnTo>
                    <a:pt x="457168" y="577847"/>
                  </a:lnTo>
                  <a:lnTo>
                    <a:pt x="456056" y="577847"/>
                  </a:lnTo>
                  <a:lnTo>
                    <a:pt x="454943" y="577847"/>
                  </a:lnTo>
                  <a:lnTo>
                    <a:pt x="453831" y="577847"/>
                  </a:lnTo>
                  <a:lnTo>
                    <a:pt x="452719" y="577847"/>
                  </a:lnTo>
                  <a:lnTo>
                    <a:pt x="451606" y="577847"/>
                  </a:lnTo>
                  <a:lnTo>
                    <a:pt x="450494" y="577847"/>
                  </a:lnTo>
                  <a:lnTo>
                    <a:pt x="449382" y="577847"/>
                  </a:lnTo>
                  <a:lnTo>
                    <a:pt x="448269" y="577847"/>
                  </a:lnTo>
                  <a:lnTo>
                    <a:pt x="447157" y="577847"/>
                  </a:lnTo>
                  <a:lnTo>
                    <a:pt x="446045" y="577847"/>
                  </a:lnTo>
                  <a:lnTo>
                    <a:pt x="444932" y="577847"/>
                  </a:lnTo>
                  <a:lnTo>
                    <a:pt x="443820" y="577847"/>
                  </a:lnTo>
                  <a:lnTo>
                    <a:pt x="442708" y="577847"/>
                  </a:lnTo>
                  <a:lnTo>
                    <a:pt x="441595" y="577847"/>
                  </a:lnTo>
                  <a:lnTo>
                    <a:pt x="440483" y="577847"/>
                  </a:lnTo>
                  <a:lnTo>
                    <a:pt x="439371" y="577847"/>
                  </a:lnTo>
                  <a:lnTo>
                    <a:pt x="438258" y="577847"/>
                  </a:lnTo>
                  <a:lnTo>
                    <a:pt x="437146" y="577847"/>
                  </a:lnTo>
                  <a:lnTo>
                    <a:pt x="436034" y="577847"/>
                  </a:lnTo>
                  <a:lnTo>
                    <a:pt x="434921" y="577847"/>
                  </a:lnTo>
                  <a:lnTo>
                    <a:pt x="433809" y="577847"/>
                  </a:lnTo>
                  <a:lnTo>
                    <a:pt x="432697" y="577847"/>
                  </a:lnTo>
                  <a:lnTo>
                    <a:pt x="431584" y="577847"/>
                  </a:lnTo>
                  <a:lnTo>
                    <a:pt x="430472" y="577847"/>
                  </a:lnTo>
                  <a:lnTo>
                    <a:pt x="429360" y="577847"/>
                  </a:lnTo>
                  <a:lnTo>
                    <a:pt x="428247" y="577847"/>
                  </a:lnTo>
                  <a:lnTo>
                    <a:pt x="427135" y="577847"/>
                  </a:lnTo>
                  <a:lnTo>
                    <a:pt x="426023" y="577847"/>
                  </a:lnTo>
                  <a:lnTo>
                    <a:pt x="424910" y="577847"/>
                  </a:lnTo>
                  <a:lnTo>
                    <a:pt x="423798" y="577847"/>
                  </a:lnTo>
                  <a:lnTo>
                    <a:pt x="422686" y="577847"/>
                  </a:lnTo>
                  <a:lnTo>
                    <a:pt x="421573" y="577847"/>
                  </a:lnTo>
                  <a:lnTo>
                    <a:pt x="420461" y="577847"/>
                  </a:lnTo>
                  <a:lnTo>
                    <a:pt x="419349" y="577847"/>
                  </a:lnTo>
                  <a:lnTo>
                    <a:pt x="418236" y="577847"/>
                  </a:lnTo>
                  <a:lnTo>
                    <a:pt x="417124" y="577847"/>
                  </a:lnTo>
                  <a:lnTo>
                    <a:pt x="416012" y="577847"/>
                  </a:lnTo>
                  <a:lnTo>
                    <a:pt x="414899" y="577847"/>
                  </a:lnTo>
                  <a:lnTo>
                    <a:pt x="413787" y="577847"/>
                  </a:lnTo>
                  <a:lnTo>
                    <a:pt x="412675" y="577847"/>
                  </a:lnTo>
                  <a:lnTo>
                    <a:pt x="411562" y="577847"/>
                  </a:lnTo>
                  <a:lnTo>
                    <a:pt x="410450" y="577847"/>
                  </a:lnTo>
                  <a:lnTo>
                    <a:pt x="409338" y="577847"/>
                  </a:lnTo>
                  <a:lnTo>
                    <a:pt x="408225" y="577847"/>
                  </a:lnTo>
                  <a:lnTo>
                    <a:pt x="407113" y="577847"/>
                  </a:lnTo>
                  <a:lnTo>
                    <a:pt x="406001" y="577847"/>
                  </a:lnTo>
                  <a:lnTo>
                    <a:pt x="404888" y="577847"/>
                  </a:lnTo>
                  <a:lnTo>
                    <a:pt x="403776" y="577847"/>
                  </a:lnTo>
                  <a:lnTo>
                    <a:pt x="402664" y="577847"/>
                  </a:lnTo>
                  <a:lnTo>
                    <a:pt x="401551" y="577847"/>
                  </a:lnTo>
                  <a:lnTo>
                    <a:pt x="400439" y="577847"/>
                  </a:lnTo>
                  <a:lnTo>
                    <a:pt x="399327" y="577847"/>
                  </a:lnTo>
                  <a:lnTo>
                    <a:pt x="398214" y="577847"/>
                  </a:lnTo>
                  <a:lnTo>
                    <a:pt x="397102" y="577847"/>
                  </a:lnTo>
                  <a:lnTo>
                    <a:pt x="395990" y="577847"/>
                  </a:lnTo>
                  <a:lnTo>
                    <a:pt x="394877" y="577847"/>
                  </a:lnTo>
                  <a:lnTo>
                    <a:pt x="393765" y="577847"/>
                  </a:lnTo>
                  <a:lnTo>
                    <a:pt x="392653" y="577847"/>
                  </a:lnTo>
                  <a:lnTo>
                    <a:pt x="391540" y="577847"/>
                  </a:lnTo>
                  <a:lnTo>
                    <a:pt x="390428" y="577847"/>
                  </a:lnTo>
                  <a:lnTo>
                    <a:pt x="389316" y="577847"/>
                  </a:lnTo>
                  <a:lnTo>
                    <a:pt x="388203" y="577847"/>
                  </a:lnTo>
                  <a:lnTo>
                    <a:pt x="387091" y="577847"/>
                  </a:lnTo>
                  <a:lnTo>
                    <a:pt x="385979" y="577847"/>
                  </a:lnTo>
                  <a:lnTo>
                    <a:pt x="384866" y="577847"/>
                  </a:lnTo>
                  <a:lnTo>
                    <a:pt x="383754" y="577847"/>
                  </a:lnTo>
                  <a:lnTo>
                    <a:pt x="382642" y="577847"/>
                  </a:lnTo>
                  <a:lnTo>
                    <a:pt x="381529" y="577847"/>
                  </a:lnTo>
                  <a:lnTo>
                    <a:pt x="380417" y="577847"/>
                  </a:lnTo>
                  <a:lnTo>
                    <a:pt x="379305" y="577847"/>
                  </a:lnTo>
                  <a:lnTo>
                    <a:pt x="378192" y="577847"/>
                  </a:lnTo>
                  <a:lnTo>
                    <a:pt x="377080" y="577847"/>
                  </a:lnTo>
                  <a:lnTo>
                    <a:pt x="375968" y="577847"/>
                  </a:lnTo>
                  <a:lnTo>
                    <a:pt x="374855" y="577847"/>
                  </a:lnTo>
                  <a:lnTo>
                    <a:pt x="373743" y="577847"/>
                  </a:lnTo>
                  <a:lnTo>
                    <a:pt x="372631" y="577847"/>
                  </a:lnTo>
                  <a:lnTo>
                    <a:pt x="371518" y="577847"/>
                  </a:lnTo>
                  <a:lnTo>
                    <a:pt x="370406" y="577847"/>
                  </a:lnTo>
                  <a:lnTo>
                    <a:pt x="369294" y="577847"/>
                  </a:lnTo>
                  <a:lnTo>
                    <a:pt x="368181" y="577847"/>
                  </a:lnTo>
                  <a:lnTo>
                    <a:pt x="367069" y="577847"/>
                  </a:lnTo>
                  <a:lnTo>
                    <a:pt x="365957" y="577847"/>
                  </a:lnTo>
                  <a:lnTo>
                    <a:pt x="364844" y="577847"/>
                  </a:lnTo>
                  <a:lnTo>
                    <a:pt x="363732" y="577847"/>
                  </a:lnTo>
                  <a:lnTo>
                    <a:pt x="362620" y="577847"/>
                  </a:lnTo>
                  <a:lnTo>
                    <a:pt x="361507" y="577847"/>
                  </a:lnTo>
                  <a:lnTo>
                    <a:pt x="360395" y="577847"/>
                  </a:lnTo>
                  <a:lnTo>
                    <a:pt x="359283" y="577847"/>
                  </a:lnTo>
                  <a:lnTo>
                    <a:pt x="358170" y="577847"/>
                  </a:lnTo>
                  <a:lnTo>
                    <a:pt x="357058" y="577847"/>
                  </a:lnTo>
                  <a:lnTo>
                    <a:pt x="355946" y="577847"/>
                  </a:lnTo>
                  <a:lnTo>
                    <a:pt x="354833" y="577847"/>
                  </a:lnTo>
                  <a:lnTo>
                    <a:pt x="353721" y="577847"/>
                  </a:lnTo>
                  <a:lnTo>
                    <a:pt x="352609" y="577847"/>
                  </a:lnTo>
                  <a:lnTo>
                    <a:pt x="351496" y="577847"/>
                  </a:lnTo>
                  <a:lnTo>
                    <a:pt x="350384" y="577847"/>
                  </a:lnTo>
                  <a:lnTo>
                    <a:pt x="349272" y="577847"/>
                  </a:lnTo>
                  <a:lnTo>
                    <a:pt x="348159" y="577847"/>
                  </a:lnTo>
                  <a:lnTo>
                    <a:pt x="347047" y="577847"/>
                  </a:lnTo>
                  <a:lnTo>
                    <a:pt x="345935" y="577847"/>
                  </a:lnTo>
                  <a:lnTo>
                    <a:pt x="344822" y="577847"/>
                  </a:lnTo>
                  <a:lnTo>
                    <a:pt x="343710" y="577847"/>
                  </a:lnTo>
                  <a:lnTo>
                    <a:pt x="342598" y="577847"/>
                  </a:lnTo>
                  <a:lnTo>
                    <a:pt x="341485" y="577847"/>
                  </a:lnTo>
                  <a:lnTo>
                    <a:pt x="340373" y="577847"/>
                  </a:lnTo>
                  <a:lnTo>
                    <a:pt x="339261" y="577847"/>
                  </a:lnTo>
                  <a:lnTo>
                    <a:pt x="338148" y="577847"/>
                  </a:lnTo>
                  <a:lnTo>
                    <a:pt x="337036" y="577847"/>
                  </a:lnTo>
                  <a:lnTo>
                    <a:pt x="335924" y="577847"/>
                  </a:lnTo>
                  <a:lnTo>
                    <a:pt x="334811" y="577847"/>
                  </a:lnTo>
                  <a:lnTo>
                    <a:pt x="333699" y="577847"/>
                  </a:lnTo>
                  <a:lnTo>
                    <a:pt x="332587" y="577847"/>
                  </a:lnTo>
                  <a:lnTo>
                    <a:pt x="331474" y="577847"/>
                  </a:lnTo>
                  <a:lnTo>
                    <a:pt x="330362" y="577847"/>
                  </a:lnTo>
                  <a:lnTo>
                    <a:pt x="329250" y="577847"/>
                  </a:lnTo>
                  <a:lnTo>
                    <a:pt x="328137" y="577847"/>
                  </a:lnTo>
                  <a:lnTo>
                    <a:pt x="327025" y="577847"/>
                  </a:lnTo>
                  <a:lnTo>
                    <a:pt x="325913" y="577847"/>
                  </a:lnTo>
                  <a:lnTo>
                    <a:pt x="324800" y="577847"/>
                  </a:lnTo>
                  <a:lnTo>
                    <a:pt x="323688" y="577847"/>
                  </a:lnTo>
                  <a:lnTo>
                    <a:pt x="322576" y="577847"/>
                  </a:lnTo>
                  <a:lnTo>
                    <a:pt x="321463" y="577847"/>
                  </a:lnTo>
                  <a:lnTo>
                    <a:pt x="320351" y="577847"/>
                  </a:lnTo>
                  <a:lnTo>
                    <a:pt x="319239" y="577847"/>
                  </a:lnTo>
                  <a:lnTo>
                    <a:pt x="318126" y="577847"/>
                  </a:lnTo>
                  <a:lnTo>
                    <a:pt x="317014" y="577847"/>
                  </a:lnTo>
                  <a:lnTo>
                    <a:pt x="315902" y="577847"/>
                  </a:lnTo>
                  <a:lnTo>
                    <a:pt x="314789" y="577847"/>
                  </a:lnTo>
                  <a:lnTo>
                    <a:pt x="313677" y="577847"/>
                  </a:lnTo>
                  <a:lnTo>
                    <a:pt x="312565" y="577847"/>
                  </a:lnTo>
                  <a:lnTo>
                    <a:pt x="311452" y="577847"/>
                  </a:lnTo>
                  <a:lnTo>
                    <a:pt x="310340" y="577847"/>
                  </a:lnTo>
                  <a:lnTo>
                    <a:pt x="309228" y="577847"/>
                  </a:lnTo>
                  <a:lnTo>
                    <a:pt x="308115" y="577847"/>
                  </a:lnTo>
                  <a:lnTo>
                    <a:pt x="307003" y="577847"/>
                  </a:lnTo>
                  <a:lnTo>
                    <a:pt x="305891" y="577847"/>
                  </a:lnTo>
                  <a:lnTo>
                    <a:pt x="304778" y="577847"/>
                  </a:lnTo>
                  <a:lnTo>
                    <a:pt x="303666" y="577847"/>
                  </a:lnTo>
                  <a:lnTo>
                    <a:pt x="302554" y="577847"/>
                  </a:lnTo>
                  <a:lnTo>
                    <a:pt x="301441" y="577847"/>
                  </a:lnTo>
                  <a:lnTo>
                    <a:pt x="300329" y="577847"/>
                  </a:lnTo>
                  <a:lnTo>
                    <a:pt x="299217" y="577847"/>
                  </a:lnTo>
                  <a:lnTo>
                    <a:pt x="298104" y="577847"/>
                  </a:lnTo>
                  <a:lnTo>
                    <a:pt x="296992" y="577847"/>
                  </a:lnTo>
                  <a:lnTo>
                    <a:pt x="295880" y="577847"/>
                  </a:lnTo>
                  <a:lnTo>
                    <a:pt x="294767" y="577847"/>
                  </a:lnTo>
                  <a:lnTo>
                    <a:pt x="293655" y="577847"/>
                  </a:lnTo>
                  <a:lnTo>
                    <a:pt x="292543" y="577847"/>
                  </a:lnTo>
                  <a:lnTo>
                    <a:pt x="291430" y="577847"/>
                  </a:lnTo>
                  <a:lnTo>
                    <a:pt x="290318" y="577847"/>
                  </a:lnTo>
                  <a:lnTo>
                    <a:pt x="289206" y="577847"/>
                  </a:lnTo>
                  <a:lnTo>
                    <a:pt x="288093" y="577847"/>
                  </a:lnTo>
                  <a:lnTo>
                    <a:pt x="286981" y="577847"/>
                  </a:lnTo>
                  <a:lnTo>
                    <a:pt x="285869" y="577847"/>
                  </a:lnTo>
                  <a:lnTo>
                    <a:pt x="284756" y="577847"/>
                  </a:lnTo>
                  <a:lnTo>
                    <a:pt x="283644" y="577847"/>
                  </a:lnTo>
                  <a:lnTo>
                    <a:pt x="282532" y="577847"/>
                  </a:lnTo>
                  <a:lnTo>
                    <a:pt x="281419" y="577847"/>
                  </a:lnTo>
                  <a:lnTo>
                    <a:pt x="280307" y="577847"/>
                  </a:lnTo>
                  <a:lnTo>
                    <a:pt x="279195" y="577847"/>
                  </a:lnTo>
                  <a:lnTo>
                    <a:pt x="278082" y="577847"/>
                  </a:lnTo>
                  <a:lnTo>
                    <a:pt x="276970" y="577847"/>
                  </a:lnTo>
                  <a:lnTo>
                    <a:pt x="275858" y="577847"/>
                  </a:lnTo>
                  <a:lnTo>
                    <a:pt x="274745" y="577847"/>
                  </a:lnTo>
                  <a:lnTo>
                    <a:pt x="273633" y="577847"/>
                  </a:lnTo>
                  <a:lnTo>
                    <a:pt x="272521" y="577847"/>
                  </a:lnTo>
                  <a:lnTo>
                    <a:pt x="271408" y="577847"/>
                  </a:lnTo>
                  <a:lnTo>
                    <a:pt x="270296" y="577847"/>
                  </a:lnTo>
                  <a:lnTo>
                    <a:pt x="269184" y="577847"/>
                  </a:lnTo>
                  <a:lnTo>
                    <a:pt x="268071" y="577847"/>
                  </a:lnTo>
                  <a:lnTo>
                    <a:pt x="266959" y="577847"/>
                  </a:lnTo>
                  <a:lnTo>
                    <a:pt x="265847" y="577847"/>
                  </a:lnTo>
                  <a:lnTo>
                    <a:pt x="264734" y="577847"/>
                  </a:lnTo>
                  <a:lnTo>
                    <a:pt x="263622" y="577847"/>
                  </a:lnTo>
                  <a:lnTo>
                    <a:pt x="262510" y="577847"/>
                  </a:lnTo>
                  <a:lnTo>
                    <a:pt x="261397" y="577847"/>
                  </a:lnTo>
                  <a:lnTo>
                    <a:pt x="260285" y="577847"/>
                  </a:lnTo>
                  <a:lnTo>
                    <a:pt x="259173" y="577847"/>
                  </a:lnTo>
                  <a:lnTo>
                    <a:pt x="258060" y="577847"/>
                  </a:lnTo>
                  <a:lnTo>
                    <a:pt x="256948" y="577847"/>
                  </a:lnTo>
                  <a:lnTo>
                    <a:pt x="255836" y="577847"/>
                  </a:lnTo>
                  <a:lnTo>
                    <a:pt x="254723" y="577847"/>
                  </a:lnTo>
                  <a:lnTo>
                    <a:pt x="253611" y="577847"/>
                  </a:lnTo>
                  <a:lnTo>
                    <a:pt x="252499" y="577847"/>
                  </a:lnTo>
                  <a:lnTo>
                    <a:pt x="251386" y="577847"/>
                  </a:lnTo>
                  <a:lnTo>
                    <a:pt x="250274" y="577847"/>
                  </a:lnTo>
                  <a:lnTo>
                    <a:pt x="249162" y="577847"/>
                  </a:lnTo>
                  <a:lnTo>
                    <a:pt x="248049" y="577847"/>
                  </a:lnTo>
                  <a:lnTo>
                    <a:pt x="246937" y="577847"/>
                  </a:lnTo>
                  <a:lnTo>
                    <a:pt x="245825" y="577847"/>
                  </a:lnTo>
                  <a:lnTo>
                    <a:pt x="244713" y="577847"/>
                  </a:lnTo>
                  <a:lnTo>
                    <a:pt x="243600" y="577847"/>
                  </a:lnTo>
                  <a:lnTo>
                    <a:pt x="242488" y="577847"/>
                  </a:lnTo>
                  <a:lnTo>
                    <a:pt x="241376" y="577847"/>
                  </a:lnTo>
                  <a:lnTo>
                    <a:pt x="240263" y="577847"/>
                  </a:lnTo>
                  <a:lnTo>
                    <a:pt x="239151" y="577847"/>
                  </a:lnTo>
                  <a:lnTo>
                    <a:pt x="238039" y="577847"/>
                  </a:lnTo>
                  <a:lnTo>
                    <a:pt x="236926" y="577847"/>
                  </a:lnTo>
                  <a:lnTo>
                    <a:pt x="235814" y="577847"/>
                  </a:lnTo>
                  <a:lnTo>
                    <a:pt x="234702" y="577847"/>
                  </a:lnTo>
                  <a:lnTo>
                    <a:pt x="233589" y="577847"/>
                  </a:lnTo>
                  <a:lnTo>
                    <a:pt x="232477" y="577847"/>
                  </a:lnTo>
                  <a:lnTo>
                    <a:pt x="231365" y="577847"/>
                  </a:lnTo>
                  <a:lnTo>
                    <a:pt x="230252" y="577847"/>
                  </a:lnTo>
                  <a:lnTo>
                    <a:pt x="229140" y="577847"/>
                  </a:lnTo>
                  <a:lnTo>
                    <a:pt x="228028" y="577847"/>
                  </a:lnTo>
                  <a:lnTo>
                    <a:pt x="226915" y="577847"/>
                  </a:lnTo>
                  <a:lnTo>
                    <a:pt x="225803" y="577847"/>
                  </a:lnTo>
                  <a:lnTo>
                    <a:pt x="224691" y="577847"/>
                  </a:lnTo>
                  <a:lnTo>
                    <a:pt x="223578" y="577847"/>
                  </a:lnTo>
                  <a:lnTo>
                    <a:pt x="222466" y="577847"/>
                  </a:lnTo>
                  <a:lnTo>
                    <a:pt x="221354" y="577847"/>
                  </a:lnTo>
                  <a:lnTo>
                    <a:pt x="220241" y="577847"/>
                  </a:lnTo>
                  <a:lnTo>
                    <a:pt x="219129" y="577847"/>
                  </a:lnTo>
                  <a:lnTo>
                    <a:pt x="218017" y="577847"/>
                  </a:lnTo>
                  <a:lnTo>
                    <a:pt x="216904" y="577847"/>
                  </a:lnTo>
                  <a:lnTo>
                    <a:pt x="215792" y="577847"/>
                  </a:lnTo>
                  <a:lnTo>
                    <a:pt x="214680" y="577847"/>
                  </a:lnTo>
                  <a:lnTo>
                    <a:pt x="213567" y="577847"/>
                  </a:lnTo>
                  <a:lnTo>
                    <a:pt x="212455" y="577847"/>
                  </a:lnTo>
                  <a:lnTo>
                    <a:pt x="211343" y="577847"/>
                  </a:lnTo>
                  <a:lnTo>
                    <a:pt x="210230" y="577847"/>
                  </a:lnTo>
                  <a:lnTo>
                    <a:pt x="209118" y="577847"/>
                  </a:lnTo>
                  <a:lnTo>
                    <a:pt x="208006" y="577847"/>
                  </a:lnTo>
                  <a:lnTo>
                    <a:pt x="206893" y="577847"/>
                  </a:lnTo>
                  <a:lnTo>
                    <a:pt x="205781" y="577847"/>
                  </a:lnTo>
                  <a:lnTo>
                    <a:pt x="204669" y="577847"/>
                  </a:lnTo>
                  <a:lnTo>
                    <a:pt x="203556" y="577847"/>
                  </a:lnTo>
                  <a:lnTo>
                    <a:pt x="202444" y="577847"/>
                  </a:lnTo>
                  <a:lnTo>
                    <a:pt x="201332" y="577847"/>
                  </a:lnTo>
                  <a:lnTo>
                    <a:pt x="200219" y="577847"/>
                  </a:lnTo>
                  <a:lnTo>
                    <a:pt x="199107" y="577847"/>
                  </a:lnTo>
                  <a:lnTo>
                    <a:pt x="197995" y="577847"/>
                  </a:lnTo>
                  <a:lnTo>
                    <a:pt x="196882" y="577847"/>
                  </a:lnTo>
                  <a:lnTo>
                    <a:pt x="195770" y="577847"/>
                  </a:lnTo>
                  <a:lnTo>
                    <a:pt x="194658" y="577847"/>
                  </a:lnTo>
                  <a:lnTo>
                    <a:pt x="193545" y="577847"/>
                  </a:lnTo>
                  <a:lnTo>
                    <a:pt x="192433" y="577847"/>
                  </a:lnTo>
                  <a:lnTo>
                    <a:pt x="191321" y="577847"/>
                  </a:lnTo>
                  <a:lnTo>
                    <a:pt x="190208" y="577847"/>
                  </a:lnTo>
                  <a:lnTo>
                    <a:pt x="189096" y="577847"/>
                  </a:lnTo>
                  <a:lnTo>
                    <a:pt x="187984" y="577847"/>
                  </a:lnTo>
                  <a:lnTo>
                    <a:pt x="186871" y="577847"/>
                  </a:lnTo>
                  <a:lnTo>
                    <a:pt x="185759" y="577847"/>
                  </a:lnTo>
                  <a:lnTo>
                    <a:pt x="184647" y="577847"/>
                  </a:lnTo>
                  <a:lnTo>
                    <a:pt x="183534" y="577847"/>
                  </a:lnTo>
                  <a:lnTo>
                    <a:pt x="182422" y="577847"/>
                  </a:lnTo>
                  <a:lnTo>
                    <a:pt x="181310" y="577847"/>
                  </a:lnTo>
                  <a:lnTo>
                    <a:pt x="180197" y="577847"/>
                  </a:lnTo>
                  <a:lnTo>
                    <a:pt x="179085" y="577847"/>
                  </a:lnTo>
                  <a:lnTo>
                    <a:pt x="177973" y="577847"/>
                  </a:lnTo>
                  <a:lnTo>
                    <a:pt x="176860" y="577847"/>
                  </a:lnTo>
                  <a:lnTo>
                    <a:pt x="175748" y="577847"/>
                  </a:lnTo>
                  <a:lnTo>
                    <a:pt x="174636" y="577847"/>
                  </a:lnTo>
                  <a:lnTo>
                    <a:pt x="173523" y="577847"/>
                  </a:lnTo>
                  <a:lnTo>
                    <a:pt x="172411" y="577847"/>
                  </a:lnTo>
                  <a:lnTo>
                    <a:pt x="171299" y="577847"/>
                  </a:lnTo>
                  <a:lnTo>
                    <a:pt x="170186" y="577847"/>
                  </a:lnTo>
                  <a:lnTo>
                    <a:pt x="169074" y="577847"/>
                  </a:lnTo>
                  <a:lnTo>
                    <a:pt x="167962" y="577847"/>
                  </a:lnTo>
                  <a:lnTo>
                    <a:pt x="166849" y="577847"/>
                  </a:lnTo>
                  <a:lnTo>
                    <a:pt x="165737" y="577847"/>
                  </a:lnTo>
                  <a:lnTo>
                    <a:pt x="164625" y="577847"/>
                  </a:lnTo>
                  <a:lnTo>
                    <a:pt x="163512" y="577847"/>
                  </a:lnTo>
                  <a:lnTo>
                    <a:pt x="162400" y="577847"/>
                  </a:lnTo>
                  <a:lnTo>
                    <a:pt x="161288" y="577847"/>
                  </a:lnTo>
                  <a:lnTo>
                    <a:pt x="160175" y="577847"/>
                  </a:lnTo>
                  <a:lnTo>
                    <a:pt x="159063" y="577847"/>
                  </a:lnTo>
                  <a:lnTo>
                    <a:pt x="157951" y="577847"/>
                  </a:lnTo>
                  <a:lnTo>
                    <a:pt x="156838" y="577847"/>
                  </a:lnTo>
                  <a:lnTo>
                    <a:pt x="155726" y="577847"/>
                  </a:lnTo>
                  <a:lnTo>
                    <a:pt x="154614" y="577847"/>
                  </a:lnTo>
                  <a:lnTo>
                    <a:pt x="153501" y="577847"/>
                  </a:lnTo>
                  <a:lnTo>
                    <a:pt x="152389" y="577847"/>
                  </a:lnTo>
                  <a:lnTo>
                    <a:pt x="151277" y="577847"/>
                  </a:lnTo>
                  <a:lnTo>
                    <a:pt x="150164" y="577847"/>
                  </a:lnTo>
                  <a:lnTo>
                    <a:pt x="149052" y="577847"/>
                  </a:lnTo>
                  <a:lnTo>
                    <a:pt x="147940" y="577847"/>
                  </a:lnTo>
                  <a:lnTo>
                    <a:pt x="146827" y="577847"/>
                  </a:lnTo>
                  <a:lnTo>
                    <a:pt x="145715" y="577847"/>
                  </a:lnTo>
                  <a:lnTo>
                    <a:pt x="144603" y="577847"/>
                  </a:lnTo>
                  <a:lnTo>
                    <a:pt x="143490" y="577847"/>
                  </a:lnTo>
                  <a:lnTo>
                    <a:pt x="142378" y="577847"/>
                  </a:lnTo>
                  <a:lnTo>
                    <a:pt x="141266" y="577847"/>
                  </a:lnTo>
                  <a:lnTo>
                    <a:pt x="140153" y="577847"/>
                  </a:lnTo>
                  <a:lnTo>
                    <a:pt x="139041" y="577847"/>
                  </a:lnTo>
                  <a:lnTo>
                    <a:pt x="137929" y="577847"/>
                  </a:lnTo>
                  <a:lnTo>
                    <a:pt x="136816" y="577847"/>
                  </a:lnTo>
                  <a:lnTo>
                    <a:pt x="135704" y="577847"/>
                  </a:lnTo>
                  <a:lnTo>
                    <a:pt x="134592" y="577847"/>
                  </a:lnTo>
                  <a:lnTo>
                    <a:pt x="133479" y="577847"/>
                  </a:lnTo>
                  <a:lnTo>
                    <a:pt x="132367" y="577847"/>
                  </a:lnTo>
                  <a:lnTo>
                    <a:pt x="131255" y="577847"/>
                  </a:lnTo>
                  <a:lnTo>
                    <a:pt x="130142" y="577847"/>
                  </a:lnTo>
                  <a:lnTo>
                    <a:pt x="129030" y="577847"/>
                  </a:lnTo>
                  <a:lnTo>
                    <a:pt x="127918" y="577847"/>
                  </a:lnTo>
                  <a:lnTo>
                    <a:pt x="126805" y="577847"/>
                  </a:lnTo>
                  <a:lnTo>
                    <a:pt x="125693" y="577847"/>
                  </a:lnTo>
                  <a:lnTo>
                    <a:pt x="124581" y="577847"/>
                  </a:lnTo>
                  <a:lnTo>
                    <a:pt x="123468" y="577847"/>
                  </a:lnTo>
                  <a:lnTo>
                    <a:pt x="122356" y="577847"/>
                  </a:lnTo>
                  <a:lnTo>
                    <a:pt x="121244" y="577847"/>
                  </a:lnTo>
                  <a:lnTo>
                    <a:pt x="120131" y="577847"/>
                  </a:lnTo>
                  <a:lnTo>
                    <a:pt x="119019" y="577847"/>
                  </a:lnTo>
                  <a:lnTo>
                    <a:pt x="117907" y="577847"/>
                  </a:lnTo>
                  <a:lnTo>
                    <a:pt x="116794" y="577847"/>
                  </a:lnTo>
                  <a:lnTo>
                    <a:pt x="115682" y="577847"/>
                  </a:lnTo>
                  <a:lnTo>
                    <a:pt x="114570" y="577847"/>
                  </a:lnTo>
                  <a:lnTo>
                    <a:pt x="113457" y="577847"/>
                  </a:lnTo>
                  <a:lnTo>
                    <a:pt x="112345" y="577847"/>
                  </a:lnTo>
                  <a:lnTo>
                    <a:pt x="111233" y="577847"/>
                  </a:lnTo>
                  <a:lnTo>
                    <a:pt x="110120" y="577847"/>
                  </a:lnTo>
                  <a:lnTo>
                    <a:pt x="109008" y="577847"/>
                  </a:lnTo>
                  <a:lnTo>
                    <a:pt x="107896" y="577847"/>
                  </a:lnTo>
                  <a:lnTo>
                    <a:pt x="106783" y="577847"/>
                  </a:lnTo>
                  <a:lnTo>
                    <a:pt x="105671" y="577847"/>
                  </a:lnTo>
                  <a:lnTo>
                    <a:pt x="104559" y="577847"/>
                  </a:lnTo>
                  <a:lnTo>
                    <a:pt x="103446" y="577847"/>
                  </a:lnTo>
                  <a:lnTo>
                    <a:pt x="102334" y="577847"/>
                  </a:lnTo>
                  <a:lnTo>
                    <a:pt x="101222" y="577847"/>
                  </a:lnTo>
                  <a:lnTo>
                    <a:pt x="100109" y="577847"/>
                  </a:lnTo>
                  <a:lnTo>
                    <a:pt x="98997" y="577847"/>
                  </a:lnTo>
                  <a:lnTo>
                    <a:pt x="97885" y="577847"/>
                  </a:lnTo>
                  <a:lnTo>
                    <a:pt x="96772" y="577847"/>
                  </a:lnTo>
                  <a:lnTo>
                    <a:pt x="95660" y="577847"/>
                  </a:lnTo>
                  <a:lnTo>
                    <a:pt x="94548" y="577847"/>
                  </a:lnTo>
                  <a:lnTo>
                    <a:pt x="93435" y="577847"/>
                  </a:lnTo>
                  <a:lnTo>
                    <a:pt x="92323" y="577847"/>
                  </a:lnTo>
                  <a:lnTo>
                    <a:pt x="91211" y="577847"/>
                  </a:lnTo>
                  <a:lnTo>
                    <a:pt x="90098" y="577847"/>
                  </a:lnTo>
                  <a:lnTo>
                    <a:pt x="88986" y="577847"/>
                  </a:lnTo>
                  <a:lnTo>
                    <a:pt x="87874" y="577847"/>
                  </a:lnTo>
                  <a:lnTo>
                    <a:pt x="86761" y="577847"/>
                  </a:lnTo>
                  <a:lnTo>
                    <a:pt x="85649" y="577847"/>
                  </a:lnTo>
                  <a:lnTo>
                    <a:pt x="84537" y="577847"/>
                  </a:lnTo>
                  <a:lnTo>
                    <a:pt x="83424" y="577847"/>
                  </a:lnTo>
                  <a:lnTo>
                    <a:pt x="82312" y="577847"/>
                  </a:lnTo>
                  <a:lnTo>
                    <a:pt x="81200" y="577847"/>
                  </a:lnTo>
                  <a:lnTo>
                    <a:pt x="80087" y="577847"/>
                  </a:lnTo>
                  <a:lnTo>
                    <a:pt x="78975" y="577847"/>
                  </a:lnTo>
                  <a:lnTo>
                    <a:pt x="77863" y="577847"/>
                  </a:lnTo>
                  <a:lnTo>
                    <a:pt x="76750" y="577847"/>
                  </a:lnTo>
                  <a:lnTo>
                    <a:pt x="75638" y="577847"/>
                  </a:lnTo>
                  <a:lnTo>
                    <a:pt x="74526" y="577847"/>
                  </a:lnTo>
                  <a:lnTo>
                    <a:pt x="73413" y="577847"/>
                  </a:lnTo>
                  <a:lnTo>
                    <a:pt x="72301" y="577847"/>
                  </a:lnTo>
                  <a:lnTo>
                    <a:pt x="71189" y="577847"/>
                  </a:lnTo>
                  <a:lnTo>
                    <a:pt x="70076" y="577847"/>
                  </a:lnTo>
                  <a:lnTo>
                    <a:pt x="68964" y="577847"/>
                  </a:lnTo>
                  <a:lnTo>
                    <a:pt x="67852" y="577847"/>
                  </a:lnTo>
                  <a:lnTo>
                    <a:pt x="66739" y="577847"/>
                  </a:lnTo>
                  <a:lnTo>
                    <a:pt x="65627" y="577847"/>
                  </a:lnTo>
                  <a:lnTo>
                    <a:pt x="64515" y="577847"/>
                  </a:lnTo>
                  <a:lnTo>
                    <a:pt x="63402" y="577847"/>
                  </a:lnTo>
                  <a:lnTo>
                    <a:pt x="62290" y="577847"/>
                  </a:lnTo>
                  <a:lnTo>
                    <a:pt x="61178" y="577847"/>
                  </a:lnTo>
                  <a:lnTo>
                    <a:pt x="60065" y="577847"/>
                  </a:lnTo>
                  <a:lnTo>
                    <a:pt x="58953" y="577847"/>
                  </a:lnTo>
                  <a:lnTo>
                    <a:pt x="57841" y="577847"/>
                  </a:lnTo>
                  <a:lnTo>
                    <a:pt x="56728" y="577847"/>
                  </a:lnTo>
                  <a:lnTo>
                    <a:pt x="55616" y="577847"/>
                  </a:lnTo>
                  <a:lnTo>
                    <a:pt x="54504" y="577847"/>
                  </a:lnTo>
                  <a:lnTo>
                    <a:pt x="53391" y="577847"/>
                  </a:lnTo>
                  <a:lnTo>
                    <a:pt x="52279" y="577847"/>
                  </a:lnTo>
                  <a:lnTo>
                    <a:pt x="51167" y="577847"/>
                  </a:lnTo>
                  <a:lnTo>
                    <a:pt x="50054" y="577847"/>
                  </a:lnTo>
                  <a:lnTo>
                    <a:pt x="48942" y="577847"/>
                  </a:lnTo>
                  <a:lnTo>
                    <a:pt x="47830" y="577847"/>
                  </a:lnTo>
                  <a:lnTo>
                    <a:pt x="46717" y="577847"/>
                  </a:lnTo>
                  <a:lnTo>
                    <a:pt x="45605" y="577847"/>
                  </a:lnTo>
                  <a:lnTo>
                    <a:pt x="44493" y="577847"/>
                  </a:lnTo>
                  <a:lnTo>
                    <a:pt x="43380" y="577847"/>
                  </a:lnTo>
                  <a:lnTo>
                    <a:pt x="42268" y="577847"/>
                  </a:lnTo>
                  <a:lnTo>
                    <a:pt x="41156" y="577847"/>
                  </a:lnTo>
                  <a:lnTo>
                    <a:pt x="40043" y="577847"/>
                  </a:lnTo>
                  <a:lnTo>
                    <a:pt x="38931" y="577847"/>
                  </a:lnTo>
                  <a:lnTo>
                    <a:pt x="37819" y="577847"/>
                  </a:lnTo>
                  <a:lnTo>
                    <a:pt x="36706" y="577847"/>
                  </a:lnTo>
                  <a:lnTo>
                    <a:pt x="35594" y="577847"/>
                  </a:lnTo>
                  <a:lnTo>
                    <a:pt x="34482" y="577847"/>
                  </a:lnTo>
                  <a:lnTo>
                    <a:pt x="33369" y="577847"/>
                  </a:lnTo>
                  <a:lnTo>
                    <a:pt x="32257" y="577847"/>
                  </a:lnTo>
                  <a:lnTo>
                    <a:pt x="31145" y="577847"/>
                  </a:lnTo>
                  <a:lnTo>
                    <a:pt x="30032" y="577847"/>
                  </a:lnTo>
                  <a:lnTo>
                    <a:pt x="28920" y="577847"/>
                  </a:lnTo>
                  <a:lnTo>
                    <a:pt x="27808" y="577847"/>
                  </a:lnTo>
                  <a:lnTo>
                    <a:pt x="26695" y="577847"/>
                  </a:lnTo>
                  <a:lnTo>
                    <a:pt x="25583" y="577847"/>
                  </a:lnTo>
                  <a:lnTo>
                    <a:pt x="24471" y="577847"/>
                  </a:lnTo>
                  <a:lnTo>
                    <a:pt x="23358" y="577847"/>
                  </a:lnTo>
                  <a:lnTo>
                    <a:pt x="22246" y="577847"/>
                  </a:lnTo>
                  <a:lnTo>
                    <a:pt x="21134" y="577847"/>
                  </a:lnTo>
                  <a:lnTo>
                    <a:pt x="20021" y="577847"/>
                  </a:lnTo>
                  <a:lnTo>
                    <a:pt x="18909" y="577847"/>
                  </a:lnTo>
                  <a:lnTo>
                    <a:pt x="17797" y="577847"/>
                  </a:lnTo>
                  <a:lnTo>
                    <a:pt x="16684" y="577847"/>
                  </a:lnTo>
                  <a:lnTo>
                    <a:pt x="15572" y="577847"/>
                  </a:lnTo>
                  <a:lnTo>
                    <a:pt x="14460" y="577847"/>
                  </a:lnTo>
                  <a:lnTo>
                    <a:pt x="13347" y="577847"/>
                  </a:lnTo>
                  <a:lnTo>
                    <a:pt x="12235" y="577847"/>
                  </a:lnTo>
                  <a:lnTo>
                    <a:pt x="11123" y="577847"/>
                  </a:lnTo>
                  <a:lnTo>
                    <a:pt x="10010" y="577847"/>
                  </a:lnTo>
                  <a:lnTo>
                    <a:pt x="8898" y="577847"/>
                  </a:lnTo>
                  <a:lnTo>
                    <a:pt x="7786" y="577847"/>
                  </a:lnTo>
                  <a:lnTo>
                    <a:pt x="6673" y="577847"/>
                  </a:lnTo>
                  <a:lnTo>
                    <a:pt x="5561" y="577847"/>
                  </a:lnTo>
                  <a:lnTo>
                    <a:pt x="4449" y="577847"/>
                  </a:lnTo>
                  <a:lnTo>
                    <a:pt x="3336" y="577847"/>
                  </a:lnTo>
                  <a:lnTo>
                    <a:pt x="2224" y="577847"/>
                  </a:lnTo>
                  <a:lnTo>
                    <a:pt x="1112" y="577847"/>
                  </a:lnTo>
                  <a:lnTo>
                    <a:pt x="0" y="57784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971" name="pl5971"/>
            <p:cNvSpPr/>
            <p:nvPr/>
          </p:nvSpPr>
          <p:spPr>
            <a:xfrm>
              <a:off x="5902731" y="3674070"/>
              <a:ext cx="568401" cy="575524"/>
            </a:xfrm>
            <a:custGeom>
              <a:avLst/>
              <a:pathLst>
                <a:path w="568401" h="575524">
                  <a:moveTo>
                    <a:pt x="0" y="309399"/>
                  </a:moveTo>
                  <a:lnTo>
                    <a:pt x="1112" y="288834"/>
                  </a:lnTo>
                  <a:lnTo>
                    <a:pt x="2224" y="267928"/>
                  </a:lnTo>
                  <a:lnTo>
                    <a:pt x="3336" y="246825"/>
                  </a:lnTo>
                  <a:lnTo>
                    <a:pt x="4449" y="225719"/>
                  </a:lnTo>
                  <a:lnTo>
                    <a:pt x="5561" y="204743"/>
                  </a:lnTo>
                  <a:lnTo>
                    <a:pt x="6673" y="184032"/>
                  </a:lnTo>
                  <a:lnTo>
                    <a:pt x="7786" y="163723"/>
                  </a:lnTo>
                  <a:lnTo>
                    <a:pt x="8898" y="144014"/>
                  </a:lnTo>
                  <a:lnTo>
                    <a:pt x="10010" y="125166"/>
                  </a:lnTo>
                  <a:lnTo>
                    <a:pt x="11123" y="107210"/>
                  </a:lnTo>
                  <a:lnTo>
                    <a:pt x="12235" y="90266"/>
                  </a:lnTo>
                  <a:lnTo>
                    <a:pt x="13347" y="74446"/>
                  </a:lnTo>
                  <a:lnTo>
                    <a:pt x="14460" y="59855"/>
                  </a:lnTo>
                  <a:lnTo>
                    <a:pt x="15572" y="46743"/>
                  </a:lnTo>
                  <a:lnTo>
                    <a:pt x="16684" y="35285"/>
                  </a:lnTo>
                  <a:lnTo>
                    <a:pt x="17797" y="25339"/>
                  </a:lnTo>
                  <a:lnTo>
                    <a:pt x="18909" y="16949"/>
                  </a:lnTo>
                  <a:lnTo>
                    <a:pt x="20021" y="10147"/>
                  </a:lnTo>
                  <a:lnTo>
                    <a:pt x="21134" y="4954"/>
                  </a:lnTo>
                  <a:lnTo>
                    <a:pt x="22246" y="1588"/>
                  </a:lnTo>
                  <a:lnTo>
                    <a:pt x="23358" y="14"/>
                  </a:lnTo>
                  <a:lnTo>
                    <a:pt x="24471" y="0"/>
                  </a:lnTo>
                  <a:lnTo>
                    <a:pt x="25583" y="1503"/>
                  </a:lnTo>
                  <a:lnTo>
                    <a:pt x="26695" y="4471"/>
                  </a:lnTo>
                  <a:lnTo>
                    <a:pt x="27808" y="8845"/>
                  </a:lnTo>
                  <a:lnTo>
                    <a:pt x="28920" y="14748"/>
                  </a:lnTo>
                  <a:lnTo>
                    <a:pt x="30032" y="21984"/>
                  </a:lnTo>
                  <a:lnTo>
                    <a:pt x="31145" y="30336"/>
                  </a:lnTo>
                  <a:lnTo>
                    <a:pt x="32257" y="39716"/>
                  </a:lnTo>
                  <a:lnTo>
                    <a:pt x="33369" y="50033"/>
                  </a:lnTo>
                  <a:lnTo>
                    <a:pt x="34482" y="61192"/>
                  </a:lnTo>
                  <a:lnTo>
                    <a:pt x="35594" y="73213"/>
                  </a:lnTo>
                  <a:lnTo>
                    <a:pt x="36706" y="85882"/>
                  </a:lnTo>
                  <a:lnTo>
                    <a:pt x="37819" y="99058"/>
                  </a:lnTo>
                  <a:lnTo>
                    <a:pt x="38931" y="112657"/>
                  </a:lnTo>
                  <a:lnTo>
                    <a:pt x="40043" y="126595"/>
                  </a:lnTo>
                  <a:lnTo>
                    <a:pt x="41156" y="140793"/>
                  </a:lnTo>
                  <a:lnTo>
                    <a:pt x="42268" y="155193"/>
                  </a:lnTo>
                  <a:lnTo>
                    <a:pt x="43380" y="169672"/>
                  </a:lnTo>
                  <a:lnTo>
                    <a:pt x="44493" y="184163"/>
                  </a:lnTo>
                  <a:lnTo>
                    <a:pt x="45605" y="198607"/>
                  </a:lnTo>
                  <a:lnTo>
                    <a:pt x="46717" y="212954"/>
                  </a:lnTo>
                  <a:lnTo>
                    <a:pt x="47830" y="227154"/>
                  </a:lnTo>
                  <a:lnTo>
                    <a:pt x="48942" y="241103"/>
                  </a:lnTo>
                  <a:lnTo>
                    <a:pt x="50054" y="254792"/>
                  </a:lnTo>
                  <a:lnTo>
                    <a:pt x="51167" y="268194"/>
                  </a:lnTo>
                  <a:lnTo>
                    <a:pt x="52279" y="281278"/>
                  </a:lnTo>
                  <a:lnTo>
                    <a:pt x="53391" y="294018"/>
                  </a:lnTo>
                  <a:lnTo>
                    <a:pt x="54504" y="306388"/>
                  </a:lnTo>
                  <a:lnTo>
                    <a:pt x="55616" y="318262"/>
                  </a:lnTo>
                  <a:lnTo>
                    <a:pt x="56728" y="329716"/>
                  </a:lnTo>
                  <a:lnTo>
                    <a:pt x="57841" y="340738"/>
                  </a:lnTo>
                  <a:lnTo>
                    <a:pt x="58953" y="351314"/>
                  </a:lnTo>
                  <a:lnTo>
                    <a:pt x="60065" y="361436"/>
                  </a:lnTo>
                  <a:lnTo>
                    <a:pt x="61178" y="371081"/>
                  </a:lnTo>
                  <a:lnTo>
                    <a:pt x="62290" y="380149"/>
                  </a:lnTo>
                  <a:lnTo>
                    <a:pt x="63402" y="388744"/>
                  </a:lnTo>
                  <a:lnTo>
                    <a:pt x="64515" y="396866"/>
                  </a:lnTo>
                  <a:lnTo>
                    <a:pt x="65627" y="404518"/>
                  </a:lnTo>
                  <a:lnTo>
                    <a:pt x="66739" y="411703"/>
                  </a:lnTo>
                  <a:lnTo>
                    <a:pt x="67852" y="418403"/>
                  </a:lnTo>
                  <a:lnTo>
                    <a:pt x="68964" y="424563"/>
                  </a:lnTo>
                  <a:lnTo>
                    <a:pt x="70076" y="430289"/>
                  </a:lnTo>
                  <a:lnTo>
                    <a:pt x="71189" y="435594"/>
                  </a:lnTo>
                  <a:lnTo>
                    <a:pt x="72301" y="440492"/>
                  </a:lnTo>
                  <a:lnTo>
                    <a:pt x="73413" y="445000"/>
                  </a:lnTo>
                  <a:lnTo>
                    <a:pt x="74526" y="449107"/>
                  </a:lnTo>
                  <a:lnTo>
                    <a:pt x="75638" y="452808"/>
                  </a:lnTo>
                  <a:lnTo>
                    <a:pt x="76750" y="456189"/>
                  </a:lnTo>
                  <a:lnTo>
                    <a:pt x="77863" y="459271"/>
                  </a:lnTo>
                  <a:lnTo>
                    <a:pt x="78975" y="462076"/>
                  </a:lnTo>
                  <a:lnTo>
                    <a:pt x="80087" y="464625"/>
                  </a:lnTo>
                  <a:lnTo>
                    <a:pt x="81200" y="466919"/>
                  </a:lnTo>
                  <a:lnTo>
                    <a:pt x="82312" y="468979"/>
                  </a:lnTo>
                  <a:lnTo>
                    <a:pt x="83424" y="470861"/>
                  </a:lnTo>
                  <a:lnTo>
                    <a:pt x="84537" y="472585"/>
                  </a:lnTo>
                  <a:lnTo>
                    <a:pt x="85649" y="474168"/>
                  </a:lnTo>
                  <a:lnTo>
                    <a:pt x="86761" y="475627"/>
                  </a:lnTo>
                  <a:lnTo>
                    <a:pt x="87874" y="476969"/>
                  </a:lnTo>
                  <a:lnTo>
                    <a:pt x="88986" y="478214"/>
                  </a:lnTo>
                  <a:lnTo>
                    <a:pt x="90098" y="479387"/>
                  </a:lnTo>
                  <a:lnTo>
                    <a:pt x="91211" y="480499"/>
                  </a:lnTo>
                  <a:lnTo>
                    <a:pt x="92323" y="481558"/>
                  </a:lnTo>
                  <a:lnTo>
                    <a:pt x="93435" y="482572"/>
                  </a:lnTo>
                  <a:lnTo>
                    <a:pt x="94548" y="483542"/>
                  </a:lnTo>
                  <a:lnTo>
                    <a:pt x="95660" y="484478"/>
                  </a:lnTo>
                  <a:lnTo>
                    <a:pt x="96772" y="485386"/>
                  </a:lnTo>
                  <a:lnTo>
                    <a:pt x="97885" y="486268"/>
                  </a:lnTo>
                  <a:lnTo>
                    <a:pt x="98997" y="487127"/>
                  </a:lnTo>
                  <a:lnTo>
                    <a:pt x="100109" y="487963"/>
                  </a:lnTo>
                  <a:lnTo>
                    <a:pt x="101222" y="488774"/>
                  </a:lnTo>
                  <a:lnTo>
                    <a:pt x="102334" y="489565"/>
                  </a:lnTo>
                  <a:lnTo>
                    <a:pt x="103446" y="490337"/>
                  </a:lnTo>
                  <a:lnTo>
                    <a:pt x="104559" y="491092"/>
                  </a:lnTo>
                  <a:lnTo>
                    <a:pt x="105671" y="491832"/>
                  </a:lnTo>
                  <a:lnTo>
                    <a:pt x="106783" y="492559"/>
                  </a:lnTo>
                  <a:lnTo>
                    <a:pt x="107896" y="493274"/>
                  </a:lnTo>
                  <a:lnTo>
                    <a:pt x="109008" y="493982"/>
                  </a:lnTo>
                  <a:lnTo>
                    <a:pt x="110120" y="494688"/>
                  </a:lnTo>
                  <a:lnTo>
                    <a:pt x="111233" y="495396"/>
                  </a:lnTo>
                  <a:lnTo>
                    <a:pt x="112345" y="496110"/>
                  </a:lnTo>
                  <a:lnTo>
                    <a:pt x="113457" y="496833"/>
                  </a:lnTo>
                  <a:lnTo>
                    <a:pt x="114570" y="497576"/>
                  </a:lnTo>
                  <a:lnTo>
                    <a:pt x="115682" y="498341"/>
                  </a:lnTo>
                  <a:lnTo>
                    <a:pt x="116794" y="499130"/>
                  </a:lnTo>
                  <a:lnTo>
                    <a:pt x="117907" y="499948"/>
                  </a:lnTo>
                  <a:lnTo>
                    <a:pt x="119019" y="500796"/>
                  </a:lnTo>
                  <a:lnTo>
                    <a:pt x="120131" y="501679"/>
                  </a:lnTo>
                  <a:lnTo>
                    <a:pt x="121244" y="502606"/>
                  </a:lnTo>
                  <a:lnTo>
                    <a:pt x="122356" y="503570"/>
                  </a:lnTo>
                  <a:lnTo>
                    <a:pt x="123468" y="504570"/>
                  </a:lnTo>
                  <a:lnTo>
                    <a:pt x="124581" y="505606"/>
                  </a:lnTo>
                  <a:lnTo>
                    <a:pt x="125693" y="506675"/>
                  </a:lnTo>
                  <a:lnTo>
                    <a:pt x="126805" y="507777"/>
                  </a:lnTo>
                  <a:lnTo>
                    <a:pt x="127918" y="508912"/>
                  </a:lnTo>
                  <a:lnTo>
                    <a:pt x="129030" y="510069"/>
                  </a:lnTo>
                  <a:lnTo>
                    <a:pt x="130142" y="511244"/>
                  </a:lnTo>
                  <a:lnTo>
                    <a:pt x="131255" y="512432"/>
                  </a:lnTo>
                  <a:lnTo>
                    <a:pt x="132367" y="513628"/>
                  </a:lnTo>
                  <a:lnTo>
                    <a:pt x="133479" y="514826"/>
                  </a:lnTo>
                  <a:lnTo>
                    <a:pt x="134592" y="516017"/>
                  </a:lnTo>
                  <a:lnTo>
                    <a:pt x="135704" y="517196"/>
                  </a:lnTo>
                  <a:lnTo>
                    <a:pt x="136816" y="518357"/>
                  </a:lnTo>
                  <a:lnTo>
                    <a:pt x="137929" y="519494"/>
                  </a:lnTo>
                  <a:lnTo>
                    <a:pt x="139041" y="520604"/>
                  </a:lnTo>
                  <a:lnTo>
                    <a:pt x="140153" y="521677"/>
                  </a:lnTo>
                  <a:lnTo>
                    <a:pt x="141266" y="522704"/>
                  </a:lnTo>
                  <a:lnTo>
                    <a:pt x="142378" y="523688"/>
                  </a:lnTo>
                  <a:lnTo>
                    <a:pt x="143490" y="524624"/>
                  </a:lnTo>
                  <a:lnTo>
                    <a:pt x="144603" y="525510"/>
                  </a:lnTo>
                  <a:lnTo>
                    <a:pt x="145715" y="526345"/>
                  </a:lnTo>
                  <a:lnTo>
                    <a:pt x="146827" y="527120"/>
                  </a:lnTo>
                  <a:lnTo>
                    <a:pt x="147940" y="527833"/>
                  </a:lnTo>
                  <a:lnTo>
                    <a:pt x="149052" y="528490"/>
                  </a:lnTo>
                  <a:lnTo>
                    <a:pt x="150164" y="529093"/>
                  </a:lnTo>
                  <a:lnTo>
                    <a:pt x="151277" y="529642"/>
                  </a:lnTo>
                  <a:lnTo>
                    <a:pt x="152389" y="530138"/>
                  </a:lnTo>
                  <a:lnTo>
                    <a:pt x="153501" y="530579"/>
                  </a:lnTo>
                  <a:lnTo>
                    <a:pt x="154614" y="530966"/>
                  </a:lnTo>
                  <a:lnTo>
                    <a:pt x="155726" y="531310"/>
                  </a:lnTo>
                  <a:lnTo>
                    <a:pt x="156838" y="531615"/>
                  </a:lnTo>
                  <a:lnTo>
                    <a:pt x="157951" y="531883"/>
                  </a:lnTo>
                  <a:lnTo>
                    <a:pt x="159063" y="532118"/>
                  </a:lnTo>
                  <a:lnTo>
                    <a:pt x="160175" y="532322"/>
                  </a:lnTo>
                  <a:lnTo>
                    <a:pt x="161288" y="532501"/>
                  </a:lnTo>
                  <a:lnTo>
                    <a:pt x="162400" y="532663"/>
                  </a:lnTo>
                  <a:lnTo>
                    <a:pt x="163512" y="532813"/>
                  </a:lnTo>
                  <a:lnTo>
                    <a:pt x="164625" y="532955"/>
                  </a:lnTo>
                  <a:lnTo>
                    <a:pt x="165737" y="533093"/>
                  </a:lnTo>
                  <a:lnTo>
                    <a:pt x="166849" y="533234"/>
                  </a:lnTo>
                  <a:lnTo>
                    <a:pt x="167962" y="533384"/>
                  </a:lnTo>
                  <a:lnTo>
                    <a:pt x="169074" y="533546"/>
                  </a:lnTo>
                  <a:lnTo>
                    <a:pt x="170186" y="533724"/>
                  </a:lnTo>
                  <a:lnTo>
                    <a:pt x="171299" y="533923"/>
                  </a:lnTo>
                  <a:lnTo>
                    <a:pt x="172411" y="534145"/>
                  </a:lnTo>
                  <a:lnTo>
                    <a:pt x="173523" y="534400"/>
                  </a:lnTo>
                  <a:lnTo>
                    <a:pt x="174636" y="534686"/>
                  </a:lnTo>
                  <a:lnTo>
                    <a:pt x="175748" y="535006"/>
                  </a:lnTo>
                  <a:lnTo>
                    <a:pt x="176860" y="535358"/>
                  </a:lnTo>
                  <a:lnTo>
                    <a:pt x="177973" y="535745"/>
                  </a:lnTo>
                  <a:lnTo>
                    <a:pt x="179085" y="536165"/>
                  </a:lnTo>
                  <a:lnTo>
                    <a:pt x="180197" y="536626"/>
                  </a:lnTo>
                  <a:lnTo>
                    <a:pt x="181310" y="537119"/>
                  </a:lnTo>
                  <a:lnTo>
                    <a:pt x="182422" y="537639"/>
                  </a:lnTo>
                  <a:lnTo>
                    <a:pt x="183534" y="538184"/>
                  </a:lnTo>
                  <a:lnTo>
                    <a:pt x="184647" y="538751"/>
                  </a:lnTo>
                  <a:lnTo>
                    <a:pt x="185759" y="539334"/>
                  </a:lnTo>
                  <a:lnTo>
                    <a:pt x="186871" y="539931"/>
                  </a:lnTo>
                  <a:lnTo>
                    <a:pt x="187984" y="540532"/>
                  </a:lnTo>
                  <a:lnTo>
                    <a:pt x="189096" y="541131"/>
                  </a:lnTo>
                  <a:lnTo>
                    <a:pt x="190208" y="541724"/>
                  </a:lnTo>
                  <a:lnTo>
                    <a:pt x="191321" y="542305"/>
                  </a:lnTo>
                  <a:lnTo>
                    <a:pt x="192433" y="542868"/>
                  </a:lnTo>
                  <a:lnTo>
                    <a:pt x="193545" y="543402"/>
                  </a:lnTo>
                  <a:lnTo>
                    <a:pt x="194658" y="543906"/>
                  </a:lnTo>
                  <a:lnTo>
                    <a:pt x="195770" y="544377"/>
                  </a:lnTo>
                  <a:lnTo>
                    <a:pt x="196882" y="544811"/>
                  </a:lnTo>
                  <a:lnTo>
                    <a:pt x="197995" y="545207"/>
                  </a:lnTo>
                  <a:lnTo>
                    <a:pt x="199107" y="545559"/>
                  </a:lnTo>
                  <a:lnTo>
                    <a:pt x="200219" y="545860"/>
                  </a:lnTo>
                  <a:lnTo>
                    <a:pt x="201332" y="546118"/>
                  </a:lnTo>
                  <a:lnTo>
                    <a:pt x="202444" y="546333"/>
                  </a:lnTo>
                  <a:lnTo>
                    <a:pt x="203556" y="546506"/>
                  </a:lnTo>
                  <a:lnTo>
                    <a:pt x="204669" y="546639"/>
                  </a:lnTo>
                  <a:lnTo>
                    <a:pt x="205781" y="546730"/>
                  </a:lnTo>
                  <a:lnTo>
                    <a:pt x="206893" y="546779"/>
                  </a:lnTo>
                  <a:lnTo>
                    <a:pt x="208006" y="546797"/>
                  </a:lnTo>
                  <a:lnTo>
                    <a:pt x="209118" y="546786"/>
                  </a:lnTo>
                  <a:lnTo>
                    <a:pt x="210230" y="546750"/>
                  </a:lnTo>
                  <a:lnTo>
                    <a:pt x="211343" y="546692"/>
                  </a:lnTo>
                  <a:lnTo>
                    <a:pt x="212455" y="546614"/>
                  </a:lnTo>
                  <a:lnTo>
                    <a:pt x="213567" y="546521"/>
                  </a:lnTo>
                  <a:lnTo>
                    <a:pt x="214680" y="546419"/>
                  </a:lnTo>
                  <a:lnTo>
                    <a:pt x="215792" y="546312"/>
                  </a:lnTo>
                  <a:lnTo>
                    <a:pt x="216904" y="546204"/>
                  </a:lnTo>
                  <a:lnTo>
                    <a:pt x="218017" y="546098"/>
                  </a:lnTo>
                  <a:lnTo>
                    <a:pt x="219129" y="545998"/>
                  </a:lnTo>
                  <a:lnTo>
                    <a:pt x="220241" y="545909"/>
                  </a:lnTo>
                  <a:lnTo>
                    <a:pt x="221354" y="545834"/>
                  </a:lnTo>
                  <a:lnTo>
                    <a:pt x="222466" y="545774"/>
                  </a:lnTo>
                  <a:lnTo>
                    <a:pt x="223578" y="545732"/>
                  </a:lnTo>
                  <a:lnTo>
                    <a:pt x="224691" y="545710"/>
                  </a:lnTo>
                  <a:lnTo>
                    <a:pt x="225803" y="545712"/>
                  </a:lnTo>
                  <a:lnTo>
                    <a:pt x="226915" y="545740"/>
                  </a:lnTo>
                  <a:lnTo>
                    <a:pt x="228028" y="545792"/>
                  </a:lnTo>
                  <a:lnTo>
                    <a:pt x="229140" y="545866"/>
                  </a:lnTo>
                  <a:lnTo>
                    <a:pt x="230252" y="545963"/>
                  </a:lnTo>
                  <a:lnTo>
                    <a:pt x="231365" y="546081"/>
                  </a:lnTo>
                  <a:lnTo>
                    <a:pt x="232477" y="546222"/>
                  </a:lnTo>
                  <a:lnTo>
                    <a:pt x="233589" y="546381"/>
                  </a:lnTo>
                  <a:lnTo>
                    <a:pt x="234702" y="546554"/>
                  </a:lnTo>
                  <a:lnTo>
                    <a:pt x="235814" y="546738"/>
                  </a:lnTo>
                  <a:lnTo>
                    <a:pt x="236926" y="546929"/>
                  </a:lnTo>
                  <a:lnTo>
                    <a:pt x="238039" y="547124"/>
                  </a:lnTo>
                  <a:lnTo>
                    <a:pt x="239151" y="547318"/>
                  </a:lnTo>
                  <a:lnTo>
                    <a:pt x="240263" y="547508"/>
                  </a:lnTo>
                  <a:lnTo>
                    <a:pt x="241376" y="547689"/>
                  </a:lnTo>
                  <a:lnTo>
                    <a:pt x="242488" y="547858"/>
                  </a:lnTo>
                  <a:lnTo>
                    <a:pt x="243600" y="548014"/>
                  </a:lnTo>
                  <a:lnTo>
                    <a:pt x="244713" y="548153"/>
                  </a:lnTo>
                  <a:lnTo>
                    <a:pt x="245825" y="548269"/>
                  </a:lnTo>
                  <a:lnTo>
                    <a:pt x="246937" y="548364"/>
                  </a:lnTo>
                  <a:lnTo>
                    <a:pt x="248049" y="548438"/>
                  </a:lnTo>
                  <a:lnTo>
                    <a:pt x="249162" y="548491"/>
                  </a:lnTo>
                  <a:lnTo>
                    <a:pt x="250274" y="548524"/>
                  </a:lnTo>
                  <a:lnTo>
                    <a:pt x="251386" y="548538"/>
                  </a:lnTo>
                  <a:lnTo>
                    <a:pt x="252499" y="548529"/>
                  </a:lnTo>
                  <a:lnTo>
                    <a:pt x="253611" y="548506"/>
                  </a:lnTo>
                  <a:lnTo>
                    <a:pt x="254723" y="548470"/>
                  </a:lnTo>
                  <a:lnTo>
                    <a:pt x="255836" y="548423"/>
                  </a:lnTo>
                  <a:lnTo>
                    <a:pt x="256948" y="548369"/>
                  </a:lnTo>
                  <a:lnTo>
                    <a:pt x="258060" y="548309"/>
                  </a:lnTo>
                  <a:lnTo>
                    <a:pt x="259173" y="548246"/>
                  </a:lnTo>
                  <a:lnTo>
                    <a:pt x="260285" y="548183"/>
                  </a:lnTo>
                  <a:lnTo>
                    <a:pt x="261397" y="548121"/>
                  </a:lnTo>
                  <a:lnTo>
                    <a:pt x="262510" y="548063"/>
                  </a:lnTo>
                  <a:lnTo>
                    <a:pt x="263622" y="548010"/>
                  </a:lnTo>
                  <a:lnTo>
                    <a:pt x="264734" y="547962"/>
                  </a:lnTo>
                  <a:lnTo>
                    <a:pt x="265847" y="547921"/>
                  </a:lnTo>
                  <a:lnTo>
                    <a:pt x="266959" y="547886"/>
                  </a:lnTo>
                  <a:lnTo>
                    <a:pt x="268071" y="547857"/>
                  </a:lnTo>
                  <a:lnTo>
                    <a:pt x="269184" y="547833"/>
                  </a:lnTo>
                  <a:lnTo>
                    <a:pt x="270296" y="547814"/>
                  </a:lnTo>
                  <a:lnTo>
                    <a:pt x="271408" y="547800"/>
                  </a:lnTo>
                  <a:lnTo>
                    <a:pt x="272521" y="547790"/>
                  </a:lnTo>
                  <a:lnTo>
                    <a:pt x="273633" y="547783"/>
                  </a:lnTo>
                  <a:lnTo>
                    <a:pt x="274745" y="547779"/>
                  </a:lnTo>
                  <a:lnTo>
                    <a:pt x="275858" y="547778"/>
                  </a:lnTo>
                  <a:lnTo>
                    <a:pt x="276970" y="547781"/>
                  </a:lnTo>
                  <a:lnTo>
                    <a:pt x="278082" y="547787"/>
                  </a:lnTo>
                  <a:lnTo>
                    <a:pt x="279195" y="547799"/>
                  </a:lnTo>
                  <a:lnTo>
                    <a:pt x="280307" y="547818"/>
                  </a:lnTo>
                  <a:lnTo>
                    <a:pt x="281419" y="547845"/>
                  </a:lnTo>
                  <a:lnTo>
                    <a:pt x="282532" y="547882"/>
                  </a:lnTo>
                  <a:lnTo>
                    <a:pt x="283644" y="547931"/>
                  </a:lnTo>
                  <a:lnTo>
                    <a:pt x="284756" y="547995"/>
                  </a:lnTo>
                  <a:lnTo>
                    <a:pt x="285869" y="548078"/>
                  </a:lnTo>
                  <a:lnTo>
                    <a:pt x="286981" y="548181"/>
                  </a:lnTo>
                  <a:lnTo>
                    <a:pt x="288093" y="548304"/>
                  </a:lnTo>
                  <a:lnTo>
                    <a:pt x="289206" y="548449"/>
                  </a:lnTo>
                  <a:lnTo>
                    <a:pt x="290318" y="548617"/>
                  </a:lnTo>
                  <a:lnTo>
                    <a:pt x="291430" y="548814"/>
                  </a:lnTo>
                  <a:lnTo>
                    <a:pt x="292543" y="549038"/>
                  </a:lnTo>
                  <a:lnTo>
                    <a:pt x="293655" y="549286"/>
                  </a:lnTo>
                  <a:lnTo>
                    <a:pt x="294767" y="549558"/>
                  </a:lnTo>
                  <a:lnTo>
                    <a:pt x="295880" y="549851"/>
                  </a:lnTo>
                  <a:lnTo>
                    <a:pt x="296992" y="550164"/>
                  </a:lnTo>
                  <a:lnTo>
                    <a:pt x="298104" y="550497"/>
                  </a:lnTo>
                  <a:lnTo>
                    <a:pt x="299217" y="550844"/>
                  </a:lnTo>
                  <a:lnTo>
                    <a:pt x="300329" y="551201"/>
                  </a:lnTo>
                  <a:lnTo>
                    <a:pt x="301441" y="551564"/>
                  </a:lnTo>
                  <a:lnTo>
                    <a:pt x="302554" y="551929"/>
                  </a:lnTo>
                  <a:lnTo>
                    <a:pt x="303666" y="552293"/>
                  </a:lnTo>
                  <a:lnTo>
                    <a:pt x="304778" y="552651"/>
                  </a:lnTo>
                  <a:lnTo>
                    <a:pt x="305891" y="552997"/>
                  </a:lnTo>
                  <a:lnTo>
                    <a:pt x="307003" y="553331"/>
                  </a:lnTo>
                  <a:lnTo>
                    <a:pt x="308115" y="553649"/>
                  </a:lnTo>
                  <a:lnTo>
                    <a:pt x="309228" y="553949"/>
                  </a:lnTo>
                  <a:lnTo>
                    <a:pt x="310340" y="554230"/>
                  </a:lnTo>
                  <a:lnTo>
                    <a:pt x="311452" y="554485"/>
                  </a:lnTo>
                  <a:lnTo>
                    <a:pt x="312565" y="554719"/>
                  </a:lnTo>
                  <a:lnTo>
                    <a:pt x="313677" y="554933"/>
                  </a:lnTo>
                  <a:lnTo>
                    <a:pt x="314789" y="555127"/>
                  </a:lnTo>
                  <a:lnTo>
                    <a:pt x="315902" y="555302"/>
                  </a:lnTo>
                  <a:lnTo>
                    <a:pt x="317014" y="555462"/>
                  </a:lnTo>
                  <a:lnTo>
                    <a:pt x="318126" y="555604"/>
                  </a:lnTo>
                  <a:lnTo>
                    <a:pt x="319239" y="555737"/>
                  </a:lnTo>
                  <a:lnTo>
                    <a:pt x="320351" y="555863"/>
                  </a:lnTo>
                  <a:lnTo>
                    <a:pt x="321463" y="555985"/>
                  </a:lnTo>
                  <a:lnTo>
                    <a:pt x="322576" y="556106"/>
                  </a:lnTo>
                  <a:lnTo>
                    <a:pt x="323688" y="556228"/>
                  </a:lnTo>
                  <a:lnTo>
                    <a:pt x="324800" y="556357"/>
                  </a:lnTo>
                  <a:lnTo>
                    <a:pt x="325913" y="556493"/>
                  </a:lnTo>
                  <a:lnTo>
                    <a:pt x="327025" y="556639"/>
                  </a:lnTo>
                  <a:lnTo>
                    <a:pt x="328137" y="556796"/>
                  </a:lnTo>
                  <a:lnTo>
                    <a:pt x="329250" y="556964"/>
                  </a:lnTo>
                  <a:lnTo>
                    <a:pt x="330362" y="557144"/>
                  </a:lnTo>
                  <a:lnTo>
                    <a:pt x="331474" y="557339"/>
                  </a:lnTo>
                  <a:lnTo>
                    <a:pt x="332587" y="557545"/>
                  </a:lnTo>
                  <a:lnTo>
                    <a:pt x="333699" y="557761"/>
                  </a:lnTo>
                  <a:lnTo>
                    <a:pt x="334811" y="557985"/>
                  </a:lnTo>
                  <a:lnTo>
                    <a:pt x="335924" y="558214"/>
                  </a:lnTo>
                  <a:lnTo>
                    <a:pt x="337036" y="558448"/>
                  </a:lnTo>
                  <a:lnTo>
                    <a:pt x="338148" y="558683"/>
                  </a:lnTo>
                  <a:lnTo>
                    <a:pt x="339261" y="558915"/>
                  </a:lnTo>
                  <a:lnTo>
                    <a:pt x="340373" y="559142"/>
                  </a:lnTo>
                  <a:lnTo>
                    <a:pt x="341485" y="559360"/>
                  </a:lnTo>
                  <a:lnTo>
                    <a:pt x="342598" y="559569"/>
                  </a:lnTo>
                  <a:lnTo>
                    <a:pt x="343710" y="559763"/>
                  </a:lnTo>
                  <a:lnTo>
                    <a:pt x="344822" y="559939"/>
                  </a:lnTo>
                  <a:lnTo>
                    <a:pt x="345935" y="560098"/>
                  </a:lnTo>
                  <a:lnTo>
                    <a:pt x="347047" y="560238"/>
                  </a:lnTo>
                  <a:lnTo>
                    <a:pt x="348159" y="560358"/>
                  </a:lnTo>
                  <a:lnTo>
                    <a:pt x="349272" y="560459"/>
                  </a:lnTo>
                  <a:lnTo>
                    <a:pt x="350384" y="560537"/>
                  </a:lnTo>
                  <a:lnTo>
                    <a:pt x="351496" y="560593"/>
                  </a:lnTo>
                  <a:lnTo>
                    <a:pt x="352609" y="560632"/>
                  </a:lnTo>
                  <a:lnTo>
                    <a:pt x="353721" y="560655"/>
                  </a:lnTo>
                  <a:lnTo>
                    <a:pt x="354833" y="560664"/>
                  </a:lnTo>
                  <a:lnTo>
                    <a:pt x="355946" y="560662"/>
                  </a:lnTo>
                  <a:lnTo>
                    <a:pt x="357058" y="560650"/>
                  </a:lnTo>
                  <a:lnTo>
                    <a:pt x="358170" y="560633"/>
                  </a:lnTo>
                  <a:lnTo>
                    <a:pt x="359283" y="560615"/>
                  </a:lnTo>
                  <a:lnTo>
                    <a:pt x="360395" y="560600"/>
                  </a:lnTo>
                  <a:lnTo>
                    <a:pt x="361507" y="560590"/>
                  </a:lnTo>
                  <a:lnTo>
                    <a:pt x="362620" y="560589"/>
                  </a:lnTo>
                  <a:lnTo>
                    <a:pt x="363732" y="560602"/>
                  </a:lnTo>
                  <a:lnTo>
                    <a:pt x="364844" y="560632"/>
                  </a:lnTo>
                  <a:lnTo>
                    <a:pt x="365957" y="560681"/>
                  </a:lnTo>
                  <a:lnTo>
                    <a:pt x="367069" y="560751"/>
                  </a:lnTo>
                  <a:lnTo>
                    <a:pt x="368181" y="560842"/>
                  </a:lnTo>
                  <a:lnTo>
                    <a:pt x="369294" y="560956"/>
                  </a:lnTo>
                  <a:lnTo>
                    <a:pt x="370406" y="561099"/>
                  </a:lnTo>
                  <a:lnTo>
                    <a:pt x="371518" y="561267"/>
                  </a:lnTo>
                  <a:lnTo>
                    <a:pt x="372631" y="561458"/>
                  </a:lnTo>
                  <a:lnTo>
                    <a:pt x="373743" y="561670"/>
                  </a:lnTo>
                  <a:lnTo>
                    <a:pt x="374855" y="561903"/>
                  </a:lnTo>
                  <a:lnTo>
                    <a:pt x="375968" y="562154"/>
                  </a:lnTo>
                  <a:lnTo>
                    <a:pt x="377080" y="562424"/>
                  </a:lnTo>
                  <a:lnTo>
                    <a:pt x="378192" y="562706"/>
                  </a:lnTo>
                  <a:lnTo>
                    <a:pt x="379305" y="562997"/>
                  </a:lnTo>
                  <a:lnTo>
                    <a:pt x="380417" y="563293"/>
                  </a:lnTo>
                  <a:lnTo>
                    <a:pt x="381529" y="563592"/>
                  </a:lnTo>
                  <a:lnTo>
                    <a:pt x="382642" y="563890"/>
                  </a:lnTo>
                  <a:lnTo>
                    <a:pt x="383754" y="564182"/>
                  </a:lnTo>
                  <a:lnTo>
                    <a:pt x="384866" y="564465"/>
                  </a:lnTo>
                  <a:lnTo>
                    <a:pt x="385979" y="564738"/>
                  </a:lnTo>
                  <a:lnTo>
                    <a:pt x="387091" y="564997"/>
                  </a:lnTo>
                  <a:lnTo>
                    <a:pt x="388203" y="565242"/>
                  </a:lnTo>
                  <a:lnTo>
                    <a:pt x="389316" y="565469"/>
                  </a:lnTo>
                  <a:lnTo>
                    <a:pt x="390428" y="565675"/>
                  </a:lnTo>
                  <a:lnTo>
                    <a:pt x="391540" y="565862"/>
                  </a:lnTo>
                  <a:lnTo>
                    <a:pt x="392653" y="566031"/>
                  </a:lnTo>
                  <a:lnTo>
                    <a:pt x="393765" y="566182"/>
                  </a:lnTo>
                  <a:lnTo>
                    <a:pt x="394877" y="566316"/>
                  </a:lnTo>
                  <a:lnTo>
                    <a:pt x="395990" y="566434"/>
                  </a:lnTo>
                  <a:lnTo>
                    <a:pt x="397102" y="566536"/>
                  </a:lnTo>
                  <a:lnTo>
                    <a:pt x="398214" y="566626"/>
                  </a:lnTo>
                  <a:lnTo>
                    <a:pt x="399327" y="566708"/>
                  </a:lnTo>
                  <a:lnTo>
                    <a:pt x="400439" y="566782"/>
                  </a:lnTo>
                  <a:lnTo>
                    <a:pt x="401551" y="566852"/>
                  </a:lnTo>
                  <a:lnTo>
                    <a:pt x="402664" y="566920"/>
                  </a:lnTo>
                  <a:lnTo>
                    <a:pt x="403776" y="566989"/>
                  </a:lnTo>
                  <a:lnTo>
                    <a:pt x="404888" y="567061"/>
                  </a:lnTo>
                  <a:lnTo>
                    <a:pt x="406001" y="567138"/>
                  </a:lnTo>
                  <a:lnTo>
                    <a:pt x="407113" y="567222"/>
                  </a:lnTo>
                  <a:lnTo>
                    <a:pt x="408225" y="567314"/>
                  </a:lnTo>
                  <a:lnTo>
                    <a:pt x="409338" y="567416"/>
                  </a:lnTo>
                  <a:lnTo>
                    <a:pt x="410450" y="567531"/>
                  </a:lnTo>
                  <a:lnTo>
                    <a:pt x="411562" y="567656"/>
                  </a:lnTo>
                  <a:lnTo>
                    <a:pt x="412675" y="567793"/>
                  </a:lnTo>
                  <a:lnTo>
                    <a:pt x="413787" y="567940"/>
                  </a:lnTo>
                  <a:lnTo>
                    <a:pt x="414899" y="568098"/>
                  </a:lnTo>
                  <a:lnTo>
                    <a:pt x="416012" y="568268"/>
                  </a:lnTo>
                  <a:lnTo>
                    <a:pt x="417124" y="568448"/>
                  </a:lnTo>
                  <a:lnTo>
                    <a:pt x="418236" y="568635"/>
                  </a:lnTo>
                  <a:lnTo>
                    <a:pt x="419349" y="568830"/>
                  </a:lnTo>
                  <a:lnTo>
                    <a:pt x="420461" y="569030"/>
                  </a:lnTo>
                  <a:lnTo>
                    <a:pt x="421573" y="569234"/>
                  </a:lnTo>
                  <a:lnTo>
                    <a:pt x="422686" y="569441"/>
                  </a:lnTo>
                  <a:lnTo>
                    <a:pt x="423798" y="569650"/>
                  </a:lnTo>
                  <a:lnTo>
                    <a:pt x="424910" y="569857"/>
                  </a:lnTo>
                  <a:lnTo>
                    <a:pt x="426023" y="570063"/>
                  </a:lnTo>
                  <a:lnTo>
                    <a:pt x="427135" y="570265"/>
                  </a:lnTo>
                  <a:lnTo>
                    <a:pt x="428247" y="570463"/>
                  </a:lnTo>
                  <a:lnTo>
                    <a:pt x="429360" y="570653"/>
                  </a:lnTo>
                  <a:lnTo>
                    <a:pt x="430472" y="570836"/>
                  </a:lnTo>
                  <a:lnTo>
                    <a:pt x="431584" y="571010"/>
                  </a:lnTo>
                  <a:lnTo>
                    <a:pt x="432697" y="571174"/>
                  </a:lnTo>
                  <a:lnTo>
                    <a:pt x="433809" y="571329"/>
                  </a:lnTo>
                  <a:lnTo>
                    <a:pt x="434921" y="571474"/>
                  </a:lnTo>
                  <a:lnTo>
                    <a:pt x="436034" y="571605"/>
                  </a:lnTo>
                  <a:lnTo>
                    <a:pt x="437146" y="571724"/>
                  </a:lnTo>
                  <a:lnTo>
                    <a:pt x="438258" y="571831"/>
                  </a:lnTo>
                  <a:lnTo>
                    <a:pt x="439371" y="571927"/>
                  </a:lnTo>
                  <a:lnTo>
                    <a:pt x="440483" y="572011"/>
                  </a:lnTo>
                  <a:lnTo>
                    <a:pt x="441595" y="572085"/>
                  </a:lnTo>
                  <a:lnTo>
                    <a:pt x="442708" y="572146"/>
                  </a:lnTo>
                  <a:lnTo>
                    <a:pt x="443820" y="572196"/>
                  </a:lnTo>
                  <a:lnTo>
                    <a:pt x="444932" y="572239"/>
                  </a:lnTo>
                  <a:lnTo>
                    <a:pt x="446045" y="572273"/>
                  </a:lnTo>
                  <a:lnTo>
                    <a:pt x="447157" y="572300"/>
                  </a:lnTo>
                  <a:lnTo>
                    <a:pt x="448269" y="572321"/>
                  </a:lnTo>
                  <a:lnTo>
                    <a:pt x="449382" y="572335"/>
                  </a:lnTo>
                  <a:lnTo>
                    <a:pt x="450494" y="572347"/>
                  </a:lnTo>
                  <a:lnTo>
                    <a:pt x="451606" y="572355"/>
                  </a:lnTo>
                  <a:lnTo>
                    <a:pt x="452719" y="572362"/>
                  </a:lnTo>
                  <a:lnTo>
                    <a:pt x="453831" y="572368"/>
                  </a:lnTo>
                  <a:lnTo>
                    <a:pt x="454943" y="572374"/>
                  </a:lnTo>
                  <a:lnTo>
                    <a:pt x="456056" y="572381"/>
                  </a:lnTo>
                  <a:lnTo>
                    <a:pt x="457168" y="572390"/>
                  </a:lnTo>
                  <a:lnTo>
                    <a:pt x="458280" y="572400"/>
                  </a:lnTo>
                  <a:lnTo>
                    <a:pt x="459393" y="572412"/>
                  </a:lnTo>
                  <a:lnTo>
                    <a:pt x="460505" y="572425"/>
                  </a:lnTo>
                  <a:lnTo>
                    <a:pt x="461617" y="572441"/>
                  </a:lnTo>
                  <a:lnTo>
                    <a:pt x="462730" y="572459"/>
                  </a:lnTo>
                  <a:lnTo>
                    <a:pt x="463842" y="572479"/>
                  </a:lnTo>
                  <a:lnTo>
                    <a:pt x="464954" y="572500"/>
                  </a:lnTo>
                  <a:lnTo>
                    <a:pt x="466067" y="572521"/>
                  </a:lnTo>
                  <a:lnTo>
                    <a:pt x="467179" y="572543"/>
                  </a:lnTo>
                  <a:lnTo>
                    <a:pt x="468291" y="572566"/>
                  </a:lnTo>
                  <a:lnTo>
                    <a:pt x="469404" y="572588"/>
                  </a:lnTo>
                  <a:lnTo>
                    <a:pt x="470516" y="572609"/>
                  </a:lnTo>
                  <a:lnTo>
                    <a:pt x="471628" y="572630"/>
                  </a:lnTo>
                  <a:lnTo>
                    <a:pt x="472741" y="572651"/>
                  </a:lnTo>
                  <a:lnTo>
                    <a:pt x="473853" y="572671"/>
                  </a:lnTo>
                  <a:lnTo>
                    <a:pt x="474965" y="572691"/>
                  </a:lnTo>
                  <a:lnTo>
                    <a:pt x="476078" y="572712"/>
                  </a:lnTo>
                  <a:lnTo>
                    <a:pt x="477190" y="572734"/>
                  </a:lnTo>
                  <a:lnTo>
                    <a:pt x="478302" y="572757"/>
                  </a:lnTo>
                  <a:lnTo>
                    <a:pt x="479415" y="572783"/>
                  </a:lnTo>
                  <a:lnTo>
                    <a:pt x="480527" y="572812"/>
                  </a:lnTo>
                  <a:lnTo>
                    <a:pt x="481639" y="572846"/>
                  </a:lnTo>
                  <a:lnTo>
                    <a:pt x="482752" y="572885"/>
                  </a:lnTo>
                  <a:lnTo>
                    <a:pt x="483864" y="572930"/>
                  </a:lnTo>
                  <a:lnTo>
                    <a:pt x="484976" y="572981"/>
                  </a:lnTo>
                  <a:lnTo>
                    <a:pt x="486089" y="573039"/>
                  </a:lnTo>
                  <a:lnTo>
                    <a:pt x="487201" y="573104"/>
                  </a:lnTo>
                  <a:lnTo>
                    <a:pt x="488313" y="573176"/>
                  </a:lnTo>
                  <a:lnTo>
                    <a:pt x="489426" y="573257"/>
                  </a:lnTo>
                  <a:lnTo>
                    <a:pt x="490538" y="573344"/>
                  </a:lnTo>
                  <a:lnTo>
                    <a:pt x="491650" y="573437"/>
                  </a:lnTo>
                  <a:lnTo>
                    <a:pt x="492762" y="573535"/>
                  </a:lnTo>
                  <a:lnTo>
                    <a:pt x="493875" y="573638"/>
                  </a:lnTo>
                  <a:lnTo>
                    <a:pt x="494987" y="573744"/>
                  </a:lnTo>
                  <a:lnTo>
                    <a:pt x="496099" y="573851"/>
                  </a:lnTo>
                  <a:lnTo>
                    <a:pt x="497212" y="573958"/>
                  </a:lnTo>
                  <a:lnTo>
                    <a:pt x="498324" y="574063"/>
                  </a:lnTo>
                  <a:lnTo>
                    <a:pt x="499436" y="574164"/>
                  </a:lnTo>
                  <a:lnTo>
                    <a:pt x="500549" y="574260"/>
                  </a:lnTo>
                  <a:lnTo>
                    <a:pt x="501661" y="574347"/>
                  </a:lnTo>
                  <a:lnTo>
                    <a:pt x="502773" y="574424"/>
                  </a:lnTo>
                  <a:lnTo>
                    <a:pt x="503886" y="574491"/>
                  </a:lnTo>
                  <a:lnTo>
                    <a:pt x="504998" y="574546"/>
                  </a:lnTo>
                  <a:lnTo>
                    <a:pt x="506110" y="574589"/>
                  </a:lnTo>
                  <a:lnTo>
                    <a:pt x="507223" y="574617"/>
                  </a:lnTo>
                  <a:lnTo>
                    <a:pt x="508335" y="574629"/>
                  </a:lnTo>
                  <a:lnTo>
                    <a:pt x="509447" y="574626"/>
                  </a:lnTo>
                  <a:lnTo>
                    <a:pt x="510560" y="574609"/>
                  </a:lnTo>
                  <a:lnTo>
                    <a:pt x="511672" y="574579"/>
                  </a:lnTo>
                  <a:lnTo>
                    <a:pt x="512784" y="574535"/>
                  </a:lnTo>
                  <a:lnTo>
                    <a:pt x="513897" y="574480"/>
                  </a:lnTo>
                  <a:lnTo>
                    <a:pt x="515009" y="574413"/>
                  </a:lnTo>
                  <a:lnTo>
                    <a:pt x="516121" y="574338"/>
                  </a:lnTo>
                  <a:lnTo>
                    <a:pt x="517234" y="574257"/>
                  </a:lnTo>
                  <a:lnTo>
                    <a:pt x="518346" y="574172"/>
                  </a:lnTo>
                  <a:lnTo>
                    <a:pt x="519458" y="574085"/>
                  </a:lnTo>
                  <a:lnTo>
                    <a:pt x="520571" y="573998"/>
                  </a:lnTo>
                  <a:lnTo>
                    <a:pt x="521683" y="573915"/>
                  </a:lnTo>
                  <a:lnTo>
                    <a:pt x="522795" y="573838"/>
                  </a:lnTo>
                  <a:lnTo>
                    <a:pt x="523908" y="573768"/>
                  </a:lnTo>
                  <a:lnTo>
                    <a:pt x="525020" y="573708"/>
                  </a:lnTo>
                  <a:lnTo>
                    <a:pt x="526132" y="573658"/>
                  </a:lnTo>
                  <a:lnTo>
                    <a:pt x="527245" y="573622"/>
                  </a:lnTo>
                  <a:lnTo>
                    <a:pt x="528357" y="573602"/>
                  </a:lnTo>
                  <a:lnTo>
                    <a:pt x="529469" y="573597"/>
                  </a:lnTo>
                  <a:lnTo>
                    <a:pt x="530582" y="573607"/>
                  </a:lnTo>
                  <a:lnTo>
                    <a:pt x="531694" y="573632"/>
                  </a:lnTo>
                  <a:lnTo>
                    <a:pt x="532806" y="573672"/>
                  </a:lnTo>
                  <a:lnTo>
                    <a:pt x="533919" y="573728"/>
                  </a:lnTo>
                  <a:lnTo>
                    <a:pt x="535031" y="573798"/>
                  </a:lnTo>
                  <a:lnTo>
                    <a:pt x="536143" y="573881"/>
                  </a:lnTo>
                  <a:lnTo>
                    <a:pt x="537256" y="573973"/>
                  </a:lnTo>
                  <a:lnTo>
                    <a:pt x="538368" y="574074"/>
                  </a:lnTo>
                  <a:lnTo>
                    <a:pt x="539480" y="574182"/>
                  </a:lnTo>
                  <a:lnTo>
                    <a:pt x="540593" y="574295"/>
                  </a:lnTo>
                  <a:lnTo>
                    <a:pt x="541705" y="574411"/>
                  </a:lnTo>
                  <a:lnTo>
                    <a:pt x="542817" y="574527"/>
                  </a:lnTo>
                  <a:lnTo>
                    <a:pt x="543930" y="574641"/>
                  </a:lnTo>
                  <a:lnTo>
                    <a:pt x="545042" y="574752"/>
                  </a:lnTo>
                  <a:lnTo>
                    <a:pt x="546154" y="574858"/>
                  </a:lnTo>
                  <a:lnTo>
                    <a:pt x="547267" y="574956"/>
                  </a:lnTo>
                  <a:lnTo>
                    <a:pt x="548379" y="575045"/>
                  </a:lnTo>
                  <a:lnTo>
                    <a:pt x="549491" y="575126"/>
                  </a:lnTo>
                  <a:lnTo>
                    <a:pt x="550604" y="575196"/>
                  </a:lnTo>
                  <a:lnTo>
                    <a:pt x="551716" y="575257"/>
                  </a:lnTo>
                  <a:lnTo>
                    <a:pt x="552828" y="575309"/>
                  </a:lnTo>
                  <a:lnTo>
                    <a:pt x="553941" y="575349"/>
                  </a:lnTo>
                  <a:lnTo>
                    <a:pt x="555053" y="575380"/>
                  </a:lnTo>
                  <a:lnTo>
                    <a:pt x="556165" y="575403"/>
                  </a:lnTo>
                  <a:lnTo>
                    <a:pt x="557278" y="575419"/>
                  </a:lnTo>
                  <a:lnTo>
                    <a:pt x="558390" y="575430"/>
                  </a:lnTo>
                  <a:lnTo>
                    <a:pt x="559502" y="575437"/>
                  </a:lnTo>
                  <a:lnTo>
                    <a:pt x="560615" y="575440"/>
                  </a:lnTo>
                  <a:lnTo>
                    <a:pt x="561727" y="575443"/>
                  </a:lnTo>
                  <a:lnTo>
                    <a:pt x="562839" y="575446"/>
                  </a:lnTo>
                  <a:lnTo>
                    <a:pt x="563952" y="575452"/>
                  </a:lnTo>
                  <a:lnTo>
                    <a:pt x="565064" y="575461"/>
                  </a:lnTo>
                  <a:lnTo>
                    <a:pt x="566176" y="575475"/>
                  </a:lnTo>
                  <a:lnTo>
                    <a:pt x="567289" y="575496"/>
                  </a:lnTo>
                  <a:lnTo>
                    <a:pt x="568401" y="57552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2" name="rc5972"/>
            <p:cNvSpPr/>
            <p:nvPr/>
          </p:nvSpPr>
          <p:spPr>
            <a:xfrm>
              <a:off x="5874311" y="4350399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73" name="pl5973"/>
            <p:cNvSpPr/>
            <p:nvPr/>
          </p:nvSpPr>
          <p:spPr>
            <a:xfrm>
              <a:off x="5874311" y="489420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4" name="pl5974"/>
            <p:cNvSpPr/>
            <p:nvPr/>
          </p:nvSpPr>
          <p:spPr>
            <a:xfrm>
              <a:off x="5874311" y="473738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5" name="pl5975"/>
            <p:cNvSpPr/>
            <p:nvPr/>
          </p:nvSpPr>
          <p:spPr>
            <a:xfrm>
              <a:off x="5874311" y="458057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6" name="pl5976"/>
            <p:cNvSpPr/>
            <p:nvPr/>
          </p:nvSpPr>
          <p:spPr>
            <a:xfrm>
              <a:off x="5874311" y="442376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7" name="pl5977"/>
            <p:cNvSpPr/>
            <p:nvPr/>
          </p:nvSpPr>
          <p:spPr>
            <a:xfrm>
              <a:off x="5971839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8" name="pl5978"/>
            <p:cNvSpPr/>
            <p:nvPr/>
          </p:nvSpPr>
          <p:spPr>
            <a:xfrm>
              <a:off x="6154663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9" name="pl5979"/>
            <p:cNvSpPr/>
            <p:nvPr/>
          </p:nvSpPr>
          <p:spPr>
            <a:xfrm>
              <a:off x="6337488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0" name="pl5980"/>
            <p:cNvSpPr/>
            <p:nvPr/>
          </p:nvSpPr>
          <p:spPr>
            <a:xfrm>
              <a:off x="5874311" y="497260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1" name="pl5981"/>
            <p:cNvSpPr/>
            <p:nvPr/>
          </p:nvSpPr>
          <p:spPr>
            <a:xfrm>
              <a:off x="5874311" y="481579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2" name="pl5982"/>
            <p:cNvSpPr/>
            <p:nvPr/>
          </p:nvSpPr>
          <p:spPr>
            <a:xfrm>
              <a:off x="5874311" y="465898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3" name="pl5983"/>
            <p:cNvSpPr/>
            <p:nvPr/>
          </p:nvSpPr>
          <p:spPr>
            <a:xfrm>
              <a:off x="5874311" y="450216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4" name="pl5984"/>
            <p:cNvSpPr/>
            <p:nvPr/>
          </p:nvSpPr>
          <p:spPr>
            <a:xfrm>
              <a:off x="5880426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5" name="pl5985"/>
            <p:cNvSpPr/>
            <p:nvPr/>
          </p:nvSpPr>
          <p:spPr>
            <a:xfrm>
              <a:off x="6063251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6" name="pl5986"/>
            <p:cNvSpPr/>
            <p:nvPr/>
          </p:nvSpPr>
          <p:spPr>
            <a:xfrm>
              <a:off x="6246076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7" name="pl5987"/>
            <p:cNvSpPr/>
            <p:nvPr/>
          </p:nvSpPr>
          <p:spPr>
            <a:xfrm>
              <a:off x="6428900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8" name="pt5988"/>
            <p:cNvSpPr/>
            <p:nvPr/>
          </p:nvSpPr>
          <p:spPr>
            <a:xfrm>
              <a:off x="6115211" y="4354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9" name="pt5989"/>
            <p:cNvSpPr/>
            <p:nvPr/>
          </p:nvSpPr>
          <p:spPr>
            <a:xfrm>
              <a:off x="5886315" y="49283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0" name="pt5990"/>
            <p:cNvSpPr/>
            <p:nvPr/>
          </p:nvSpPr>
          <p:spPr>
            <a:xfrm>
              <a:off x="5894908" y="4932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1" name="pt5991"/>
            <p:cNvSpPr/>
            <p:nvPr/>
          </p:nvSpPr>
          <p:spPr>
            <a:xfrm>
              <a:off x="5909899" y="49293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2" name="pt5992"/>
            <p:cNvSpPr/>
            <p:nvPr/>
          </p:nvSpPr>
          <p:spPr>
            <a:xfrm>
              <a:off x="5893994" y="4928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3" name="pt5993"/>
            <p:cNvSpPr/>
            <p:nvPr/>
          </p:nvSpPr>
          <p:spPr>
            <a:xfrm>
              <a:off x="5942259" y="48967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4" name="pt5994"/>
            <p:cNvSpPr/>
            <p:nvPr/>
          </p:nvSpPr>
          <p:spPr>
            <a:xfrm>
              <a:off x="6257449" y="4594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5" name="pt5995"/>
            <p:cNvSpPr/>
            <p:nvPr/>
          </p:nvSpPr>
          <p:spPr>
            <a:xfrm>
              <a:off x="5891251" y="4917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6" name="pt5996"/>
            <p:cNvSpPr/>
            <p:nvPr/>
          </p:nvSpPr>
          <p:spPr>
            <a:xfrm>
              <a:off x="5919955" y="48984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7" name="pt5997"/>
            <p:cNvSpPr/>
            <p:nvPr/>
          </p:nvSpPr>
          <p:spPr>
            <a:xfrm>
              <a:off x="5902221" y="4916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8" name="pt5998"/>
            <p:cNvSpPr/>
            <p:nvPr/>
          </p:nvSpPr>
          <p:spPr>
            <a:xfrm>
              <a:off x="5904597" y="4932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9" name="pt5999"/>
            <p:cNvSpPr/>
            <p:nvPr/>
          </p:nvSpPr>
          <p:spPr>
            <a:xfrm>
              <a:off x="5885218" y="49256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0" name="pt6000"/>
            <p:cNvSpPr/>
            <p:nvPr/>
          </p:nvSpPr>
          <p:spPr>
            <a:xfrm>
              <a:off x="5913739" y="49153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1" name="pt6001"/>
            <p:cNvSpPr/>
            <p:nvPr/>
          </p:nvSpPr>
          <p:spPr>
            <a:xfrm>
              <a:off x="6214485" y="46370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2" name="pt6002"/>
            <p:cNvSpPr/>
            <p:nvPr/>
          </p:nvSpPr>
          <p:spPr>
            <a:xfrm>
              <a:off x="5901307" y="4915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3" name="pt6003"/>
            <p:cNvSpPr/>
            <p:nvPr/>
          </p:nvSpPr>
          <p:spPr>
            <a:xfrm>
              <a:off x="5904780" y="4921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4" name="pt6004"/>
            <p:cNvSpPr/>
            <p:nvPr/>
          </p:nvSpPr>
          <p:spPr>
            <a:xfrm>
              <a:off x="5889972" y="4921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5" name="pt6005"/>
            <p:cNvSpPr/>
            <p:nvPr/>
          </p:nvSpPr>
          <p:spPr>
            <a:xfrm>
              <a:off x="5937140" y="49253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6" name="pt6006"/>
            <p:cNvSpPr/>
            <p:nvPr/>
          </p:nvSpPr>
          <p:spPr>
            <a:xfrm>
              <a:off x="5906243" y="4919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7" name="pt6007"/>
            <p:cNvSpPr/>
            <p:nvPr/>
          </p:nvSpPr>
          <p:spPr>
            <a:xfrm>
              <a:off x="5888875" y="4927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8" name="pt6008"/>
            <p:cNvSpPr/>
            <p:nvPr/>
          </p:nvSpPr>
          <p:spPr>
            <a:xfrm>
              <a:off x="5941711" y="49279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9" name="pt6009"/>
            <p:cNvSpPr/>
            <p:nvPr/>
          </p:nvSpPr>
          <p:spPr>
            <a:xfrm>
              <a:off x="5879185" y="49219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0" name="pt6010"/>
            <p:cNvSpPr/>
            <p:nvPr/>
          </p:nvSpPr>
          <p:spPr>
            <a:xfrm>
              <a:off x="5881196" y="49223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1" name="pt6011"/>
            <p:cNvSpPr/>
            <p:nvPr/>
          </p:nvSpPr>
          <p:spPr>
            <a:xfrm>
              <a:off x="5953777" y="48473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2" name="pt6012"/>
            <p:cNvSpPr/>
            <p:nvPr/>
          </p:nvSpPr>
          <p:spPr>
            <a:xfrm>
              <a:off x="6131483" y="4494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3" name="pt6013"/>
            <p:cNvSpPr/>
            <p:nvPr/>
          </p:nvSpPr>
          <p:spPr>
            <a:xfrm>
              <a:off x="5898930" y="49234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4" name="pt6014"/>
            <p:cNvSpPr/>
            <p:nvPr/>
          </p:nvSpPr>
          <p:spPr>
            <a:xfrm>
              <a:off x="5996558" y="4621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5" name="pt6015"/>
            <p:cNvSpPr/>
            <p:nvPr/>
          </p:nvSpPr>
          <p:spPr>
            <a:xfrm>
              <a:off x="5973522" y="4786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6" name="pt6016"/>
            <p:cNvSpPr/>
            <p:nvPr/>
          </p:nvSpPr>
          <p:spPr>
            <a:xfrm>
              <a:off x="5984126" y="49144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7" name="pt6017"/>
            <p:cNvSpPr/>
            <p:nvPr/>
          </p:nvSpPr>
          <p:spPr>
            <a:xfrm>
              <a:off x="5881196" y="49290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8" name="pt6018"/>
            <p:cNvSpPr/>
            <p:nvPr/>
          </p:nvSpPr>
          <p:spPr>
            <a:xfrm>
              <a:off x="5900941" y="4920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9" name="pt6019"/>
            <p:cNvSpPr/>
            <p:nvPr/>
          </p:nvSpPr>
          <p:spPr>
            <a:xfrm>
              <a:off x="6001677" y="4892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0" name="pt6020"/>
            <p:cNvSpPr/>
            <p:nvPr/>
          </p:nvSpPr>
          <p:spPr>
            <a:xfrm>
              <a:off x="6081572" y="45051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1" name="pt6021"/>
            <p:cNvSpPr/>
            <p:nvPr/>
          </p:nvSpPr>
          <p:spPr>
            <a:xfrm>
              <a:off x="5896736" y="49156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2" name="pt6022"/>
            <p:cNvSpPr/>
            <p:nvPr/>
          </p:nvSpPr>
          <p:spPr>
            <a:xfrm>
              <a:off x="5922514" y="4921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3" name="pt6023"/>
            <p:cNvSpPr/>
            <p:nvPr/>
          </p:nvSpPr>
          <p:spPr>
            <a:xfrm>
              <a:off x="5999118" y="4699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4" name="pt6024"/>
            <p:cNvSpPr/>
            <p:nvPr/>
          </p:nvSpPr>
          <p:spPr>
            <a:xfrm>
              <a:off x="5939700" y="4911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5" name="pt6025"/>
            <p:cNvSpPr/>
            <p:nvPr/>
          </p:nvSpPr>
          <p:spPr>
            <a:xfrm>
              <a:off x="5905877" y="4915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6" name="pt6026"/>
            <p:cNvSpPr/>
            <p:nvPr/>
          </p:nvSpPr>
          <p:spPr>
            <a:xfrm>
              <a:off x="5911910" y="49228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7" name="pt6027"/>
            <p:cNvSpPr/>
            <p:nvPr/>
          </p:nvSpPr>
          <p:spPr>
            <a:xfrm>
              <a:off x="5900575" y="4911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8" name="pt6028"/>
            <p:cNvSpPr/>
            <p:nvPr/>
          </p:nvSpPr>
          <p:spPr>
            <a:xfrm>
              <a:off x="6152508" y="46298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9" name="pt6029"/>
            <p:cNvSpPr/>
            <p:nvPr/>
          </p:nvSpPr>
          <p:spPr>
            <a:xfrm>
              <a:off x="5887595" y="4926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0" name="pt6030"/>
            <p:cNvSpPr/>
            <p:nvPr/>
          </p:nvSpPr>
          <p:spPr>
            <a:xfrm>
              <a:off x="5904049" y="4923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1" name="pt6031"/>
            <p:cNvSpPr/>
            <p:nvPr/>
          </p:nvSpPr>
          <p:spPr>
            <a:xfrm>
              <a:off x="5884670" y="49308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2" name="pt6032"/>
            <p:cNvSpPr/>
            <p:nvPr/>
          </p:nvSpPr>
          <p:spPr>
            <a:xfrm>
              <a:off x="5908620" y="48929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3" name="pt6033"/>
            <p:cNvSpPr/>
            <p:nvPr/>
          </p:nvSpPr>
          <p:spPr>
            <a:xfrm>
              <a:off x="5891434" y="49272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4" name="pt6034"/>
            <p:cNvSpPr/>
            <p:nvPr/>
          </p:nvSpPr>
          <p:spPr>
            <a:xfrm>
              <a:off x="5884852" y="4931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5" name="pt6035"/>
            <p:cNvSpPr/>
            <p:nvPr/>
          </p:nvSpPr>
          <p:spPr>
            <a:xfrm>
              <a:off x="5907340" y="4920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6" name="pt6036"/>
            <p:cNvSpPr/>
            <p:nvPr/>
          </p:nvSpPr>
          <p:spPr>
            <a:xfrm>
              <a:off x="5932570" y="4929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7" name="pt6037"/>
            <p:cNvSpPr/>
            <p:nvPr/>
          </p:nvSpPr>
          <p:spPr>
            <a:xfrm>
              <a:off x="5896005" y="4929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8" name="pt6038"/>
            <p:cNvSpPr/>
            <p:nvPr/>
          </p:nvSpPr>
          <p:spPr>
            <a:xfrm>
              <a:off x="5892714" y="49223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9" name="pt6039"/>
            <p:cNvSpPr/>
            <p:nvPr/>
          </p:nvSpPr>
          <p:spPr>
            <a:xfrm>
              <a:off x="6043179" y="48442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0" name="pt6040"/>
            <p:cNvSpPr/>
            <p:nvPr/>
          </p:nvSpPr>
          <p:spPr>
            <a:xfrm>
              <a:off x="5922331" y="4927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1" name="pt6041"/>
            <p:cNvSpPr/>
            <p:nvPr/>
          </p:nvSpPr>
          <p:spPr>
            <a:xfrm>
              <a:off x="5903318" y="49107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2" name="pt6042"/>
            <p:cNvSpPr/>
            <p:nvPr/>
          </p:nvSpPr>
          <p:spPr>
            <a:xfrm>
              <a:off x="5886681" y="49182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3" name="pt6043"/>
            <p:cNvSpPr/>
            <p:nvPr/>
          </p:nvSpPr>
          <p:spPr>
            <a:xfrm>
              <a:off x="5887412" y="49260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4" name="pt6044"/>
            <p:cNvSpPr/>
            <p:nvPr/>
          </p:nvSpPr>
          <p:spPr>
            <a:xfrm>
              <a:off x="6112286" y="47657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5" name="pt6045"/>
            <p:cNvSpPr/>
            <p:nvPr/>
          </p:nvSpPr>
          <p:spPr>
            <a:xfrm>
              <a:off x="5890703" y="4929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6" name="pt6046"/>
            <p:cNvSpPr/>
            <p:nvPr/>
          </p:nvSpPr>
          <p:spPr>
            <a:xfrm>
              <a:off x="5891068" y="4932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7" name="pt6047"/>
            <p:cNvSpPr/>
            <p:nvPr/>
          </p:nvSpPr>
          <p:spPr>
            <a:xfrm>
              <a:off x="5881562" y="4932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8" name="pt6048"/>
            <p:cNvSpPr/>
            <p:nvPr/>
          </p:nvSpPr>
          <p:spPr>
            <a:xfrm>
              <a:off x="5925805" y="4832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9" name="pt6049"/>
            <p:cNvSpPr/>
            <p:nvPr/>
          </p:nvSpPr>
          <p:spPr>
            <a:xfrm>
              <a:off x="5901307" y="49310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0" name="pt6050"/>
            <p:cNvSpPr/>
            <p:nvPr/>
          </p:nvSpPr>
          <p:spPr>
            <a:xfrm>
              <a:off x="5902038" y="49242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1" name="pt6051"/>
            <p:cNvSpPr/>
            <p:nvPr/>
          </p:nvSpPr>
          <p:spPr>
            <a:xfrm>
              <a:off x="5892165" y="4918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2" name="pt6052"/>
            <p:cNvSpPr/>
            <p:nvPr/>
          </p:nvSpPr>
          <p:spPr>
            <a:xfrm>
              <a:off x="5974802" y="48554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3" name="pt6053"/>
            <p:cNvSpPr/>
            <p:nvPr/>
          </p:nvSpPr>
          <p:spPr>
            <a:xfrm>
              <a:off x="6027456" y="4607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4" name="pt6054"/>
            <p:cNvSpPr/>
            <p:nvPr/>
          </p:nvSpPr>
          <p:spPr>
            <a:xfrm>
              <a:off x="6170242" y="43820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5" name="pt6055"/>
            <p:cNvSpPr/>
            <p:nvPr/>
          </p:nvSpPr>
          <p:spPr>
            <a:xfrm>
              <a:off x="5963650" y="48019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6" name="pt6056"/>
            <p:cNvSpPr/>
            <p:nvPr/>
          </p:nvSpPr>
          <p:spPr>
            <a:xfrm>
              <a:off x="5994547" y="48128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7" name="pt6057"/>
            <p:cNvSpPr/>
            <p:nvPr/>
          </p:nvSpPr>
          <p:spPr>
            <a:xfrm>
              <a:off x="5946464" y="4840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8" name="pt6058"/>
            <p:cNvSpPr/>
            <p:nvPr/>
          </p:nvSpPr>
          <p:spPr>
            <a:xfrm>
              <a:off x="5895639" y="49162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9" name="pt6059"/>
            <p:cNvSpPr/>
            <p:nvPr/>
          </p:nvSpPr>
          <p:spPr>
            <a:xfrm>
              <a:off x="6044641" y="48393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0" name="pt6060"/>
            <p:cNvSpPr/>
            <p:nvPr/>
          </p:nvSpPr>
          <p:spPr>
            <a:xfrm>
              <a:off x="5908620" y="4912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1" name="pt6061"/>
            <p:cNvSpPr/>
            <p:nvPr/>
          </p:nvSpPr>
          <p:spPr>
            <a:xfrm>
              <a:off x="5900027" y="4927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2" name="pt6062"/>
            <p:cNvSpPr/>
            <p:nvPr/>
          </p:nvSpPr>
          <p:spPr>
            <a:xfrm>
              <a:off x="5909351" y="4927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3" name="pt6063"/>
            <p:cNvSpPr/>
            <p:nvPr/>
          </p:nvSpPr>
          <p:spPr>
            <a:xfrm>
              <a:off x="6002774" y="45361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4" name="pt6064"/>
            <p:cNvSpPr/>
            <p:nvPr/>
          </p:nvSpPr>
          <p:spPr>
            <a:xfrm>
              <a:off x="5993085" y="4794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5" name="pt6065"/>
            <p:cNvSpPr/>
            <p:nvPr/>
          </p:nvSpPr>
          <p:spPr>
            <a:xfrm>
              <a:off x="5961273" y="4869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6" name="pt6066"/>
            <p:cNvSpPr/>
            <p:nvPr/>
          </p:nvSpPr>
          <p:spPr>
            <a:xfrm>
              <a:off x="5888875" y="4913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7" name="pt6067"/>
            <p:cNvSpPr/>
            <p:nvPr/>
          </p:nvSpPr>
          <p:spPr>
            <a:xfrm>
              <a:off x="5901307" y="4891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8" name="pt6068"/>
            <p:cNvSpPr/>
            <p:nvPr/>
          </p:nvSpPr>
          <p:spPr>
            <a:xfrm>
              <a:off x="5890520" y="4923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9" name="pt6069"/>
            <p:cNvSpPr/>
            <p:nvPr/>
          </p:nvSpPr>
          <p:spPr>
            <a:xfrm>
              <a:off x="6241543" y="4534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0" name="pt6070"/>
            <p:cNvSpPr/>
            <p:nvPr/>
          </p:nvSpPr>
          <p:spPr>
            <a:xfrm>
              <a:off x="5910814" y="4919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1" name="pt6071"/>
            <p:cNvSpPr/>
            <p:nvPr/>
          </p:nvSpPr>
          <p:spPr>
            <a:xfrm>
              <a:off x="5908620" y="49212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2" name="pt6072"/>
            <p:cNvSpPr/>
            <p:nvPr/>
          </p:nvSpPr>
          <p:spPr>
            <a:xfrm>
              <a:off x="5888326" y="49265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3" name="pt6073"/>
            <p:cNvSpPr/>
            <p:nvPr/>
          </p:nvSpPr>
          <p:spPr>
            <a:xfrm>
              <a:off x="5894725" y="49307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4" name="pt6074"/>
            <p:cNvSpPr/>
            <p:nvPr/>
          </p:nvSpPr>
          <p:spPr>
            <a:xfrm>
              <a:off x="5896188" y="4927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5" name="pt6075"/>
            <p:cNvSpPr/>
            <p:nvPr/>
          </p:nvSpPr>
          <p:spPr>
            <a:xfrm>
              <a:off x="5899113" y="48776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6" name="pt6076"/>
            <p:cNvSpPr/>
            <p:nvPr/>
          </p:nvSpPr>
          <p:spPr>
            <a:xfrm>
              <a:off x="5897650" y="49081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7" name="pt6077"/>
            <p:cNvSpPr/>
            <p:nvPr/>
          </p:nvSpPr>
          <p:spPr>
            <a:xfrm>
              <a:off x="5925074" y="4925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8" name="pt6078"/>
            <p:cNvSpPr/>
            <p:nvPr/>
          </p:nvSpPr>
          <p:spPr>
            <a:xfrm>
              <a:off x="5886132" y="49227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9" name="pt6079"/>
            <p:cNvSpPr/>
            <p:nvPr/>
          </p:nvSpPr>
          <p:spPr>
            <a:xfrm>
              <a:off x="6042447" y="4701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0" name="rc6080"/>
            <p:cNvSpPr/>
            <p:nvPr/>
          </p:nvSpPr>
          <p:spPr>
            <a:xfrm>
              <a:off x="5874311" y="5055621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81" name="pl6081"/>
            <p:cNvSpPr/>
            <p:nvPr/>
          </p:nvSpPr>
          <p:spPr>
            <a:xfrm>
              <a:off x="5874311" y="556923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2" name="pl6082"/>
            <p:cNvSpPr/>
            <p:nvPr/>
          </p:nvSpPr>
          <p:spPr>
            <a:xfrm>
              <a:off x="5874311" y="541588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3" name="pl6083"/>
            <p:cNvSpPr/>
            <p:nvPr/>
          </p:nvSpPr>
          <p:spPr>
            <a:xfrm>
              <a:off x="5874311" y="526254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4" name="pl6084"/>
            <p:cNvSpPr/>
            <p:nvPr/>
          </p:nvSpPr>
          <p:spPr>
            <a:xfrm>
              <a:off x="5874311" y="510919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5" name="pl6085"/>
            <p:cNvSpPr/>
            <p:nvPr/>
          </p:nvSpPr>
          <p:spPr>
            <a:xfrm>
              <a:off x="5971839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6" name="pl6086"/>
            <p:cNvSpPr/>
            <p:nvPr/>
          </p:nvSpPr>
          <p:spPr>
            <a:xfrm>
              <a:off x="6154663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7" name="pl6087"/>
            <p:cNvSpPr/>
            <p:nvPr/>
          </p:nvSpPr>
          <p:spPr>
            <a:xfrm>
              <a:off x="6337488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8" name="pl6088"/>
            <p:cNvSpPr/>
            <p:nvPr/>
          </p:nvSpPr>
          <p:spPr>
            <a:xfrm>
              <a:off x="5874311" y="564590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9" name="pl6089"/>
            <p:cNvSpPr/>
            <p:nvPr/>
          </p:nvSpPr>
          <p:spPr>
            <a:xfrm>
              <a:off x="5874311" y="549255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0" name="pl6090"/>
            <p:cNvSpPr/>
            <p:nvPr/>
          </p:nvSpPr>
          <p:spPr>
            <a:xfrm>
              <a:off x="5874311" y="533921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1" name="pl6091"/>
            <p:cNvSpPr/>
            <p:nvPr/>
          </p:nvSpPr>
          <p:spPr>
            <a:xfrm>
              <a:off x="5874311" y="518586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2" name="pl6092"/>
            <p:cNvSpPr/>
            <p:nvPr/>
          </p:nvSpPr>
          <p:spPr>
            <a:xfrm>
              <a:off x="5880426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3" name="pl6093"/>
            <p:cNvSpPr/>
            <p:nvPr/>
          </p:nvSpPr>
          <p:spPr>
            <a:xfrm>
              <a:off x="6063251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4" name="pl6094"/>
            <p:cNvSpPr/>
            <p:nvPr/>
          </p:nvSpPr>
          <p:spPr>
            <a:xfrm>
              <a:off x="6246076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5" name="pl6095"/>
            <p:cNvSpPr/>
            <p:nvPr/>
          </p:nvSpPr>
          <p:spPr>
            <a:xfrm>
              <a:off x="6428900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6" name="pt6096"/>
            <p:cNvSpPr/>
            <p:nvPr/>
          </p:nvSpPr>
          <p:spPr>
            <a:xfrm>
              <a:off x="6115211" y="52119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7" name="pt6097"/>
            <p:cNvSpPr/>
            <p:nvPr/>
          </p:nvSpPr>
          <p:spPr>
            <a:xfrm>
              <a:off x="5886315" y="5559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8" name="pt6098"/>
            <p:cNvSpPr/>
            <p:nvPr/>
          </p:nvSpPr>
          <p:spPr>
            <a:xfrm>
              <a:off x="5894908" y="56230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9" name="pt6099"/>
            <p:cNvSpPr/>
            <p:nvPr/>
          </p:nvSpPr>
          <p:spPr>
            <a:xfrm>
              <a:off x="5909899" y="56291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0" name="pt6100"/>
            <p:cNvSpPr/>
            <p:nvPr/>
          </p:nvSpPr>
          <p:spPr>
            <a:xfrm>
              <a:off x="5893994" y="5570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1" name="pt6101"/>
            <p:cNvSpPr/>
            <p:nvPr/>
          </p:nvSpPr>
          <p:spPr>
            <a:xfrm>
              <a:off x="5942259" y="55477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2" name="pt6102"/>
            <p:cNvSpPr/>
            <p:nvPr/>
          </p:nvSpPr>
          <p:spPr>
            <a:xfrm>
              <a:off x="6257449" y="5200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3" name="pt6103"/>
            <p:cNvSpPr/>
            <p:nvPr/>
          </p:nvSpPr>
          <p:spPr>
            <a:xfrm>
              <a:off x="5891251" y="54876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4" name="pt6104"/>
            <p:cNvSpPr/>
            <p:nvPr/>
          </p:nvSpPr>
          <p:spPr>
            <a:xfrm>
              <a:off x="5919955" y="55555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5" name="pt6105"/>
            <p:cNvSpPr/>
            <p:nvPr/>
          </p:nvSpPr>
          <p:spPr>
            <a:xfrm>
              <a:off x="5902221" y="5491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6" name="pt6106"/>
            <p:cNvSpPr/>
            <p:nvPr/>
          </p:nvSpPr>
          <p:spPr>
            <a:xfrm>
              <a:off x="5904597" y="56073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7" name="pt6107"/>
            <p:cNvSpPr/>
            <p:nvPr/>
          </p:nvSpPr>
          <p:spPr>
            <a:xfrm>
              <a:off x="5885218" y="5530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8" name="pt6108"/>
            <p:cNvSpPr/>
            <p:nvPr/>
          </p:nvSpPr>
          <p:spPr>
            <a:xfrm>
              <a:off x="5913739" y="5568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9" name="pt6109"/>
            <p:cNvSpPr/>
            <p:nvPr/>
          </p:nvSpPr>
          <p:spPr>
            <a:xfrm>
              <a:off x="6214485" y="53402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0" name="pt6110"/>
            <p:cNvSpPr/>
            <p:nvPr/>
          </p:nvSpPr>
          <p:spPr>
            <a:xfrm>
              <a:off x="5901307" y="55166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1" name="pt6111"/>
            <p:cNvSpPr/>
            <p:nvPr/>
          </p:nvSpPr>
          <p:spPr>
            <a:xfrm>
              <a:off x="5904780" y="5584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2" name="pt6112"/>
            <p:cNvSpPr/>
            <p:nvPr/>
          </p:nvSpPr>
          <p:spPr>
            <a:xfrm>
              <a:off x="5889972" y="5544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3" name="pt6113"/>
            <p:cNvSpPr/>
            <p:nvPr/>
          </p:nvSpPr>
          <p:spPr>
            <a:xfrm>
              <a:off x="5937140" y="55366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4" name="pt6114"/>
            <p:cNvSpPr/>
            <p:nvPr/>
          </p:nvSpPr>
          <p:spPr>
            <a:xfrm>
              <a:off x="5906243" y="5566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5" name="pt6115"/>
            <p:cNvSpPr/>
            <p:nvPr/>
          </p:nvSpPr>
          <p:spPr>
            <a:xfrm>
              <a:off x="5888875" y="56040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6" name="pt6116"/>
            <p:cNvSpPr/>
            <p:nvPr/>
          </p:nvSpPr>
          <p:spPr>
            <a:xfrm>
              <a:off x="5941711" y="55071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7" name="pt6117"/>
            <p:cNvSpPr/>
            <p:nvPr/>
          </p:nvSpPr>
          <p:spPr>
            <a:xfrm>
              <a:off x="5879185" y="5509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8" name="pt6118"/>
            <p:cNvSpPr/>
            <p:nvPr/>
          </p:nvSpPr>
          <p:spPr>
            <a:xfrm>
              <a:off x="5881196" y="5506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9" name="pt6119"/>
            <p:cNvSpPr/>
            <p:nvPr/>
          </p:nvSpPr>
          <p:spPr>
            <a:xfrm>
              <a:off x="5953777" y="5492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0" name="pt6120"/>
            <p:cNvSpPr/>
            <p:nvPr/>
          </p:nvSpPr>
          <p:spPr>
            <a:xfrm>
              <a:off x="6131483" y="52632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1" name="pt6121"/>
            <p:cNvSpPr/>
            <p:nvPr/>
          </p:nvSpPr>
          <p:spPr>
            <a:xfrm>
              <a:off x="5898930" y="5541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2" name="pt6122"/>
            <p:cNvSpPr/>
            <p:nvPr/>
          </p:nvSpPr>
          <p:spPr>
            <a:xfrm>
              <a:off x="5996558" y="53860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3" name="pt6123"/>
            <p:cNvSpPr/>
            <p:nvPr/>
          </p:nvSpPr>
          <p:spPr>
            <a:xfrm>
              <a:off x="5973522" y="5440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4" name="pt6124"/>
            <p:cNvSpPr/>
            <p:nvPr/>
          </p:nvSpPr>
          <p:spPr>
            <a:xfrm>
              <a:off x="5984126" y="5543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5" name="pt6125"/>
            <p:cNvSpPr/>
            <p:nvPr/>
          </p:nvSpPr>
          <p:spPr>
            <a:xfrm>
              <a:off x="5881196" y="5615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6" name="pt6126"/>
            <p:cNvSpPr/>
            <p:nvPr/>
          </p:nvSpPr>
          <p:spPr>
            <a:xfrm>
              <a:off x="5900941" y="55487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7" name="pt6127"/>
            <p:cNvSpPr/>
            <p:nvPr/>
          </p:nvSpPr>
          <p:spPr>
            <a:xfrm>
              <a:off x="6001677" y="5502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8" name="pt6128"/>
            <p:cNvSpPr/>
            <p:nvPr/>
          </p:nvSpPr>
          <p:spPr>
            <a:xfrm>
              <a:off x="6081572" y="52482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9" name="pt6129"/>
            <p:cNvSpPr/>
            <p:nvPr/>
          </p:nvSpPr>
          <p:spPr>
            <a:xfrm>
              <a:off x="5896736" y="5506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0" name="pt6130"/>
            <p:cNvSpPr/>
            <p:nvPr/>
          </p:nvSpPr>
          <p:spPr>
            <a:xfrm>
              <a:off x="5922514" y="55959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1" name="pt6131"/>
            <p:cNvSpPr/>
            <p:nvPr/>
          </p:nvSpPr>
          <p:spPr>
            <a:xfrm>
              <a:off x="5999118" y="5480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2" name="pt6132"/>
            <p:cNvSpPr/>
            <p:nvPr/>
          </p:nvSpPr>
          <p:spPr>
            <a:xfrm>
              <a:off x="5939700" y="5536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3" name="pt6133"/>
            <p:cNvSpPr/>
            <p:nvPr/>
          </p:nvSpPr>
          <p:spPr>
            <a:xfrm>
              <a:off x="5905877" y="5521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4" name="pt6134"/>
            <p:cNvSpPr/>
            <p:nvPr/>
          </p:nvSpPr>
          <p:spPr>
            <a:xfrm>
              <a:off x="5911910" y="5596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5" name="pt6135"/>
            <p:cNvSpPr/>
            <p:nvPr/>
          </p:nvSpPr>
          <p:spPr>
            <a:xfrm>
              <a:off x="5900575" y="5480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6" name="pt6136"/>
            <p:cNvSpPr/>
            <p:nvPr/>
          </p:nvSpPr>
          <p:spPr>
            <a:xfrm>
              <a:off x="6152508" y="5219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7" name="pt6137"/>
            <p:cNvSpPr/>
            <p:nvPr/>
          </p:nvSpPr>
          <p:spPr>
            <a:xfrm>
              <a:off x="5887595" y="5589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8" name="pt6138"/>
            <p:cNvSpPr/>
            <p:nvPr/>
          </p:nvSpPr>
          <p:spPr>
            <a:xfrm>
              <a:off x="5904049" y="5519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9" name="pt6139"/>
            <p:cNvSpPr/>
            <p:nvPr/>
          </p:nvSpPr>
          <p:spPr>
            <a:xfrm>
              <a:off x="5884670" y="55657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0" name="pt6140"/>
            <p:cNvSpPr/>
            <p:nvPr/>
          </p:nvSpPr>
          <p:spPr>
            <a:xfrm>
              <a:off x="5908620" y="5497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1" name="pt6141"/>
            <p:cNvSpPr/>
            <p:nvPr/>
          </p:nvSpPr>
          <p:spPr>
            <a:xfrm>
              <a:off x="5891434" y="5621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2" name="pt6142"/>
            <p:cNvSpPr/>
            <p:nvPr/>
          </p:nvSpPr>
          <p:spPr>
            <a:xfrm>
              <a:off x="5884852" y="5637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3" name="pt6143"/>
            <p:cNvSpPr/>
            <p:nvPr/>
          </p:nvSpPr>
          <p:spPr>
            <a:xfrm>
              <a:off x="5907340" y="5578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4" name="pt6144"/>
            <p:cNvSpPr/>
            <p:nvPr/>
          </p:nvSpPr>
          <p:spPr>
            <a:xfrm>
              <a:off x="5932570" y="55981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5" name="pt6145"/>
            <p:cNvSpPr/>
            <p:nvPr/>
          </p:nvSpPr>
          <p:spPr>
            <a:xfrm>
              <a:off x="5896005" y="5581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6" name="pt6146"/>
            <p:cNvSpPr/>
            <p:nvPr/>
          </p:nvSpPr>
          <p:spPr>
            <a:xfrm>
              <a:off x="5892714" y="5530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7" name="pt6147"/>
            <p:cNvSpPr/>
            <p:nvPr/>
          </p:nvSpPr>
          <p:spPr>
            <a:xfrm>
              <a:off x="6043179" y="5507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8" name="pt6148"/>
            <p:cNvSpPr/>
            <p:nvPr/>
          </p:nvSpPr>
          <p:spPr>
            <a:xfrm>
              <a:off x="5922331" y="55911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9" name="pt6149"/>
            <p:cNvSpPr/>
            <p:nvPr/>
          </p:nvSpPr>
          <p:spPr>
            <a:xfrm>
              <a:off x="5903318" y="56009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0" name="pt6150"/>
            <p:cNvSpPr/>
            <p:nvPr/>
          </p:nvSpPr>
          <p:spPr>
            <a:xfrm>
              <a:off x="5886681" y="5544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1" name="pt6151"/>
            <p:cNvSpPr/>
            <p:nvPr/>
          </p:nvSpPr>
          <p:spPr>
            <a:xfrm>
              <a:off x="5887412" y="5593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2" name="pt6152"/>
            <p:cNvSpPr/>
            <p:nvPr/>
          </p:nvSpPr>
          <p:spPr>
            <a:xfrm>
              <a:off x="6112286" y="5511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3" name="pt6153"/>
            <p:cNvSpPr/>
            <p:nvPr/>
          </p:nvSpPr>
          <p:spPr>
            <a:xfrm>
              <a:off x="5890703" y="5541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4" name="pt6154"/>
            <p:cNvSpPr/>
            <p:nvPr/>
          </p:nvSpPr>
          <p:spPr>
            <a:xfrm>
              <a:off x="5891068" y="56051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5" name="pt6155"/>
            <p:cNvSpPr/>
            <p:nvPr/>
          </p:nvSpPr>
          <p:spPr>
            <a:xfrm>
              <a:off x="5881562" y="56285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6" name="pt6156"/>
            <p:cNvSpPr/>
            <p:nvPr/>
          </p:nvSpPr>
          <p:spPr>
            <a:xfrm>
              <a:off x="5925805" y="5429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7" name="pt6157"/>
            <p:cNvSpPr/>
            <p:nvPr/>
          </p:nvSpPr>
          <p:spPr>
            <a:xfrm>
              <a:off x="5901307" y="55889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8" name="pt6158"/>
            <p:cNvSpPr/>
            <p:nvPr/>
          </p:nvSpPr>
          <p:spPr>
            <a:xfrm>
              <a:off x="5902038" y="5620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9" name="pt6159"/>
            <p:cNvSpPr/>
            <p:nvPr/>
          </p:nvSpPr>
          <p:spPr>
            <a:xfrm>
              <a:off x="5892165" y="5578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0" name="pt6160"/>
            <p:cNvSpPr/>
            <p:nvPr/>
          </p:nvSpPr>
          <p:spPr>
            <a:xfrm>
              <a:off x="5974802" y="55511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1" name="pt6161"/>
            <p:cNvSpPr/>
            <p:nvPr/>
          </p:nvSpPr>
          <p:spPr>
            <a:xfrm>
              <a:off x="6027456" y="52807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2" name="pt6162"/>
            <p:cNvSpPr/>
            <p:nvPr/>
          </p:nvSpPr>
          <p:spPr>
            <a:xfrm>
              <a:off x="6170242" y="52604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3" name="pt6163"/>
            <p:cNvSpPr/>
            <p:nvPr/>
          </p:nvSpPr>
          <p:spPr>
            <a:xfrm>
              <a:off x="5963650" y="5363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4" name="pt6164"/>
            <p:cNvSpPr/>
            <p:nvPr/>
          </p:nvSpPr>
          <p:spPr>
            <a:xfrm>
              <a:off x="5994547" y="54139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5" name="pt6165"/>
            <p:cNvSpPr/>
            <p:nvPr/>
          </p:nvSpPr>
          <p:spPr>
            <a:xfrm>
              <a:off x="5946464" y="5459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6" name="pt6166"/>
            <p:cNvSpPr/>
            <p:nvPr/>
          </p:nvSpPr>
          <p:spPr>
            <a:xfrm>
              <a:off x="5895639" y="5529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7" name="pt6167"/>
            <p:cNvSpPr/>
            <p:nvPr/>
          </p:nvSpPr>
          <p:spPr>
            <a:xfrm>
              <a:off x="6044641" y="5535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8" name="pt6168"/>
            <p:cNvSpPr/>
            <p:nvPr/>
          </p:nvSpPr>
          <p:spPr>
            <a:xfrm>
              <a:off x="5908620" y="5535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9" name="pt6169"/>
            <p:cNvSpPr/>
            <p:nvPr/>
          </p:nvSpPr>
          <p:spPr>
            <a:xfrm>
              <a:off x="5900027" y="5605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0" name="pt6170"/>
            <p:cNvSpPr/>
            <p:nvPr/>
          </p:nvSpPr>
          <p:spPr>
            <a:xfrm>
              <a:off x="5909351" y="56260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1" name="pt6171"/>
            <p:cNvSpPr/>
            <p:nvPr/>
          </p:nvSpPr>
          <p:spPr>
            <a:xfrm>
              <a:off x="6002774" y="5059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2" name="pt6172"/>
            <p:cNvSpPr/>
            <p:nvPr/>
          </p:nvSpPr>
          <p:spPr>
            <a:xfrm>
              <a:off x="5993085" y="53355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3" name="pt6173"/>
            <p:cNvSpPr/>
            <p:nvPr/>
          </p:nvSpPr>
          <p:spPr>
            <a:xfrm>
              <a:off x="5961273" y="5463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4" name="pt6174"/>
            <p:cNvSpPr/>
            <p:nvPr/>
          </p:nvSpPr>
          <p:spPr>
            <a:xfrm>
              <a:off x="5888875" y="55130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5" name="pt6175"/>
            <p:cNvSpPr/>
            <p:nvPr/>
          </p:nvSpPr>
          <p:spPr>
            <a:xfrm>
              <a:off x="5901307" y="5556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6" name="pt6176"/>
            <p:cNvSpPr/>
            <p:nvPr/>
          </p:nvSpPr>
          <p:spPr>
            <a:xfrm>
              <a:off x="5890520" y="54940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7" name="pt6177"/>
            <p:cNvSpPr/>
            <p:nvPr/>
          </p:nvSpPr>
          <p:spPr>
            <a:xfrm>
              <a:off x="6241543" y="52386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8" name="pt6178"/>
            <p:cNvSpPr/>
            <p:nvPr/>
          </p:nvSpPr>
          <p:spPr>
            <a:xfrm>
              <a:off x="5910814" y="55325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9" name="pt6179"/>
            <p:cNvSpPr/>
            <p:nvPr/>
          </p:nvSpPr>
          <p:spPr>
            <a:xfrm>
              <a:off x="5908620" y="55788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0" name="pt6180"/>
            <p:cNvSpPr/>
            <p:nvPr/>
          </p:nvSpPr>
          <p:spPr>
            <a:xfrm>
              <a:off x="5888326" y="55414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1" name="pt6181"/>
            <p:cNvSpPr/>
            <p:nvPr/>
          </p:nvSpPr>
          <p:spPr>
            <a:xfrm>
              <a:off x="5894725" y="5548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2" name="pt6182"/>
            <p:cNvSpPr/>
            <p:nvPr/>
          </p:nvSpPr>
          <p:spPr>
            <a:xfrm>
              <a:off x="5896188" y="56078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3" name="pt6183"/>
            <p:cNvSpPr/>
            <p:nvPr/>
          </p:nvSpPr>
          <p:spPr>
            <a:xfrm>
              <a:off x="5899113" y="5453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4" name="pt6184"/>
            <p:cNvSpPr/>
            <p:nvPr/>
          </p:nvSpPr>
          <p:spPr>
            <a:xfrm>
              <a:off x="5897650" y="54598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5" name="pt6185"/>
            <p:cNvSpPr/>
            <p:nvPr/>
          </p:nvSpPr>
          <p:spPr>
            <a:xfrm>
              <a:off x="5925074" y="56219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6" name="pt6186"/>
            <p:cNvSpPr/>
            <p:nvPr/>
          </p:nvSpPr>
          <p:spPr>
            <a:xfrm>
              <a:off x="5886132" y="5558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7" name="pt6187"/>
            <p:cNvSpPr/>
            <p:nvPr/>
          </p:nvSpPr>
          <p:spPr>
            <a:xfrm>
              <a:off x="6042447" y="53341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8" name="rc6188"/>
            <p:cNvSpPr/>
            <p:nvPr/>
          </p:nvSpPr>
          <p:spPr>
            <a:xfrm>
              <a:off x="5874311" y="5760843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89" name="pl6189"/>
            <p:cNvSpPr/>
            <p:nvPr/>
          </p:nvSpPr>
          <p:spPr>
            <a:xfrm>
              <a:off x="5874311" y="627910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0" name="pl6190"/>
            <p:cNvSpPr/>
            <p:nvPr/>
          </p:nvSpPr>
          <p:spPr>
            <a:xfrm>
              <a:off x="5874311" y="606539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1" name="pl6191"/>
            <p:cNvSpPr/>
            <p:nvPr/>
          </p:nvSpPr>
          <p:spPr>
            <a:xfrm>
              <a:off x="5874311" y="585167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2" name="pl6192"/>
            <p:cNvSpPr/>
            <p:nvPr/>
          </p:nvSpPr>
          <p:spPr>
            <a:xfrm>
              <a:off x="5971839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3" name="pl6193"/>
            <p:cNvSpPr/>
            <p:nvPr/>
          </p:nvSpPr>
          <p:spPr>
            <a:xfrm>
              <a:off x="6154663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4" name="pl6194"/>
            <p:cNvSpPr/>
            <p:nvPr/>
          </p:nvSpPr>
          <p:spPr>
            <a:xfrm>
              <a:off x="6337488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5" name="pl6195"/>
            <p:cNvSpPr/>
            <p:nvPr/>
          </p:nvSpPr>
          <p:spPr>
            <a:xfrm>
              <a:off x="5874311" y="638596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6" name="pl6196"/>
            <p:cNvSpPr/>
            <p:nvPr/>
          </p:nvSpPr>
          <p:spPr>
            <a:xfrm>
              <a:off x="5874311" y="617224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7" name="pl6197"/>
            <p:cNvSpPr/>
            <p:nvPr/>
          </p:nvSpPr>
          <p:spPr>
            <a:xfrm>
              <a:off x="5874311" y="595853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8" name="pl6198"/>
            <p:cNvSpPr/>
            <p:nvPr/>
          </p:nvSpPr>
          <p:spPr>
            <a:xfrm>
              <a:off x="5880426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9" name="pl6199"/>
            <p:cNvSpPr/>
            <p:nvPr/>
          </p:nvSpPr>
          <p:spPr>
            <a:xfrm>
              <a:off x="6063251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0" name="pl6200"/>
            <p:cNvSpPr/>
            <p:nvPr/>
          </p:nvSpPr>
          <p:spPr>
            <a:xfrm>
              <a:off x="6246076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1" name="pl6201"/>
            <p:cNvSpPr/>
            <p:nvPr/>
          </p:nvSpPr>
          <p:spPr>
            <a:xfrm>
              <a:off x="6428900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2" name="pt6202"/>
            <p:cNvSpPr/>
            <p:nvPr/>
          </p:nvSpPr>
          <p:spPr>
            <a:xfrm>
              <a:off x="5901489" y="6292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3" name="pt6203"/>
            <p:cNvSpPr/>
            <p:nvPr/>
          </p:nvSpPr>
          <p:spPr>
            <a:xfrm>
              <a:off x="6032026" y="6160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4" name="pt6204"/>
            <p:cNvSpPr/>
            <p:nvPr/>
          </p:nvSpPr>
          <p:spPr>
            <a:xfrm>
              <a:off x="5896736" y="6303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5" name="pt6205"/>
            <p:cNvSpPr/>
            <p:nvPr/>
          </p:nvSpPr>
          <p:spPr>
            <a:xfrm>
              <a:off x="5920503" y="6268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6" name="pt6206"/>
            <p:cNvSpPr/>
            <p:nvPr/>
          </p:nvSpPr>
          <p:spPr>
            <a:xfrm>
              <a:off x="5887778" y="6294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7" name="pt6207"/>
            <p:cNvSpPr/>
            <p:nvPr/>
          </p:nvSpPr>
          <p:spPr>
            <a:xfrm>
              <a:off x="5915384" y="63115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8" name="pt6208"/>
            <p:cNvSpPr/>
            <p:nvPr/>
          </p:nvSpPr>
          <p:spPr>
            <a:xfrm>
              <a:off x="5986137" y="6098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9" name="pt6209"/>
            <p:cNvSpPr/>
            <p:nvPr/>
          </p:nvSpPr>
          <p:spPr>
            <a:xfrm>
              <a:off x="5925257" y="62889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0" name="pt6210"/>
            <p:cNvSpPr/>
            <p:nvPr/>
          </p:nvSpPr>
          <p:spPr>
            <a:xfrm>
              <a:off x="5922149" y="62996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1" name="pt6211"/>
            <p:cNvSpPr/>
            <p:nvPr/>
          </p:nvSpPr>
          <p:spPr>
            <a:xfrm>
              <a:off x="5893262" y="62942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2" name="pt6212"/>
            <p:cNvSpPr/>
            <p:nvPr/>
          </p:nvSpPr>
          <p:spPr>
            <a:xfrm>
              <a:off x="5886681" y="62477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3" name="pt6213"/>
            <p:cNvSpPr/>
            <p:nvPr/>
          </p:nvSpPr>
          <p:spPr>
            <a:xfrm>
              <a:off x="5890520" y="6269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4" name="pt6214"/>
            <p:cNvSpPr/>
            <p:nvPr/>
          </p:nvSpPr>
          <p:spPr>
            <a:xfrm>
              <a:off x="5886315" y="6306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5" name="pt6215"/>
            <p:cNvSpPr/>
            <p:nvPr/>
          </p:nvSpPr>
          <p:spPr>
            <a:xfrm>
              <a:off x="5911545" y="62860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6" name="pt6216"/>
            <p:cNvSpPr/>
            <p:nvPr/>
          </p:nvSpPr>
          <p:spPr>
            <a:xfrm>
              <a:off x="5913373" y="6307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7" name="pt6217"/>
            <p:cNvSpPr/>
            <p:nvPr/>
          </p:nvSpPr>
          <p:spPr>
            <a:xfrm>
              <a:off x="6139527" y="6143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8" name="pt6218"/>
            <p:cNvSpPr/>
            <p:nvPr/>
          </p:nvSpPr>
          <p:spPr>
            <a:xfrm>
              <a:off x="5882841" y="63108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9" name="pt6219"/>
            <p:cNvSpPr/>
            <p:nvPr/>
          </p:nvSpPr>
          <p:spPr>
            <a:xfrm>
              <a:off x="5950304" y="6288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0" name="pt6220"/>
            <p:cNvSpPr/>
            <p:nvPr/>
          </p:nvSpPr>
          <p:spPr>
            <a:xfrm>
              <a:off x="6312479" y="59516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1" name="pt6221"/>
            <p:cNvSpPr/>
            <p:nvPr/>
          </p:nvSpPr>
          <p:spPr>
            <a:xfrm>
              <a:off x="6029467" y="6238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2" name="pt6222"/>
            <p:cNvSpPr/>
            <p:nvPr/>
          </p:nvSpPr>
          <p:spPr>
            <a:xfrm>
              <a:off x="5932935" y="63113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3" name="pt6223"/>
            <p:cNvSpPr/>
            <p:nvPr/>
          </p:nvSpPr>
          <p:spPr>
            <a:xfrm>
              <a:off x="5894908" y="62829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4" name="pt6224"/>
            <p:cNvSpPr/>
            <p:nvPr/>
          </p:nvSpPr>
          <p:spPr>
            <a:xfrm>
              <a:off x="5920686" y="63154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5" name="pt6225"/>
            <p:cNvSpPr/>
            <p:nvPr/>
          </p:nvSpPr>
          <p:spPr>
            <a:xfrm>
              <a:off x="5927999" y="6313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6" name="pt6226"/>
            <p:cNvSpPr/>
            <p:nvPr/>
          </p:nvSpPr>
          <p:spPr>
            <a:xfrm>
              <a:off x="6275366" y="6241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7" name="pt6227"/>
            <p:cNvSpPr/>
            <p:nvPr/>
          </p:nvSpPr>
          <p:spPr>
            <a:xfrm>
              <a:off x="5883755" y="63159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8" name="pt6228"/>
            <p:cNvSpPr/>
            <p:nvPr/>
          </p:nvSpPr>
          <p:spPr>
            <a:xfrm>
              <a:off x="5948658" y="62443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9" name="pt6229"/>
            <p:cNvSpPr/>
            <p:nvPr/>
          </p:nvSpPr>
          <p:spPr>
            <a:xfrm>
              <a:off x="5918492" y="62622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0" name="pt6230"/>
            <p:cNvSpPr/>
            <p:nvPr/>
          </p:nvSpPr>
          <p:spPr>
            <a:xfrm>
              <a:off x="5909899" y="6319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1" name="pt6231"/>
            <p:cNvSpPr/>
            <p:nvPr/>
          </p:nvSpPr>
          <p:spPr>
            <a:xfrm>
              <a:off x="5933484" y="6228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2" name="pt6232"/>
            <p:cNvSpPr/>
            <p:nvPr/>
          </p:nvSpPr>
          <p:spPr>
            <a:xfrm>
              <a:off x="5910631" y="62942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3" name="pt6233"/>
            <p:cNvSpPr/>
            <p:nvPr/>
          </p:nvSpPr>
          <p:spPr>
            <a:xfrm>
              <a:off x="5893994" y="6341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4" name="pt6234"/>
            <p:cNvSpPr/>
            <p:nvPr/>
          </p:nvSpPr>
          <p:spPr>
            <a:xfrm>
              <a:off x="5910448" y="6287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5" name="pt6235"/>
            <p:cNvSpPr/>
            <p:nvPr/>
          </p:nvSpPr>
          <p:spPr>
            <a:xfrm>
              <a:off x="6169510" y="6081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6" name="pt6236"/>
            <p:cNvSpPr/>
            <p:nvPr/>
          </p:nvSpPr>
          <p:spPr>
            <a:xfrm>
              <a:off x="5894176" y="6316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7" name="pt6237"/>
            <p:cNvSpPr/>
            <p:nvPr/>
          </p:nvSpPr>
          <p:spPr>
            <a:xfrm>
              <a:off x="5924708" y="63052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8" name="pt6238"/>
            <p:cNvSpPr/>
            <p:nvPr/>
          </p:nvSpPr>
          <p:spPr>
            <a:xfrm>
              <a:off x="5897467" y="63240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9" name="pt6239"/>
            <p:cNvSpPr/>
            <p:nvPr/>
          </p:nvSpPr>
          <p:spPr>
            <a:xfrm>
              <a:off x="5901855" y="6326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0" name="pt6240"/>
            <p:cNvSpPr/>
            <p:nvPr/>
          </p:nvSpPr>
          <p:spPr>
            <a:xfrm>
              <a:off x="5942259" y="6283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1" name="pt6241"/>
            <p:cNvSpPr/>
            <p:nvPr/>
          </p:nvSpPr>
          <p:spPr>
            <a:xfrm>
              <a:off x="6240995" y="60989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2" name="pt6242"/>
            <p:cNvSpPr/>
            <p:nvPr/>
          </p:nvSpPr>
          <p:spPr>
            <a:xfrm>
              <a:off x="6059816" y="60699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3" name="pt6243"/>
            <p:cNvSpPr/>
            <p:nvPr/>
          </p:nvSpPr>
          <p:spPr>
            <a:xfrm>
              <a:off x="5886864" y="6333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4" name="pt6244"/>
            <p:cNvSpPr/>
            <p:nvPr/>
          </p:nvSpPr>
          <p:spPr>
            <a:xfrm>
              <a:off x="5897467" y="63066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5" name="pt6245"/>
            <p:cNvSpPr/>
            <p:nvPr/>
          </p:nvSpPr>
          <p:spPr>
            <a:xfrm>
              <a:off x="5889240" y="6260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6" name="pt6246"/>
            <p:cNvSpPr/>
            <p:nvPr/>
          </p:nvSpPr>
          <p:spPr>
            <a:xfrm>
              <a:off x="6257449" y="61626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7" name="pt6247"/>
            <p:cNvSpPr/>
            <p:nvPr/>
          </p:nvSpPr>
          <p:spPr>
            <a:xfrm>
              <a:off x="6220884" y="60834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8" name="pt6248"/>
            <p:cNvSpPr/>
            <p:nvPr/>
          </p:nvSpPr>
          <p:spPr>
            <a:xfrm>
              <a:off x="5904597" y="63038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9" name="pt6249"/>
            <p:cNvSpPr/>
            <p:nvPr/>
          </p:nvSpPr>
          <p:spPr>
            <a:xfrm>
              <a:off x="5925622" y="6314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0" name="pt6250"/>
            <p:cNvSpPr/>
            <p:nvPr/>
          </p:nvSpPr>
          <p:spPr>
            <a:xfrm>
              <a:off x="6292186" y="60753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1" name="pt6251"/>
            <p:cNvSpPr/>
            <p:nvPr/>
          </p:nvSpPr>
          <p:spPr>
            <a:xfrm>
              <a:off x="5958348" y="6302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2" name="pt6252"/>
            <p:cNvSpPr/>
            <p:nvPr/>
          </p:nvSpPr>
          <p:spPr>
            <a:xfrm>
              <a:off x="6061644" y="59075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3" name="pt6253"/>
            <p:cNvSpPr/>
            <p:nvPr/>
          </p:nvSpPr>
          <p:spPr>
            <a:xfrm>
              <a:off x="5917761" y="6270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4" name="pt6254"/>
            <p:cNvSpPr/>
            <p:nvPr/>
          </p:nvSpPr>
          <p:spPr>
            <a:xfrm>
              <a:off x="5919955" y="6301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5" name="pt6255"/>
            <p:cNvSpPr/>
            <p:nvPr/>
          </p:nvSpPr>
          <p:spPr>
            <a:xfrm>
              <a:off x="5919589" y="63052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6" name="pt6256"/>
            <p:cNvSpPr/>
            <p:nvPr/>
          </p:nvSpPr>
          <p:spPr>
            <a:xfrm>
              <a:off x="5925074" y="6314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7" name="pt6257"/>
            <p:cNvSpPr/>
            <p:nvPr/>
          </p:nvSpPr>
          <p:spPr>
            <a:xfrm>
              <a:off x="5902221" y="6283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8" name="pt6258"/>
            <p:cNvSpPr/>
            <p:nvPr/>
          </p:nvSpPr>
          <p:spPr>
            <a:xfrm>
              <a:off x="5904597" y="6292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9" name="pt6259"/>
            <p:cNvSpPr/>
            <p:nvPr/>
          </p:nvSpPr>
          <p:spPr>
            <a:xfrm>
              <a:off x="5903318" y="62898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0" name="pt6260"/>
            <p:cNvSpPr/>
            <p:nvPr/>
          </p:nvSpPr>
          <p:spPr>
            <a:xfrm>
              <a:off x="5910814" y="63149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1" name="pt6261"/>
            <p:cNvSpPr/>
            <p:nvPr/>
          </p:nvSpPr>
          <p:spPr>
            <a:xfrm>
              <a:off x="5902404" y="63090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2" name="pt6262"/>
            <p:cNvSpPr/>
            <p:nvPr/>
          </p:nvSpPr>
          <p:spPr>
            <a:xfrm>
              <a:off x="5909717" y="6333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3" name="pt6263"/>
            <p:cNvSpPr/>
            <p:nvPr/>
          </p:nvSpPr>
          <p:spPr>
            <a:xfrm>
              <a:off x="5904415" y="6281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4" name="pt6264"/>
            <p:cNvSpPr/>
            <p:nvPr/>
          </p:nvSpPr>
          <p:spPr>
            <a:xfrm>
              <a:off x="5885218" y="6306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5" name="pt6265"/>
            <p:cNvSpPr/>
            <p:nvPr/>
          </p:nvSpPr>
          <p:spPr>
            <a:xfrm>
              <a:off x="5940797" y="61924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6" name="pt6266"/>
            <p:cNvSpPr/>
            <p:nvPr/>
          </p:nvSpPr>
          <p:spPr>
            <a:xfrm>
              <a:off x="5919589" y="6313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7" name="pt6267"/>
            <p:cNvSpPr/>
            <p:nvPr/>
          </p:nvSpPr>
          <p:spPr>
            <a:xfrm>
              <a:off x="5920320" y="62981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8" name="pt6268"/>
            <p:cNvSpPr/>
            <p:nvPr/>
          </p:nvSpPr>
          <p:spPr>
            <a:xfrm>
              <a:off x="5926719" y="62910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9" name="pt6269"/>
            <p:cNvSpPr/>
            <p:nvPr/>
          </p:nvSpPr>
          <p:spPr>
            <a:xfrm>
              <a:off x="5913739" y="6299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0" name="pt6270"/>
            <p:cNvSpPr/>
            <p:nvPr/>
          </p:nvSpPr>
          <p:spPr>
            <a:xfrm>
              <a:off x="5895456" y="63256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1" name="pt6271"/>
            <p:cNvSpPr/>
            <p:nvPr/>
          </p:nvSpPr>
          <p:spPr>
            <a:xfrm>
              <a:off x="5896553" y="6292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2" name="pt6272"/>
            <p:cNvSpPr/>
            <p:nvPr/>
          </p:nvSpPr>
          <p:spPr>
            <a:xfrm>
              <a:off x="6412484" y="61167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3" name="pt6273"/>
            <p:cNvSpPr/>
            <p:nvPr/>
          </p:nvSpPr>
          <p:spPr>
            <a:xfrm>
              <a:off x="5901307" y="6327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4" name="pt6274"/>
            <p:cNvSpPr/>
            <p:nvPr/>
          </p:nvSpPr>
          <p:spPr>
            <a:xfrm>
              <a:off x="5897102" y="6314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5" name="pt6275"/>
            <p:cNvSpPr/>
            <p:nvPr/>
          </p:nvSpPr>
          <p:spPr>
            <a:xfrm>
              <a:off x="5895273" y="6317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6" name="pt6276"/>
            <p:cNvSpPr/>
            <p:nvPr/>
          </p:nvSpPr>
          <p:spPr>
            <a:xfrm>
              <a:off x="5904780" y="6288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7" name="pt6277"/>
            <p:cNvSpPr/>
            <p:nvPr/>
          </p:nvSpPr>
          <p:spPr>
            <a:xfrm>
              <a:off x="5926719" y="62949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8" name="pt6278"/>
            <p:cNvSpPr/>
            <p:nvPr/>
          </p:nvSpPr>
          <p:spPr>
            <a:xfrm>
              <a:off x="5889972" y="6316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9" name="pt6279"/>
            <p:cNvSpPr/>
            <p:nvPr/>
          </p:nvSpPr>
          <p:spPr>
            <a:xfrm>
              <a:off x="5921235" y="6245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0" name="pt6280"/>
            <p:cNvSpPr/>
            <p:nvPr/>
          </p:nvSpPr>
          <p:spPr>
            <a:xfrm>
              <a:off x="5906243" y="6288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1" name="pt6281"/>
            <p:cNvSpPr/>
            <p:nvPr/>
          </p:nvSpPr>
          <p:spPr>
            <a:xfrm>
              <a:off x="5900941" y="6297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2" name="pt6282"/>
            <p:cNvSpPr/>
            <p:nvPr/>
          </p:nvSpPr>
          <p:spPr>
            <a:xfrm>
              <a:off x="5895273" y="6291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3" name="pt6283"/>
            <p:cNvSpPr/>
            <p:nvPr/>
          </p:nvSpPr>
          <p:spPr>
            <a:xfrm>
              <a:off x="5888875" y="6274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4" name="pt6284"/>
            <p:cNvSpPr/>
            <p:nvPr/>
          </p:nvSpPr>
          <p:spPr>
            <a:xfrm>
              <a:off x="5888143" y="62687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5" name="pt6285"/>
            <p:cNvSpPr/>
            <p:nvPr/>
          </p:nvSpPr>
          <p:spPr>
            <a:xfrm>
              <a:off x="5970049" y="6257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6" name="pt6286"/>
            <p:cNvSpPr/>
            <p:nvPr/>
          </p:nvSpPr>
          <p:spPr>
            <a:xfrm>
              <a:off x="6067860" y="5866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7" name="pt6287"/>
            <p:cNvSpPr/>
            <p:nvPr/>
          </p:nvSpPr>
          <p:spPr>
            <a:xfrm>
              <a:off x="5993816" y="6105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8" name="pt6288"/>
            <p:cNvSpPr/>
            <p:nvPr/>
          </p:nvSpPr>
          <p:spPr>
            <a:xfrm>
              <a:off x="5911728" y="63072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9" name="pt6289"/>
            <p:cNvSpPr/>
            <p:nvPr/>
          </p:nvSpPr>
          <p:spPr>
            <a:xfrm>
              <a:off x="5941711" y="6275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0" name="pt6290"/>
            <p:cNvSpPr/>
            <p:nvPr/>
          </p:nvSpPr>
          <p:spPr>
            <a:xfrm>
              <a:off x="6052868" y="6220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1" name="pt6291"/>
            <p:cNvSpPr/>
            <p:nvPr/>
          </p:nvSpPr>
          <p:spPr>
            <a:xfrm>
              <a:off x="5997290" y="62005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2" name="pt6292"/>
            <p:cNvSpPr/>
            <p:nvPr/>
          </p:nvSpPr>
          <p:spPr>
            <a:xfrm>
              <a:off x="5879185" y="6307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3" name="pt6293"/>
            <p:cNvSpPr/>
            <p:nvPr/>
          </p:nvSpPr>
          <p:spPr>
            <a:xfrm>
              <a:off x="5881196" y="6299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4" name="pt6294"/>
            <p:cNvSpPr/>
            <p:nvPr/>
          </p:nvSpPr>
          <p:spPr>
            <a:xfrm>
              <a:off x="5922880" y="62549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5" name="pt6295"/>
            <p:cNvSpPr/>
            <p:nvPr/>
          </p:nvSpPr>
          <p:spPr>
            <a:xfrm>
              <a:off x="5932935" y="6283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6" name="pt6296"/>
            <p:cNvSpPr/>
            <p:nvPr/>
          </p:nvSpPr>
          <p:spPr>
            <a:xfrm>
              <a:off x="5953777" y="6277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7" name="pt6297"/>
            <p:cNvSpPr/>
            <p:nvPr/>
          </p:nvSpPr>
          <p:spPr>
            <a:xfrm>
              <a:off x="6131483" y="6024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8" name="pt6298"/>
            <p:cNvSpPr/>
            <p:nvPr/>
          </p:nvSpPr>
          <p:spPr>
            <a:xfrm>
              <a:off x="5908802" y="63016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9" name="pt6299"/>
            <p:cNvSpPr/>
            <p:nvPr/>
          </p:nvSpPr>
          <p:spPr>
            <a:xfrm>
              <a:off x="5927633" y="6283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0" name="pt6300"/>
            <p:cNvSpPr/>
            <p:nvPr/>
          </p:nvSpPr>
          <p:spPr>
            <a:xfrm>
              <a:off x="5901124" y="6290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1" name="pt6301"/>
            <p:cNvSpPr/>
            <p:nvPr/>
          </p:nvSpPr>
          <p:spPr>
            <a:xfrm>
              <a:off x="5895456" y="6183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2" name="pt6302"/>
            <p:cNvSpPr/>
            <p:nvPr/>
          </p:nvSpPr>
          <p:spPr>
            <a:xfrm>
              <a:off x="6035866" y="5916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3" name="pt6303"/>
            <p:cNvSpPr/>
            <p:nvPr/>
          </p:nvSpPr>
          <p:spPr>
            <a:xfrm>
              <a:off x="5898930" y="6304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4" name="pt6304"/>
            <p:cNvSpPr/>
            <p:nvPr/>
          </p:nvSpPr>
          <p:spPr>
            <a:xfrm>
              <a:off x="5996558" y="60650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5" name="pt6305"/>
            <p:cNvSpPr/>
            <p:nvPr/>
          </p:nvSpPr>
          <p:spPr>
            <a:xfrm>
              <a:off x="5898199" y="6269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6" name="pt6306"/>
            <p:cNvSpPr/>
            <p:nvPr/>
          </p:nvSpPr>
          <p:spPr>
            <a:xfrm>
              <a:off x="5990891" y="62787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7" name="pt6307"/>
            <p:cNvSpPr/>
            <p:nvPr/>
          </p:nvSpPr>
          <p:spPr>
            <a:xfrm>
              <a:off x="5973522" y="62372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8" name="pt6308"/>
            <p:cNvSpPr/>
            <p:nvPr/>
          </p:nvSpPr>
          <p:spPr>
            <a:xfrm>
              <a:off x="6175726" y="61394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9" name="pt6309"/>
            <p:cNvSpPr/>
            <p:nvPr/>
          </p:nvSpPr>
          <p:spPr>
            <a:xfrm>
              <a:off x="5984126" y="6289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0" name="pt6310"/>
            <p:cNvSpPr/>
            <p:nvPr/>
          </p:nvSpPr>
          <p:spPr>
            <a:xfrm>
              <a:off x="5881196" y="63164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1" name="pt6311"/>
            <p:cNvSpPr/>
            <p:nvPr/>
          </p:nvSpPr>
          <p:spPr>
            <a:xfrm>
              <a:off x="6202236" y="5941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2" name="pt6312"/>
            <p:cNvSpPr/>
            <p:nvPr/>
          </p:nvSpPr>
          <p:spPr>
            <a:xfrm>
              <a:off x="5939334" y="6288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3" name="pt6313"/>
            <p:cNvSpPr/>
            <p:nvPr/>
          </p:nvSpPr>
          <p:spPr>
            <a:xfrm>
              <a:off x="5924708" y="63189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4" name="pt6314"/>
            <p:cNvSpPr/>
            <p:nvPr/>
          </p:nvSpPr>
          <p:spPr>
            <a:xfrm>
              <a:off x="5897102" y="6309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5" name="pt6315"/>
            <p:cNvSpPr/>
            <p:nvPr/>
          </p:nvSpPr>
          <p:spPr>
            <a:xfrm>
              <a:off x="6014475" y="62676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6" name="pt6316"/>
            <p:cNvSpPr/>
            <p:nvPr/>
          </p:nvSpPr>
          <p:spPr>
            <a:xfrm>
              <a:off x="5924525" y="62938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7" name="pt6317"/>
            <p:cNvSpPr/>
            <p:nvPr/>
          </p:nvSpPr>
          <p:spPr>
            <a:xfrm>
              <a:off x="5920869" y="6318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8" name="pt6318"/>
            <p:cNvSpPr/>
            <p:nvPr/>
          </p:nvSpPr>
          <p:spPr>
            <a:xfrm>
              <a:off x="6001677" y="6314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9" name="pt6319"/>
            <p:cNvSpPr/>
            <p:nvPr/>
          </p:nvSpPr>
          <p:spPr>
            <a:xfrm>
              <a:off x="6186147" y="5837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0" name="pt6320"/>
            <p:cNvSpPr/>
            <p:nvPr/>
          </p:nvSpPr>
          <p:spPr>
            <a:xfrm>
              <a:off x="5914653" y="6301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1" name="pt6321"/>
            <p:cNvSpPr/>
            <p:nvPr/>
          </p:nvSpPr>
          <p:spPr>
            <a:xfrm>
              <a:off x="5906426" y="63110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2" name="pt6322"/>
            <p:cNvSpPr/>
            <p:nvPr/>
          </p:nvSpPr>
          <p:spPr>
            <a:xfrm>
              <a:off x="5901672" y="6304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3" name="pt6323"/>
            <p:cNvSpPr/>
            <p:nvPr/>
          </p:nvSpPr>
          <p:spPr>
            <a:xfrm>
              <a:off x="6081572" y="6030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4" name="pt6324"/>
            <p:cNvSpPr/>
            <p:nvPr/>
          </p:nvSpPr>
          <p:spPr>
            <a:xfrm>
              <a:off x="5947196" y="6332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5" name="pt6325"/>
            <p:cNvSpPr/>
            <p:nvPr/>
          </p:nvSpPr>
          <p:spPr>
            <a:xfrm>
              <a:off x="5896736" y="6313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6" name="pt6326"/>
            <p:cNvSpPr/>
            <p:nvPr/>
          </p:nvSpPr>
          <p:spPr>
            <a:xfrm>
              <a:off x="5911728" y="62748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7" name="pt6327"/>
            <p:cNvSpPr/>
            <p:nvPr/>
          </p:nvSpPr>
          <p:spPr>
            <a:xfrm>
              <a:off x="5900393" y="6314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8" name="pt6328"/>
            <p:cNvSpPr/>
            <p:nvPr/>
          </p:nvSpPr>
          <p:spPr>
            <a:xfrm>
              <a:off x="5903318" y="62671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9" name="pt6329"/>
            <p:cNvSpPr/>
            <p:nvPr/>
          </p:nvSpPr>
          <p:spPr>
            <a:xfrm>
              <a:off x="5919223" y="6285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0" name="pt6330"/>
            <p:cNvSpPr/>
            <p:nvPr/>
          </p:nvSpPr>
          <p:spPr>
            <a:xfrm>
              <a:off x="5908071" y="63100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1" name="pt6331"/>
            <p:cNvSpPr/>
            <p:nvPr/>
          </p:nvSpPr>
          <p:spPr>
            <a:xfrm>
              <a:off x="5884852" y="62956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2" name="pt6332"/>
            <p:cNvSpPr/>
            <p:nvPr/>
          </p:nvSpPr>
          <p:spPr>
            <a:xfrm>
              <a:off x="5922514" y="6294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3" name="pt6333"/>
            <p:cNvSpPr/>
            <p:nvPr/>
          </p:nvSpPr>
          <p:spPr>
            <a:xfrm>
              <a:off x="5999118" y="6107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4" name="pt6334"/>
            <p:cNvSpPr/>
            <p:nvPr/>
          </p:nvSpPr>
          <p:spPr>
            <a:xfrm>
              <a:off x="5891434" y="62897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5" name="pt6335"/>
            <p:cNvSpPr/>
            <p:nvPr/>
          </p:nvSpPr>
          <p:spPr>
            <a:xfrm>
              <a:off x="6011184" y="62371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6" name="pt6336"/>
            <p:cNvSpPr/>
            <p:nvPr/>
          </p:nvSpPr>
          <p:spPr>
            <a:xfrm>
              <a:off x="6204613" y="6011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7" name="pt6337"/>
            <p:cNvSpPr/>
            <p:nvPr/>
          </p:nvSpPr>
          <p:spPr>
            <a:xfrm>
              <a:off x="5906609" y="62968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8" name="pt6338"/>
            <p:cNvSpPr/>
            <p:nvPr/>
          </p:nvSpPr>
          <p:spPr>
            <a:xfrm>
              <a:off x="5918309" y="6286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9" name="pt6339"/>
            <p:cNvSpPr/>
            <p:nvPr/>
          </p:nvSpPr>
          <p:spPr>
            <a:xfrm>
              <a:off x="5939700" y="6295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0" name="pt6340"/>
            <p:cNvSpPr/>
            <p:nvPr/>
          </p:nvSpPr>
          <p:spPr>
            <a:xfrm>
              <a:off x="5887595" y="6242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1" name="pt6341"/>
            <p:cNvSpPr/>
            <p:nvPr/>
          </p:nvSpPr>
          <p:spPr>
            <a:xfrm>
              <a:off x="5962370" y="6169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2" name="pt6342"/>
            <p:cNvSpPr/>
            <p:nvPr/>
          </p:nvSpPr>
          <p:spPr>
            <a:xfrm>
              <a:off x="5932021" y="62982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3" name="pt6343"/>
            <p:cNvSpPr/>
            <p:nvPr/>
          </p:nvSpPr>
          <p:spPr>
            <a:xfrm>
              <a:off x="5952498" y="63002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4" name="pt6344"/>
            <p:cNvSpPr/>
            <p:nvPr/>
          </p:nvSpPr>
          <p:spPr>
            <a:xfrm>
              <a:off x="5891800" y="62624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5" name="pt6345"/>
            <p:cNvSpPr/>
            <p:nvPr/>
          </p:nvSpPr>
          <p:spPr>
            <a:xfrm>
              <a:off x="5889972" y="63166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6" name="pt6346"/>
            <p:cNvSpPr/>
            <p:nvPr/>
          </p:nvSpPr>
          <p:spPr>
            <a:xfrm>
              <a:off x="5909899" y="6280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7" name="pt6347"/>
            <p:cNvSpPr/>
            <p:nvPr/>
          </p:nvSpPr>
          <p:spPr>
            <a:xfrm>
              <a:off x="6005882" y="62256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8" name="pt6348"/>
            <p:cNvSpPr/>
            <p:nvPr/>
          </p:nvSpPr>
          <p:spPr>
            <a:xfrm>
              <a:off x="5904597" y="6285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9" name="pt6349"/>
            <p:cNvSpPr/>
            <p:nvPr/>
          </p:nvSpPr>
          <p:spPr>
            <a:xfrm>
              <a:off x="5887960" y="63009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0" name="pt6350"/>
            <p:cNvSpPr/>
            <p:nvPr/>
          </p:nvSpPr>
          <p:spPr>
            <a:xfrm>
              <a:off x="5927633" y="6313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1" name="pt6351"/>
            <p:cNvSpPr/>
            <p:nvPr/>
          </p:nvSpPr>
          <p:spPr>
            <a:xfrm>
              <a:off x="5946464" y="6268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2" name="pt6352"/>
            <p:cNvSpPr/>
            <p:nvPr/>
          </p:nvSpPr>
          <p:spPr>
            <a:xfrm>
              <a:off x="5905877" y="6296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3" name="pt6353"/>
            <p:cNvSpPr/>
            <p:nvPr/>
          </p:nvSpPr>
          <p:spPr>
            <a:xfrm>
              <a:off x="5891800" y="62973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4" name="pt6354"/>
            <p:cNvSpPr/>
            <p:nvPr/>
          </p:nvSpPr>
          <p:spPr>
            <a:xfrm>
              <a:off x="6021240" y="62759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5" name="pt6355"/>
            <p:cNvSpPr/>
            <p:nvPr/>
          </p:nvSpPr>
          <p:spPr>
            <a:xfrm>
              <a:off x="5894359" y="6289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6" name="pt6356"/>
            <p:cNvSpPr/>
            <p:nvPr/>
          </p:nvSpPr>
          <p:spPr>
            <a:xfrm>
              <a:off x="5941711" y="6240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7" name="pt6357"/>
            <p:cNvSpPr/>
            <p:nvPr/>
          </p:nvSpPr>
          <p:spPr>
            <a:xfrm>
              <a:off x="5911910" y="6295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8" name="pt6358"/>
            <p:cNvSpPr/>
            <p:nvPr/>
          </p:nvSpPr>
          <p:spPr>
            <a:xfrm>
              <a:off x="5900575" y="6267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9" name="pt6359"/>
            <p:cNvSpPr/>
            <p:nvPr/>
          </p:nvSpPr>
          <p:spPr>
            <a:xfrm>
              <a:off x="6091810" y="60144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0" name="pt6360"/>
            <p:cNvSpPr/>
            <p:nvPr/>
          </p:nvSpPr>
          <p:spPr>
            <a:xfrm>
              <a:off x="5902586" y="62812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1" name="pt6361"/>
            <p:cNvSpPr/>
            <p:nvPr/>
          </p:nvSpPr>
          <p:spPr>
            <a:xfrm>
              <a:off x="5893262" y="63110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2" name="pt6362"/>
            <p:cNvSpPr/>
            <p:nvPr/>
          </p:nvSpPr>
          <p:spPr>
            <a:xfrm>
              <a:off x="6059450" y="62578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3" name="pt6363"/>
            <p:cNvSpPr/>
            <p:nvPr/>
          </p:nvSpPr>
          <p:spPr>
            <a:xfrm>
              <a:off x="5905146" y="6295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4" name="pt6364"/>
            <p:cNvSpPr/>
            <p:nvPr/>
          </p:nvSpPr>
          <p:spPr>
            <a:xfrm>
              <a:off x="6152508" y="61056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5" name="pt6365"/>
            <p:cNvSpPr/>
            <p:nvPr/>
          </p:nvSpPr>
          <p:spPr>
            <a:xfrm>
              <a:off x="5887595" y="63106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6" name="pt6366"/>
            <p:cNvSpPr/>
            <p:nvPr/>
          </p:nvSpPr>
          <p:spPr>
            <a:xfrm>
              <a:off x="5928730" y="62858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7" name="pt6367"/>
            <p:cNvSpPr/>
            <p:nvPr/>
          </p:nvSpPr>
          <p:spPr>
            <a:xfrm>
              <a:off x="5889423" y="6252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8" name="pt6368"/>
            <p:cNvSpPr/>
            <p:nvPr/>
          </p:nvSpPr>
          <p:spPr>
            <a:xfrm>
              <a:off x="6284690" y="6048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9" name="pt6369"/>
            <p:cNvSpPr/>
            <p:nvPr/>
          </p:nvSpPr>
          <p:spPr>
            <a:xfrm>
              <a:off x="5904049" y="6316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0" name="pt6370"/>
            <p:cNvSpPr/>
            <p:nvPr/>
          </p:nvSpPr>
          <p:spPr>
            <a:xfrm>
              <a:off x="5989794" y="57854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1" name="pt6371"/>
            <p:cNvSpPr/>
            <p:nvPr/>
          </p:nvSpPr>
          <p:spPr>
            <a:xfrm>
              <a:off x="5910448" y="6299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2" name="pt6372"/>
            <p:cNvSpPr/>
            <p:nvPr/>
          </p:nvSpPr>
          <p:spPr>
            <a:xfrm>
              <a:off x="5898930" y="62836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3" name="pt6373"/>
            <p:cNvSpPr/>
            <p:nvPr/>
          </p:nvSpPr>
          <p:spPr>
            <a:xfrm>
              <a:off x="6037511" y="6117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4" name="pt6374"/>
            <p:cNvSpPr/>
            <p:nvPr/>
          </p:nvSpPr>
          <p:spPr>
            <a:xfrm>
              <a:off x="5892348" y="62061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5" name="pt6375"/>
            <p:cNvSpPr/>
            <p:nvPr/>
          </p:nvSpPr>
          <p:spPr>
            <a:xfrm>
              <a:off x="5914470" y="63297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6" name="pt6376"/>
            <p:cNvSpPr/>
            <p:nvPr/>
          </p:nvSpPr>
          <p:spPr>
            <a:xfrm>
              <a:off x="5891434" y="6265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7" name="pt6377"/>
            <p:cNvSpPr/>
            <p:nvPr/>
          </p:nvSpPr>
          <p:spPr>
            <a:xfrm>
              <a:off x="5884852" y="6317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8" name="pt6378"/>
            <p:cNvSpPr/>
            <p:nvPr/>
          </p:nvSpPr>
          <p:spPr>
            <a:xfrm>
              <a:off x="5971877" y="62748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9" name="pt6379"/>
            <p:cNvSpPr/>
            <p:nvPr/>
          </p:nvSpPr>
          <p:spPr>
            <a:xfrm>
              <a:off x="5896370" y="6313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0" name="pt6380"/>
            <p:cNvSpPr/>
            <p:nvPr/>
          </p:nvSpPr>
          <p:spPr>
            <a:xfrm>
              <a:off x="6087605" y="6108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1" name="pt6381"/>
            <p:cNvSpPr/>
            <p:nvPr/>
          </p:nvSpPr>
          <p:spPr>
            <a:xfrm>
              <a:off x="6011733" y="6183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2" name="pt6382"/>
            <p:cNvSpPr/>
            <p:nvPr/>
          </p:nvSpPr>
          <p:spPr>
            <a:xfrm>
              <a:off x="5900575" y="63273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3" name="pt6383"/>
            <p:cNvSpPr/>
            <p:nvPr/>
          </p:nvSpPr>
          <p:spPr>
            <a:xfrm>
              <a:off x="6138064" y="6002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4" name="pt6384"/>
            <p:cNvSpPr/>
            <p:nvPr/>
          </p:nvSpPr>
          <p:spPr>
            <a:xfrm>
              <a:off x="5896188" y="63047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5" name="pt6385"/>
            <p:cNvSpPr/>
            <p:nvPr/>
          </p:nvSpPr>
          <p:spPr>
            <a:xfrm>
              <a:off x="5896919" y="63064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6" name="pt6386"/>
            <p:cNvSpPr/>
            <p:nvPr/>
          </p:nvSpPr>
          <p:spPr>
            <a:xfrm>
              <a:off x="5878454" y="6254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7" name="pt6387"/>
            <p:cNvSpPr/>
            <p:nvPr/>
          </p:nvSpPr>
          <p:spPr>
            <a:xfrm>
              <a:off x="6155616" y="6223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8" name="pt6388"/>
            <p:cNvSpPr/>
            <p:nvPr/>
          </p:nvSpPr>
          <p:spPr>
            <a:xfrm>
              <a:off x="5907340" y="6292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9" name="pt6389"/>
            <p:cNvSpPr/>
            <p:nvPr/>
          </p:nvSpPr>
          <p:spPr>
            <a:xfrm>
              <a:off x="5915933" y="62402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0" name="pt6390"/>
            <p:cNvSpPr/>
            <p:nvPr/>
          </p:nvSpPr>
          <p:spPr>
            <a:xfrm>
              <a:off x="6402977" y="60883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1" name="pt6391"/>
            <p:cNvSpPr/>
            <p:nvPr/>
          </p:nvSpPr>
          <p:spPr>
            <a:xfrm>
              <a:off x="5964198" y="62761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2" name="pt6392"/>
            <p:cNvSpPr/>
            <p:nvPr/>
          </p:nvSpPr>
          <p:spPr>
            <a:xfrm>
              <a:off x="5903501" y="62819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3" name="pt6393"/>
            <p:cNvSpPr/>
            <p:nvPr/>
          </p:nvSpPr>
          <p:spPr>
            <a:xfrm>
              <a:off x="5918309" y="6189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4" name="pt6394"/>
            <p:cNvSpPr/>
            <p:nvPr/>
          </p:nvSpPr>
          <p:spPr>
            <a:xfrm>
              <a:off x="5932570" y="6313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5" name="pt6395"/>
            <p:cNvSpPr/>
            <p:nvPr/>
          </p:nvSpPr>
          <p:spPr>
            <a:xfrm>
              <a:off x="5897102" y="62787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6" name="pt6396"/>
            <p:cNvSpPr/>
            <p:nvPr/>
          </p:nvSpPr>
          <p:spPr>
            <a:xfrm>
              <a:off x="5914470" y="62747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7" name="pt6397"/>
            <p:cNvSpPr/>
            <p:nvPr/>
          </p:nvSpPr>
          <p:spPr>
            <a:xfrm>
              <a:off x="5897833" y="6304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8" name="pt6398"/>
            <p:cNvSpPr/>
            <p:nvPr/>
          </p:nvSpPr>
          <p:spPr>
            <a:xfrm>
              <a:off x="5918127" y="6302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9" name="pt6399"/>
            <p:cNvSpPr/>
            <p:nvPr/>
          </p:nvSpPr>
          <p:spPr>
            <a:xfrm>
              <a:off x="5896005" y="6317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0" name="pt6400"/>
            <p:cNvSpPr/>
            <p:nvPr/>
          </p:nvSpPr>
          <p:spPr>
            <a:xfrm>
              <a:off x="5937140" y="6266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1" name="pt6401"/>
            <p:cNvSpPr/>
            <p:nvPr/>
          </p:nvSpPr>
          <p:spPr>
            <a:xfrm>
              <a:off x="5901855" y="6270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2" name="pt6402"/>
            <p:cNvSpPr/>
            <p:nvPr/>
          </p:nvSpPr>
          <p:spPr>
            <a:xfrm>
              <a:off x="6204247" y="59123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3" name="pt6403"/>
            <p:cNvSpPr/>
            <p:nvPr/>
          </p:nvSpPr>
          <p:spPr>
            <a:xfrm>
              <a:off x="5896005" y="6332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4" name="pt6404"/>
            <p:cNvSpPr/>
            <p:nvPr/>
          </p:nvSpPr>
          <p:spPr>
            <a:xfrm>
              <a:off x="5895091" y="6314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5" name="pt6405"/>
            <p:cNvSpPr/>
            <p:nvPr/>
          </p:nvSpPr>
          <p:spPr>
            <a:xfrm>
              <a:off x="5879002" y="6303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6" name="pt6406"/>
            <p:cNvSpPr/>
            <p:nvPr/>
          </p:nvSpPr>
          <p:spPr>
            <a:xfrm>
              <a:off x="6041533" y="63141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7" name="pt6407"/>
            <p:cNvSpPr/>
            <p:nvPr/>
          </p:nvSpPr>
          <p:spPr>
            <a:xfrm>
              <a:off x="5892714" y="6296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8" name="pt6408"/>
            <p:cNvSpPr/>
            <p:nvPr/>
          </p:nvSpPr>
          <p:spPr>
            <a:xfrm>
              <a:off x="5900393" y="6282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9" name="pt6409"/>
            <p:cNvSpPr/>
            <p:nvPr/>
          </p:nvSpPr>
          <p:spPr>
            <a:xfrm>
              <a:off x="5916115" y="63175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0" name="pt6410"/>
            <p:cNvSpPr/>
            <p:nvPr/>
          </p:nvSpPr>
          <p:spPr>
            <a:xfrm>
              <a:off x="5963833" y="6083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1" name="pt6411"/>
            <p:cNvSpPr/>
            <p:nvPr/>
          </p:nvSpPr>
          <p:spPr>
            <a:xfrm>
              <a:off x="5903135" y="62996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2" name="pt6412"/>
            <p:cNvSpPr/>
            <p:nvPr/>
          </p:nvSpPr>
          <p:spPr>
            <a:xfrm>
              <a:off x="6035866" y="61984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3" name="pt6413"/>
            <p:cNvSpPr/>
            <p:nvPr/>
          </p:nvSpPr>
          <p:spPr>
            <a:xfrm>
              <a:off x="5909168" y="63261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4" name="pt6414"/>
            <p:cNvSpPr/>
            <p:nvPr/>
          </p:nvSpPr>
          <p:spPr>
            <a:xfrm>
              <a:off x="6102596" y="61733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5" name="pt6415"/>
            <p:cNvSpPr/>
            <p:nvPr/>
          </p:nvSpPr>
          <p:spPr>
            <a:xfrm>
              <a:off x="5914287" y="6286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6" name="pt6416"/>
            <p:cNvSpPr/>
            <p:nvPr/>
          </p:nvSpPr>
          <p:spPr>
            <a:xfrm>
              <a:off x="6043179" y="6265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7" name="pt6417"/>
            <p:cNvSpPr/>
            <p:nvPr/>
          </p:nvSpPr>
          <p:spPr>
            <a:xfrm>
              <a:off x="5902404" y="63116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8" name="pt6418"/>
            <p:cNvSpPr/>
            <p:nvPr/>
          </p:nvSpPr>
          <p:spPr>
            <a:xfrm>
              <a:off x="5920503" y="62789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9" name="pt6419"/>
            <p:cNvSpPr/>
            <p:nvPr/>
          </p:nvSpPr>
          <p:spPr>
            <a:xfrm>
              <a:off x="6108081" y="60826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0" name="pt6420"/>
            <p:cNvSpPr/>
            <p:nvPr/>
          </p:nvSpPr>
          <p:spPr>
            <a:xfrm>
              <a:off x="5922331" y="6282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1" name="pt6421"/>
            <p:cNvSpPr/>
            <p:nvPr/>
          </p:nvSpPr>
          <p:spPr>
            <a:xfrm>
              <a:off x="5903318" y="6292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2" name="pt6422"/>
            <p:cNvSpPr/>
            <p:nvPr/>
          </p:nvSpPr>
          <p:spPr>
            <a:xfrm>
              <a:off x="5924708" y="6272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3" name="pt6423"/>
            <p:cNvSpPr/>
            <p:nvPr/>
          </p:nvSpPr>
          <p:spPr>
            <a:xfrm>
              <a:off x="5936043" y="6284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4" name="pt6424"/>
            <p:cNvSpPr/>
            <p:nvPr/>
          </p:nvSpPr>
          <p:spPr>
            <a:xfrm>
              <a:off x="5886681" y="63004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5" name="pt6425"/>
            <p:cNvSpPr/>
            <p:nvPr/>
          </p:nvSpPr>
          <p:spPr>
            <a:xfrm>
              <a:off x="6340817" y="6080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6" name="pt6426"/>
            <p:cNvSpPr/>
            <p:nvPr/>
          </p:nvSpPr>
          <p:spPr>
            <a:xfrm>
              <a:off x="5935129" y="6279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7" name="pt6427"/>
            <p:cNvSpPr/>
            <p:nvPr/>
          </p:nvSpPr>
          <p:spPr>
            <a:xfrm>
              <a:off x="6091993" y="6137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8" name="pt6428"/>
            <p:cNvSpPr/>
            <p:nvPr/>
          </p:nvSpPr>
          <p:spPr>
            <a:xfrm>
              <a:off x="5906060" y="62500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9" name="pt6429"/>
            <p:cNvSpPr/>
            <p:nvPr/>
          </p:nvSpPr>
          <p:spPr>
            <a:xfrm>
              <a:off x="5896370" y="6310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0" name="pt6430"/>
            <p:cNvSpPr/>
            <p:nvPr/>
          </p:nvSpPr>
          <p:spPr>
            <a:xfrm>
              <a:off x="6202602" y="6102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1" name="pt6431"/>
            <p:cNvSpPr/>
            <p:nvPr/>
          </p:nvSpPr>
          <p:spPr>
            <a:xfrm>
              <a:off x="6163660" y="5764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2" name="pt6432"/>
            <p:cNvSpPr/>
            <p:nvPr/>
          </p:nvSpPr>
          <p:spPr>
            <a:xfrm>
              <a:off x="5900027" y="62947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3" name="pt6433"/>
            <p:cNvSpPr/>
            <p:nvPr/>
          </p:nvSpPr>
          <p:spPr>
            <a:xfrm>
              <a:off x="5905694" y="62931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4" name="pt6434"/>
            <p:cNvSpPr/>
            <p:nvPr/>
          </p:nvSpPr>
          <p:spPr>
            <a:xfrm>
              <a:off x="6110092" y="6176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5" name="pt6435"/>
            <p:cNvSpPr/>
            <p:nvPr/>
          </p:nvSpPr>
          <p:spPr>
            <a:xfrm>
              <a:off x="6112286" y="6190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6" name="pt6436"/>
            <p:cNvSpPr/>
            <p:nvPr/>
          </p:nvSpPr>
          <p:spPr>
            <a:xfrm>
              <a:off x="5979190" y="6296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7" name="pt6437"/>
            <p:cNvSpPr/>
            <p:nvPr/>
          </p:nvSpPr>
          <p:spPr>
            <a:xfrm>
              <a:off x="5915567" y="62828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8" name="pt6438"/>
            <p:cNvSpPr/>
            <p:nvPr/>
          </p:nvSpPr>
          <p:spPr>
            <a:xfrm>
              <a:off x="5894725" y="63209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9" name="pt6439"/>
            <p:cNvSpPr/>
            <p:nvPr/>
          </p:nvSpPr>
          <p:spPr>
            <a:xfrm>
              <a:off x="5942808" y="62400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0" name="pt6440"/>
            <p:cNvSpPr/>
            <p:nvPr/>
          </p:nvSpPr>
          <p:spPr>
            <a:xfrm>
              <a:off x="6300230" y="60622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1" name="pt6441"/>
            <p:cNvSpPr/>
            <p:nvPr/>
          </p:nvSpPr>
          <p:spPr>
            <a:xfrm>
              <a:off x="5899844" y="6308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2" name="pt6442"/>
            <p:cNvSpPr/>
            <p:nvPr/>
          </p:nvSpPr>
          <p:spPr>
            <a:xfrm>
              <a:off x="5899478" y="6300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3" name="pt6443"/>
            <p:cNvSpPr/>
            <p:nvPr/>
          </p:nvSpPr>
          <p:spPr>
            <a:xfrm>
              <a:off x="5896188" y="6313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4" name="pt6444"/>
            <p:cNvSpPr/>
            <p:nvPr/>
          </p:nvSpPr>
          <p:spPr>
            <a:xfrm>
              <a:off x="5885218" y="6088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5" name="pt6445"/>
            <p:cNvSpPr/>
            <p:nvPr/>
          </p:nvSpPr>
          <p:spPr>
            <a:xfrm>
              <a:off x="5900210" y="6309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6" name="pt6446"/>
            <p:cNvSpPr/>
            <p:nvPr/>
          </p:nvSpPr>
          <p:spPr>
            <a:xfrm>
              <a:off x="6446307" y="6065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7" name="pt6447"/>
            <p:cNvSpPr/>
            <p:nvPr/>
          </p:nvSpPr>
          <p:spPr>
            <a:xfrm>
              <a:off x="5991622" y="6251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8" name="pt6448"/>
            <p:cNvSpPr/>
            <p:nvPr/>
          </p:nvSpPr>
          <p:spPr>
            <a:xfrm>
              <a:off x="5891617" y="63174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9" name="pt6449"/>
            <p:cNvSpPr/>
            <p:nvPr/>
          </p:nvSpPr>
          <p:spPr>
            <a:xfrm>
              <a:off x="5881562" y="62713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0" name="pt6450"/>
            <p:cNvSpPr/>
            <p:nvPr/>
          </p:nvSpPr>
          <p:spPr>
            <a:xfrm>
              <a:off x="5931656" y="62711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1" name="pt6451"/>
            <p:cNvSpPr/>
            <p:nvPr/>
          </p:nvSpPr>
          <p:spPr>
            <a:xfrm>
              <a:off x="5891068" y="6303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2" name="pt6452"/>
            <p:cNvSpPr/>
            <p:nvPr/>
          </p:nvSpPr>
          <p:spPr>
            <a:xfrm>
              <a:off x="6011001" y="6137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3" name="pt6453"/>
            <p:cNvSpPr/>
            <p:nvPr/>
          </p:nvSpPr>
          <p:spPr>
            <a:xfrm>
              <a:off x="5906243" y="62677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4" name="pt6454"/>
            <p:cNvSpPr/>
            <p:nvPr/>
          </p:nvSpPr>
          <p:spPr>
            <a:xfrm>
              <a:off x="5896736" y="6310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5" name="pt6455"/>
            <p:cNvSpPr/>
            <p:nvPr/>
          </p:nvSpPr>
          <p:spPr>
            <a:xfrm>
              <a:off x="5882841" y="63042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6" name="pt6456"/>
            <p:cNvSpPr/>
            <p:nvPr/>
          </p:nvSpPr>
          <p:spPr>
            <a:xfrm>
              <a:off x="5969500" y="6264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7" name="pt6457"/>
            <p:cNvSpPr/>
            <p:nvPr/>
          </p:nvSpPr>
          <p:spPr>
            <a:xfrm>
              <a:off x="5881562" y="62998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8" name="pt6458"/>
            <p:cNvSpPr/>
            <p:nvPr/>
          </p:nvSpPr>
          <p:spPr>
            <a:xfrm>
              <a:off x="5908985" y="6280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9" name="pt6459"/>
            <p:cNvSpPr/>
            <p:nvPr/>
          </p:nvSpPr>
          <p:spPr>
            <a:xfrm>
              <a:off x="5908802" y="63140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0" name="pt6460"/>
            <p:cNvSpPr/>
            <p:nvPr/>
          </p:nvSpPr>
          <p:spPr>
            <a:xfrm>
              <a:off x="5905329" y="6283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1" name="pt6461"/>
            <p:cNvSpPr/>
            <p:nvPr/>
          </p:nvSpPr>
          <p:spPr>
            <a:xfrm>
              <a:off x="5925074" y="6241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2" name="pt6462"/>
            <p:cNvSpPr/>
            <p:nvPr/>
          </p:nvSpPr>
          <p:spPr>
            <a:xfrm>
              <a:off x="5887778" y="63077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3" name="pt6463"/>
            <p:cNvSpPr/>
            <p:nvPr/>
          </p:nvSpPr>
          <p:spPr>
            <a:xfrm>
              <a:off x="6001495" y="62445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4" name="pt6464"/>
            <p:cNvSpPr/>
            <p:nvPr/>
          </p:nvSpPr>
          <p:spPr>
            <a:xfrm>
              <a:off x="5891983" y="63057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5" name="pt6465"/>
            <p:cNvSpPr/>
            <p:nvPr/>
          </p:nvSpPr>
          <p:spPr>
            <a:xfrm>
              <a:off x="5906609" y="6315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6" name="pt6466"/>
            <p:cNvSpPr/>
            <p:nvPr/>
          </p:nvSpPr>
          <p:spPr>
            <a:xfrm>
              <a:off x="5912642" y="6300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7" name="pt6467"/>
            <p:cNvSpPr/>
            <p:nvPr/>
          </p:nvSpPr>
          <p:spPr>
            <a:xfrm>
              <a:off x="5925805" y="6244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8" name="pt6468"/>
            <p:cNvSpPr/>
            <p:nvPr/>
          </p:nvSpPr>
          <p:spPr>
            <a:xfrm>
              <a:off x="5926536" y="62639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9" name="pt6469"/>
            <p:cNvSpPr/>
            <p:nvPr/>
          </p:nvSpPr>
          <p:spPr>
            <a:xfrm>
              <a:off x="6014109" y="6291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0" name="pt6470"/>
            <p:cNvSpPr/>
            <p:nvPr/>
          </p:nvSpPr>
          <p:spPr>
            <a:xfrm>
              <a:off x="5973705" y="62338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1" name="pt6471"/>
            <p:cNvSpPr/>
            <p:nvPr/>
          </p:nvSpPr>
          <p:spPr>
            <a:xfrm>
              <a:off x="5970963" y="62292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2" name="pt6472"/>
            <p:cNvSpPr/>
            <p:nvPr/>
          </p:nvSpPr>
          <p:spPr>
            <a:xfrm>
              <a:off x="6234230" y="61873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3" name="pt6473"/>
            <p:cNvSpPr/>
            <p:nvPr/>
          </p:nvSpPr>
          <p:spPr>
            <a:xfrm>
              <a:off x="5958896" y="6324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4" name="pt6474"/>
            <p:cNvSpPr/>
            <p:nvPr/>
          </p:nvSpPr>
          <p:spPr>
            <a:xfrm>
              <a:off x="6099671" y="6152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5" name="pt6475"/>
            <p:cNvSpPr/>
            <p:nvPr/>
          </p:nvSpPr>
          <p:spPr>
            <a:xfrm>
              <a:off x="5901307" y="6306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6" name="pt6476"/>
            <p:cNvSpPr/>
            <p:nvPr/>
          </p:nvSpPr>
          <p:spPr>
            <a:xfrm>
              <a:off x="5902038" y="6302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7" name="pt6477"/>
            <p:cNvSpPr/>
            <p:nvPr/>
          </p:nvSpPr>
          <p:spPr>
            <a:xfrm>
              <a:off x="5928913" y="62796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8" name="pt6478"/>
            <p:cNvSpPr/>
            <p:nvPr/>
          </p:nvSpPr>
          <p:spPr>
            <a:xfrm>
              <a:off x="5932204" y="6286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9" name="pt6479"/>
            <p:cNvSpPr/>
            <p:nvPr/>
          </p:nvSpPr>
          <p:spPr>
            <a:xfrm>
              <a:off x="5894725" y="6320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0" name="pt6480"/>
            <p:cNvSpPr/>
            <p:nvPr/>
          </p:nvSpPr>
          <p:spPr>
            <a:xfrm>
              <a:off x="5890337" y="62846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1" name="pt6481"/>
            <p:cNvSpPr/>
            <p:nvPr/>
          </p:nvSpPr>
          <p:spPr>
            <a:xfrm>
              <a:off x="5918309" y="62673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2" name="pt6482"/>
            <p:cNvSpPr/>
            <p:nvPr/>
          </p:nvSpPr>
          <p:spPr>
            <a:xfrm>
              <a:off x="5910814" y="61430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3" name="pt6483"/>
            <p:cNvSpPr/>
            <p:nvPr/>
          </p:nvSpPr>
          <p:spPr>
            <a:xfrm>
              <a:off x="5901855" y="6249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4" name="pt6484"/>
            <p:cNvSpPr/>
            <p:nvPr/>
          </p:nvSpPr>
          <p:spPr>
            <a:xfrm>
              <a:off x="5885949" y="6306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5" name="pt6485"/>
            <p:cNvSpPr/>
            <p:nvPr/>
          </p:nvSpPr>
          <p:spPr>
            <a:xfrm>
              <a:off x="5893994" y="6279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6" name="pt6486"/>
            <p:cNvSpPr/>
            <p:nvPr/>
          </p:nvSpPr>
          <p:spPr>
            <a:xfrm>
              <a:off x="5918858" y="6284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7" name="pt6487"/>
            <p:cNvSpPr/>
            <p:nvPr/>
          </p:nvSpPr>
          <p:spPr>
            <a:xfrm>
              <a:off x="6047932" y="6186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8" name="pt6488"/>
            <p:cNvSpPr/>
            <p:nvPr/>
          </p:nvSpPr>
          <p:spPr>
            <a:xfrm>
              <a:off x="5949024" y="6213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9" name="pt6489"/>
            <p:cNvSpPr/>
            <p:nvPr/>
          </p:nvSpPr>
          <p:spPr>
            <a:xfrm>
              <a:off x="5924525" y="63023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0" name="pt6490"/>
            <p:cNvSpPr/>
            <p:nvPr/>
          </p:nvSpPr>
          <p:spPr>
            <a:xfrm>
              <a:off x="5892165" y="63024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1" name="pt6491"/>
            <p:cNvSpPr/>
            <p:nvPr/>
          </p:nvSpPr>
          <p:spPr>
            <a:xfrm>
              <a:off x="5947744" y="62844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2" name="pt6492"/>
            <p:cNvSpPr/>
            <p:nvPr/>
          </p:nvSpPr>
          <p:spPr>
            <a:xfrm>
              <a:off x="6110824" y="61205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3" name="pt6493"/>
            <p:cNvSpPr/>
            <p:nvPr/>
          </p:nvSpPr>
          <p:spPr>
            <a:xfrm>
              <a:off x="5909168" y="6323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4" name="pt6494"/>
            <p:cNvSpPr/>
            <p:nvPr/>
          </p:nvSpPr>
          <p:spPr>
            <a:xfrm>
              <a:off x="6060181" y="6114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5" name="pt6495"/>
            <p:cNvSpPr/>
            <p:nvPr/>
          </p:nvSpPr>
          <p:spPr>
            <a:xfrm>
              <a:off x="5983761" y="6276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6" name="pt6496"/>
            <p:cNvSpPr/>
            <p:nvPr/>
          </p:nvSpPr>
          <p:spPr>
            <a:xfrm>
              <a:off x="6242457" y="5992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7" name="pt6497"/>
            <p:cNvSpPr/>
            <p:nvPr/>
          </p:nvSpPr>
          <p:spPr>
            <a:xfrm>
              <a:off x="5931107" y="6306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8" name="pt6498"/>
            <p:cNvSpPr/>
            <p:nvPr/>
          </p:nvSpPr>
          <p:spPr>
            <a:xfrm>
              <a:off x="6371166" y="59417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9" name="pt6499"/>
            <p:cNvSpPr/>
            <p:nvPr/>
          </p:nvSpPr>
          <p:spPr>
            <a:xfrm>
              <a:off x="5912093" y="6273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0" name="pt6500"/>
            <p:cNvSpPr/>
            <p:nvPr/>
          </p:nvSpPr>
          <p:spPr>
            <a:xfrm>
              <a:off x="5878271" y="62764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1" name="pt6501"/>
            <p:cNvSpPr/>
            <p:nvPr/>
          </p:nvSpPr>
          <p:spPr>
            <a:xfrm>
              <a:off x="5909717" y="6320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2" name="pt6502"/>
            <p:cNvSpPr/>
            <p:nvPr/>
          </p:nvSpPr>
          <p:spPr>
            <a:xfrm>
              <a:off x="6109178" y="6197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3" name="pt6503"/>
            <p:cNvSpPr/>
            <p:nvPr/>
          </p:nvSpPr>
          <p:spPr>
            <a:xfrm>
              <a:off x="5908985" y="63017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4" name="pt6504"/>
            <p:cNvSpPr/>
            <p:nvPr/>
          </p:nvSpPr>
          <p:spPr>
            <a:xfrm>
              <a:off x="5914104" y="6302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5" name="pt6505"/>
            <p:cNvSpPr/>
            <p:nvPr/>
          </p:nvSpPr>
          <p:spPr>
            <a:xfrm>
              <a:off x="6059816" y="6203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6" name="pt6506"/>
            <p:cNvSpPr/>
            <p:nvPr/>
          </p:nvSpPr>
          <p:spPr>
            <a:xfrm>
              <a:off x="5902038" y="62989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7" name="pt6507"/>
            <p:cNvSpPr/>
            <p:nvPr/>
          </p:nvSpPr>
          <p:spPr>
            <a:xfrm>
              <a:off x="6199676" y="6043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8" name="pt6508"/>
            <p:cNvSpPr/>
            <p:nvPr/>
          </p:nvSpPr>
          <p:spPr>
            <a:xfrm>
              <a:off x="5910448" y="6342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9" name="pt6509"/>
            <p:cNvSpPr/>
            <p:nvPr/>
          </p:nvSpPr>
          <p:spPr>
            <a:xfrm>
              <a:off x="5897833" y="6290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0" name="pt6510"/>
            <p:cNvSpPr/>
            <p:nvPr/>
          </p:nvSpPr>
          <p:spPr>
            <a:xfrm>
              <a:off x="6223626" y="6176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1" name="pt6511"/>
            <p:cNvSpPr/>
            <p:nvPr/>
          </p:nvSpPr>
          <p:spPr>
            <a:xfrm>
              <a:off x="5997472" y="6276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2" name="pt6512"/>
            <p:cNvSpPr/>
            <p:nvPr/>
          </p:nvSpPr>
          <p:spPr>
            <a:xfrm>
              <a:off x="5911910" y="63022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3" name="pt6513"/>
            <p:cNvSpPr/>
            <p:nvPr/>
          </p:nvSpPr>
          <p:spPr>
            <a:xfrm>
              <a:off x="5890886" y="6312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4" name="pt6514"/>
            <p:cNvSpPr/>
            <p:nvPr/>
          </p:nvSpPr>
          <p:spPr>
            <a:xfrm>
              <a:off x="5931107" y="6292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5" name="pt6515"/>
            <p:cNvSpPr/>
            <p:nvPr/>
          </p:nvSpPr>
          <p:spPr>
            <a:xfrm>
              <a:off x="5909351" y="6314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6" name="pt6516"/>
            <p:cNvSpPr/>
            <p:nvPr/>
          </p:nvSpPr>
          <p:spPr>
            <a:xfrm>
              <a:off x="5916115" y="6290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7" name="pt6517"/>
            <p:cNvSpPr/>
            <p:nvPr/>
          </p:nvSpPr>
          <p:spPr>
            <a:xfrm>
              <a:off x="5892165" y="62697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8" name="pt6518"/>
            <p:cNvSpPr/>
            <p:nvPr/>
          </p:nvSpPr>
          <p:spPr>
            <a:xfrm>
              <a:off x="5943173" y="6290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9" name="pt6519"/>
            <p:cNvSpPr/>
            <p:nvPr/>
          </p:nvSpPr>
          <p:spPr>
            <a:xfrm>
              <a:off x="5904963" y="6258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0" name="pt6520"/>
            <p:cNvSpPr/>
            <p:nvPr/>
          </p:nvSpPr>
          <p:spPr>
            <a:xfrm>
              <a:off x="5894542" y="6277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1" name="pt6521"/>
            <p:cNvSpPr/>
            <p:nvPr/>
          </p:nvSpPr>
          <p:spPr>
            <a:xfrm>
              <a:off x="5974802" y="6232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2" name="pt6522"/>
            <p:cNvSpPr/>
            <p:nvPr/>
          </p:nvSpPr>
          <p:spPr>
            <a:xfrm>
              <a:off x="5905329" y="6282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3" name="pt6523"/>
            <p:cNvSpPr/>
            <p:nvPr/>
          </p:nvSpPr>
          <p:spPr>
            <a:xfrm>
              <a:off x="5897285" y="6319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4" name="pt6524"/>
            <p:cNvSpPr/>
            <p:nvPr/>
          </p:nvSpPr>
          <p:spPr>
            <a:xfrm>
              <a:off x="5928913" y="63076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5" name="pt6525"/>
            <p:cNvSpPr/>
            <p:nvPr/>
          </p:nvSpPr>
          <p:spPr>
            <a:xfrm>
              <a:off x="6119599" y="62777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6" name="pt6526"/>
            <p:cNvSpPr/>
            <p:nvPr/>
          </p:nvSpPr>
          <p:spPr>
            <a:xfrm>
              <a:off x="5898747" y="63075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7" name="pt6527"/>
            <p:cNvSpPr/>
            <p:nvPr/>
          </p:nvSpPr>
          <p:spPr>
            <a:xfrm>
              <a:off x="5882659" y="6309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8" name="pt6528"/>
            <p:cNvSpPr/>
            <p:nvPr/>
          </p:nvSpPr>
          <p:spPr>
            <a:xfrm>
              <a:off x="6163111" y="61380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9" name="pt6529"/>
            <p:cNvSpPr/>
            <p:nvPr/>
          </p:nvSpPr>
          <p:spPr>
            <a:xfrm>
              <a:off x="6170242" y="6048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0" name="pt6530"/>
            <p:cNvSpPr/>
            <p:nvPr/>
          </p:nvSpPr>
          <p:spPr>
            <a:xfrm>
              <a:off x="5963650" y="6229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1" name="pt6531"/>
            <p:cNvSpPr/>
            <p:nvPr/>
          </p:nvSpPr>
          <p:spPr>
            <a:xfrm>
              <a:off x="5994547" y="6242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2" name="pt6532"/>
            <p:cNvSpPr/>
            <p:nvPr/>
          </p:nvSpPr>
          <p:spPr>
            <a:xfrm>
              <a:off x="5894908" y="6292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3" name="pt6533"/>
            <p:cNvSpPr/>
            <p:nvPr/>
          </p:nvSpPr>
          <p:spPr>
            <a:xfrm>
              <a:off x="5911545" y="62821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4" name="pt6534"/>
            <p:cNvSpPr/>
            <p:nvPr/>
          </p:nvSpPr>
          <p:spPr>
            <a:xfrm>
              <a:off x="5946464" y="6271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5" name="pt6535"/>
            <p:cNvSpPr/>
            <p:nvPr/>
          </p:nvSpPr>
          <p:spPr>
            <a:xfrm>
              <a:off x="5884487" y="6308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6" name="pt6536"/>
            <p:cNvSpPr/>
            <p:nvPr/>
          </p:nvSpPr>
          <p:spPr>
            <a:xfrm>
              <a:off x="5895639" y="6295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7" name="pt6537"/>
            <p:cNvSpPr/>
            <p:nvPr/>
          </p:nvSpPr>
          <p:spPr>
            <a:xfrm>
              <a:off x="5901489" y="62965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8" name="pt6538"/>
            <p:cNvSpPr/>
            <p:nvPr/>
          </p:nvSpPr>
          <p:spPr>
            <a:xfrm>
              <a:off x="5915384" y="6310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9" name="pt6539"/>
            <p:cNvSpPr/>
            <p:nvPr/>
          </p:nvSpPr>
          <p:spPr>
            <a:xfrm>
              <a:off x="5915018" y="6305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0" name="pt6540"/>
            <p:cNvSpPr/>
            <p:nvPr/>
          </p:nvSpPr>
          <p:spPr>
            <a:xfrm>
              <a:off x="5930741" y="62603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1" name="pt6541"/>
            <p:cNvSpPr/>
            <p:nvPr/>
          </p:nvSpPr>
          <p:spPr>
            <a:xfrm>
              <a:off x="5911179" y="6297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2" name="pt6542"/>
            <p:cNvSpPr/>
            <p:nvPr/>
          </p:nvSpPr>
          <p:spPr>
            <a:xfrm>
              <a:off x="5971146" y="6186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3" name="pt6543"/>
            <p:cNvSpPr/>
            <p:nvPr/>
          </p:nvSpPr>
          <p:spPr>
            <a:xfrm>
              <a:off x="6044641" y="62864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4" name="pt6544"/>
            <p:cNvSpPr/>
            <p:nvPr/>
          </p:nvSpPr>
          <p:spPr>
            <a:xfrm>
              <a:off x="6018132" y="61819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5" name="pt6545"/>
            <p:cNvSpPr/>
            <p:nvPr/>
          </p:nvSpPr>
          <p:spPr>
            <a:xfrm>
              <a:off x="6041899" y="62448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6" name="pt6546"/>
            <p:cNvSpPr/>
            <p:nvPr/>
          </p:nvSpPr>
          <p:spPr>
            <a:xfrm>
              <a:off x="5894359" y="62849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7" name="pt6547"/>
            <p:cNvSpPr/>
            <p:nvPr/>
          </p:nvSpPr>
          <p:spPr>
            <a:xfrm>
              <a:off x="6116126" y="61803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8" name="pt6548"/>
            <p:cNvSpPr/>
            <p:nvPr/>
          </p:nvSpPr>
          <p:spPr>
            <a:xfrm>
              <a:off x="5908620" y="6275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9" name="pt6549"/>
            <p:cNvSpPr/>
            <p:nvPr/>
          </p:nvSpPr>
          <p:spPr>
            <a:xfrm>
              <a:off x="5900027" y="62958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0" name="pt6550"/>
            <p:cNvSpPr/>
            <p:nvPr/>
          </p:nvSpPr>
          <p:spPr>
            <a:xfrm>
              <a:off x="5962919" y="58927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1" name="pt6551"/>
            <p:cNvSpPr/>
            <p:nvPr/>
          </p:nvSpPr>
          <p:spPr>
            <a:xfrm>
              <a:off x="5942625" y="6284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2" name="pt6552"/>
            <p:cNvSpPr/>
            <p:nvPr/>
          </p:nvSpPr>
          <p:spPr>
            <a:xfrm>
              <a:off x="5889240" y="6280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3" name="pt6553"/>
            <p:cNvSpPr/>
            <p:nvPr/>
          </p:nvSpPr>
          <p:spPr>
            <a:xfrm>
              <a:off x="5897467" y="62914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4" name="pt6554"/>
            <p:cNvSpPr/>
            <p:nvPr/>
          </p:nvSpPr>
          <p:spPr>
            <a:xfrm>
              <a:off x="5891617" y="63004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5" name="pt6555"/>
            <p:cNvSpPr/>
            <p:nvPr/>
          </p:nvSpPr>
          <p:spPr>
            <a:xfrm>
              <a:off x="5930376" y="6313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6" name="pt6556"/>
            <p:cNvSpPr/>
            <p:nvPr/>
          </p:nvSpPr>
          <p:spPr>
            <a:xfrm>
              <a:off x="6021057" y="6251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7" name="pt6557"/>
            <p:cNvSpPr/>
            <p:nvPr/>
          </p:nvSpPr>
          <p:spPr>
            <a:xfrm>
              <a:off x="5898199" y="6316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8" name="pt6558"/>
            <p:cNvSpPr/>
            <p:nvPr/>
          </p:nvSpPr>
          <p:spPr>
            <a:xfrm>
              <a:off x="5904232" y="6256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9" name="pt6559"/>
            <p:cNvSpPr/>
            <p:nvPr/>
          </p:nvSpPr>
          <p:spPr>
            <a:xfrm>
              <a:off x="5911179" y="62665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0" name="pt6560"/>
            <p:cNvSpPr/>
            <p:nvPr/>
          </p:nvSpPr>
          <p:spPr>
            <a:xfrm>
              <a:off x="6101682" y="6174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1" name="pt6561"/>
            <p:cNvSpPr/>
            <p:nvPr/>
          </p:nvSpPr>
          <p:spPr>
            <a:xfrm>
              <a:off x="6138979" y="5932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2" name="pt6562"/>
            <p:cNvSpPr/>
            <p:nvPr/>
          </p:nvSpPr>
          <p:spPr>
            <a:xfrm>
              <a:off x="6082486" y="62446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3" name="pt6563"/>
            <p:cNvSpPr/>
            <p:nvPr/>
          </p:nvSpPr>
          <p:spPr>
            <a:xfrm>
              <a:off x="5904232" y="6325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4" name="pt6564"/>
            <p:cNvSpPr/>
            <p:nvPr/>
          </p:nvSpPr>
          <p:spPr>
            <a:xfrm>
              <a:off x="5910265" y="6312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5" name="pt6565"/>
            <p:cNvSpPr/>
            <p:nvPr/>
          </p:nvSpPr>
          <p:spPr>
            <a:xfrm>
              <a:off x="5925257" y="6276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6" name="pt6566"/>
            <p:cNvSpPr/>
            <p:nvPr/>
          </p:nvSpPr>
          <p:spPr>
            <a:xfrm>
              <a:off x="5909351" y="6248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7" name="pt6567"/>
            <p:cNvSpPr/>
            <p:nvPr/>
          </p:nvSpPr>
          <p:spPr>
            <a:xfrm>
              <a:off x="5931838" y="62999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8" name="pt6568"/>
            <p:cNvSpPr/>
            <p:nvPr/>
          </p:nvSpPr>
          <p:spPr>
            <a:xfrm>
              <a:off x="6002774" y="6028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9" name="pt6569"/>
            <p:cNvSpPr/>
            <p:nvPr/>
          </p:nvSpPr>
          <p:spPr>
            <a:xfrm>
              <a:off x="5906426" y="63030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0" name="pt6570"/>
            <p:cNvSpPr/>
            <p:nvPr/>
          </p:nvSpPr>
          <p:spPr>
            <a:xfrm>
              <a:off x="5902404" y="62477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1" name="pt6571"/>
            <p:cNvSpPr/>
            <p:nvPr/>
          </p:nvSpPr>
          <p:spPr>
            <a:xfrm>
              <a:off x="6002226" y="6153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2" name="pt6572"/>
            <p:cNvSpPr/>
            <p:nvPr/>
          </p:nvSpPr>
          <p:spPr>
            <a:xfrm>
              <a:off x="5896553" y="6300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3" name="pt6573"/>
            <p:cNvSpPr/>
            <p:nvPr/>
          </p:nvSpPr>
          <p:spPr>
            <a:xfrm>
              <a:off x="5916115" y="6235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4" name="pt6574"/>
            <p:cNvSpPr/>
            <p:nvPr/>
          </p:nvSpPr>
          <p:spPr>
            <a:xfrm>
              <a:off x="5939151" y="6272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5" name="pt6575"/>
            <p:cNvSpPr/>
            <p:nvPr/>
          </p:nvSpPr>
          <p:spPr>
            <a:xfrm>
              <a:off x="5887046" y="62891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6" name="pt6576"/>
            <p:cNvSpPr/>
            <p:nvPr/>
          </p:nvSpPr>
          <p:spPr>
            <a:xfrm>
              <a:off x="6081389" y="60662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7" name="pt6577"/>
            <p:cNvSpPr/>
            <p:nvPr/>
          </p:nvSpPr>
          <p:spPr>
            <a:xfrm>
              <a:off x="5922514" y="63211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8" name="pt6578"/>
            <p:cNvSpPr/>
            <p:nvPr/>
          </p:nvSpPr>
          <p:spPr>
            <a:xfrm>
              <a:off x="5903866" y="62791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9" name="pt6579"/>
            <p:cNvSpPr/>
            <p:nvPr/>
          </p:nvSpPr>
          <p:spPr>
            <a:xfrm>
              <a:off x="5904780" y="6305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0" name="pt6580"/>
            <p:cNvSpPr/>
            <p:nvPr/>
          </p:nvSpPr>
          <p:spPr>
            <a:xfrm>
              <a:off x="5904597" y="6303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1" name="pt6581"/>
            <p:cNvSpPr/>
            <p:nvPr/>
          </p:nvSpPr>
          <p:spPr>
            <a:xfrm>
              <a:off x="5923611" y="6295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2" name="pt6582"/>
            <p:cNvSpPr/>
            <p:nvPr/>
          </p:nvSpPr>
          <p:spPr>
            <a:xfrm>
              <a:off x="5993085" y="6205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3" name="pt6583"/>
            <p:cNvSpPr/>
            <p:nvPr/>
          </p:nvSpPr>
          <p:spPr>
            <a:xfrm>
              <a:off x="5890886" y="6232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4" name="pt6584"/>
            <p:cNvSpPr/>
            <p:nvPr/>
          </p:nvSpPr>
          <p:spPr>
            <a:xfrm>
              <a:off x="5888875" y="6316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5" name="pt6585"/>
            <p:cNvSpPr/>
            <p:nvPr/>
          </p:nvSpPr>
          <p:spPr>
            <a:xfrm>
              <a:off x="6359831" y="6223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6" name="pt6586"/>
            <p:cNvSpPr/>
            <p:nvPr/>
          </p:nvSpPr>
          <p:spPr>
            <a:xfrm>
              <a:off x="6011367" y="62781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7" name="pt6587"/>
            <p:cNvSpPr/>
            <p:nvPr/>
          </p:nvSpPr>
          <p:spPr>
            <a:xfrm>
              <a:off x="5927268" y="6298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8" name="pt6588"/>
            <p:cNvSpPr/>
            <p:nvPr/>
          </p:nvSpPr>
          <p:spPr>
            <a:xfrm>
              <a:off x="5926354" y="5993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9" name="pt6589"/>
            <p:cNvSpPr/>
            <p:nvPr/>
          </p:nvSpPr>
          <p:spPr>
            <a:xfrm>
              <a:off x="5899661" y="6252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0" name="pt6590"/>
            <p:cNvSpPr/>
            <p:nvPr/>
          </p:nvSpPr>
          <p:spPr>
            <a:xfrm>
              <a:off x="5892165" y="6282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1" name="pt6591"/>
            <p:cNvSpPr/>
            <p:nvPr/>
          </p:nvSpPr>
          <p:spPr>
            <a:xfrm>
              <a:off x="5927999" y="6310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2" name="pt6592"/>
            <p:cNvSpPr/>
            <p:nvPr/>
          </p:nvSpPr>
          <p:spPr>
            <a:xfrm>
              <a:off x="5950304" y="62595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3" name="pt6593"/>
            <p:cNvSpPr/>
            <p:nvPr/>
          </p:nvSpPr>
          <p:spPr>
            <a:xfrm>
              <a:off x="5902221" y="62980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4" name="pt6594"/>
            <p:cNvSpPr/>
            <p:nvPr/>
          </p:nvSpPr>
          <p:spPr>
            <a:xfrm>
              <a:off x="5891251" y="63021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5" name="pt6595"/>
            <p:cNvSpPr/>
            <p:nvPr/>
          </p:nvSpPr>
          <p:spPr>
            <a:xfrm>
              <a:off x="6179748" y="62284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6" name="pt6596"/>
            <p:cNvSpPr/>
            <p:nvPr/>
          </p:nvSpPr>
          <p:spPr>
            <a:xfrm>
              <a:off x="5911728" y="62925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7" name="pt6597"/>
            <p:cNvSpPr/>
            <p:nvPr/>
          </p:nvSpPr>
          <p:spPr>
            <a:xfrm>
              <a:off x="6248856" y="60868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8" name="pt6598"/>
            <p:cNvSpPr/>
            <p:nvPr/>
          </p:nvSpPr>
          <p:spPr>
            <a:xfrm>
              <a:off x="5890703" y="6282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9" name="pt6599"/>
            <p:cNvSpPr/>
            <p:nvPr/>
          </p:nvSpPr>
          <p:spPr>
            <a:xfrm>
              <a:off x="5969683" y="6117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0" name="pt6600"/>
            <p:cNvSpPr/>
            <p:nvPr/>
          </p:nvSpPr>
          <p:spPr>
            <a:xfrm>
              <a:off x="5901307" y="6297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1" name="pt6601"/>
            <p:cNvSpPr/>
            <p:nvPr/>
          </p:nvSpPr>
          <p:spPr>
            <a:xfrm>
              <a:off x="5890520" y="62251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2" name="pt6602"/>
            <p:cNvSpPr/>
            <p:nvPr/>
          </p:nvSpPr>
          <p:spPr>
            <a:xfrm>
              <a:off x="5910631" y="62872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3" name="pt6603"/>
            <p:cNvSpPr/>
            <p:nvPr/>
          </p:nvSpPr>
          <p:spPr>
            <a:xfrm>
              <a:off x="5895822" y="6260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4" name="pt6604"/>
            <p:cNvSpPr/>
            <p:nvPr/>
          </p:nvSpPr>
          <p:spPr>
            <a:xfrm>
              <a:off x="5908802" y="6098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5" name="pt6605"/>
            <p:cNvSpPr/>
            <p:nvPr/>
          </p:nvSpPr>
          <p:spPr>
            <a:xfrm>
              <a:off x="5915933" y="62388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6" name="pt6606"/>
            <p:cNvSpPr/>
            <p:nvPr/>
          </p:nvSpPr>
          <p:spPr>
            <a:xfrm>
              <a:off x="5956154" y="61639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7" name="pt6607"/>
            <p:cNvSpPr/>
            <p:nvPr/>
          </p:nvSpPr>
          <p:spPr>
            <a:xfrm>
              <a:off x="5905512" y="6303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8" name="pt6608"/>
            <p:cNvSpPr/>
            <p:nvPr/>
          </p:nvSpPr>
          <p:spPr>
            <a:xfrm>
              <a:off x="6059998" y="5952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9" name="pt6609"/>
            <p:cNvSpPr/>
            <p:nvPr/>
          </p:nvSpPr>
          <p:spPr>
            <a:xfrm>
              <a:off x="5926902" y="6310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0" name="pt6610"/>
            <p:cNvSpPr/>
            <p:nvPr/>
          </p:nvSpPr>
          <p:spPr>
            <a:xfrm>
              <a:off x="5903135" y="6301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1" name="pt6611"/>
            <p:cNvSpPr/>
            <p:nvPr/>
          </p:nvSpPr>
          <p:spPr>
            <a:xfrm>
              <a:off x="6241543" y="6005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2" name="pt6612"/>
            <p:cNvSpPr/>
            <p:nvPr/>
          </p:nvSpPr>
          <p:spPr>
            <a:xfrm>
              <a:off x="5910814" y="6307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3" name="pt6613"/>
            <p:cNvSpPr/>
            <p:nvPr/>
          </p:nvSpPr>
          <p:spPr>
            <a:xfrm>
              <a:off x="5903866" y="63128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4" name="pt6614"/>
            <p:cNvSpPr/>
            <p:nvPr/>
          </p:nvSpPr>
          <p:spPr>
            <a:xfrm>
              <a:off x="5908620" y="6292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5" name="pt6615"/>
            <p:cNvSpPr/>
            <p:nvPr/>
          </p:nvSpPr>
          <p:spPr>
            <a:xfrm>
              <a:off x="5916481" y="6284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6" name="pt6616"/>
            <p:cNvSpPr/>
            <p:nvPr/>
          </p:nvSpPr>
          <p:spPr>
            <a:xfrm>
              <a:off x="5900393" y="6094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7" name="pt6617"/>
            <p:cNvSpPr/>
            <p:nvPr/>
          </p:nvSpPr>
          <p:spPr>
            <a:xfrm>
              <a:off x="5969135" y="63079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8" name="pt6618"/>
            <p:cNvSpPr/>
            <p:nvPr/>
          </p:nvSpPr>
          <p:spPr>
            <a:xfrm>
              <a:off x="5894725" y="62953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9" name="pt6619"/>
            <p:cNvSpPr/>
            <p:nvPr/>
          </p:nvSpPr>
          <p:spPr>
            <a:xfrm>
              <a:off x="5905877" y="6295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0" name="pt6620"/>
            <p:cNvSpPr/>
            <p:nvPr/>
          </p:nvSpPr>
          <p:spPr>
            <a:xfrm>
              <a:off x="5896188" y="63068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1" name="pt6621"/>
            <p:cNvSpPr/>
            <p:nvPr/>
          </p:nvSpPr>
          <p:spPr>
            <a:xfrm>
              <a:off x="5887046" y="63287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2" name="pt6622"/>
            <p:cNvSpPr/>
            <p:nvPr/>
          </p:nvSpPr>
          <p:spPr>
            <a:xfrm>
              <a:off x="5899113" y="6244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3" name="pt6623"/>
            <p:cNvSpPr/>
            <p:nvPr/>
          </p:nvSpPr>
          <p:spPr>
            <a:xfrm>
              <a:off x="5904415" y="63127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4" name="pt6624"/>
            <p:cNvSpPr/>
            <p:nvPr/>
          </p:nvSpPr>
          <p:spPr>
            <a:xfrm>
              <a:off x="5986320" y="6278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5" name="pt6625"/>
            <p:cNvSpPr/>
            <p:nvPr/>
          </p:nvSpPr>
          <p:spPr>
            <a:xfrm>
              <a:off x="6083583" y="6169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6" name="pt6626"/>
            <p:cNvSpPr/>
            <p:nvPr/>
          </p:nvSpPr>
          <p:spPr>
            <a:xfrm>
              <a:off x="6171704" y="6199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7" name="pt6627"/>
            <p:cNvSpPr/>
            <p:nvPr/>
          </p:nvSpPr>
          <p:spPr>
            <a:xfrm>
              <a:off x="5905146" y="6299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8" name="pt6628"/>
            <p:cNvSpPr/>
            <p:nvPr/>
          </p:nvSpPr>
          <p:spPr>
            <a:xfrm>
              <a:off x="5910996" y="6309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9" name="pt6629"/>
            <p:cNvSpPr/>
            <p:nvPr/>
          </p:nvSpPr>
          <p:spPr>
            <a:xfrm>
              <a:off x="5886132" y="6318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0" name="pt6630"/>
            <p:cNvSpPr/>
            <p:nvPr/>
          </p:nvSpPr>
          <p:spPr>
            <a:xfrm>
              <a:off x="6042447" y="62369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1" name="pt6631"/>
            <p:cNvSpPr/>
            <p:nvPr/>
          </p:nvSpPr>
          <p:spPr>
            <a:xfrm>
              <a:off x="5919406" y="63006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2" name="pt6632"/>
            <p:cNvSpPr/>
            <p:nvPr/>
          </p:nvSpPr>
          <p:spPr>
            <a:xfrm>
              <a:off x="5911545" y="6303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3" name="pt6633"/>
            <p:cNvSpPr/>
            <p:nvPr/>
          </p:nvSpPr>
          <p:spPr>
            <a:xfrm>
              <a:off x="5956702" y="6181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4" name="pt6634"/>
            <p:cNvSpPr/>
            <p:nvPr/>
          </p:nvSpPr>
          <p:spPr>
            <a:xfrm>
              <a:off x="5968952" y="61294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5" name="pt6635"/>
            <p:cNvSpPr/>
            <p:nvPr/>
          </p:nvSpPr>
          <p:spPr>
            <a:xfrm>
              <a:off x="5923611" y="63060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6" name="pt6636"/>
            <p:cNvSpPr/>
            <p:nvPr/>
          </p:nvSpPr>
          <p:spPr>
            <a:xfrm>
              <a:off x="5925622" y="6248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7" name="pt6637"/>
            <p:cNvSpPr/>
            <p:nvPr/>
          </p:nvSpPr>
          <p:spPr>
            <a:xfrm>
              <a:off x="6055245" y="6249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8" name="pt6638"/>
            <p:cNvSpPr/>
            <p:nvPr/>
          </p:nvSpPr>
          <p:spPr>
            <a:xfrm>
              <a:off x="5895091" y="63063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9" name="pt6639"/>
            <p:cNvSpPr/>
            <p:nvPr/>
          </p:nvSpPr>
          <p:spPr>
            <a:xfrm>
              <a:off x="5887960" y="6280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0" name="pt6640"/>
            <p:cNvSpPr/>
            <p:nvPr/>
          </p:nvSpPr>
          <p:spPr>
            <a:xfrm>
              <a:off x="5894908" y="60642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1" name="pt6641"/>
            <p:cNvSpPr/>
            <p:nvPr/>
          </p:nvSpPr>
          <p:spPr>
            <a:xfrm>
              <a:off x="5909717" y="63048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2" name="rc6642"/>
            <p:cNvSpPr/>
            <p:nvPr/>
          </p:nvSpPr>
          <p:spPr>
            <a:xfrm>
              <a:off x="5874311" y="6466064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43" name="pl6643"/>
            <p:cNvSpPr/>
            <p:nvPr/>
          </p:nvSpPr>
          <p:spPr>
            <a:xfrm>
              <a:off x="5874311" y="708046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4" name="pl6644"/>
            <p:cNvSpPr/>
            <p:nvPr/>
          </p:nvSpPr>
          <p:spPr>
            <a:xfrm>
              <a:off x="5874311" y="692298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5" name="pl6645"/>
            <p:cNvSpPr/>
            <p:nvPr/>
          </p:nvSpPr>
          <p:spPr>
            <a:xfrm>
              <a:off x="5874311" y="676550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6" name="pl6646"/>
            <p:cNvSpPr/>
            <p:nvPr/>
          </p:nvSpPr>
          <p:spPr>
            <a:xfrm>
              <a:off x="5874311" y="660802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7" name="pl6647"/>
            <p:cNvSpPr/>
            <p:nvPr/>
          </p:nvSpPr>
          <p:spPr>
            <a:xfrm>
              <a:off x="5971839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8" name="pl6648"/>
            <p:cNvSpPr/>
            <p:nvPr/>
          </p:nvSpPr>
          <p:spPr>
            <a:xfrm>
              <a:off x="6154663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9" name="pl6649"/>
            <p:cNvSpPr/>
            <p:nvPr/>
          </p:nvSpPr>
          <p:spPr>
            <a:xfrm>
              <a:off x="6337488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0" name="pl6650"/>
            <p:cNvSpPr/>
            <p:nvPr/>
          </p:nvSpPr>
          <p:spPr>
            <a:xfrm>
              <a:off x="5874311" y="700172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1" name="pl6651"/>
            <p:cNvSpPr/>
            <p:nvPr/>
          </p:nvSpPr>
          <p:spPr>
            <a:xfrm>
              <a:off x="5874311" y="684424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2" name="pl6652"/>
            <p:cNvSpPr/>
            <p:nvPr/>
          </p:nvSpPr>
          <p:spPr>
            <a:xfrm>
              <a:off x="5874311" y="668676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3" name="pl6653"/>
            <p:cNvSpPr/>
            <p:nvPr/>
          </p:nvSpPr>
          <p:spPr>
            <a:xfrm>
              <a:off x="5874311" y="652928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4" name="pl6654"/>
            <p:cNvSpPr/>
            <p:nvPr/>
          </p:nvSpPr>
          <p:spPr>
            <a:xfrm>
              <a:off x="5880426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5" name="pl6655"/>
            <p:cNvSpPr/>
            <p:nvPr/>
          </p:nvSpPr>
          <p:spPr>
            <a:xfrm>
              <a:off x="6063251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6" name="pl6656"/>
            <p:cNvSpPr/>
            <p:nvPr/>
          </p:nvSpPr>
          <p:spPr>
            <a:xfrm>
              <a:off x="6246076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7" name="pl6657"/>
            <p:cNvSpPr/>
            <p:nvPr/>
          </p:nvSpPr>
          <p:spPr>
            <a:xfrm>
              <a:off x="6428900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8" name="pt6658"/>
            <p:cNvSpPr/>
            <p:nvPr/>
          </p:nvSpPr>
          <p:spPr>
            <a:xfrm>
              <a:off x="5915384" y="6762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9" name="pt6659"/>
            <p:cNvSpPr/>
            <p:nvPr/>
          </p:nvSpPr>
          <p:spPr>
            <a:xfrm>
              <a:off x="5925257" y="6711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0" name="pt6660"/>
            <p:cNvSpPr/>
            <p:nvPr/>
          </p:nvSpPr>
          <p:spPr>
            <a:xfrm>
              <a:off x="6139527" y="66636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1" name="pt6661"/>
            <p:cNvSpPr/>
            <p:nvPr/>
          </p:nvSpPr>
          <p:spPr>
            <a:xfrm>
              <a:off x="6275366" y="6789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2" name="pt6662"/>
            <p:cNvSpPr/>
            <p:nvPr/>
          </p:nvSpPr>
          <p:spPr>
            <a:xfrm>
              <a:off x="5948658" y="68642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3" name="pt6663"/>
            <p:cNvSpPr/>
            <p:nvPr/>
          </p:nvSpPr>
          <p:spPr>
            <a:xfrm>
              <a:off x="5958348" y="6851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4" name="pt6664"/>
            <p:cNvSpPr/>
            <p:nvPr/>
          </p:nvSpPr>
          <p:spPr>
            <a:xfrm>
              <a:off x="5917761" y="6668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5" name="pt6665"/>
            <p:cNvSpPr/>
            <p:nvPr/>
          </p:nvSpPr>
          <p:spPr>
            <a:xfrm>
              <a:off x="5919955" y="69568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6" name="pt6666"/>
            <p:cNvSpPr/>
            <p:nvPr/>
          </p:nvSpPr>
          <p:spPr>
            <a:xfrm>
              <a:off x="6412484" y="6637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7" name="pt6667"/>
            <p:cNvSpPr/>
            <p:nvPr/>
          </p:nvSpPr>
          <p:spPr>
            <a:xfrm>
              <a:off x="5970049" y="6824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8" name="pt6668"/>
            <p:cNvSpPr/>
            <p:nvPr/>
          </p:nvSpPr>
          <p:spPr>
            <a:xfrm>
              <a:off x="6067860" y="6492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9" name="pt6669"/>
            <p:cNvSpPr/>
            <p:nvPr/>
          </p:nvSpPr>
          <p:spPr>
            <a:xfrm>
              <a:off x="5993816" y="6682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0" name="pt6670"/>
            <p:cNvSpPr/>
            <p:nvPr/>
          </p:nvSpPr>
          <p:spPr>
            <a:xfrm>
              <a:off x="6153239" y="66265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1" name="pt6671"/>
            <p:cNvSpPr/>
            <p:nvPr/>
          </p:nvSpPr>
          <p:spPr>
            <a:xfrm>
              <a:off x="6052868" y="6752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2" name="pt6672"/>
            <p:cNvSpPr/>
            <p:nvPr/>
          </p:nvSpPr>
          <p:spPr>
            <a:xfrm>
              <a:off x="5953777" y="6873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3" name="pt6673"/>
            <p:cNvSpPr/>
            <p:nvPr/>
          </p:nvSpPr>
          <p:spPr>
            <a:xfrm>
              <a:off x="6131483" y="6602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4" name="pt6674"/>
            <p:cNvSpPr/>
            <p:nvPr/>
          </p:nvSpPr>
          <p:spPr>
            <a:xfrm>
              <a:off x="5927633" y="68710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5" name="pt6675"/>
            <p:cNvSpPr/>
            <p:nvPr/>
          </p:nvSpPr>
          <p:spPr>
            <a:xfrm>
              <a:off x="5895456" y="6632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6" name="pt6676"/>
            <p:cNvSpPr/>
            <p:nvPr/>
          </p:nvSpPr>
          <p:spPr>
            <a:xfrm>
              <a:off x="5990891" y="6763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7" name="pt6677"/>
            <p:cNvSpPr/>
            <p:nvPr/>
          </p:nvSpPr>
          <p:spPr>
            <a:xfrm>
              <a:off x="6175726" y="6706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8" name="pt6678"/>
            <p:cNvSpPr/>
            <p:nvPr/>
          </p:nvSpPr>
          <p:spPr>
            <a:xfrm>
              <a:off x="6186147" y="6531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9" name="pt6679"/>
            <p:cNvSpPr/>
            <p:nvPr/>
          </p:nvSpPr>
          <p:spPr>
            <a:xfrm>
              <a:off x="6081572" y="6632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0" name="pt6680"/>
            <p:cNvSpPr/>
            <p:nvPr/>
          </p:nvSpPr>
          <p:spPr>
            <a:xfrm>
              <a:off x="5947196" y="7047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1" name="pt6681"/>
            <p:cNvSpPr/>
            <p:nvPr/>
          </p:nvSpPr>
          <p:spPr>
            <a:xfrm>
              <a:off x="6128923" y="67283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2" name="pt6682"/>
            <p:cNvSpPr/>
            <p:nvPr/>
          </p:nvSpPr>
          <p:spPr>
            <a:xfrm>
              <a:off x="5908071" y="6746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3" name="pt6683"/>
            <p:cNvSpPr/>
            <p:nvPr/>
          </p:nvSpPr>
          <p:spPr>
            <a:xfrm>
              <a:off x="5962370" y="66661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4" name="pt6684"/>
            <p:cNvSpPr/>
            <p:nvPr/>
          </p:nvSpPr>
          <p:spPr>
            <a:xfrm>
              <a:off x="5932021" y="6800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5" name="pt6685"/>
            <p:cNvSpPr/>
            <p:nvPr/>
          </p:nvSpPr>
          <p:spPr>
            <a:xfrm>
              <a:off x="5941711" y="6781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6" name="pt6686"/>
            <p:cNvSpPr/>
            <p:nvPr/>
          </p:nvSpPr>
          <p:spPr>
            <a:xfrm>
              <a:off x="6059450" y="6808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7" name="pt6687"/>
            <p:cNvSpPr/>
            <p:nvPr/>
          </p:nvSpPr>
          <p:spPr>
            <a:xfrm>
              <a:off x="6284690" y="6592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8" name="pt6688"/>
            <p:cNvSpPr/>
            <p:nvPr/>
          </p:nvSpPr>
          <p:spPr>
            <a:xfrm>
              <a:off x="6037511" y="6702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9" name="pt6689"/>
            <p:cNvSpPr/>
            <p:nvPr/>
          </p:nvSpPr>
          <p:spPr>
            <a:xfrm>
              <a:off x="5971877" y="6798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0" name="pt6690"/>
            <p:cNvSpPr/>
            <p:nvPr/>
          </p:nvSpPr>
          <p:spPr>
            <a:xfrm>
              <a:off x="6155616" y="6843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1" name="pt6691"/>
            <p:cNvSpPr/>
            <p:nvPr/>
          </p:nvSpPr>
          <p:spPr>
            <a:xfrm>
              <a:off x="5903501" y="67105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2" name="pt6692"/>
            <p:cNvSpPr/>
            <p:nvPr/>
          </p:nvSpPr>
          <p:spPr>
            <a:xfrm>
              <a:off x="5962919" y="6707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3" name="pt6693"/>
            <p:cNvSpPr/>
            <p:nvPr/>
          </p:nvSpPr>
          <p:spPr>
            <a:xfrm>
              <a:off x="5974071" y="68077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4" name="pt6694"/>
            <p:cNvSpPr/>
            <p:nvPr/>
          </p:nvSpPr>
          <p:spPr>
            <a:xfrm>
              <a:off x="6000946" y="6744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5" name="pt6695"/>
            <p:cNvSpPr/>
            <p:nvPr/>
          </p:nvSpPr>
          <p:spPr>
            <a:xfrm>
              <a:off x="6043179" y="6869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6" name="pt6696"/>
            <p:cNvSpPr/>
            <p:nvPr/>
          </p:nvSpPr>
          <p:spPr>
            <a:xfrm>
              <a:off x="6340817" y="6757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7" name="pt6697"/>
            <p:cNvSpPr/>
            <p:nvPr/>
          </p:nvSpPr>
          <p:spPr>
            <a:xfrm>
              <a:off x="6091993" y="66792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8" name="pt6698"/>
            <p:cNvSpPr/>
            <p:nvPr/>
          </p:nvSpPr>
          <p:spPr>
            <a:xfrm>
              <a:off x="6202602" y="6647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9" name="pt6699"/>
            <p:cNvSpPr/>
            <p:nvPr/>
          </p:nvSpPr>
          <p:spPr>
            <a:xfrm>
              <a:off x="6110092" y="67193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0" name="pt6700"/>
            <p:cNvSpPr/>
            <p:nvPr/>
          </p:nvSpPr>
          <p:spPr>
            <a:xfrm>
              <a:off x="6112286" y="6722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1" name="pt6701"/>
            <p:cNvSpPr/>
            <p:nvPr/>
          </p:nvSpPr>
          <p:spPr>
            <a:xfrm>
              <a:off x="6446307" y="6628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2" name="pt6702"/>
            <p:cNvSpPr/>
            <p:nvPr/>
          </p:nvSpPr>
          <p:spPr>
            <a:xfrm>
              <a:off x="5991622" y="6835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3" name="pt6703"/>
            <p:cNvSpPr/>
            <p:nvPr/>
          </p:nvSpPr>
          <p:spPr>
            <a:xfrm>
              <a:off x="5925074" y="6788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4" name="pt6704"/>
            <p:cNvSpPr/>
            <p:nvPr/>
          </p:nvSpPr>
          <p:spPr>
            <a:xfrm>
              <a:off x="5961273" y="6893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5" name="pt6705"/>
            <p:cNvSpPr/>
            <p:nvPr/>
          </p:nvSpPr>
          <p:spPr>
            <a:xfrm>
              <a:off x="5973705" y="6536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6" name="pt6706"/>
            <p:cNvSpPr/>
            <p:nvPr/>
          </p:nvSpPr>
          <p:spPr>
            <a:xfrm>
              <a:off x="5970963" y="6812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7" name="pt6707"/>
            <p:cNvSpPr/>
            <p:nvPr/>
          </p:nvSpPr>
          <p:spPr>
            <a:xfrm>
              <a:off x="6234230" y="67008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8" name="pt6708"/>
            <p:cNvSpPr/>
            <p:nvPr/>
          </p:nvSpPr>
          <p:spPr>
            <a:xfrm>
              <a:off x="6041167" y="6839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9" name="pt6709"/>
            <p:cNvSpPr/>
            <p:nvPr/>
          </p:nvSpPr>
          <p:spPr>
            <a:xfrm>
              <a:off x="5947744" y="6890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0" name="pt6710"/>
            <p:cNvSpPr/>
            <p:nvPr/>
          </p:nvSpPr>
          <p:spPr>
            <a:xfrm>
              <a:off x="6110824" y="66566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1" name="pt6711"/>
            <p:cNvSpPr/>
            <p:nvPr/>
          </p:nvSpPr>
          <p:spPr>
            <a:xfrm>
              <a:off x="5983761" y="6924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2" name="pt6712"/>
            <p:cNvSpPr/>
            <p:nvPr/>
          </p:nvSpPr>
          <p:spPr>
            <a:xfrm>
              <a:off x="6242457" y="6574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3" name="pt6713"/>
            <p:cNvSpPr/>
            <p:nvPr/>
          </p:nvSpPr>
          <p:spPr>
            <a:xfrm>
              <a:off x="5931107" y="67733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4" name="pt6714"/>
            <p:cNvSpPr/>
            <p:nvPr/>
          </p:nvSpPr>
          <p:spPr>
            <a:xfrm>
              <a:off x="6371166" y="6568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5" name="pt6715"/>
            <p:cNvSpPr/>
            <p:nvPr/>
          </p:nvSpPr>
          <p:spPr>
            <a:xfrm>
              <a:off x="5908985" y="68285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6" name="pt6716"/>
            <p:cNvSpPr/>
            <p:nvPr/>
          </p:nvSpPr>
          <p:spPr>
            <a:xfrm>
              <a:off x="5914104" y="6708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7" name="pt6717"/>
            <p:cNvSpPr/>
            <p:nvPr/>
          </p:nvSpPr>
          <p:spPr>
            <a:xfrm>
              <a:off x="6059816" y="6740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8" name="pt6718"/>
            <p:cNvSpPr/>
            <p:nvPr/>
          </p:nvSpPr>
          <p:spPr>
            <a:xfrm>
              <a:off x="6223626" y="6702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9" name="pt6719"/>
            <p:cNvSpPr/>
            <p:nvPr/>
          </p:nvSpPr>
          <p:spPr>
            <a:xfrm>
              <a:off x="5997472" y="6864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0" name="pt6720"/>
            <p:cNvSpPr/>
            <p:nvPr/>
          </p:nvSpPr>
          <p:spPr>
            <a:xfrm>
              <a:off x="6119599" y="6831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1" name="pt6721"/>
            <p:cNvSpPr/>
            <p:nvPr/>
          </p:nvSpPr>
          <p:spPr>
            <a:xfrm>
              <a:off x="6027456" y="67502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2" name="pt6722"/>
            <p:cNvSpPr/>
            <p:nvPr/>
          </p:nvSpPr>
          <p:spPr>
            <a:xfrm>
              <a:off x="5882659" y="6843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3" name="pt6723"/>
            <p:cNvSpPr/>
            <p:nvPr/>
          </p:nvSpPr>
          <p:spPr>
            <a:xfrm>
              <a:off x="6163111" y="6698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4" name="pt6724"/>
            <p:cNvSpPr/>
            <p:nvPr/>
          </p:nvSpPr>
          <p:spPr>
            <a:xfrm>
              <a:off x="6170242" y="6607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5" name="pt6725"/>
            <p:cNvSpPr/>
            <p:nvPr/>
          </p:nvSpPr>
          <p:spPr>
            <a:xfrm>
              <a:off x="5925074" y="6878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6" name="pt6726"/>
            <p:cNvSpPr/>
            <p:nvPr/>
          </p:nvSpPr>
          <p:spPr>
            <a:xfrm>
              <a:off x="5994547" y="6808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7" name="pt6727"/>
            <p:cNvSpPr/>
            <p:nvPr/>
          </p:nvSpPr>
          <p:spPr>
            <a:xfrm>
              <a:off x="5911545" y="6692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8" name="pt6728"/>
            <p:cNvSpPr/>
            <p:nvPr/>
          </p:nvSpPr>
          <p:spPr>
            <a:xfrm>
              <a:off x="5971146" y="6749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9" name="pt6729"/>
            <p:cNvSpPr/>
            <p:nvPr/>
          </p:nvSpPr>
          <p:spPr>
            <a:xfrm>
              <a:off x="6044641" y="6885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0" name="pt6730"/>
            <p:cNvSpPr/>
            <p:nvPr/>
          </p:nvSpPr>
          <p:spPr>
            <a:xfrm>
              <a:off x="6018132" y="67113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1" name="pt6731"/>
            <p:cNvSpPr/>
            <p:nvPr/>
          </p:nvSpPr>
          <p:spPr>
            <a:xfrm>
              <a:off x="6041899" y="6842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2" name="pt6732"/>
            <p:cNvSpPr/>
            <p:nvPr/>
          </p:nvSpPr>
          <p:spPr>
            <a:xfrm>
              <a:off x="5908620" y="66353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3" name="pt6733"/>
            <p:cNvSpPr/>
            <p:nvPr/>
          </p:nvSpPr>
          <p:spPr>
            <a:xfrm>
              <a:off x="5900027" y="6824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4" name="pt6734"/>
            <p:cNvSpPr/>
            <p:nvPr/>
          </p:nvSpPr>
          <p:spPr>
            <a:xfrm>
              <a:off x="5942625" y="6886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5" name="pt6735"/>
            <p:cNvSpPr/>
            <p:nvPr/>
          </p:nvSpPr>
          <p:spPr>
            <a:xfrm>
              <a:off x="6021057" y="68211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6" name="pt6736"/>
            <p:cNvSpPr/>
            <p:nvPr/>
          </p:nvSpPr>
          <p:spPr>
            <a:xfrm>
              <a:off x="6082486" y="6768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7" name="pt6737"/>
            <p:cNvSpPr/>
            <p:nvPr/>
          </p:nvSpPr>
          <p:spPr>
            <a:xfrm>
              <a:off x="5906426" y="6871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8" name="pt6738"/>
            <p:cNvSpPr/>
            <p:nvPr/>
          </p:nvSpPr>
          <p:spPr>
            <a:xfrm>
              <a:off x="6002226" y="66635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9" name="pt6739"/>
            <p:cNvSpPr/>
            <p:nvPr/>
          </p:nvSpPr>
          <p:spPr>
            <a:xfrm>
              <a:off x="6081389" y="66177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0" name="pt6740"/>
            <p:cNvSpPr/>
            <p:nvPr/>
          </p:nvSpPr>
          <p:spPr>
            <a:xfrm>
              <a:off x="5993085" y="6796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1" name="pt6741"/>
            <p:cNvSpPr/>
            <p:nvPr/>
          </p:nvSpPr>
          <p:spPr>
            <a:xfrm>
              <a:off x="6359831" y="67893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2" name="pt6742"/>
            <p:cNvSpPr/>
            <p:nvPr/>
          </p:nvSpPr>
          <p:spPr>
            <a:xfrm>
              <a:off x="5899661" y="6536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3" name="pt6743"/>
            <p:cNvSpPr/>
            <p:nvPr/>
          </p:nvSpPr>
          <p:spPr>
            <a:xfrm>
              <a:off x="5950304" y="66315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4" name="pt6744"/>
            <p:cNvSpPr/>
            <p:nvPr/>
          </p:nvSpPr>
          <p:spPr>
            <a:xfrm>
              <a:off x="6179748" y="6794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5" name="pt6745"/>
            <p:cNvSpPr/>
            <p:nvPr/>
          </p:nvSpPr>
          <p:spPr>
            <a:xfrm>
              <a:off x="5915384" y="6847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6" name="pt6746"/>
            <p:cNvSpPr/>
            <p:nvPr/>
          </p:nvSpPr>
          <p:spPr>
            <a:xfrm>
              <a:off x="6248856" y="6678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7" name="pt6747"/>
            <p:cNvSpPr/>
            <p:nvPr/>
          </p:nvSpPr>
          <p:spPr>
            <a:xfrm>
              <a:off x="5890703" y="6676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8" name="pt6748"/>
            <p:cNvSpPr/>
            <p:nvPr/>
          </p:nvSpPr>
          <p:spPr>
            <a:xfrm>
              <a:off x="5956154" y="6684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9" name="pt6749"/>
            <p:cNvSpPr/>
            <p:nvPr/>
          </p:nvSpPr>
          <p:spPr>
            <a:xfrm>
              <a:off x="6059998" y="65880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0" name="pt6750"/>
            <p:cNvSpPr/>
            <p:nvPr/>
          </p:nvSpPr>
          <p:spPr>
            <a:xfrm>
              <a:off x="5908620" y="6783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1" name="pt6751"/>
            <p:cNvSpPr/>
            <p:nvPr/>
          </p:nvSpPr>
          <p:spPr>
            <a:xfrm>
              <a:off x="5986320" y="6887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2" name="pt6752"/>
            <p:cNvSpPr/>
            <p:nvPr/>
          </p:nvSpPr>
          <p:spPr>
            <a:xfrm>
              <a:off x="6171704" y="6794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3" name="pt6753"/>
            <p:cNvSpPr/>
            <p:nvPr/>
          </p:nvSpPr>
          <p:spPr>
            <a:xfrm>
              <a:off x="6042447" y="6821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4" name="pt6754"/>
            <p:cNvSpPr/>
            <p:nvPr/>
          </p:nvSpPr>
          <p:spPr>
            <a:xfrm>
              <a:off x="5925622" y="6906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5" name="pt6755"/>
            <p:cNvSpPr/>
            <p:nvPr/>
          </p:nvSpPr>
          <p:spPr>
            <a:xfrm>
              <a:off x="6055245" y="6874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6" name="rc6756"/>
            <p:cNvSpPr/>
            <p:nvPr/>
          </p:nvSpPr>
          <p:spPr>
            <a:xfrm>
              <a:off x="5874311" y="7171286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57" name="pl6757"/>
            <p:cNvSpPr/>
            <p:nvPr/>
          </p:nvSpPr>
          <p:spPr>
            <a:xfrm>
              <a:off x="5874311" y="775367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8" name="pl6758"/>
            <p:cNvSpPr/>
            <p:nvPr/>
          </p:nvSpPr>
          <p:spPr>
            <a:xfrm>
              <a:off x="5874311" y="757340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9" name="pl6759"/>
            <p:cNvSpPr/>
            <p:nvPr/>
          </p:nvSpPr>
          <p:spPr>
            <a:xfrm>
              <a:off x="5874311" y="739314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0" name="pl6760"/>
            <p:cNvSpPr/>
            <p:nvPr/>
          </p:nvSpPr>
          <p:spPr>
            <a:xfrm>
              <a:off x="5874311" y="721288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1" name="pl6761"/>
            <p:cNvSpPr/>
            <p:nvPr/>
          </p:nvSpPr>
          <p:spPr>
            <a:xfrm>
              <a:off x="5971839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2" name="pl6762"/>
            <p:cNvSpPr/>
            <p:nvPr/>
          </p:nvSpPr>
          <p:spPr>
            <a:xfrm>
              <a:off x="6154663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3" name="pl6763"/>
            <p:cNvSpPr/>
            <p:nvPr/>
          </p:nvSpPr>
          <p:spPr>
            <a:xfrm>
              <a:off x="6337488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4" name="pl6764"/>
            <p:cNvSpPr/>
            <p:nvPr/>
          </p:nvSpPr>
          <p:spPr>
            <a:xfrm>
              <a:off x="5874311" y="766353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5" name="pl6765"/>
            <p:cNvSpPr/>
            <p:nvPr/>
          </p:nvSpPr>
          <p:spPr>
            <a:xfrm>
              <a:off x="5874311" y="748327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6" name="pl6766"/>
            <p:cNvSpPr/>
            <p:nvPr/>
          </p:nvSpPr>
          <p:spPr>
            <a:xfrm>
              <a:off x="5874311" y="730301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7" name="pl6767"/>
            <p:cNvSpPr/>
            <p:nvPr/>
          </p:nvSpPr>
          <p:spPr>
            <a:xfrm>
              <a:off x="5880426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8" name="pl6768"/>
            <p:cNvSpPr/>
            <p:nvPr/>
          </p:nvSpPr>
          <p:spPr>
            <a:xfrm>
              <a:off x="6063251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9" name="pl6769"/>
            <p:cNvSpPr/>
            <p:nvPr/>
          </p:nvSpPr>
          <p:spPr>
            <a:xfrm>
              <a:off x="6246076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0" name="pl6770"/>
            <p:cNvSpPr/>
            <p:nvPr/>
          </p:nvSpPr>
          <p:spPr>
            <a:xfrm>
              <a:off x="6428900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1" name="pt6771"/>
            <p:cNvSpPr/>
            <p:nvPr/>
          </p:nvSpPr>
          <p:spPr>
            <a:xfrm>
              <a:off x="5915384" y="7445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2" name="pt6772"/>
            <p:cNvSpPr/>
            <p:nvPr/>
          </p:nvSpPr>
          <p:spPr>
            <a:xfrm>
              <a:off x="5925257" y="7357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3" name="pt6773"/>
            <p:cNvSpPr/>
            <p:nvPr/>
          </p:nvSpPr>
          <p:spPr>
            <a:xfrm>
              <a:off x="6139527" y="7417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4" name="pt6774"/>
            <p:cNvSpPr/>
            <p:nvPr/>
          </p:nvSpPr>
          <p:spPr>
            <a:xfrm>
              <a:off x="6275366" y="7506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5" name="pt6775"/>
            <p:cNvSpPr/>
            <p:nvPr/>
          </p:nvSpPr>
          <p:spPr>
            <a:xfrm>
              <a:off x="5948658" y="76017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6" name="pt6776"/>
            <p:cNvSpPr/>
            <p:nvPr/>
          </p:nvSpPr>
          <p:spPr>
            <a:xfrm>
              <a:off x="5958348" y="7528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7" name="pt6777"/>
            <p:cNvSpPr/>
            <p:nvPr/>
          </p:nvSpPr>
          <p:spPr>
            <a:xfrm>
              <a:off x="5917761" y="7315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8" name="pt6778"/>
            <p:cNvSpPr/>
            <p:nvPr/>
          </p:nvSpPr>
          <p:spPr>
            <a:xfrm>
              <a:off x="5919955" y="7679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9" name="pt6779"/>
            <p:cNvSpPr/>
            <p:nvPr/>
          </p:nvSpPr>
          <p:spPr>
            <a:xfrm>
              <a:off x="6412484" y="73143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0" name="pt6780"/>
            <p:cNvSpPr/>
            <p:nvPr/>
          </p:nvSpPr>
          <p:spPr>
            <a:xfrm>
              <a:off x="5970049" y="7554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1" name="pt6781"/>
            <p:cNvSpPr/>
            <p:nvPr/>
          </p:nvSpPr>
          <p:spPr>
            <a:xfrm>
              <a:off x="6067860" y="72868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2" name="pt6782"/>
            <p:cNvSpPr/>
            <p:nvPr/>
          </p:nvSpPr>
          <p:spPr>
            <a:xfrm>
              <a:off x="5993816" y="7362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3" name="pt6783"/>
            <p:cNvSpPr/>
            <p:nvPr/>
          </p:nvSpPr>
          <p:spPr>
            <a:xfrm>
              <a:off x="6153239" y="7259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4" name="pt6784"/>
            <p:cNvSpPr/>
            <p:nvPr/>
          </p:nvSpPr>
          <p:spPr>
            <a:xfrm>
              <a:off x="6052868" y="7493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5" name="pt6785"/>
            <p:cNvSpPr/>
            <p:nvPr/>
          </p:nvSpPr>
          <p:spPr>
            <a:xfrm>
              <a:off x="5953777" y="7608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6" name="pt6786"/>
            <p:cNvSpPr/>
            <p:nvPr/>
          </p:nvSpPr>
          <p:spPr>
            <a:xfrm>
              <a:off x="6131483" y="7282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7" name="pt6787"/>
            <p:cNvSpPr/>
            <p:nvPr/>
          </p:nvSpPr>
          <p:spPr>
            <a:xfrm>
              <a:off x="5927633" y="75813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8" name="pt6788"/>
            <p:cNvSpPr/>
            <p:nvPr/>
          </p:nvSpPr>
          <p:spPr>
            <a:xfrm>
              <a:off x="5895456" y="7352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9" name="pt6789"/>
            <p:cNvSpPr/>
            <p:nvPr/>
          </p:nvSpPr>
          <p:spPr>
            <a:xfrm>
              <a:off x="5990891" y="73969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0" name="pt6790"/>
            <p:cNvSpPr/>
            <p:nvPr/>
          </p:nvSpPr>
          <p:spPr>
            <a:xfrm>
              <a:off x="6175726" y="7396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1" name="pt6791"/>
            <p:cNvSpPr/>
            <p:nvPr/>
          </p:nvSpPr>
          <p:spPr>
            <a:xfrm>
              <a:off x="6186147" y="72127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2" name="pt6792"/>
            <p:cNvSpPr/>
            <p:nvPr/>
          </p:nvSpPr>
          <p:spPr>
            <a:xfrm>
              <a:off x="6081572" y="73558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3" name="pt6793"/>
            <p:cNvSpPr/>
            <p:nvPr/>
          </p:nvSpPr>
          <p:spPr>
            <a:xfrm>
              <a:off x="5947196" y="7729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4" name="pt6794"/>
            <p:cNvSpPr/>
            <p:nvPr/>
          </p:nvSpPr>
          <p:spPr>
            <a:xfrm>
              <a:off x="6128923" y="7437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5" name="pt6795"/>
            <p:cNvSpPr/>
            <p:nvPr/>
          </p:nvSpPr>
          <p:spPr>
            <a:xfrm>
              <a:off x="5908071" y="7497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6" name="pt6796"/>
            <p:cNvSpPr/>
            <p:nvPr/>
          </p:nvSpPr>
          <p:spPr>
            <a:xfrm>
              <a:off x="5962370" y="74310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7" name="pt6797"/>
            <p:cNvSpPr/>
            <p:nvPr/>
          </p:nvSpPr>
          <p:spPr>
            <a:xfrm>
              <a:off x="5932021" y="75358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8" name="pt6798"/>
            <p:cNvSpPr/>
            <p:nvPr/>
          </p:nvSpPr>
          <p:spPr>
            <a:xfrm>
              <a:off x="5941711" y="75369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9" name="pt6799"/>
            <p:cNvSpPr/>
            <p:nvPr/>
          </p:nvSpPr>
          <p:spPr>
            <a:xfrm>
              <a:off x="6059450" y="7575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0" name="pt6800"/>
            <p:cNvSpPr/>
            <p:nvPr/>
          </p:nvSpPr>
          <p:spPr>
            <a:xfrm>
              <a:off x="6284690" y="7273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1" name="pt6801"/>
            <p:cNvSpPr/>
            <p:nvPr/>
          </p:nvSpPr>
          <p:spPr>
            <a:xfrm>
              <a:off x="6037511" y="73801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2" name="pt6802"/>
            <p:cNvSpPr/>
            <p:nvPr/>
          </p:nvSpPr>
          <p:spPr>
            <a:xfrm>
              <a:off x="5971877" y="7417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3" name="pt6803"/>
            <p:cNvSpPr/>
            <p:nvPr/>
          </p:nvSpPr>
          <p:spPr>
            <a:xfrm>
              <a:off x="6155616" y="7623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4" name="pt6804"/>
            <p:cNvSpPr/>
            <p:nvPr/>
          </p:nvSpPr>
          <p:spPr>
            <a:xfrm>
              <a:off x="5903501" y="72917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5" name="pt6805"/>
            <p:cNvSpPr/>
            <p:nvPr/>
          </p:nvSpPr>
          <p:spPr>
            <a:xfrm>
              <a:off x="5962919" y="7441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6" name="pt6806"/>
            <p:cNvSpPr/>
            <p:nvPr/>
          </p:nvSpPr>
          <p:spPr>
            <a:xfrm>
              <a:off x="5974071" y="7585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7" name="pt6807"/>
            <p:cNvSpPr/>
            <p:nvPr/>
          </p:nvSpPr>
          <p:spPr>
            <a:xfrm>
              <a:off x="6000946" y="7465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8" name="pt6808"/>
            <p:cNvSpPr/>
            <p:nvPr/>
          </p:nvSpPr>
          <p:spPr>
            <a:xfrm>
              <a:off x="6043179" y="7582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9" name="pt6809"/>
            <p:cNvSpPr/>
            <p:nvPr/>
          </p:nvSpPr>
          <p:spPr>
            <a:xfrm>
              <a:off x="6340817" y="75533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0" name="pt6810"/>
            <p:cNvSpPr/>
            <p:nvPr/>
          </p:nvSpPr>
          <p:spPr>
            <a:xfrm>
              <a:off x="6091993" y="7432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1" name="pt6811"/>
            <p:cNvSpPr/>
            <p:nvPr/>
          </p:nvSpPr>
          <p:spPr>
            <a:xfrm>
              <a:off x="6202602" y="73272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2" name="pt6812"/>
            <p:cNvSpPr/>
            <p:nvPr/>
          </p:nvSpPr>
          <p:spPr>
            <a:xfrm>
              <a:off x="6110092" y="7496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3" name="pt6813"/>
            <p:cNvSpPr/>
            <p:nvPr/>
          </p:nvSpPr>
          <p:spPr>
            <a:xfrm>
              <a:off x="6112286" y="74138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4" name="pt6814"/>
            <p:cNvSpPr/>
            <p:nvPr/>
          </p:nvSpPr>
          <p:spPr>
            <a:xfrm>
              <a:off x="6446307" y="7301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5" name="pt6815"/>
            <p:cNvSpPr/>
            <p:nvPr/>
          </p:nvSpPr>
          <p:spPr>
            <a:xfrm>
              <a:off x="5991622" y="7619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6" name="pt6816"/>
            <p:cNvSpPr/>
            <p:nvPr/>
          </p:nvSpPr>
          <p:spPr>
            <a:xfrm>
              <a:off x="5925074" y="7550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7" name="pt6817"/>
            <p:cNvSpPr/>
            <p:nvPr/>
          </p:nvSpPr>
          <p:spPr>
            <a:xfrm>
              <a:off x="5961273" y="7675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8" name="pt6818"/>
            <p:cNvSpPr/>
            <p:nvPr/>
          </p:nvSpPr>
          <p:spPr>
            <a:xfrm>
              <a:off x="5973705" y="7270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9" name="pt6819"/>
            <p:cNvSpPr/>
            <p:nvPr/>
          </p:nvSpPr>
          <p:spPr>
            <a:xfrm>
              <a:off x="5970963" y="7614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0" name="pt6820"/>
            <p:cNvSpPr/>
            <p:nvPr/>
          </p:nvSpPr>
          <p:spPr>
            <a:xfrm>
              <a:off x="6234230" y="73998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1" name="pt6821"/>
            <p:cNvSpPr/>
            <p:nvPr/>
          </p:nvSpPr>
          <p:spPr>
            <a:xfrm>
              <a:off x="6041167" y="7571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2" name="pt6822"/>
            <p:cNvSpPr/>
            <p:nvPr/>
          </p:nvSpPr>
          <p:spPr>
            <a:xfrm>
              <a:off x="5947744" y="7618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3" name="pt6823"/>
            <p:cNvSpPr/>
            <p:nvPr/>
          </p:nvSpPr>
          <p:spPr>
            <a:xfrm>
              <a:off x="6110824" y="73898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4" name="pt6824"/>
            <p:cNvSpPr/>
            <p:nvPr/>
          </p:nvSpPr>
          <p:spPr>
            <a:xfrm>
              <a:off x="5983761" y="7626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5" name="pt6825"/>
            <p:cNvSpPr/>
            <p:nvPr/>
          </p:nvSpPr>
          <p:spPr>
            <a:xfrm>
              <a:off x="6242457" y="7277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6" name="pt6826"/>
            <p:cNvSpPr/>
            <p:nvPr/>
          </p:nvSpPr>
          <p:spPr>
            <a:xfrm>
              <a:off x="5931107" y="74427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7" name="pt6827"/>
            <p:cNvSpPr/>
            <p:nvPr/>
          </p:nvSpPr>
          <p:spPr>
            <a:xfrm>
              <a:off x="6371166" y="71753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8" name="pt6828"/>
            <p:cNvSpPr/>
            <p:nvPr/>
          </p:nvSpPr>
          <p:spPr>
            <a:xfrm>
              <a:off x="5908985" y="77532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9" name="pt6829"/>
            <p:cNvSpPr/>
            <p:nvPr/>
          </p:nvSpPr>
          <p:spPr>
            <a:xfrm>
              <a:off x="5914104" y="7511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0" name="pt6830"/>
            <p:cNvSpPr/>
            <p:nvPr/>
          </p:nvSpPr>
          <p:spPr>
            <a:xfrm>
              <a:off x="6059816" y="7384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1" name="pt6831"/>
            <p:cNvSpPr/>
            <p:nvPr/>
          </p:nvSpPr>
          <p:spPr>
            <a:xfrm>
              <a:off x="6223626" y="73391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2" name="pt6832"/>
            <p:cNvSpPr/>
            <p:nvPr/>
          </p:nvSpPr>
          <p:spPr>
            <a:xfrm>
              <a:off x="5997472" y="7662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3" name="pt6833"/>
            <p:cNvSpPr/>
            <p:nvPr/>
          </p:nvSpPr>
          <p:spPr>
            <a:xfrm>
              <a:off x="6119599" y="7553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4" name="pt6834"/>
            <p:cNvSpPr/>
            <p:nvPr/>
          </p:nvSpPr>
          <p:spPr>
            <a:xfrm>
              <a:off x="6027456" y="74858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5" name="pt6835"/>
            <p:cNvSpPr/>
            <p:nvPr/>
          </p:nvSpPr>
          <p:spPr>
            <a:xfrm>
              <a:off x="5882659" y="76189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6" name="pt6836"/>
            <p:cNvSpPr/>
            <p:nvPr/>
          </p:nvSpPr>
          <p:spPr>
            <a:xfrm>
              <a:off x="6163111" y="7411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7" name="pt6837"/>
            <p:cNvSpPr/>
            <p:nvPr/>
          </p:nvSpPr>
          <p:spPr>
            <a:xfrm>
              <a:off x="6170242" y="7276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8" name="pt6838"/>
            <p:cNvSpPr/>
            <p:nvPr/>
          </p:nvSpPr>
          <p:spPr>
            <a:xfrm>
              <a:off x="5925074" y="7649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9" name="pt6839"/>
            <p:cNvSpPr/>
            <p:nvPr/>
          </p:nvSpPr>
          <p:spPr>
            <a:xfrm>
              <a:off x="5994547" y="7541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0" name="pt6840"/>
            <p:cNvSpPr/>
            <p:nvPr/>
          </p:nvSpPr>
          <p:spPr>
            <a:xfrm>
              <a:off x="5911545" y="7366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1" name="pt6841"/>
            <p:cNvSpPr/>
            <p:nvPr/>
          </p:nvSpPr>
          <p:spPr>
            <a:xfrm>
              <a:off x="5971146" y="7500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2" name="pt6842"/>
            <p:cNvSpPr/>
            <p:nvPr/>
          </p:nvSpPr>
          <p:spPr>
            <a:xfrm>
              <a:off x="6044641" y="7617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3" name="pt6843"/>
            <p:cNvSpPr/>
            <p:nvPr/>
          </p:nvSpPr>
          <p:spPr>
            <a:xfrm>
              <a:off x="6018132" y="7422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4" name="pt6844"/>
            <p:cNvSpPr/>
            <p:nvPr/>
          </p:nvSpPr>
          <p:spPr>
            <a:xfrm>
              <a:off x="6041899" y="7639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5" name="pt6845"/>
            <p:cNvSpPr/>
            <p:nvPr/>
          </p:nvSpPr>
          <p:spPr>
            <a:xfrm>
              <a:off x="5908620" y="73721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6" name="pt6846"/>
            <p:cNvSpPr/>
            <p:nvPr/>
          </p:nvSpPr>
          <p:spPr>
            <a:xfrm>
              <a:off x="5900027" y="7602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7" name="pt6847"/>
            <p:cNvSpPr/>
            <p:nvPr/>
          </p:nvSpPr>
          <p:spPr>
            <a:xfrm>
              <a:off x="5942625" y="76381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8" name="pt6848"/>
            <p:cNvSpPr/>
            <p:nvPr/>
          </p:nvSpPr>
          <p:spPr>
            <a:xfrm>
              <a:off x="6021057" y="75588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9" name="pt6849"/>
            <p:cNvSpPr/>
            <p:nvPr/>
          </p:nvSpPr>
          <p:spPr>
            <a:xfrm>
              <a:off x="6082486" y="7562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0" name="pt6850"/>
            <p:cNvSpPr/>
            <p:nvPr/>
          </p:nvSpPr>
          <p:spPr>
            <a:xfrm>
              <a:off x="5906426" y="7517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1" name="pt6851"/>
            <p:cNvSpPr/>
            <p:nvPr/>
          </p:nvSpPr>
          <p:spPr>
            <a:xfrm>
              <a:off x="6002226" y="73978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2" name="pt6852"/>
            <p:cNvSpPr/>
            <p:nvPr/>
          </p:nvSpPr>
          <p:spPr>
            <a:xfrm>
              <a:off x="6081389" y="7327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3" name="pt6853"/>
            <p:cNvSpPr/>
            <p:nvPr/>
          </p:nvSpPr>
          <p:spPr>
            <a:xfrm>
              <a:off x="5993085" y="7537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4" name="pt6854"/>
            <p:cNvSpPr/>
            <p:nvPr/>
          </p:nvSpPr>
          <p:spPr>
            <a:xfrm>
              <a:off x="6359831" y="75351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5" name="pt6855"/>
            <p:cNvSpPr/>
            <p:nvPr/>
          </p:nvSpPr>
          <p:spPr>
            <a:xfrm>
              <a:off x="5899661" y="7229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6" name="pt6856"/>
            <p:cNvSpPr/>
            <p:nvPr/>
          </p:nvSpPr>
          <p:spPr>
            <a:xfrm>
              <a:off x="5950304" y="7370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7" name="pt6857"/>
            <p:cNvSpPr/>
            <p:nvPr/>
          </p:nvSpPr>
          <p:spPr>
            <a:xfrm>
              <a:off x="6179748" y="7492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8" name="pt6858"/>
            <p:cNvSpPr/>
            <p:nvPr/>
          </p:nvSpPr>
          <p:spPr>
            <a:xfrm>
              <a:off x="5915384" y="7582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9" name="pt6859"/>
            <p:cNvSpPr/>
            <p:nvPr/>
          </p:nvSpPr>
          <p:spPr>
            <a:xfrm>
              <a:off x="6248856" y="74280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0" name="pt6860"/>
            <p:cNvSpPr/>
            <p:nvPr/>
          </p:nvSpPr>
          <p:spPr>
            <a:xfrm>
              <a:off x="5890703" y="7523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1" name="pt6861"/>
            <p:cNvSpPr/>
            <p:nvPr/>
          </p:nvSpPr>
          <p:spPr>
            <a:xfrm>
              <a:off x="5956154" y="7380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2" name="pt6862"/>
            <p:cNvSpPr/>
            <p:nvPr/>
          </p:nvSpPr>
          <p:spPr>
            <a:xfrm>
              <a:off x="6059998" y="72351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3" name="pt6863"/>
            <p:cNvSpPr/>
            <p:nvPr/>
          </p:nvSpPr>
          <p:spPr>
            <a:xfrm>
              <a:off x="5908620" y="7590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4" name="pt6864"/>
            <p:cNvSpPr/>
            <p:nvPr/>
          </p:nvSpPr>
          <p:spPr>
            <a:xfrm>
              <a:off x="5986320" y="7636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5" name="pt6865"/>
            <p:cNvSpPr/>
            <p:nvPr/>
          </p:nvSpPr>
          <p:spPr>
            <a:xfrm>
              <a:off x="6171704" y="7554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6" name="pt6866"/>
            <p:cNvSpPr/>
            <p:nvPr/>
          </p:nvSpPr>
          <p:spPr>
            <a:xfrm>
              <a:off x="6042447" y="75181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7" name="pt6867"/>
            <p:cNvSpPr/>
            <p:nvPr/>
          </p:nvSpPr>
          <p:spPr>
            <a:xfrm>
              <a:off x="5925622" y="7647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8" name="pt6868"/>
            <p:cNvSpPr/>
            <p:nvPr/>
          </p:nvSpPr>
          <p:spPr>
            <a:xfrm>
              <a:off x="6055245" y="7645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9" name="rc6869"/>
            <p:cNvSpPr/>
            <p:nvPr/>
          </p:nvSpPr>
          <p:spPr>
            <a:xfrm>
              <a:off x="5874311" y="7876508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70" name="pl6870"/>
            <p:cNvSpPr/>
            <p:nvPr/>
          </p:nvSpPr>
          <p:spPr>
            <a:xfrm>
              <a:off x="5874311" y="845271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1" name="pl6871"/>
            <p:cNvSpPr/>
            <p:nvPr/>
          </p:nvSpPr>
          <p:spPr>
            <a:xfrm>
              <a:off x="5874311" y="833936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2" name="pl6872"/>
            <p:cNvSpPr/>
            <p:nvPr/>
          </p:nvSpPr>
          <p:spPr>
            <a:xfrm>
              <a:off x="5874311" y="822601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3" name="pl6873"/>
            <p:cNvSpPr/>
            <p:nvPr/>
          </p:nvSpPr>
          <p:spPr>
            <a:xfrm>
              <a:off x="5874311" y="811266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4" name="pl6874"/>
            <p:cNvSpPr/>
            <p:nvPr/>
          </p:nvSpPr>
          <p:spPr>
            <a:xfrm>
              <a:off x="5874311" y="799930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5" name="pl6875"/>
            <p:cNvSpPr/>
            <p:nvPr/>
          </p:nvSpPr>
          <p:spPr>
            <a:xfrm>
              <a:off x="5874311" y="788595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6" name="pl6876"/>
            <p:cNvSpPr/>
            <p:nvPr/>
          </p:nvSpPr>
          <p:spPr>
            <a:xfrm>
              <a:off x="5971839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7" name="pl6877"/>
            <p:cNvSpPr/>
            <p:nvPr/>
          </p:nvSpPr>
          <p:spPr>
            <a:xfrm>
              <a:off x="6154663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8" name="pl6878"/>
            <p:cNvSpPr/>
            <p:nvPr/>
          </p:nvSpPr>
          <p:spPr>
            <a:xfrm>
              <a:off x="6337488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9" name="pl6879"/>
            <p:cNvSpPr/>
            <p:nvPr/>
          </p:nvSpPr>
          <p:spPr>
            <a:xfrm>
              <a:off x="5874311" y="850939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0" name="pl6880"/>
            <p:cNvSpPr/>
            <p:nvPr/>
          </p:nvSpPr>
          <p:spPr>
            <a:xfrm>
              <a:off x="5874311" y="839604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1" name="pl6881"/>
            <p:cNvSpPr/>
            <p:nvPr/>
          </p:nvSpPr>
          <p:spPr>
            <a:xfrm>
              <a:off x="5874311" y="828268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2" name="pl6882"/>
            <p:cNvSpPr/>
            <p:nvPr/>
          </p:nvSpPr>
          <p:spPr>
            <a:xfrm>
              <a:off x="5874311" y="816933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3" name="pl6883"/>
            <p:cNvSpPr/>
            <p:nvPr/>
          </p:nvSpPr>
          <p:spPr>
            <a:xfrm>
              <a:off x="5874311" y="805598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4" name="pl6884"/>
            <p:cNvSpPr/>
            <p:nvPr/>
          </p:nvSpPr>
          <p:spPr>
            <a:xfrm>
              <a:off x="5874311" y="794263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5" name="pl6885"/>
            <p:cNvSpPr/>
            <p:nvPr/>
          </p:nvSpPr>
          <p:spPr>
            <a:xfrm>
              <a:off x="5880426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6" name="pl6886"/>
            <p:cNvSpPr/>
            <p:nvPr/>
          </p:nvSpPr>
          <p:spPr>
            <a:xfrm>
              <a:off x="6063251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7" name="pl6887"/>
            <p:cNvSpPr/>
            <p:nvPr/>
          </p:nvSpPr>
          <p:spPr>
            <a:xfrm>
              <a:off x="6246076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8" name="pl6888"/>
            <p:cNvSpPr/>
            <p:nvPr/>
          </p:nvSpPr>
          <p:spPr>
            <a:xfrm>
              <a:off x="6428900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9" name="pt6889"/>
            <p:cNvSpPr/>
            <p:nvPr/>
          </p:nvSpPr>
          <p:spPr>
            <a:xfrm>
              <a:off x="5901489" y="80353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0" name="pt6890"/>
            <p:cNvSpPr/>
            <p:nvPr/>
          </p:nvSpPr>
          <p:spPr>
            <a:xfrm>
              <a:off x="5885949" y="8212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1" name="pt6891"/>
            <p:cNvSpPr/>
            <p:nvPr/>
          </p:nvSpPr>
          <p:spPr>
            <a:xfrm>
              <a:off x="5915384" y="8107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2" name="pt6892"/>
            <p:cNvSpPr/>
            <p:nvPr/>
          </p:nvSpPr>
          <p:spPr>
            <a:xfrm>
              <a:off x="5986137" y="81619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3" name="pt6893"/>
            <p:cNvSpPr/>
            <p:nvPr/>
          </p:nvSpPr>
          <p:spPr>
            <a:xfrm>
              <a:off x="5925257" y="7957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4" name="pt6894"/>
            <p:cNvSpPr/>
            <p:nvPr/>
          </p:nvSpPr>
          <p:spPr>
            <a:xfrm>
              <a:off x="5976996" y="81458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5" name="pt6895"/>
            <p:cNvSpPr/>
            <p:nvPr/>
          </p:nvSpPr>
          <p:spPr>
            <a:xfrm>
              <a:off x="5922149" y="7980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6" name="pt6896"/>
            <p:cNvSpPr/>
            <p:nvPr/>
          </p:nvSpPr>
          <p:spPr>
            <a:xfrm>
              <a:off x="6115211" y="8050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7" name="pt6897"/>
            <p:cNvSpPr/>
            <p:nvPr/>
          </p:nvSpPr>
          <p:spPr>
            <a:xfrm>
              <a:off x="5956702" y="7880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8" name="pt6898"/>
            <p:cNvSpPr/>
            <p:nvPr/>
          </p:nvSpPr>
          <p:spPr>
            <a:xfrm>
              <a:off x="5893262" y="81304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9" name="pt6899"/>
            <p:cNvSpPr/>
            <p:nvPr/>
          </p:nvSpPr>
          <p:spPr>
            <a:xfrm>
              <a:off x="6139527" y="7967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0" name="pt6900"/>
            <p:cNvSpPr/>
            <p:nvPr/>
          </p:nvSpPr>
          <p:spPr>
            <a:xfrm>
              <a:off x="6059450" y="80819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1" name="pt6901"/>
            <p:cNvSpPr/>
            <p:nvPr/>
          </p:nvSpPr>
          <p:spPr>
            <a:xfrm>
              <a:off x="6275366" y="7922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2" name="pt6902"/>
            <p:cNvSpPr/>
            <p:nvPr/>
          </p:nvSpPr>
          <p:spPr>
            <a:xfrm>
              <a:off x="5948658" y="8196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3" name="pt6903"/>
            <p:cNvSpPr/>
            <p:nvPr/>
          </p:nvSpPr>
          <p:spPr>
            <a:xfrm>
              <a:off x="5883938" y="83022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4" name="pt6904"/>
            <p:cNvSpPr/>
            <p:nvPr/>
          </p:nvSpPr>
          <p:spPr>
            <a:xfrm>
              <a:off x="5909899" y="81004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5" name="pt6905"/>
            <p:cNvSpPr/>
            <p:nvPr/>
          </p:nvSpPr>
          <p:spPr>
            <a:xfrm>
              <a:off x="5901855" y="81279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6" name="pt6906"/>
            <p:cNvSpPr/>
            <p:nvPr/>
          </p:nvSpPr>
          <p:spPr>
            <a:xfrm>
              <a:off x="5886864" y="82316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7" name="pt6907"/>
            <p:cNvSpPr/>
            <p:nvPr/>
          </p:nvSpPr>
          <p:spPr>
            <a:xfrm>
              <a:off x="5904597" y="8108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8" name="pt6908"/>
            <p:cNvSpPr/>
            <p:nvPr/>
          </p:nvSpPr>
          <p:spPr>
            <a:xfrm>
              <a:off x="5925622" y="8021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9" name="pt6909"/>
            <p:cNvSpPr/>
            <p:nvPr/>
          </p:nvSpPr>
          <p:spPr>
            <a:xfrm>
              <a:off x="5891251" y="81815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0" name="pt6910"/>
            <p:cNvSpPr/>
            <p:nvPr/>
          </p:nvSpPr>
          <p:spPr>
            <a:xfrm>
              <a:off x="5958348" y="7885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1" name="pt6911"/>
            <p:cNvSpPr/>
            <p:nvPr/>
          </p:nvSpPr>
          <p:spPr>
            <a:xfrm>
              <a:off x="5917761" y="8250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2" name="pt6912"/>
            <p:cNvSpPr/>
            <p:nvPr/>
          </p:nvSpPr>
          <p:spPr>
            <a:xfrm>
              <a:off x="5919955" y="82150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3" name="pt6913"/>
            <p:cNvSpPr/>
            <p:nvPr/>
          </p:nvSpPr>
          <p:spPr>
            <a:xfrm>
              <a:off x="5925074" y="79858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4" name="pt6914"/>
            <p:cNvSpPr/>
            <p:nvPr/>
          </p:nvSpPr>
          <p:spPr>
            <a:xfrm>
              <a:off x="5898930" y="81238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5" name="pt6915"/>
            <p:cNvSpPr/>
            <p:nvPr/>
          </p:nvSpPr>
          <p:spPr>
            <a:xfrm>
              <a:off x="5902221" y="8135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6" name="pt6916"/>
            <p:cNvSpPr/>
            <p:nvPr/>
          </p:nvSpPr>
          <p:spPr>
            <a:xfrm>
              <a:off x="5902404" y="8167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7" name="pt6917"/>
            <p:cNvSpPr/>
            <p:nvPr/>
          </p:nvSpPr>
          <p:spPr>
            <a:xfrm>
              <a:off x="5890337" y="81712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8" name="pt6918"/>
            <p:cNvSpPr/>
            <p:nvPr/>
          </p:nvSpPr>
          <p:spPr>
            <a:xfrm>
              <a:off x="5909717" y="79952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9" name="pt6919"/>
            <p:cNvSpPr/>
            <p:nvPr/>
          </p:nvSpPr>
          <p:spPr>
            <a:xfrm>
              <a:off x="5919589" y="8041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0" name="pt6920"/>
            <p:cNvSpPr/>
            <p:nvPr/>
          </p:nvSpPr>
          <p:spPr>
            <a:xfrm>
              <a:off x="5896553" y="8298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1" name="pt6921"/>
            <p:cNvSpPr/>
            <p:nvPr/>
          </p:nvSpPr>
          <p:spPr>
            <a:xfrm>
              <a:off x="6412484" y="79627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2" name="pt6922"/>
            <p:cNvSpPr/>
            <p:nvPr/>
          </p:nvSpPr>
          <p:spPr>
            <a:xfrm>
              <a:off x="6280850" y="79874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3" name="pt6923"/>
            <p:cNvSpPr/>
            <p:nvPr/>
          </p:nvSpPr>
          <p:spPr>
            <a:xfrm>
              <a:off x="5897102" y="8164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4" name="pt6924"/>
            <p:cNvSpPr/>
            <p:nvPr/>
          </p:nvSpPr>
          <p:spPr>
            <a:xfrm>
              <a:off x="5926719" y="8022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5" name="pt6925"/>
            <p:cNvSpPr/>
            <p:nvPr/>
          </p:nvSpPr>
          <p:spPr>
            <a:xfrm>
              <a:off x="5889972" y="8268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6" name="pt6926"/>
            <p:cNvSpPr/>
            <p:nvPr/>
          </p:nvSpPr>
          <p:spPr>
            <a:xfrm>
              <a:off x="5937140" y="7964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7" name="pt6927"/>
            <p:cNvSpPr/>
            <p:nvPr/>
          </p:nvSpPr>
          <p:spPr>
            <a:xfrm>
              <a:off x="5895273" y="81483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8" name="pt6928"/>
            <p:cNvSpPr/>
            <p:nvPr/>
          </p:nvSpPr>
          <p:spPr>
            <a:xfrm>
              <a:off x="5888143" y="8195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9" name="pt6929"/>
            <p:cNvSpPr/>
            <p:nvPr/>
          </p:nvSpPr>
          <p:spPr>
            <a:xfrm>
              <a:off x="5970049" y="8170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0" name="pt6930"/>
            <p:cNvSpPr/>
            <p:nvPr/>
          </p:nvSpPr>
          <p:spPr>
            <a:xfrm>
              <a:off x="6067860" y="80333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1" name="pt6931"/>
            <p:cNvSpPr/>
            <p:nvPr/>
          </p:nvSpPr>
          <p:spPr>
            <a:xfrm>
              <a:off x="5993816" y="8131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2" name="pt6932"/>
            <p:cNvSpPr/>
            <p:nvPr/>
          </p:nvSpPr>
          <p:spPr>
            <a:xfrm>
              <a:off x="5929644" y="8236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3" name="pt6933"/>
            <p:cNvSpPr/>
            <p:nvPr/>
          </p:nvSpPr>
          <p:spPr>
            <a:xfrm>
              <a:off x="5941711" y="79316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4" name="pt6934"/>
            <p:cNvSpPr/>
            <p:nvPr/>
          </p:nvSpPr>
          <p:spPr>
            <a:xfrm>
              <a:off x="6153239" y="8019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5" name="pt6935"/>
            <p:cNvSpPr/>
            <p:nvPr/>
          </p:nvSpPr>
          <p:spPr>
            <a:xfrm>
              <a:off x="6052868" y="8090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6" name="pt6936"/>
            <p:cNvSpPr/>
            <p:nvPr/>
          </p:nvSpPr>
          <p:spPr>
            <a:xfrm>
              <a:off x="5997290" y="8091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7" name="pt6937"/>
            <p:cNvSpPr/>
            <p:nvPr/>
          </p:nvSpPr>
          <p:spPr>
            <a:xfrm>
              <a:off x="5881196" y="8281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8" name="pt6938"/>
            <p:cNvSpPr/>
            <p:nvPr/>
          </p:nvSpPr>
          <p:spPr>
            <a:xfrm>
              <a:off x="5915567" y="8237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9" name="pt6939"/>
            <p:cNvSpPr/>
            <p:nvPr/>
          </p:nvSpPr>
          <p:spPr>
            <a:xfrm>
              <a:off x="5937323" y="82007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0" name="pt6940"/>
            <p:cNvSpPr/>
            <p:nvPr/>
          </p:nvSpPr>
          <p:spPr>
            <a:xfrm>
              <a:off x="5953777" y="8169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1" name="pt6941"/>
            <p:cNvSpPr/>
            <p:nvPr/>
          </p:nvSpPr>
          <p:spPr>
            <a:xfrm>
              <a:off x="6131483" y="80455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2" name="pt6942"/>
            <p:cNvSpPr/>
            <p:nvPr/>
          </p:nvSpPr>
          <p:spPr>
            <a:xfrm>
              <a:off x="5908802" y="8092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3" name="pt6943"/>
            <p:cNvSpPr/>
            <p:nvPr/>
          </p:nvSpPr>
          <p:spPr>
            <a:xfrm>
              <a:off x="5927633" y="8216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4" name="pt6944"/>
            <p:cNvSpPr/>
            <p:nvPr/>
          </p:nvSpPr>
          <p:spPr>
            <a:xfrm>
              <a:off x="6059816" y="8094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5" name="pt6945"/>
            <p:cNvSpPr/>
            <p:nvPr/>
          </p:nvSpPr>
          <p:spPr>
            <a:xfrm>
              <a:off x="6035866" y="8103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6" name="pt6946"/>
            <p:cNvSpPr/>
            <p:nvPr/>
          </p:nvSpPr>
          <p:spPr>
            <a:xfrm>
              <a:off x="5898930" y="8211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7" name="pt6947"/>
            <p:cNvSpPr/>
            <p:nvPr/>
          </p:nvSpPr>
          <p:spPr>
            <a:xfrm>
              <a:off x="6258546" y="7991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8" name="pt6948"/>
            <p:cNvSpPr/>
            <p:nvPr/>
          </p:nvSpPr>
          <p:spPr>
            <a:xfrm>
              <a:off x="5996558" y="8113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9" name="pt6949"/>
            <p:cNvSpPr/>
            <p:nvPr/>
          </p:nvSpPr>
          <p:spPr>
            <a:xfrm>
              <a:off x="5990891" y="8163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0" name="pt6950"/>
            <p:cNvSpPr/>
            <p:nvPr/>
          </p:nvSpPr>
          <p:spPr>
            <a:xfrm>
              <a:off x="6175726" y="7983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1" name="pt6951"/>
            <p:cNvSpPr/>
            <p:nvPr/>
          </p:nvSpPr>
          <p:spPr>
            <a:xfrm>
              <a:off x="5881196" y="8324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2" name="pt6952"/>
            <p:cNvSpPr/>
            <p:nvPr/>
          </p:nvSpPr>
          <p:spPr>
            <a:xfrm>
              <a:off x="5897102" y="82052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3" name="pt6953"/>
            <p:cNvSpPr/>
            <p:nvPr/>
          </p:nvSpPr>
          <p:spPr>
            <a:xfrm>
              <a:off x="6014475" y="8151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4" name="pt6954"/>
            <p:cNvSpPr/>
            <p:nvPr/>
          </p:nvSpPr>
          <p:spPr>
            <a:xfrm>
              <a:off x="5887960" y="8272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5" name="pt6955"/>
            <p:cNvSpPr/>
            <p:nvPr/>
          </p:nvSpPr>
          <p:spPr>
            <a:xfrm>
              <a:off x="6001677" y="8127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6" name="pt6956"/>
            <p:cNvSpPr/>
            <p:nvPr/>
          </p:nvSpPr>
          <p:spPr>
            <a:xfrm>
              <a:off x="5941711" y="8188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7" name="pt6957"/>
            <p:cNvSpPr/>
            <p:nvPr/>
          </p:nvSpPr>
          <p:spPr>
            <a:xfrm>
              <a:off x="6186147" y="8072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8" name="pt6958"/>
            <p:cNvSpPr/>
            <p:nvPr/>
          </p:nvSpPr>
          <p:spPr>
            <a:xfrm>
              <a:off x="5914653" y="80942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9" name="pt6959"/>
            <p:cNvSpPr/>
            <p:nvPr/>
          </p:nvSpPr>
          <p:spPr>
            <a:xfrm>
              <a:off x="5901672" y="8026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0" name="pt6960"/>
            <p:cNvSpPr/>
            <p:nvPr/>
          </p:nvSpPr>
          <p:spPr>
            <a:xfrm>
              <a:off x="5947196" y="82182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1" name="pt6961"/>
            <p:cNvSpPr/>
            <p:nvPr/>
          </p:nvSpPr>
          <p:spPr>
            <a:xfrm>
              <a:off x="5896736" y="8140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2" name="pt6962"/>
            <p:cNvSpPr/>
            <p:nvPr/>
          </p:nvSpPr>
          <p:spPr>
            <a:xfrm>
              <a:off x="5891434" y="8211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3" name="pt6963"/>
            <p:cNvSpPr/>
            <p:nvPr/>
          </p:nvSpPr>
          <p:spPr>
            <a:xfrm>
              <a:off x="5997107" y="81298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4" name="pt6964"/>
            <p:cNvSpPr/>
            <p:nvPr/>
          </p:nvSpPr>
          <p:spPr>
            <a:xfrm>
              <a:off x="5939700" y="7926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5" name="pt6965"/>
            <p:cNvSpPr/>
            <p:nvPr/>
          </p:nvSpPr>
          <p:spPr>
            <a:xfrm>
              <a:off x="5887595" y="8166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6" name="pt6966"/>
            <p:cNvSpPr/>
            <p:nvPr/>
          </p:nvSpPr>
          <p:spPr>
            <a:xfrm>
              <a:off x="5962370" y="81636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7" name="pt6967"/>
            <p:cNvSpPr/>
            <p:nvPr/>
          </p:nvSpPr>
          <p:spPr>
            <a:xfrm>
              <a:off x="5887229" y="8289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8" name="pt6968"/>
            <p:cNvSpPr/>
            <p:nvPr/>
          </p:nvSpPr>
          <p:spPr>
            <a:xfrm>
              <a:off x="5914287" y="80821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9" name="pt6969"/>
            <p:cNvSpPr/>
            <p:nvPr/>
          </p:nvSpPr>
          <p:spPr>
            <a:xfrm>
              <a:off x="5905877" y="8128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0" name="pt6970"/>
            <p:cNvSpPr/>
            <p:nvPr/>
          </p:nvSpPr>
          <p:spPr>
            <a:xfrm>
              <a:off x="5891800" y="8163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1" name="pt6971"/>
            <p:cNvSpPr/>
            <p:nvPr/>
          </p:nvSpPr>
          <p:spPr>
            <a:xfrm>
              <a:off x="5941711" y="8213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2" name="pt6972"/>
            <p:cNvSpPr/>
            <p:nvPr/>
          </p:nvSpPr>
          <p:spPr>
            <a:xfrm>
              <a:off x="5900575" y="8029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3" name="pt6973"/>
            <p:cNvSpPr/>
            <p:nvPr/>
          </p:nvSpPr>
          <p:spPr>
            <a:xfrm>
              <a:off x="6091810" y="8059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4" name="pt6974"/>
            <p:cNvSpPr/>
            <p:nvPr/>
          </p:nvSpPr>
          <p:spPr>
            <a:xfrm>
              <a:off x="6151959" y="80801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5" name="pt6975"/>
            <p:cNvSpPr/>
            <p:nvPr/>
          </p:nvSpPr>
          <p:spPr>
            <a:xfrm>
              <a:off x="6059450" y="80982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6" name="pt6976"/>
            <p:cNvSpPr/>
            <p:nvPr/>
          </p:nvSpPr>
          <p:spPr>
            <a:xfrm>
              <a:off x="5905146" y="80653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7" name="pt6977"/>
            <p:cNvSpPr/>
            <p:nvPr/>
          </p:nvSpPr>
          <p:spPr>
            <a:xfrm>
              <a:off x="6152508" y="80248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8" name="pt6978"/>
            <p:cNvSpPr/>
            <p:nvPr/>
          </p:nvSpPr>
          <p:spPr>
            <a:xfrm>
              <a:off x="6284690" y="7921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9" name="pt6979"/>
            <p:cNvSpPr/>
            <p:nvPr/>
          </p:nvSpPr>
          <p:spPr>
            <a:xfrm>
              <a:off x="5904049" y="8030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0" name="pt6980"/>
            <p:cNvSpPr/>
            <p:nvPr/>
          </p:nvSpPr>
          <p:spPr>
            <a:xfrm>
              <a:off x="5884670" y="82167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1" name="pt6981"/>
            <p:cNvSpPr/>
            <p:nvPr/>
          </p:nvSpPr>
          <p:spPr>
            <a:xfrm>
              <a:off x="6037511" y="80847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2" name="pt6982"/>
            <p:cNvSpPr/>
            <p:nvPr/>
          </p:nvSpPr>
          <p:spPr>
            <a:xfrm>
              <a:off x="5896553" y="80904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3" name="pt6983"/>
            <p:cNvSpPr/>
            <p:nvPr/>
          </p:nvSpPr>
          <p:spPr>
            <a:xfrm>
              <a:off x="5894359" y="8140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4" name="pt6984"/>
            <p:cNvSpPr/>
            <p:nvPr/>
          </p:nvSpPr>
          <p:spPr>
            <a:xfrm>
              <a:off x="5931656" y="8199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5" name="pt6985"/>
            <p:cNvSpPr/>
            <p:nvPr/>
          </p:nvSpPr>
          <p:spPr>
            <a:xfrm>
              <a:off x="6155616" y="8064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6" name="pt6986"/>
            <p:cNvSpPr/>
            <p:nvPr/>
          </p:nvSpPr>
          <p:spPr>
            <a:xfrm>
              <a:off x="5907157" y="8089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7" name="pt6987"/>
            <p:cNvSpPr/>
            <p:nvPr/>
          </p:nvSpPr>
          <p:spPr>
            <a:xfrm>
              <a:off x="5964198" y="8206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8" name="pt6988"/>
            <p:cNvSpPr/>
            <p:nvPr/>
          </p:nvSpPr>
          <p:spPr>
            <a:xfrm>
              <a:off x="5903501" y="8311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9" name="pt6989"/>
            <p:cNvSpPr/>
            <p:nvPr/>
          </p:nvSpPr>
          <p:spPr>
            <a:xfrm>
              <a:off x="5962919" y="8168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0" name="pt6990"/>
            <p:cNvSpPr/>
            <p:nvPr/>
          </p:nvSpPr>
          <p:spPr>
            <a:xfrm>
              <a:off x="5974071" y="8190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1" name="pt6991"/>
            <p:cNvSpPr/>
            <p:nvPr/>
          </p:nvSpPr>
          <p:spPr>
            <a:xfrm>
              <a:off x="5901855" y="80884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2" name="pt6992"/>
            <p:cNvSpPr/>
            <p:nvPr/>
          </p:nvSpPr>
          <p:spPr>
            <a:xfrm>
              <a:off x="6000946" y="8138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3" name="pt6993"/>
            <p:cNvSpPr/>
            <p:nvPr/>
          </p:nvSpPr>
          <p:spPr>
            <a:xfrm>
              <a:off x="5896005" y="8220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4" name="pt6994"/>
            <p:cNvSpPr/>
            <p:nvPr/>
          </p:nvSpPr>
          <p:spPr>
            <a:xfrm>
              <a:off x="5895091" y="8182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5" name="pt6995"/>
            <p:cNvSpPr/>
            <p:nvPr/>
          </p:nvSpPr>
          <p:spPr>
            <a:xfrm>
              <a:off x="5879002" y="8268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6" name="pt6996"/>
            <p:cNvSpPr/>
            <p:nvPr/>
          </p:nvSpPr>
          <p:spPr>
            <a:xfrm>
              <a:off x="6041533" y="8253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7" name="pt6997"/>
            <p:cNvSpPr/>
            <p:nvPr/>
          </p:nvSpPr>
          <p:spPr>
            <a:xfrm>
              <a:off x="5903135" y="8103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8" name="pt6998"/>
            <p:cNvSpPr/>
            <p:nvPr/>
          </p:nvSpPr>
          <p:spPr>
            <a:xfrm>
              <a:off x="5904049" y="81037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9" name="pt6999"/>
            <p:cNvSpPr/>
            <p:nvPr/>
          </p:nvSpPr>
          <p:spPr>
            <a:xfrm>
              <a:off x="6043179" y="8034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0" name="pt7000"/>
            <p:cNvSpPr/>
            <p:nvPr/>
          </p:nvSpPr>
          <p:spPr>
            <a:xfrm>
              <a:off x="5894725" y="81173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1" name="pt7001"/>
            <p:cNvSpPr/>
            <p:nvPr/>
          </p:nvSpPr>
          <p:spPr>
            <a:xfrm>
              <a:off x="5924708" y="8208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2" name="pt7002"/>
            <p:cNvSpPr/>
            <p:nvPr/>
          </p:nvSpPr>
          <p:spPr>
            <a:xfrm>
              <a:off x="5927816" y="82342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3" name="pt7003"/>
            <p:cNvSpPr/>
            <p:nvPr/>
          </p:nvSpPr>
          <p:spPr>
            <a:xfrm>
              <a:off x="6340817" y="79903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4" name="pt7004"/>
            <p:cNvSpPr/>
            <p:nvPr/>
          </p:nvSpPr>
          <p:spPr>
            <a:xfrm>
              <a:off x="6202602" y="8012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5" name="pt7005"/>
            <p:cNvSpPr/>
            <p:nvPr/>
          </p:nvSpPr>
          <p:spPr>
            <a:xfrm>
              <a:off x="5879551" y="83161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6" name="pt7006"/>
            <p:cNvSpPr/>
            <p:nvPr/>
          </p:nvSpPr>
          <p:spPr>
            <a:xfrm>
              <a:off x="6112286" y="7979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7" name="pt7007"/>
            <p:cNvSpPr/>
            <p:nvPr/>
          </p:nvSpPr>
          <p:spPr>
            <a:xfrm>
              <a:off x="5899844" y="81930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8" name="pt7008"/>
            <p:cNvSpPr/>
            <p:nvPr/>
          </p:nvSpPr>
          <p:spPr>
            <a:xfrm>
              <a:off x="6140624" y="80385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9" name="pt7009"/>
            <p:cNvSpPr/>
            <p:nvPr/>
          </p:nvSpPr>
          <p:spPr>
            <a:xfrm>
              <a:off x="5890703" y="81487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0" name="pt7010"/>
            <p:cNvSpPr/>
            <p:nvPr/>
          </p:nvSpPr>
          <p:spPr>
            <a:xfrm>
              <a:off x="6446307" y="7975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1" name="pt7011"/>
            <p:cNvSpPr/>
            <p:nvPr/>
          </p:nvSpPr>
          <p:spPr>
            <a:xfrm>
              <a:off x="5991622" y="8125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2" name="pt7012"/>
            <p:cNvSpPr/>
            <p:nvPr/>
          </p:nvSpPr>
          <p:spPr>
            <a:xfrm>
              <a:off x="5881562" y="8339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3" name="pt7013"/>
            <p:cNvSpPr/>
            <p:nvPr/>
          </p:nvSpPr>
          <p:spPr>
            <a:xfrm>
              <a:off x="5891068" y="8251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4" name="pt7014"/>
            <p:cNvSpPr/>
            <p:nvPr/>
          </p:nvSpPr>
          <p:spPr>
            <a:xfrm>
              <a:off x="5882841" y="80231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5" name="pt7015"/>
            <p:cNvSpPr/>
            <p:nvPr/>
          </p:nvSpPr>
          <p:spPr>
            <a:xfrm>
              <a:off x="5881562" y="8299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6" name="pt7016"/>
            <p:cNvSpPr/>
            <p:nvPr/>
          </p:nvSpPr>
          <p:spPr>
            <a:xfrm>
              <a:off x="5908985" y="8132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7" name="pt7017"/>
            <p:cNvSpPr/>
            <p:nvPr/>
          </p:nvSpPr>
          <p:spPr>
            <a:xfrm>
              <a:off x="5905329" y="7989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8" name="pt7018"/>
            <p:cNvSpPr/>
            <p:nvPr/>
          </p:nvSpPr>
          <p:spPr>
            <a:xfrm>
              <a:off x="5925074" y="8205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9" name="pt7019"/>
            <p:cNvSpPr/>
            <p:nvPr/>
          </p:nvSpPr>
          <p:spPr>
            <a:xfrm>
              <a:off x="5912642" y="8168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0" name="pt7020"/>
            <p:cNvSpPr/>
            <p:nvPr/>
          </p:nvSpPr>
          <p:spPr>
            <a:xfrm>
              <a:off x="5961273" y="82026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1" name="pt7021"/>
            <p:cNvSpPr/>
            <p:nvPr/>
          </p:nvSpPr>
          <p:spPr>
            <a:xfrm>
              <a:off x="5925805" y="8214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2" name="pt7022"/>
            <p:cNvSpPr/>
            <p:nvPr/>
          </p:nvSpPr>
          <p:spPr>
            <a:xfrm>
              <a:off x="5973157" y="8221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3" name="pt7023"/>
            <p:cNvSpPr/>
            <p:nvPr/>
          </p:nvSpPr>
          <p:spPr>
            <a:xfrm>
              <a:off x="6234230" y="8037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4" name="pt7024"/>
            <p:cNvSpPr/>
            <p:nvPr/>
          </p:nvSpPr>
          <p:spPr>
            <a:xfrm>
              <a:off x="6099671" y="8083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5" name="pt7025"/>
            <p:cNvSpPr/>
            <p:nvPr/>
          </p:nvSpPr>
          <p:spPr>
            <a:xfrm>
              <a:off x="5898381" y="82285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6" name="pt7026"/>
            <p:cNvSpPr/>
            <p:nvPr/>
          </p:nvSpPr>
          <p:spPr>
            <a:xfrm>
              <a:off x="5901307" y="8088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7" name="pt7027"/>
            <p:cNvSpPr/>
            <p:nvPr/>
          </p:nvSpPr>
          <p:spPr>
            <a:xfrm>
              <a:off x="5894908" y="81111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8" name="pt7028"/>
            <p:cNvSpPr/>
            <p:nvPr/>
          </p:nvSpPr>
          <p:spPr>
            <a:xfrm>
              <a:off x="6041167" y="8154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9" name="pt7029"/>
            <p:cNvSpPr/>
            <p:nvPr/>
          </p:nvSpPr>
          <p:spPr>
            <a:xfrm>
              <a:off x="5889606" y="81923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0" name="pt7030"/>
            <p:cNvSpPr/>
            <p:nvPr/>
          </p:nvSpPr>
          <p:spPr>
            <a:xfrm>
              <a:off x="5889789" y="8273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1" name="pt7031"/>
            <p:cNvSpPr/>
            <p:nvPr/>
          </p:nvSpPr>
          <p:spPr>
            <a:xfrm>
              <a:off x="5893994" y="83282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2" name="pt7032"/>
            <p:cNvSpPr/>
            <p:nvPr/>
          </p:nvSpPr>
          <p:spPr>
            <a:xfrm>
              <a:off x="5885767" y="82547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3" name="pt7033"/>
            <p:cNvSpPr/>
            <p:nvPr/>
          </p:nvSpPr>
          <p:spPr>
            <a:xfrm>
              <a:off x="5892165" y="8147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4" name="pt7034"/>
            <p:cNvSpPr/>
            <p:nvPr/>
          </p:nvSpPr>
          <p:spPr>
            <a:xfrm>
              <a:off x="5947744" y="8248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5" name="pt7035"/>
            <p:cNvSpPr/>
            <p:nvPr/>
          </p:nvSpPr>
          <p:spPr>
            <a:xfrm>
              <a:off x="6110824" y="80393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6" name="pt7036"/>
            <p:cNvSpPr/>
            <p:nvPr/>
          </p:nvSpPr>
          <p:spPr>
            <a:xfrm>
              <a:off x="6242457" y="80168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7" name="pt7037"/>
            <p:cNvSpPr/>
            <p:nvPr/>
          </p:nvSpPr>
          <p:spPr>
            <a:xfrm>
              <a:off x="5931107" y="8262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8" name="pt7038"/>
            <p:cNvSpPr/>
            <p:nvPr/>
          </p:nvSpPr>
          <p:spPr>
            <a:xfrm>
              <a:off x="6371166" y="7986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9" name="pt7039"/>
            <p:cNvSpPr/>
            <p:nvPr/>
          </p:nvSpPr>
          <p:spPr>
            <a:xfrm>
              <a:off x="5914104" y="80610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0" name="pt7040"/>
            <p:cNvSpPr/>
            <p:nvPr/>
          </p:nvSpPr>
          <p:spPr>
            <a:xfrm>
              <a:off x="5902038" y="80923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1" name="pt7041"/>
            <p:cNvSpPr/>
            <p:nvPr/>
          </p:nvSpPr>
          <p:spPr>
            <a:xfrm>
              <a:off x="5889240" y="8230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2" name="pt7042"/>
            <p:cNvSpPr/>
            <p:nvPr/>
          </p:nvSpPr>
          <p:spPr>
            <a:xfrm>
              <a:off x="5897833" y="8342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3" name="pt7043"/>
            <p:cNvSpPr/>
            <p:nvPr/>
          </p:nvSpPr>
          <p:spPr>
            <a:xfrm>
              <a:off x="6223626" y="8076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4" name="pt7044"/>
            <p:cNvSpPr/>
            <p:nvPr/>
          </p:nvSpPr>
          <p:spPr>
            <a:xfrm>
              <a:off x="6253244" y="7997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5" name="pt7045"/>
            <p:cNvSpPr/>
            <p:nvPr/>
          </p:nvSpPr>
          <p:spPr>
            <a:xfrm>
              <a:off x="5997472" y="8083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6" name="pt7046"/>
            <p:cNvSpPr/>
            <p:nvPr/>
          </p:nvSpPr>
          <p:spPr>
            <a:xfrm>
              <a:off x="5894542" y="81111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7" name="pt7047"/>
            <p:cNvSpPr/>
            <p:nvPr/>
          </p:nvSpPr>
          <p:spPr>
            <a:xfrm>
              <a:off x="6119599" y="8053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8" name="pt7048"/>
            <p:cNvSpPr/>
            <p:nvPr/>
          </p:nvSpPr>
          <p:spPr>
            <a:xfrm>
              <a:off x="6027456" y="8097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9" name="pt7049"/>
            <p:cNvSpPr/>
            <p:nvPr/>
          </p:nvSpPr>
          <p:spPr>
            <a:xfrm>
              <a:off x="6007528" y="8118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0" name="pt7050"/>
            <p:cNvSpPr/>
            <p:nvPr/>
          </p:nvSpPr>
          <p:spPr>
            <a:xfrm>
              <a:off x="5901307" y="8094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1" name="pt7051"/>
            <p:cNvSpPr/>
            <p:nvPr/>
          </p:nvSpPr>
          <p:spPr>
            <a:xfrm>
              <a:off x="5898747" y="8122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2" name="pt7052"/>
            <p:cNvSpPr/>
            <p:nvPr/>
          </p:nvSpPr>
          <p:spPr>
            <a:xfrm>
              <a:off x="5882659" y="8274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3" name="pt7053"/>
            <p:cNvSpPr/>
            <p:nvPr/>
          </p:nvSpPr>
          <p:spPr>
            <a:xfrm>
              <a:off x="6163111" y="8010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4" name="pt7054"/>
            <p:cNvSpPr/>
            <p:nvPr/>
          </p:nvSpPr>
          <p:spPr>
            <a:xfrm>
              <a:off x="5901855" y="8281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5" name="pt7055"/>
            <p:cNvSpPr/>
            <p:nvPr/>
          </p:nvSpPr>
          <p:spPr>
            <a:xfrm>
              <a:off x="6170242" y="7979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6" name="pt7056"/>
            <p:cNvSpPr/>
            <p:nvPr/>
          </p:nvSpPr>
          <p:spPr>
            <a:xfrm>
              <a:off x="5925074" y="82345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7" name="pt7057"/>
            <p:cNvSpPr/>
            <p:nvPr/>
          </p:nvSpPr>
          <p:spPr>
            <a:xfrm>
              <a:off x="5994547" y="80872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8" name="pt7058"/>
            <p:cNvSpPr/>
            <p:nvPr/>
          </p:nvSpPr>
          <p:spPr>
            <a:xfrm>
              <a:off x="5911545" y="8059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9" name="pt7059"/>
            <p:cNvSpPr/>
            <p:nvPr/>
          </p:nvSpPr>
          <p:spPr>
            <a:xfrm>
              <a:off x="5884487" y="8226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0" name="pt7060"/>
            <p:cNvSpPr/>
            <p:nvPr/>
          </p:nvSpPr>
          <p:spPr>
            <a:xfrm>
              <a:off x="5895639" y="81093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1" name="pt7061"/>
            <p:cNvSpPr/>
            <p:nvPr/>
          </p:nvSpPr>
          <p:spPr>
            <a:xfrm>
              <a:off x="5908254" y="8256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2" name="pt7062"/>
            <p:cNvSpPr/>
            <p:nvPr/>
          </p:nvSpPr>
          <p:spPr>
            <a:xfrm>
              <a:off x="5907340" y="80357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3" name="pt7063"/>
            <p:cNvSpPr/>
            <p:nvPr/>
          </p:nvSpPr>
          <p:spPr>
            <a:xfrm>
              <a:off x="5897467" y="8042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4" name="pt7064"/>
            <p:cNvSpPr/>
            <p:nvPr/>
          </p:nvSpPr>
          <p:spPr>
            <a:xfrm>
              <a:off x="6044641" y="8104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5" name="pt7065"/>
            <p:cNvSpPr/>
            <p:nvPr/>
          </p:nvSpPr>
          <p:spPr>
            <a:xfrm>
              <a:off x="6018132" y="80488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6" name="pt7066"/>
            <p:cNvSpPr/>
            <p:nvPr/>
          </p:nvSpPr>
          <p:spPr>
            <a:xfrm>
              <a:off x="5988880" y="81523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7" name="pt7067"/>
            <p:cNvSpPr/>
            <p:nvPr/>
          </p:nvSpPr>
          <p:spPr>
            <a:xfrm>
              <a:off x="5895456" y="8096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8" name="pt7068"/>
            <p:cNvSpPr/>
            <p:nvPr/>
          </p:nvSpPr>
          <p:spPr>
            <a:xfrm>
              <a:off x="5908620" y="8078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9" name="pt7069"/>
            <p:cNvSpPr/>
            <p:nvPr/>
          </p:nvSpPr>
          <p:spPr>
            <a:xfrm>
              <a:off x="5942625" y="8199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0" name="pt7070"/>
            <p:cNvSpPr/>
            <p:nvPr/>
          </p:nvSpPr>
          <p:spPr>
            <a:xfrm>
              <a:off x="6021057" y="8138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1" name="pt7071"/>
            <p:cNvSpPr/>
            <p:nvPr/>
          </p:nvSpPr>
          <p:spPr>
            <a:xfrm>
              <a:off x="5904232" y="8304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2" name="pt7072"/>
            <p:cNvSpPr/>
            <p:nvPr/>
          </p:nvSpPr>
          <p:spPr>
            <a:xfrm>
              <a:off x="6101682" y="80839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3" name="pt7073"/>
            <p:cNvSpPr/>
            <p:nvPr/>
          </p:nvSpPr>
          <p:spPr>
            <a:xfrm>
              <a:off x="5989245" y="81765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4" name="pt7074"/>
            <p:cNvSpPr/>
            <p:nvPr/>
          </p:nvSpPr>
          <p:spPr>
            <a:xfrm>
              <a:off x="6082486" y="80604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5" name="pt7075"/>
            <p:cNvSpPr/>
            <p:nvPr/>
          </p:nvSpPr>
          <p:spPr>
            <a:xfrm>
              <a:off x="5912459" y="82720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6" name="pt7076"/>
            <p:cNvSpPr/>
            <p:nvPr/>
          </p:nvSpPr>
          <p:spPr>
            <a:xfrm>
              <a:off x="5906426" y="8107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7" name="pt7077"/>
            <p:cNvSpPr/>
            <p:nvPr/>
          </p:nvSpPr>
          <p:spPr>
            <a:xfrm>
              <a:off x="6081389" y="8090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8" name="pt7078"/>
            <p:cNvSpPr/>
            <p:nvPr/>
          </p:nvSpPr>
          <p:spPr>
            <a:xfrm>
              <a:off x="5904597" y="8071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9" name="pt7079"/>
            <p:cNvSpPr/>
            <p:nvPr/>
          </p:nvSpPr>
          <p:spPr>
            <a:xfrm>
              <a:off x="5892714" y="8179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0" name="pt7080"/>
            <p:cNvSpPr/>
            <p:nvPr/>
          </p:nvSpPr>
          <p:spPr>
            <a:xfrm>
              <a:off x="5993085" y="8142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1" name="pt7081"/>
            <p:cNvSpPr/>
            <p:nvPr/>
          </p:nvSpPr>
          <p:spPr>
            <a:xfrm>
              <a:off x="5961273" y="8180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2" name="pt7082"/>
            <p:cNvSpPr/>
            <p:nvPr/>
          </p:nvSpPr>
          <p:spPr>
            <a:xfrm>
              <a:off x="6180845" y="80046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3" name="pt7083"/>
            <p:cNvSpPr/>
            <p:nvPr/>
          </p:nvSpPr>
          <p:spPr>
            <a:xfrm>
              <a:off x="5888875" y="81999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4" name="pt7084"/>
            <p:cNvSpPr/>
            <p:nvPr/>
          </p:nvSpPr>
          <p:spPr>
            <a:xfrm>
              <a:off x="6359831" y="8007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5" name="pt7085"/>
            <p:cNvSpPr/>
            <p:nvPr/>
          </p:nvSpPr>
          <p:spPr>
            <a:xfrm>
              <a:off x="5917212" y="8269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6" name="pt7086"/>
            <p:cNvSpPr/>
            <p:nvPr/>
          </p:nvSpPr>
          <p:spPr>
            <a:xfrm>
              <a:off x="5926354" y="82412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7" name="pt7087"/>
            <p:cNvSpPr/>
            <p:nvPr/>
          </p:nvSpPr>
          <p:spPr>
            <a:xfrm>
              <a:off x="5910265" y="80500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8" name="pt7088"/>
            <p:cNvSpPr/>
            <p:nvPr/>
          </p:nvSpPr>
          <p:spPr>
            <a:xfrm>
              <a:off x="5892165" y="8130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9" name="pt7089"/>
            <p:cNvSpPr/>
            <p:nvPr/>
          </p:nvSpPr>
          <p:spPr>
            <a:xfrm>
              <a:off x="5927999" y="80538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0" name="pt7090"/>
            <p:cNvSpPr/>
            <p:nvPr/>
          </p:nvSpPr>
          <p:spPr>
            <a:xfrm>
              <a:off x="5950304" y="7887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1" name="pt7091"/>
            <p:cNvSpPr/>
            <p:nvPr/>
          </p:nvSpPr>
          <p:spPr>
            <a:xfrm>
              <a:off x="5891251" y="81751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2" name="pt7092"/>
            <p:cNvSpPr/>
            <p:nvPr/>
          </p:nvSpPr>
          <p:spPr>
            <a:xfrm>
              <a:off x="6179748" y="8036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3" name="pt7093"/>
            <p:cNvSpPr/>
            <p:nvPr/>
          </p:nvSpPr>
          <p:spPr>
            <a:xfrm>
              <a:off x="5915384" y="80017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4" name="pt7094"/>
            <p:cNvSpPr/>
            <p:nvPr/>
          </p:nvSpPr>
          <p:spPr>
            <a:xfrm>
              <a:off x="6248856" y="8007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5" name="pt7095"/>
            <p:cNvSpPr/>
            <p:nvPr/>
          </p:nvSpPr>
          <p:spPr>
            <a:xfrm>
              <a:off x="5890703" y="8125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6" name="pt7096"/>
            <p:cNvSpPr/>
            <p:nvPr/>
          </p:nvSpPr>
          <p:spPr>
            <a:xfrm>
              <a:off x="5895822" y="81462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7" name="pt7097"/>
            <p:cNvSpPr/>
            <p:nvPr/>
          </p:nvSpPr>
          <p:spPr>
            <a:xfrm>
              <a:off x="5956154" y="8194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8" name="pt7098"/>
            <p:cNvSpPr/>
            <p:nvPr/>
          </p:nvSpPr>
          <p:spPr>
            <a:xfrm>
              <a:off x="5883390" y="82138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9" name="pt7099"/>
            <p:cNvSpPr/>
            <p:nvPr/>
          </p:nvSpPr>
          <p:spPr>
            <a:xfrm>
              <a:off x="6059998" y="80678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0" name="pt7100"/>
            <p:cNvSpPr/>
            <p:nvPr/>
          </p:nvSpPr>
          <p:spPr>
            <a:xfrm>
              <a:off x="6009539" y="8113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1" name="pt7101"/>
            <p:cNvSpPr/>
            <p:nvPr/>
          </p:nvSpPr>
          <p:spPr>
            <a:xfrm>
              <a:off x="5926902" y="7913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2" name="pt7102"/>
            <p:cNvSpPr/>
            <p:nvPr/>
          </p:nvSpPr>
          <p:spPr>
            <a:xfrm>
              <a:off x="6241543" y="8015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3" name="pt7103"/>
            <p:cNvSpPr/>
            <p:nvPr/>
          </p:nvSpPr>
          <p:spPr>
            <a:xfrm>
              <a:off x="5908620" y="8155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4" name="pt7104"/>
            <p:cNvSpPr/>
            <p:nvPr/>
          </p:nvSpPr>
          <p:spPr>
            <a:xfrm>
              <a:off x="5900393" y="8141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5" name="pt7105"/>
            <p:cNvSpPr/>
            <p:nvPr/>
          </p:nvSpPr>
          <p:spPr>
            <a:xfrm>
              <a:off x="5905877" y="8098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6" name="pt7106"/>
            <p:cNvSpPr/>
            <p:nvPr/>
          </p:nvSpPr>
          <p:spPr>
            <a:xfrm>
              <a:off x="5896188" y="8198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7" name="pt7107"/>
            <p:cNvSpPr/>
            <p:nvPr/>
          </p:nvSpPr>
          <p:spPr>
            <a:xfrm>
              <a:off x="5887046" y="82751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8" name="pt7108"/>
            <p:cNvSpPr/>
            <p:nvPr/>
          </p:nvSpPr>
          <p:spPr>
            <a:xfrm>
              <a:off x="6021240" y="8128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9" name="pt7109"/>
            <p:cNvSpPr/>
            <p:nvPr/>
          </p:nvSpPr>
          <p:spPr>
            <a:xfrm>
              <a:off x="5899113" y="80165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0" name="pt7110"/>
            <p:cNvSpPr/>
            <p:nvPr/>
          </p:nvSpPr>
          <p:spPr>
            <a:xfrm>
              <a:off x="5904415" y="81256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1" name="pt7111"/>
            <p:cNvSpPr/>
            <p:nvPr/>
          </p:nvSpPr>
          <p:spPr>
            <a:xfrm>
              <a:off x="5886132" y="8305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2" name="pt7112"/>
            <p:cNvSpPr/>
            <p:nvPr/>
          </p:nvSpPr>
          <p:spPr>
            <a:xfrm>
              <a:off x="6042447" y="8092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3" name="pt7113"/>
            <p:cNvSpPr/>
            <p:nvPr/>
          </p:nvSpPr>
          <p:spPr>
            <a:xfrm>
              <a:off x="6097295" y="80824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4" name="pt7114"/>
            <p:cNvSpPr/>
            <p:nvPr/>
          </p:nvSpPr>
          <p:spPr>
            <a:xfrm>
              <a:off x="5923611" y="80058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5" name="pt7115"/>
            <p:cNvSpPr/>
            <p:nvPr/>
          </p:nvSpPr>
          <p:spPr>
            <a:xfrm>
              <a:off x="5925622" y="81414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6" name="pt7116"/>
            <p:cNvSpPr/>
            <p:nvPr/>
          </p:nvSpPr>
          <p:spPr>
            <a:xfrm>
              <a:off x="6055245" y="8064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7" name="pt7117"/>
            <p:cNvSpPr/>
            <p:nvPr/>
          </p:nvSpPr>
          <p:spPr>
            <a:xfrm>
              <a:off x="5889057" y="81155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8" name="rc7118"/>
            <p:cNvSpPr/>
            <p:nvPr/>
          </p:nvSpPr>
          <p:spPr>
            <a:xfrm>
              <a:off x="5874311" y="8581729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19" name="pl7119"/>
            <p:cNvSpPr/>
            <p:nvPr/>
          </p:nvSpPr>
          <p:spPr>
            <a:xfrm>
              <a:off x="5874311" y="914161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0" name="pl7120"/>
            <p:cNvSpPr/>
            <p:nvPr/>
          </p:nvSpPr>
          <p:spPr>
            <a:xfrm>
              <a:off x="5874311" y="903186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1" name="pl7121"/>
            <p:cNvSpPr/>
            <p:nvPr/>
          </p:nvSpPr>
          <p:spPr>
            <a:xfrm>
              <a:off x="5874311" y="892211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2" name="pl7122"/>
            <p:cNvSpPr/>
            <p:nvPr/>
          </p:nvSpPr>
          <p:spPr>
            <a:xfrm>
              <a:off x="5874311" y="881236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3" name="pl7123"/>
            <p:cNvSpPr/>
            <p:nvPr/>
          </p:nvSpPr>
          <p:spPr>
            <a:xfrm>
              <a:off x="5874311" y="870261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4" name="pl7124"/>
            <p:cNvSpPr/>
            <p:nvPr/>
          </p:nvSpPr>
          <p:spPr>
            <a:xfrm>
              <a:off x="5874311" y="859285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5" name="pl7125"/>
            <p:cNvSpPr/>
            <p:nvPr/>
          </p:nvSpPr>
          <p:spPr>
            <a:xfrm>
              <a:off x="5971839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6" name="pl7126"/>
            <p:cNvSpPr/>
            <p:nvPr/>
          </p:nvSpPr>
          <p:spPr>
            <a:xfrm>
              <a:off x="6154663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7" name="pl7127"/>
            <p:cNvSpPr/>
            <p:nvPr/>
          </p:nvSpPr>
          <p:spPr>
            <a:xfrm>
              <a:off x="6337488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8" name="pl7128"/>
            <p:cNvSpPr/>
            <p:nvPr/>
          </p:nvSpPr>
          <p:spPr>
            <a:xfrm>
              <a:off x="5874311" y="919649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9" name="pl7129"/>
            <p:cNvSpPr/>
            <p:nvPr/>
          </p:nvSpPr>
          <p:spPr>
            <a:xfrm>
              <a:off x="5874311" y="908674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0" name="pl7130"/>
            <p:cNvSpPr/>
            <p:nvPr/>
          </p:nvSpPr>
          <p:spPr>
            <a:xfrm>
              <a:off x="5874311" y="897698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1" name="pl7131"/>
            <p:cNvSpPr/>
            <p:nvPr/>
          </p:nvSpPr>
          <p:spPr>
            <a:xfrm>
              <a:off x="5874311" y="886723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2" name="pl7132"/>
            <p:cNvSpPr/>
            <p:nvPr/>
          </p:nvSpPr>
          <p:spPr>
            <a:xfrm>
              <a:off x="5874311" y="875748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3" name="pl7133"/>
            <p:cNvSpPr/>
            <p:nvPr/>
          </p:nvSpPr>
          <p:spPr>
            <a:xfrm>
              <a:off x="5874311" y="864773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4" name="pl7134"/>
            <p:cNvSpPr/>
            <p:nvPr/>
          </p:nvSpPr>
          <p:spPr>
            <a:xfrm>
              <a:off x="5880426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5" name="pl7135"/>
            <p:cNvSpPr/>
            <p:nvPr/>
          </p:nvSpPr>
          <p:spPr>
            <a:xfrm>
              <a:off x="6063251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6" name="pl7136"/>
            <p:cNvSpPr/>
            <p:nvPr/>
          </p:nvSpPr>
          <p:spPr>
            <a:xfrm>
              <a:off x="6246076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7" name="pl7137"/>
            <p:cNvSpPr/>
            <p:nvPr/>
          </p:nvSpPr>
          <p:spPr>
            <a:xfrm>
              <a:off x="6428900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8" name="pt7138"/>
            <p:cNvSpPr/>
            <p:nvPr/>
          </p:nvSpPr>
          <p:spPr>
            <a:xfrm>
              <a:off x="5901489" y="8755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9" name="pt7139"/>
            <p:cNvSpPr/>
            <p:nvPr/>
          </p:nvSpPr>
          <p:spPr>
            <a:xfrm>
              <a:off x="5885949" y="8882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0" name="pt7140"/>
            <p:cNvSpPr/>
            <p:nvPr/>
          </p:nvSpPr>
          <p:spPr>
            <a:xfrm>
              <a:off x="5915384" y="8741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1" name="pt7141"/>
            <p:cNvSpPr/>
            <p:nvPr/>
          </p:nvSpPr>
          <p:spPr>
            <a:xfrm>
              <a:off x="5986137" y="8899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2" name="pt7142"/>
            <p:cNvSpPr/>
            <p:nvPr/>
          </p:nvSpPr>
          <p:spPr>
            <a:xfrm>
              <a:off x="5925257" y="86404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3" name="pt7143"/>
            <p:cNvSpPr/>
            <p:nvPr/>
          </p:nvSpPr>
          <p:spPr>
            <a:xfrm>
              <a:off x="5976996" y="8885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4" name="pt7144"/>
            <p:cNvSpPr/>
            <p:nvPr/>
          </p:nvSpPr>
          <p:spPr>
            <a:xfrm>
              <a:off x="5922149" y="8714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5" name="pt7145"/>
            <p:cNvSpPr/>
            <p:nvPr/>
          </p:nvSpPr>
          <p:spPr>
            <a:xfrm>
              <a:off x="6115211" y="87308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6" name="pt7146"/>
            <p:cNvSpPr/>
            <p:nvPr/>
          </p:nvSpPr>
          <p:spPr>
            <a:xfrm>
              <a:off x="5956702" y="8638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7" name="pt7147"/>
            <p:cNvSpPr/>
            <p:nvPr/>
          </p:nvSpPr>
          <p:spPr>
            <a:xfrm>
              <a:off x="5893262" y="88646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8" name="pt7148"/>
            <p:cNvSpPr/>
            <p:nvPr/>
          </p:nvSpPr>
          <p:spPr>
            <a:xfrm>
              <a:off x="6139527" y="8699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9" name="pt7149"/>
            <p:cNvSpPr/>
            <p:nvPr/>
          </p:nvSpPr>
          <p:spPr>
            <a:xfrm>
              <a:off x="6059450" y="8792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0" name="pt7150"/>
            <p:cNvSpPr/>
            <p:nvPr/>
          </p:nvSpPr>
          <p:spPr>
            <a:xfrm>
              <a:off x="6275366" y="8636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1" name="pt7151"/>
            <p:cNvSpPr/>
            <p:nvPr/>
          </p:nvSpPr>
          <p:spPr>
            <a:xfrm>
              <a:off x="5948658" y="8931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2" name="pt7152"/>
            <p:cNvSpPr/>
            <p:nvPr/>
          </p:nvSpPr>
          <p:spPr>
            <a:xfrm>
              <a:off x="5883938" y="89916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3" name="pt7153"/>
            <p:cNvSpPr/>
            <p:nvPr/>
          </p:nvSpPr>
          <p:spPr>
            <a:xfrm>
              <a:off x="5909899" y="8889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4" name="pt7154"/>
            <p:cNvSpPr/>
            <p:nvPr/>
          </p:nvSpPr>
          <p:spPr>
            <a:xfrm>
              <a:off x="5901855" y="88744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5" name="pt7155"/>
            <p:cNvSpPr/>
            <p:nvPr/>
          </p:nvSpPr>
          <p:spPr>
            <a:xfrm>
              <a:off x="5886864" y="8934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6" name="pt7156"/>
            <p:cNvSpPr/>
            <p:nvPr/>
          </p:nvSpPr>
          <p:spPr>
            <a:xfrm>
              <a:off x="5904597" y="87444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7" name="pt7157"/>
            <p:cNvSpPr/>
            <p:nvPr/>
          </p:nvSpPr>
          <p:spPr>
            <a:xfrm>
              <a:off x="5925622" y="8751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8" name="pt7158"/>
            <p:cNvSpPr/>
            <p:nvPr/>
          </p:nvSpPr>
          <p:spPr>
            <a:xfrm>
              <a:off x="5891251" y="8911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9" name="pt7159"/>
            <p:cNvSpPr/>
            <p:nvPr/>
          </p:nvSpPr>
          <p:spPr>
            <a:xfrm>
              <a:off x="5958348" y="8671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0" name="pt7160"/>
            <p:cNvSpPr/>
            <p:nvPr/>
          </p:nvSpPr>
          <p:spPr>
            <a:xfrm>
              <a:off x="5917761" y="89575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1" name="pt7161"/>
            <p:cNvSpPr/>
            <p:nvPr/>
          </p:nvSpPr>
          <p:spPr>
            <a:xfrm>
              <a:off x="5919955" y="8961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2" name="pt7162"/>
            <p:cNvSpPr/>
            <p:nvPr/>
          </p:nvSpPr>
          <p:spPr>
            <a:xfrm>
              <a:off x="5925074" y="8719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3" name="pt7163"/>
            <p:cNvSpPr/>
            <p:nvPr/>
          </p:nvSpPr>
          <p:spPr>
            <a:xfrm>
              <a:off x="5898930" y="88490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4" name="pt7164"/>
            <p:cNvSpPr/>
            <p:nvPr/>
          </p:nvSpPr>
          <p:spPr>
            <a:xfrm>
              <a:off x="5902221" y="8835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5" name="pt7165"/>
            <p:cNvSpPr/>
            <p:nvPr/>
          </p:nvSpPr>
          <p:spPr>
            <a:xfrm>
              <a:off x="5902404" y="8870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6" name="pt7166"/>
            <p:cNvSpPr/>
            <p:nvPr/>
          </p:nvSpPr>
          <p:spPr>
            <a:xfrm>
              <a:off x="5890337" y="8849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7" name="pt7167"/>
            <p:cNvSpPr/>
            <p:nvPr/>
          </p:nvSpPr>
          <p:spPr>
            <a:xfrm>
              <a:off x="5909717" y="86660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8" name="pt7168"/>
            <p:cNvSpPr/>
            <p:nvPr/>
          </p:nvSpPr>
          <p:spPr>
            <a:xfrm>
              <a:off x="5919589" y="88133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9" name="pt7169"/>
            <p:cNvSpPr/>
            <p:nvPr/>
          </p:nvSpPr>
          <p:spPr>
            <a:xfrm>
              <a:off x="5896553" y="8926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0" name="pt7170"/>
            <p:cNvSpPr/>
            <p:nvPr/>
          </p:nvSpPr>
          <p:spPr>
            <a:xfrm>
              <a:off x="6412484" y="8685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1" name="pt7171"/>
            <p:cNvSpPr/>
            <p:nvPr/>
          </p:nvSpPr>
          <p:spPr>
            <a:xfrm>
              <a:off x="6280850" y="86121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2" name="pt7172"/>
            <p:cNvSpPr/>
            <p:nvPr/>
          </p:nvSpPr>
          <p:spPr>
            <a:xfrm>
              <a:off x="5897102" y="88158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3" name="pt7173"/>
            <p:cNvSpPr/>
            <p:nvPr/>
          </p:nvSpPr>
          <p:spPr>
            <a:xfrm>
              <a:off x="5926719" y="87599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4" name="pt7174"/>
            <p:cNvSpPr/>
            <p:nvPr/>
          </p:nvSpPr>
          <p:spPr>
            <a:xfrm>
              <a:off x="5889972" y="90092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5" name="pt7175"/>
            <p:cNvSpPr/>
            <p:nvPr/>
          </p:nvSpPr>
          <p:spPr>
            <a:xfrm>
              <a:off x="5937140" y="8698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6" name="pt7176"/>
            <p:cNvSpPr/>
            <p:nvPr/>
          </p:nvSpPr>
          <p:spPr>
            <a:xfrm>
              <a:off x="5895273" y="8916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7" name="pt7177"/>
            <p:cNvSpPr/>
            <p:nvPr/>
          </p:nvSpPr>
          <p:spPr>
            <a:xfrm>
              <a:off x="5888143" y="8920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8" name="pt7178"/>
            <p:cNvSpPr/>
            <p:nvPr/>
          </p:nvSpPr>
          <p:spPr>
            <a:xfrm>
              <a:off x="5970049" y="8899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9" name="pt7179"/>
            <p:cNvSpPr/>
            <p:nvPr/>
          </p:nvSpPr>
          <p:spPr>
            <a:xfrm>
              <a:off x="6067860" y="8757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0" name="pt7180"/>
            <p:cNvSpPr/>
            <p:nvPr/>
          </p:nvSpPr>
          <p:spPr>
            <a:xfrm>
              <a:off x="5993816" y="88788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1" name="pt7181"/>
            <p:cNvSpPr/>
            <p:nvPr/>
          </p:nvSpPr>
          <p:spPr>
            <a:xfrm>
              <a:off x="5929644" y="89368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2" name="pt7182"/>
            <p:cNvSpPr/>
            <p:nvPr/>
          </p:nvSpPr>
          <p:spPr>
            <a:xfrm>
              <a:off x="5941711" y="8663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3" name="pt7183"/>
            <p:cNvSpPr/>
            <p:nvPr/>
          </p:nvSpPr>
          <p:spPr>
            <a:xfrm>
              <a:off x="6153239" y="8753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4" name="pt7184"/>
            <p:cNvSpPr/>
            <p:nvPr/>
          </p:nvSpPr>
          <p:spPr>
            <a:xfrm>
              <a:off x="6052868" y="8830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5" name="pt7185"/>
            <p:cNvSpPr/>
            <p:nvPr/>
          </p:nvSpPr>
          <p:spPr>
            <a:xfrm>
              <a:off x="5997290" y="87573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6" name="pt7186"/>
            <p:cNvSpPr/>
            <p:nvPr/>
          </p:nvSpPr>
          <p:spPr>
            <a:xfrm>
              <a:off x="5881196" y="9020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7" name="pt7187"/>
            <p:cNvSpPr/>
            <p:nvPr/>
          </p:nvSpPr>
          <p:spPr>
            <a:xfrm>
              <a:off x="5915567" y="8948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8" name="pt7188"/>
            <p:cNvSpPr/>
            <p:nvPr/>
          </p:nvSpPr>
          <p:spPr>
            <a:xfrm>
              <a:off x="5937323" y="89489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9" name="pt7189"/>
            <p:cNvSpPr/>
            <p:nvPr/>
          </p:nvSpPr>
          <p:spPr>
            <a:xfrm>
              <a:off x="5953777" y="8910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0" name="pt7190"/>
            <p:cNvSpPr/>
            <p:nvPr/>
          </p:nvSpPr>
          <p:spPr>
            <a:xfrm>
              <a:off x="6131483" y="8765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1" name="pt7191"/>
            <p:cNvSpPr/>
            <p:nvPr/>
          </p:nvSpPr>
          <p:spPr>
            <a:xfrm>
              <a:off x="5908802" y="88028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2" name="pt7192"/>
            <p:cNvSpPr/>
            <p:nvPr/>
          </p:nvSpPr>
          <p:spPr>
            <a:xfrm>
              <a:off x="5927633" y="8961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3" name="pt7193"/>
            <p:cNvSpPr/>
            <p:nvPr/>
          </p:nvSpPr>
          <p:spPr>
            <a:xfrm>
              <a:off x="6059816" y="8761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4" name="pt7194"/>
            <p:cNvSpPr/>
            <p:nvPr/>
          </p:nvSpPr>
          <p:spPr>
            <a:xfrm>
              <a:off x="6035866" y="8833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5" name="pt7195"/>
            <p:cNvSpPr/>
            <p:nvPr/>
          </p:nvSpPr>
          <p:spPr>
            <a:xfrm>
              <a:off x="5898930" y="89676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6" name="pt7196"/>
            <p:cNvSpPr/>
            <p:nvPr/>
          </p:nvSpPr>
          <p:spPr>
            <a:xfrm>
              <a:off x="6258546" y="86703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7" name="pt7197"/>
            <p:cNvSpPr/>
            <p:nvPr/>
          </p:nvSpPr>
          <p:spPr>
            <a:xfrm>
              <a:off x="5996558" y="88592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8" name="pt7198"/>
            <p:cNvSpPr/>
            <p:nvPr/>
          </p:nvSpPr>
          <p:spPr>
            <a:xfrm>
              <a:off x="5990891" y="8868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9" name="pt7199"/>
            <p:cNvSpPr/>
            <p:nvPr/>
          </p:nvSpPr>
          <p:spPr>
            <a:xfrm>
              <a:off x="6175726" y="8650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0" name="pt7200"/>
            <p:cNvSpPr/>
            <p:nvPr/>
          </p:nvSpPr>
          <p:spPr>
            <a:xfrm>
              <a:off x="5881196" y="89825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1" name="pt7201"/>
            <p:cNvSpPr/>
            <p:nvPr/>
          </p:nvSpPr>
          <p:spPr>
            <a:xfrm>
              <a:off x="5897102" y="8863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2" name="pt7202"/>
            <p:cNvSpPr/>
            <p:nvPr/>
          </p:nvSpPr>
          <p:spPr>
            <a:xfrm>
              <a:off x="6014475" y="88723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3" name="pt7203"/>
            <p:cNvSpPr/>
            <p:nvPr/>
          </p:nvSpPr>
          <p:spPr>
            <a:xfrm>
              <a:off x="5887960" y="8942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4" name="pt7204"/>
            <p:cNvSpPr/>
            <p:nvPr/>
          </p:nvSpPr>
          <p:spPr>
            <a:xfrm>
              <a:off x="6001677" y="88425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5" name="pt7205"/>
            <p:cNvSpPr/>
            <p:nvPr/>
          </p:nvSpPr>
          <p:spPr>
            <a:xfrm>
              <a:off x="5941711" y="8888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6" name="pt7206"/>
            <p:cNvSpPr/>
            <p:nvPr/>
          </p:nvSpPr>
          <p:spPr>
            <a:xfrm>
              <a:off x="6186147" y="8803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7" name="pt7207"/>
            <p:cNvSpPr/>
            <p:nvPr/>
          </p:nvSpPr>
          <p:spPr>
            <a:xfrm>
              <a:off x="5914653" y="8863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8" name="pt7208"/>
            <p:cNvSpPr/>
            <p:nvPr/>
          </p:nvSpPr>
          <p:spPr>
            <a:xfrm>
              <a:off x="5901672" y="8699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9" name="pt7209"/>
            <p:cNvSpPr/>
            <p:nvPr/>
          </p:nvSpPr>
          <p:spPr>
            <a:xfrm>
              <a:off x="5947196" y="89528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0" name="pt7210"/>
            <p:cNvSpPr/>
            <p:nvPr/>
          </p:nvSpPr>
          <p:spPr>
            <a:xfrm>
              <a:off x="5896736" y="8897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1" name="pt7211"/>
            <p:cNvSpPr/>
            <p:nvPr/>
          </p:nvSpPr>
          <p:spPr>
            <a:xfrm>
              <a:off x="5891434" y="8855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2" name="pt7212"/>
            <p:cNvSpPr/>
            <p:nvPr/>
          </p:nvSpPr>
          <p:spPr>
            <a:xfrm>
              <a:off x="5997107" y="8806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3" name="pt7213"/>
            <p:cNvSpPr/>
            <p:nvPr/>
          </p:nvSpPr>
          <p:spPr>
            <a:xfrm>
              <a:off x="5939700" y="8722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4" name="pt7214"/>
            <p:cNvSpPr/>
            <p:nvPr/>
          </p:nvSpPr>
          <p:spPr>
            <a:xfrm>
              <a:off x="5887595" y="89265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5" name="pt7215"/>
            <p:cNvSpPr/>
            <p:nvPr/>
          </p:nvSpPr>
          <p:spPr>
            <a:xfrm>
              <a:off x="5962370" y="8911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6" name="pt7216"/>
            <p:cNvSpPr/>
            <p:nvPr/>
          </p:nvSpPr>
          <p:spPr>
            <a:xfrm>
              <a:off x="5887229" y="89411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7" name="pt7217"/>
            <p:cNvSpPr/>
            <p:nvPr/>
          </p:nvSpPr>
          <p:spPr>
            <a:xfrm>
              <a:off x="5914287" y="8835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8" name="pt7218"/>
            <p:cNvSpPr/>
            <p:nvPr/>
          </p:nvSpPr>
          <p:spPr>
            <a:xfrm>
              <a:off x="5905877" y="8877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9" name="pt7219"/>
            <p:cNvSpPr/>
            <p:nvPr/>
          </p:nvSpPr>
          <p:spPr>
            <a:xfrm>
              <a:off x="5891800" y="88400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0" name="pt7220"/>
            <p:cNvSpPr/>
            <p:nvPr/>
          </p:nvSpPr>
          <p:spPr>
            <a:xfrm>
              <a:off x="5941711" y="8950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1" name="pt7221"/>
            <p:cNvSpPr/>
            <p:nvPr/>
          </p:nvSpPr>
          <p:spPr>
            <a:xfrm>
              <a:off x="5900575" y="8759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2" name="pt7222"/>
            <p:cNvSpPr/>
            <p:nvPr/>
          </p:nvSpPr>
          <p:spPr>
            <a:xfrm>
              <a:off x="6091810" y="8789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3" name="pt7223"/>
            <p:cNvSpPr/>
            <p:nvPr/>
          </p:nvSpPr>
          <p:spPr>
            <a:xfrm>
              <a:off x="6151959" y="8714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4" name="pt7224"/>
            <p:cNvSpPr/>
            <p:nvPr/>
          </p:nvSpPr>
          <p:spPr>
            <a:xfrm>
              <a:off x="6059450" y="8804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5" name="pt7225"/>
            <p:cNvSpPr/>
            <p:nvPr/>
          </p:nvSpPr>
          <p:spPr>
            <a:xfrm>
              <a:off x="5905146" y="8751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6" name="pt7226"/>
            <p:cNvSpPr/>
            <p:nvPr/>
          </p:nvSpPr>
          <p:spPr>
            <a:xfrm>
              <a:off x="6152508" y="8683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7" name="pt7227"/>
            <p:cNvSpPr/>
            <p:nvPr/>
          </p:nvSpPr>
          <p:spPr>
            <a:xfrm>
              <a:off x="6284690" y="8632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8" name="pt7228"/>
            <p:cNvSpPr/>
            <p:nvPr/>
          </p:nvSpPr>
          <p:spPr>
            <a:xfrm>
              <a:off x="5904049" y="8840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9" name="pt7229"/>
            <p:cNvSpPr/>
            <p:nvPr/>
          </p:nvSpPr>
          <p:spPr>
            <a:xfrm>
              <a:off x="5884670" y="8922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0" name="pt7230"/>
            <p:cNvSpPr/>
            <p:nvPr/>
          </p:nvSpPr>
          <p:spPr>
            <a:xfrm>
              <a:off x="6037511" y="8832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1" name="pt7231"/>
            <p:cNvSpPr/>
            <p:nvPr/>
          </p:nvSpPr>
          <p:spPr>
            <a:xfrm>
              <a:off x="5896553" y="8780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2" name="pt7232"/>
            <p:cNvSpPr/>
            <p:nvPr/>
          </p:nvSpPr>
          <p:spPr>
            <a:xfrm>
              <a:off x="5894359" y="88371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3" name="pt7233"/>
            <p:cNvSpPr/>
            <p:nvPr/>
          </p:nvSpPr>
          <p:spPr>
            <a:xfrm>
              <a:off x="5931656" y="89232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4" name="pt7234"/>
            <p:cNvSpPr/>
            <p:nvPr/>
          </p:nvSpPr>
          <p:spPr>
            <a:xfrm>
              <a:off x="6155616" y="8798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5" name="pt7235"/>
            <p:cNvSpPr/>
            <p:nvPr/>
          </p:nvSpPr>
          <p:spPr>
            <a:xfrm>
              <a:off x="5907157" y="8836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6" name="pt7236"/>
            <p:cNvSpPr/>
            <p:nvPr/>
          </p:nvSpPr>
          <p:spPr>
            <a:xfrm>
              <a:off x="5964198" y="8942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7" name="pt7237"/>
            <p:cNvSpPr/>
            <p:nvPr/>
          </p:nvSpPr>
          <p:spPr>
            <a:xfrm>
              <a:off x="5903501" y="9030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8" name="pt7238"/>
            <p:cNvSpPr/>
            <p:nvPr/>
          </p:nvSpPr>
          <p:spPr>
            <a:xfrm>
              <a:off x="5962919" y="89104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9" name="pt7239"/>
            <p:cNvSpPr/>
            <p:nvPr/>
          </p:nvSpPr>
          <p:spPr>
            <a:xfrm>
              <a:off x="5974071" y="8889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0" name="pt7240"/>
            <p:cNvSpPr/>
            <p:nvPr/>
          </p:nvSpPr>
          <p:spPr>
            <a:xfrm>
              <a:off x="5901855" y="87564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1" name="pt7241"/>
            <p:cNvSpPr/>
            <p:nvPr/>
          </p:nvSpPr>
          <p:spPr>
            <a:xfrm>
              <a:off x="6000946" y="8894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2" name="pt7242"/>
            <p:cNvSpPr/>
            <p:nvPr/>
          </p:nvSpPr>
          <p:spPr>
            <a:xfrm>
              <a:off x="5896005" y="89507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3" name="pt7243"/>
            <p:cNvSpPr/>
            <p:nvPr/>
          </p:nvSpPr>
          <p:spPr>
            <a:xfrm>
              <a:off x="5895091" y="8923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4" name="pt7244"/>
            <p:cNvSpPr/>
            <p:nvPr/>
          </p:nvSpPr>
          <p:spPr>
            <a:xfrm>
              <a:off x="5879002" y="9009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5" name="pt7245"/>
            <p:cNvSpPr/>
            <p:nvPr/>
          </p:nvSpPr>
          <p:spPr>
            <a:xfrm>
              <a:off x="6041533" y="8990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6" name="pt7246"/>
            <p:cNvSpPr/>
            <p:nvPr/>
          </p:nvSpPr>
          <p:spPr>
            <a:xfrm>
              <a:off x="5903135" y="8784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7" name="pt7247"/>
            <p:cNvSpPr/>
            <p:nvPr/>
          </p:nvSpPr>
          <p:spPr>
            <a:xfrm>
              <a:off x="5904049" y="87416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8" name="pt7248"/>
            <p:cNvSpPr/>
            <p:nvPr/>
          </p:nvSpPr>
          <p:spPr>
            <a:xfrm>
              <a:off x="6043179" y="8795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9" name="pt7249"/>
            <p:cNvSpPr/>
            <p:nvPr/>
          </p:nvSpPr>
          <p:spPr>
            <a:xfrm>
              <a:off x="5894725" y="8865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0" name="pt7250"/>
            <p:cNvSpPr/>
            <p:nvPr/>
          </p:nvSpPr>
          <p:spPr>
            <a:xfrm>
              <a:off x="5924708" y="8946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1" name="pt7251"/>
            <p:cNvSpPr/>
            <p:nvPr/>
          </p:nvSpPr>
          <p:spPr>
            <a:xfrm>
              <a:off x="5927816" y="8945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2" name="pt7252"/>
            <p:cNvSpPr/>
            <p:nvPr/>
          </p:nvSpPr>
          <p:spPr>
            <a:xfrm>
              <a:off x="6340817" y="87022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3" name="pt7253"/>
            <p:cNvSpPr/>
            <p:nvPr/>
          </p:nvSpPr>
          <p:spPr>
            <a:xfrm>
              <a:off x="6202602" y="87288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4" name="pt7254"/>
            <p:cNvSpPr/>
            <p:nvPr/>
          </p:nvSpPr>
          <p:spPr>
            <a:xfrm>
              <a:off x="5879551" y="89615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5" name="pt7255"/>
            <p:cNvSpPr/>
            <p:nvPr/>
          </p:nvSpPr>
          <p:spPr>
            <a:xfrm>
              <a:off x="6112286" y="8706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6" name="pt7256"/>
            <p:cNvSpPr/>
            <p:nvPr/>
          </p:nvSpPr>
          <p:spPr>
            <a:xfrm>
              <a:off x="5899844" y="8968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7" name="pt7257"/>
            <p:cNvSpPr/>
            <p:nvPr/>
          </p:nvSpPr>
          <p:spPr>
            <a:xfrm>
              <a:off x="6140624" y="8728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8" name="pt7258"/>
            <p:cNvSpPr/>
            <p:nvPr/>
          </p:nvSpPr>
          <p:spPr>
            <a:xfrm>
              <a:off x="5890703" y="8856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9" name="pt7259"/>
            <p:cNvSpPr/>
            <p:nvPr/>
          </p:nvSpPr>
          <p:spPr>
            <a:xfrm>
              <a:off x="6446307" y="8650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0" name="pt7260"/>
            <p:cNvSpPr/>
            <p:nvPr/>
          </p:nvSpPr>
          <p:spPr>
            <a:xfrm>
              <a:off x="5991622" y="8843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1" name="pt7261"/>
            <p:cNvSpPr/>
            <p:nvPr/>
          </p:nvSpPr>
          <p:spPr>
            <a:xfrm>
              <a:off x="5881562" y="9067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2" name="pt7262"/>
            <p:cNvSpPr/>
            <p:nvPr/>
          </p:nvSpPr>
          <p:spPr>
            <a:xfrm>
              <a:off x="5891068" y="8962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3" name="pt7263"/>
            <p:cNvSpPr/>
            <p:nvPr/>
          </p:nvSpPr>
          <p:spPr>
            <a:xfrm>
              <a:off x="5882841" y="8838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4" name="pt7264"/>
            <p:cNvSpPr/>
            <p:nvPr/>
          </p:nvSpPr>
          <p:spPr>
            <a:xfrm>
              <a:off x="5881562" y="9061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5" name="pt7265"/>
            <p:cNvSpPr/>
            <p:nvPr/>
          </p:nvSpPr>
          <p:spPr>
            <a:xfrm>
              <a:off x="5908985" y="89029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6" name="pt7266"/>
            <p:cNvSpPr/>
            <p:nvPr/>
          </p:nvSpPr>
          <p:spPr>
            <a:xfrm>
              <a:off x="5905329" y="8707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7" name="pt7267"/>
            <p:cNvSpPr/>
            <p:nvPr/>
          </p:nvSpPr>
          <p:spPr>
            <a:xfrm>
              <a:off x="5925074" y="8928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8" name="pt7268"/>
            <p:cNvSpPr/>
            <p:nvPr/>
          </p:nvSpPr>
          <p:spPr>
            <a:xfrm>
              <a:off x="5912642" y="89326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9" name="pt7269"/>
            <p:cNvSpPr/>
            <p:nvPr/>
          </p:nvSpPr>
          <p:spPr>
            <a:xfrm>
              <a:off x="5961273" y="8941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0" name="pt7270"/>
            <p:cNvSpPr/>
            <p:nvPr/>
          </p:nvSpPr>
          <p:spPr>
            <a:xfrm>
              <a:off x="5925805" y="8927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1" name="pt7271"/>
            <p:cNvSpPr/>
            <p:nvPr/>
          </p:nvSpPr>
          <p:spPr>
            <a:xfrm>
              <a:off x="5973157" y="8932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2" name="pt7272"/>
            <p:cNvSpPr/>
            <p:nvPr/>
          </p:nvSpPr>
          <p:spPr>
            <a:xfrm>
              <a:off x="6234230" y="87556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3" name="pt7273"/>
            <p:cNvSpPr/>
            <p:nvPr/>
          </p:nvSpPr>
          <p:spPr>
            <a:xfrm>
              <a:off x="6099671" y="8850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4" name="pt7274"/>
            <p:cNvSpPr/>
            <p:nvPr/>
          </p:nvSpPr>
          <p:spPr>
            <a:xfrm>
              <a:off x="5898381" y="89429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5" name="pt7275"/>
            <p:cNvSpPr/>
            <p:nvPr/>
          </p:nvSpPr>
          <p:spPr>
            <a:xfrm>
              <a:off x="5901307" y="8834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6" name="pt7276"/>
            <p:cNvSpPr/>
            <p:nvPr/>
          </p:nvSpPr>
          <p:spPr>
            <a:xfrm>
              <a:off x="5894908" y="88099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7" name="pt7277"/>
            <p:cNvSpPr/>
            <p:nvPr/>
          </p:nvSpPr>
          <p:spPr>
            <a:xfrm>
              <a:off x="6041167" y="8871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8" name="pt7278"/>
            <p:cNvSpPr/>
            <p:nvPr/>
          </p:nvSpPr>
          <p:spPr>
            <a:xfrm>
              <a:off x="5889606" y="89450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9" name="pt7279"/>
            <p:cNvSpPr/>
            <p:nvPr/>
          </p:nvSpPr>
          <p:spPr>
            <a:xfrm>
              <a:off x="5889789" y="8965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0" name="pt7280"/>
            <p:cNvSpPr/>
            <p:nvPr/>
          </p:nvSpPr>
          <p:spPr>
            <a:xfrm>
              <a:off x="5893994" y="90705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1" name="pt7281"/>
            <p:cNvSpPr/>
            <p:nvPr/>
          </p:nvSpPr>
          <p:spPr>
            <a:xfrm>
              <a:off x="5885767" y="8960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2" name="pt7282"/>
            <p:cNvSpPr/>
            <p:nvPr/>
          </p:nvSpPr>
          <p:spPr>
            <a:xfrm>
              <a:off x="5892165" y="8898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3" name="pt7283"/>
            <p:cNvSpPr/>
            <p:nvPr/>
          </p:nvSpPr>
          <p:spPr>
            <a:xfrm>
              <a:off x="5947744" y="8939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4" name="pt7284"/>
            <p:cNvSpPr/>
            <p:nvPr/>
          </p:nvSpPr>
          <p:spPr>
            <a:xfrm>
              <a:off x="6110824" y="8768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5" name="pt7285"/>
            <p:cNvSpPr/>
            <p:nvPr/>
          </p:nvSpPr>
          <p:spPr>
            <a:xfrm>
              <a:off x="6242457" y="8747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6" name="pt7286"/>
            <p:cNvSpPr/>
            <p:nvPr/>
          </p:nvSpPr>
          <p:spPr>
            <a:xfrm>
              <a:off x="5931107" y="89825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7" name="pt7287"/>
            <p:cNvSpPr/>
            <p:nvPr/>
          </p:nvSpPr>
          <p:spPr>
            <a:xfrm>
              <a:off x="6371166" y="8722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8" name="pt7288"/>
            <p:cNvSpPr/>
            <p:nvPr/>
          </p:nvSpPr>
          <p:spPr>
            <a:xfrm>
              <a:off x="5914104" y="87156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9" name="pt7289"/>
            <p:cNvSpPr/>
            <p:nvPr/>
          </p:nvSpPr>
          <p:spPr>
            <a:xfrm>
              <a:off x="5902038" y="8827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0" name="pt7290"/>
            <p:cNvSpPr/>
            <p:nvPr/>
          </p:nvSpPr>
          <p:spPr>
            <a:xfrm>
              <a:off x="5889240" y="8958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1" name="pt7291"/>
            <p:cNvSpPr/>
            <p:nvPr/>
          </p:nvSpPr>
          <p:spPr>
            <a:xfrm>
              <a:off x="5897833" y="90564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2" name="pt7292"/>
            <p:cNvSpPr/>
            <p:nvPr/>
          </p:nvSpPr>
          <p:spPr>
            <a:xfrm>
              <a:off x="6223626" y="8789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3" name="pt7293"/>
            <p:cNvSpPr/>
            <p:nvPr/>
          </p:nvSpPr>
          <p:spPr>
            <a:xfrm>
              <a:off x="6253244" y="8658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4" name="pt7294"/>
            <p:cNvSpPr/>
            <p:nvPr/>
          </p:nvSpPr>
          <p:spPr>
            <a:xfrm>
              <a:off x="5997472" y="8811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5" name="pt7295"/>
            <p:cNvSpPr/>
            <p:nvPr/>
          </p:nvSpPr>
          <p:spPr>
            <a:xfrm>
              <a:off x="5894542" y="88961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6" name="pt7296"/>
            <p:cNvSpPr/>
            <p:nvPr/>
          </p:nvSpPr>
          <p:spPr>
            <a:xfrm>
              <a:off x="6119599" y="8791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7" name="pt7297"/>
            <p:cNvSpPr/>
            <p:nvPr/>
          </p:nvSpPr>
          <p:spPr>
            <a:xfrm>
              <a:off x="6027456" y="8838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8" name="pt7298"/>
            <p:cNvSpPr/>
            <p:nvPr/>
          </p:nvSpPr>
          <p:spPr>
            <a:xfrm>
              <a:off x="6007528" y="8755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9" name="pt7299"/>
            <p:cNvSpPr/>
            <p:nvPr/>
          </p:nvSpPr>
          <p:spPr>
            <a:xfrm>
              <a:off x="5901307" y="8763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0" name="pt7300"/>
            <p:cNvSpPr/>
            <p:nvPr/>
          </p:nvSpPr>
          <p:spPr>
            <a:xfrm>
              <a:off x="5898747" y="8836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1" name="pt7301"/>
            <p:cNvSpPr/>
            <p:nvPr/>
          </p:nvSpPr>
          <p:spPr>
            <a:xfrm>
              <a:off x="5882659" y="8972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2" name="pt7302"/>
            <p:cNvSpPr/>
            <p:nvPr/>
          </p:nvSpPr>
          <p:spPr>
            <a:xfrm>
              <a:off x="6163111" y="87618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3" name="pt7303"/>
            <p:cNvSpPr/>
            <p:nvPr/>
          </p:nvSpPr>
          <p:spPr>
            <a:xfrm>
              <a:off x="5901855" y="8996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4" name="pt7304"/>
            <p:cNvSpPr/>
            <p:nvPr/>
          </p:nvSpPr>
          <p:spPr>
            <a:xfrm>
              <a:off x="6170242" y="8727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5" name="pt7305"/>
            <p:cNvSpPr/>
            <p:nvPr/>
          </p:nvSpPr>
          <p:spPr>
            <a:xfrm>
              <a:off x="5925074" y="8939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6" name="pt7306"/>
            <p:cNvSpPr/>
            <p:nvPr/>
          </p:nvSpPr>
          <p:spPr>
            <a:xfrm>
              <a:off x="5994547" y="88173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7" name="pt7307"/>
            <p:cNvSpPr/>
            <p:nvPr/>
          </p:nvSpPr>
          <p:spPr>
            <a:xfrm>
              <a:off x="5911545" y="8711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8" name="pt7308"/>
            <p:cNvSpPr/>
            <p:nvPr/>
          </p:nvSpPr>
          <p:spPr>
            <a:xfrm>
              <a:off x="5884487" y="89409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9" name="pt7309"/>
            <p:cNvSpPr/>
            <p:nvPr/>
          </p:nvSpPr>
          <p:spPr>
            <a:xfrm>
              <a:off x="5895639" y="88346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0" name="pt7310"/>
            <p:cNvSpPr/>
            <p:nvPr/>
          </p:nvSpPr>
          <p:spPr>
            <a:xfrm>
              <a:off x="5908254" y="89900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1" name="pt7311"/>
            <p:cNvSpPr/>
            <p:nvPr/>
          </p:nvSpPr>
          <p:spPr>
            <a:xfrm>
              <a:off x="5907340" y="87135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2" name="pt7312"/>
            <p:cNvSpPr/>
            <p:nvPr/>
          </p:nvSpPr>
          <p:spPr>
            <a:xfrm>
              <a:off x="5897467" y="8755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3" name="pt7313"/>
            <p:cNvSpPr/>
            <p:nvPr/>
          </p:nvSpPr>
          <p:spPr>
            <a:xfrm>
              <a:off x="6044641" y="8818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4" name="pt7314"/>
            <p:cNvSpPr/>
            <p:nvPr/>
          </p:nvSpPr>
          <p:spPr>
            <a:xfrm>
              <a:off x="6018132" y="8766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5" name="pt7315"/>
            <p:cNvSpPr/>
            <p:nvPr/>
          </p:nvSpPr>
          <p:spPr>
            <a:xfrm>
              <a:off x="5988880" y="8825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6" name="pt7316"/>
            <p:cNvSpPr/>
            <p:nvPr/>
          </p:nvSpPr>
          <p:spPr>
            <a:xfrm>
              <a:off x="5895456" y="8764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7" name="pt7317"/>
            <p:cNvSpPr/>
            <p:nvPr/>
          </p:nvSpPr>
          <p:spPr>
            <a:xfrm>
              <a:off x="5908620" y="8815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8" name="pt7318"/>
            <p:cNvSpPr/>
            <p:nvPr/>
          </p:nvSpPr>
          <p:spPr>
            <a:xfrm>
              <a:off x="5942625" y="8897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9" name="pt7319"/>
            <p:cNvSpPr/>
            <p:nvPr/>
          </p:nvSpPr>
          <p:spPr>
            <a:xfrm>
              <a:off x="6021057" y="8843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0" name="pt7320"/>
            <p:cNvSpPr/>
            <p:nvPr/>
          </p:nvSpPr>
          <p:spPr>
            <a:xfrm>
              <a:off x="5904232" y="9027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1" name="pt7321"/>
            <p:cNvSpPr/>
            <p:nvPr/>
          </p:nvSpPr>
          <p:spPr>
            <a:xfrm>
              <a:off x="6101682" y="8843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2" name="pt7322"/>
            <p:cNvSpPr/>
            <p:nvPr/>
          </p:nvSpPr>
          <p:spPr>
            <a:xfrm>
              <a:off x="5989245" y="8842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3" name="pt7323"/>
            <p:cNvSpPr/>
            <p:nvPr/>
          </p:nvSpPr>
          <p:spPr>
            <a:xfrm>
              <a:off x="6082486" y="8792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4" name="pt7324"/>
            <p:cNvSpPr/>
            <p:nvPr/>
          </p:nvSpPr>
          <p:spPr>
            <a:xfrm>
              <a:off x="5912459" y="8984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5" name="pt7325"/>
            <p:cNvSpPr/>
            <p:nvPr/>
          </p:nvSpPr>
          <p:spPr>
            <a:xfrm>
              <a:off x="5906426" y="8883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6" name="pt7326"/>
            <p:cNvSpPr/>
            <p:nvPr/>
          </p:nvSpPr>
          <p:spPr>
            <a:xfrm>
              <a:off x="6081389" y="8790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7" name="pt7327"/>
            <p:cNvSpPr/>
            <p:nvPr/>
          </p:nvSpPr>
          <p:spPr>
            <a:xfrm>
              <a:off x="5904597" y="8810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8" name="pt7328"/>
            <p:cNvSpPr/>
            <p:nvPr/>
          </p:nvSpPr>
          <p:spPr>
            <a:xfrm>
              <a:off x="5892714" y="8883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9" name="pt7329"/>
            <p:cNvSpPr/>
            <p:nvPr/>
          </p:nvSpPr>
          <p:spPr>
            <a:xfrm>
              <a:off x="5993085" y="8871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0" name="pt7330"/>
            <p:cNvSpPr/>
            <p:nvPr/>
          </p:nvSpPr>
          <p:spPr>
            <a:xfrm>
              <a:off x="5961273" y="8878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1" name="pt7331"/>
            <p:cNvSpPr/>
            <p:nvPr/>
          </p:nvSpPr>
          <p:spPr>
            <a:xfrm>
              <a:off x="6180845" y="8714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2" name="pt7332"/>
            <p:cNvSpPr/>
            <p:nvPr/>
          </p:nvSpPr>
          <p:spPr>
            <a:xfrm>
              <a:off x="5888875" y="8932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3" name="pt7333"/>
            <p:cNvSpPr/>
            <p:nvPr/>
          </p:nvSpPr>
          <p:spPr>
            <a:xfrm>
              <a:off x="6359831" y="8729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4" name="pt7334"/>
            <p:cNvSpPr/>
            <p:nvPr/>
          </p:nvSpPr>
          <p:spPr>
            <a:xfrm>
              <a:off x="5917212" y="89718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5" name="pt7335"/>
            <p:cNvSpPr/>
            <p:nvPr/>
          </p:nvSpPr>
          <p:spPr>
            <a:xfrm>
              <a:off x="5926354" y="8960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6" name="pt7336"/>
            <p:cNvSpPr/>
            <p:nvPr/>
          </p:nvSpPr>
          <p:spPr>
            <a:xfrm>
              <a:off x="5910265" y="8743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7" name="pt7337"/>
            <p:cNvSpPr/>
            <p:nvPr/>
          </p:nvSpPr>
          <p:spPr>
            <a:xfrm>
              <a:off x="5892165" y="8783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8" name="pt7338"/>
            <p:cNvSpPr/>
            <p:nvPr/>
          </p:nvSpPr>
          <p:spPr>
            <a:xfrm>
              <a:off x="5927999" y="88096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9" name="pt7339"/>
            <p:cNvSpPr/>
            <p:nvPr/>
          </p:nvSpPr>
          <p:spPr>
            <a:xfrm>
              <a:off x="5950304" y="8635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0" name="pt7340"/>
            <p:cNvSpPr/>
            <p:nvPr/>
          </p:nvSpPr>
          <p:spPr>
            <a:xfrm>
              <a:off x="5891251" y="8906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1" name="pt7341"/>
            <p:cNvSpPr/>
            <p:nvPr/>
          </p:nvSpPr>
          <p:spPr>
            <a:xfrm>
              <a:off x="6179748" y="87432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2" name="pt7342"/>
            <p:cNvSpPr/>
            <p:nvPr/>
          </p:nvSpPr>
          <p:spPr>
            <a:xfrm>
              <a:off x="5915384" y="87725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3" name="pt7343"/>
            <p:cNvSpPr/>
            <p:nvPr/>
          </p:nvSpPr>
          <p:spPr>
            <a:xfrm>
              <a:off x="6248856" y="8741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4" name="pt7344"/>
            <p:cNvSpPr/>
            <p:nvPr/>
          </p:nvSpPr>
          <p:spPr>
            <a:xfrm>
              <a:off x="5890703" y="8907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5" name="pt7345"/>
            <p:cNvSpPr/>
            <p:nvPr/>
          </p:nvSpPr>
          <p:spPr>
            <a:xfrm>
              <a:off x="5895822" y="8789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6" name="pt7346"/>
            <p:cNvSpPr/>
            <p:nvPr/>
          </p:nvSpPr>
          <p:spPr>
            <a:xfrm>
              <a:off x="5956154" y="89045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7" name="pt7347"/>
            <p:cNvSpPr/>
            <p:nvPr/>
          </p:nvSpPr>
          <p:spPr>
            <a:xfrm>
              <a:off x="5883390" y="88484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8" name="pt7348"/>
            <p:cNvSpPr/>
            <p:nvPr/>
          </p:nvSpPr>
          <p:spPr>
            <a:xfrm>
              <a:off x="6059998" y="8757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9" name="pt7349"/>
            <p:cNvSpPr/>
            <p:nvPr/>
          </p:nvSpPr>
          <p:spPr>
            <a:xfrm>
              <a:off x="6009539" y="8792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0" name="pt7350"/>
            <p:cNvSpPr/>
            <p:nvPr/>
          </p:nvSpPr>
          <p:spPr>
            <a:xfrm>
              <a:off x="5926902" y="86214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1" name="pt7351"/>
            <p:cNvSpPr/>
            <p:nvPr/>
          </p:nvSpPr>
          <p:spPr>
            <a:xfrm>
              <a:off x="6241543" y="87403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2" name="pt7352"/>
            <p:cNvSpPr/>
            <p:nvPr/>
          </p:nvSpPr>
          <p:spPr>
            <a:xfrm>
              <a:off x="5908620" y="8879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3" name="pt7353"/>
            <p:cNvSpPr/>
            <p:nvPr/>
          </p:nvSpPr>
          <p:spPr>
            <a:xfrm>
              <a:off x="5900393" y="8850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4" name="pt7354"/>
            <p:cNvSpPr/>
            <p:nvPr/>
          </p:nvSpPr>
          <p:spPr>
            <a:xfrm>
              <a:off x="5905877" y="8908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5" name="pt7355"/>
            <p:cNvSpPr/>
            <p:nvPr/>
          </p:nvSpPr>
          <p:spPr>
            <a:xfrm>
              <a:off x="5896188" y="8979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6" name="pt7356"/>
            <p:cNvSpPr/>
            <p:nvPr/>
          </p:nvSpPr>
          <p:spPr>
            <a:xfrm>
              <a:off x="5887046" y="90528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7" name="pt7357"/>
            <p:cNvSpPr/>
            <p:nvPr/>
          </p:nvSpPr>
          <p:spPr>
            <a:xfrm>
              <a:off x="6021240" y="8802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8" name="pt7358"/>
            <p:cNvSpPr/>
            <p:nvPr/>
          </p:nvSpPr>
          <p:spPr>
            <a:xfrm>
              <a:off x="5899113" y="8700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9" name="pt7359"/>
            <p:cNvSpPr/>
            <p:nvPr/>
          </p:nvSpPr>
          <p:spPr>
            <a:xfrm>
              <a:off x="5904415" y="8824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0" name="pt7360"/>
            <p:cNvSpPr/>
            <p:nvPr/>
          </p:nvSpPr>
          <p:spPr>
            <a:xfrm>
              <a:off x="5886132" y="9092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1" name="pt7361"/>
            <p:cNvSpPr/>
            <p:nvPr/>
          </p:nvSpPr>
          <p:spPr>
            <a:xfrm>
              <a:off x="6042447" y="8805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2" name="pt7362"/>
            <p:cNvSpPr/>
            <p:nvPr/>
          </p:nvSpPr>
          <p:spPr>
            <a:xfrm>
              <a:off x="6097295" y="87667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3" name="pt7363"/>
            <p:cNvSpPr/>
            <p:nvPr/>
          </p:nvSpPr>
          <p:spPr>
            <a:xfrm>
              <a:off x="5923611" y="87345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4" name="pt7364"/>
            <p:cNvSpPr/>
            <p:nvPr/>
          </p:nvSpPr>
          <p:spPr>
            <a:xfrm>
              <a:off x="5925622" y="8873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5" name="pt7365"/>
            <p:cNvSpPr/>
            <p:nvPr/>
          </p:nvSpPr>
          <p:spPr>
            <a:xfrm>
              <a:off x="6055245" y="8821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6" name="pt7366"/>
            <p:cNvSpPr/>
            <p:nvPr/>
          </p:nvSpPr>
          <p:spPr>
            <a:xfrm>
              <a:off x="5889057" y="87946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7" name="rc7367"/>
            <p:cNvSpPr/>
            <p:nvPr/>
          </p:nvSpPr>
          <p:spPr>
            <a:xfrm>
              <a:off x="6569142" y="1529513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7368" name="tx7368"/>
            <p:cNvSpPr/>
            <p:nvPr/>
          </p:nvSpPr>
          <p:spPr>
            <a:xfrm>
              <a:off x="6725984" y="1692779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7369" name="tx7369"/>
            <p:cNvSpPr/>
            <p:nvPr/>
          </p:nvSpPr>
          <p:spPr>
            <a:xfrm>
              <a:off x="6624494" y="1894604"/>
              <a:ext cx="514536" cy="1038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0.739***</a:t>
              </a:r>
            </a:p>
          </p:txBody>
        </p:sp>
        <p:sp>
          <p:nvSpPr>
            <p:cNvPr id="7370" name="rc7370"/>
            <p:cNvSpPr/>
            <p:nvPr/>
          </p:nvSpPr>
          <p:spPr>
            <a:xfrm>
              <a:off x="6569142" y="1529513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1" name="rc7371"/>
            <p:cNvSpPr/>
            <p:nvPr/>
          </p:nvSpPr>
          <p:spPr>
            <a:xfrm>
              <a:off x="6569142" y="2234734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7372" name="tx7372"/>
            <p:cNvSpPr/>
            <p:nvPr/>
          </p:nvSpPr>
          <p:spPr>
            <a:xfrm>
              <a:off x="6725984" y="2398000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7373" name="tx7373"/>
            <p:cNvSpPr/>
            <p:nvPr/>
          </p:nvSpPr>
          <p:spPr>
            <a:xfrm>
              <a:off x="6624494" y="2599894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0.812***</a:t>
              </a:r>
            </a:p>
          </p:txBody>
        </p:sp>
        <p:sp>
          <p:nvSpPr>
            <p:cNvPr id="7374" name="rc7374"/>
            <p:cNvSpPr/>
            <p:nvPr/>
          </p:nvSpPr>
          <p:spPr>
            <a:xfrm>
              <a:off x="6569142" y="2234734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5" name="rc7375"/>
            <p:cNvSpPr/>
            <p:nvPr/>
          </p:nvSpPr>
          <p:spPr>
            <a:xfrm>
              <a:off x="6569142" y="2939956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7376" name="tx7376"/>
            <p:cNvSpPr/>
            <p:nvPr/>
          </p:nvSpPr>
          <p:spPr>
            <a:xfrm>
              <a:off x="6725984" y="3103222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7377" name="tx7377"/>
            <p:cNvSpPr/>
            <p:nvPr/>
          </p:nvSpPr>
          <p:spPr>
            <a:xfrm>
              <a:off x="6624494" y="3305116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0.871***</a:t>
              </a:r>
            </a:p>
          </p:txBody>
        </p:sp>
        <p:sp>
          <p:nvSpPr>
            <p:cNvPr id="7378" name="rc7378"/>
            <p:cNvSpPr/>
            <p:nvPr/>
          </p:nvSpPr>
          <p:spPr>
            <a:xfrm>
              <a:off x="6569142" y="2939956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9" name="rc7379"/>
            <p:cNvSpPr/>
            <p:nvPr/>
          </p:nvSpPr>
          <p:spPr>
            <a:xfrm>
              <a:off x="6569142" y="3645178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7380" name="tx7380"/>
            <p:cNvSpPr/>
            <p:nvPr/>
          </p:nvSpPr>
          <p:spPr>
            <a:xfrm>
              <a:off x="6725984" y="3808444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7381" name="tx7381"/>
            <p:cNvSpPr/>
            <p:nvPr/>
          </p:nvSpPr>
          <p:spPr>
            <a:xfrm>
              <a:off x="6624494" y="4010337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0.857***</a:t>
              </a:r>
            </a:p>
          </p:txBody>
        </p:sp>
        <p:sp>
          <p:nvSpPr>
            <p:cNvPr id="7382" name="rc7382"/>
            <p:cNvSpPr/>
            <p:nvPr/>
          </p:nvSpPr>
          <p:spPr>
            <a:xfrm>
              <a:off x="6569142" y="3645178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3" name="rc7383"/>
            <p:cNvSpPr/>
            <p:nvPr/>
          </p:nvSpPr>
          <p:spPr>
            <a:xfrm>
              <a:off x="6569142" y="4350399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4" name="pl7384"/>
            <p:cNvSpPr/>
            <p:nvPr/>
          </p:nvSpPr>
          <p:spPr>
            <a:xfrm>
              <a:off x="6569142" y="488095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5" name="pl7385"/>
            <p:cNvSpPr/>
            <p:nvPr/>
          </p:nvSpPr>
          <p:spPr>
            <a:xfrm>
              <a:off x="6569142" y="472859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6" name="pl7386"/>
            <p:cNvSpPr/>
            <p:nvPr/>
          </p:nvSpPr>
          <p:spPr>
            <a:xfrm>
              <a:off x="6569142" y="457623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7" name="pl7387"/>
            <p:cNvSpPr/>
            <p:nvPr/>
          </p:nvSpPr>
          <p:spPr>
            <a:xfrm>
              <a:off x="6569142" y="442387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8" name="pl7388"/>
            <p:cNvSpPr/>
            <p:nvPr/>
          </p:nvSpPr>
          <p:spPr>
            <a:xfrm>
              <a:off x="6659471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9" name="pl7389"/>
            <p:cNvSpPr/>
            <p:nvPr/>
          </p:nvSpPr>
          <p:spPr>
            <a:xfrm>
              <a:off x="6813720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0" name="pl7390"/>
            <p:cNvSpPr/>
            <p:nvPr/>
          </p:nvSpPr>
          <p:spPr>
            <a:xfrm>
              <a:off x="6967970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1" name="pl7391"/>
            <p:cNvSpPr/>
            <p:nvPr/>
          </p:nvSpPr>
          <p:spPr>
            <a:xfrm>
              <a:off x="7122220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2" name="pl7392"/>
            <p:cNvSpPr/>
            <p:nvPr/>
          </p:nvSpPr>
          <p:spPr>
            <a:xfrm>
              <a:off x="6569142" y="495713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3" name="pl7393"/>
            <p:cNvSpPr/>
            <p:nvPr/>
          </p:nvSpPr>
          <p:spPr>
            <a:xfrm>
              <a:off x="6569142" y="480477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4" name="pl7394"/>
            <p:cNvSpPr/>
            <p:nvPr/>
          </p:nvSpPr>
          <p:spPr>
            <a:xfrm>
              <a:off x="6569142" y="465241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5" name="pl7395"/>
            <p:cNvSpPr/>
            <p:nvPr/>
          </p:nvSpPr>
          <p:spPr>
            <a:xfrm>
              <a:off x="6569142" y="450005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6" name="pl7396"/>
            <p:cNvSpPr/>
            <p:nvPr/>
          </p:nvSpPr>
          <p:spPr>
            <a:xfrm>
              <a:off x="6582346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7" name="pl7397"/>
            <p:cNvSpPr/>
            <p:nvPr/>
          </p:nvSpPr>
          <p:spPr>
            <a:xfrm>
              <a:off x="6736596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8" name="pl7398"/>
            <p:cNvSpPr/>
            <p:nvPr/>
          </p:nvSpPr>
          <p:spPr>
            <a:xfrm>
              <a:off x="6890845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9" name="pl7399"/>
            <p:cNvSpPr/>
            <p:nvPr/>
          </p:nvSpPr>
          <p:spPr>
            <a:xfrm>
              <a:off x="7045095" y="435039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0" name="pg7400"/>
            <p:cNvSpPr/>
            <p:nvPr/>
          </p:nvSpPr>
          <p:spPr>
            <a:xfrm>
              <a:off x="6597562" y="4379292"/>
              <a:ext cx="568401" cy="577847"/>
            </a:xfrm>
            <a:custGeom>
              <a:avLst/>
              <a:pathLst>
                <a:path w="568401" h="577847">
                  <a:moveTo>
                    <a:pt x="0" y="88502"/>
                  </a:moveTo>
                  <a:lnTo>
                    <a:pt x="1112" y="68763"/>
                  </a:lnTo>
                  <a:lnTo>
                    <a:pt x="2224" y="51000"/>
                  </a:lnTo>
                  <a:lnTo>
                    <a:pt x="3336" y="35436"/>
                  </a:lnTo>
                  <a:lnTo>
                    <a:pt x="4449" y="22816"/>
                  </a:lnTo>
                  <a:lnTo>
                    <a:pt x="5561" y="12927"/>
                  </a:lnTo>
                  <a:lnTo>
                    <a:pt x="6673" y="5788"/>
                  </a:lnTo>
                  <a:lnTo>
                    <a:pt x="7786" y="1466"/>
                  </a:lnTo>
                  <a:lnTo>
                    <a:pt x="8898" y="0"/>
                  </a:lnTo>
                  <a:lnTo>
                    <a:pt x="10010" y="1388"/>
                  </a:lnTo>
                  <a:lnTo>
                    <a:pt x="11123" y="6050"/>
                  </a:lnTo>
                  <a:lnTo>
                    <a:pt x="12235" y="13585"/>
                  </a:lnTo>
                  <a:lnTo>
                    <a:pt x="13347" y="23653"/>
                  </a:lnTo>
                  <a:lnTo>
                    <a:pt x="14460" y="36086"/>
                  </a:lnTo>
                  <a:lnTo>
                    <a:pt x="15572" y="50698"/>
                  </a:lnTo>
                  <a:lnTo>
                    <a:pt x="16684" y="67279"/>
                  </a:lnTo>
                  <a:lnTo>
                    <a:pt x="17797" y="85785"/>
                  </a:lnTo>
                  <a:lnTo>
                    <a:pt x="18909" y="105822"/>
                  </a:lnTo>
                  <a:lnTo>
                    <a:pt x="20021" y="126951"/>
                  </a:lnTo>
                  <a:lnTo>
                    <a:pt x="21134" y="148922"/>
                  </a:lnTo>
                  <a:lnTo>
                    <a:pt x="22246" y="171489"/>
                  </a:lnTo>
                  <a:lnTo>
                    <a:pt x="23358" y="194412"/>
                  </a:lnTo>
                  <a:lnTo>
                    <a:pt x="24471" y="217447"/>
                  </a:lnTo>
                  <a:lnTo>
                    <a:pt x="25583" y="240285"/>
                  </a:lnTo>
                  <a:lnTo>
                    <a:pt x="26695" y="262733"/>
                  </a:lnTo>
                  <a:lnTo>
                    <a:pt x="27808" y="284633"/>
                  </a:lnTo>
                  <a:lnTo>
                    <a:pt x="28920" y="305845"/>
                  </a:lnTo>
                  <a:lnTo>
                    <a:pt x="30032" y="326248"/>
                  </a:lnTo>
                  <a:lnTo>
                    <a:pt x="31145" y="345685"/>
                  </a:lnTo>
                  <a:lnTo>
                    <a:pt x="32257" y="363929"/>
                  </a:lnTo>
                  <a:lnTo>
                    <a:pt x="33369" y="381111"/>
                  </a:lnTo>
                  <a:lnTo>
                    <a:pt x="34482" y="397209"/>
                  </a:lnTo>
                  <a:lnTo>
                    <a:pt x="35594" y="412215"/>
                  </a:lnTo>
                  <a:lnTo>
                    <a:pt x="36706" y="426133"/>
                  </a:lnTo>
                  <a:lnTo>
                    <a:pt x="37819" y="438960"/>
                  </a:lnTo>
                  <a:lnTo>
                    <a:pt x="38931" y="450530"/>
                  </a:lnTo>
                  <a:lnTo>
                    <a:pt x="40043" y="461125"/>
                  </a:lnTo>
                  <a:lnTo>
                    <a:pt x="41156" y="470792"/>
                  </a:lnTo>
                  <a:lnTo>
                    <a:pt x="42268" y="479583"/>
                  </a:lnTo>
                  <a:lnTo>
                    <a:pt x="43380" y="487550"/>
                  </a:lnTo>
                  <a:lnTo>
                    <a:pt x="44493" y="494749"/>
                  </a:lnTo>
                  <a:lnTo>
                    <a:pt x="45605" y="501093"/>
                  </a:lnTo>
                  <a:lnTo>
                    <a:pt x="46717" y="506796"/>
                  </a:lnTo>
                  <a:lnTo>
                    <a:pt x="47830" y="511918"/>
                  </a:lnTo>
                  <a:lnTo>
                    <a:pt x="48942" y="516505"/>
                  </a:lnTo>
                  <a:lnTo>
                    <a:pt x="50054" y="520601"/>
                  </a:lnTo>
                  <a:lnTo>
                    <a:pt x="51167" y="524247"/>
                  </a:lnTo>
                  <a:lnTo>
                    <a:pt x="52279" y="527410"/>
                  </a:lnTo>
                  <a:lnTo>
                    <a:pt x="53391" y="530188"/>
                  </a:lnTo>
                  <a:lnTo>
                    <a:pt x="54504" y="532629"/>
                  </a:lnTo>
                  <a:lnTo>
                    <a:pt x="55616" y="534759"/>
                  </a:lnTo>
                  <a:lnTo>
                    <a:pt x="56728" y="536598"/>
                  </a:lnTo>
                  <a:lnTo>
                    <a:pt x="57841" y="538167"/>
                  </a:lnTo>
                  <a:lnTo>
                    <a:pt x="58953" y="539448"/>
                  </a:lnTo>
                  <a:lnTo>
                    <a:pt x="60065" y="540477"/>
                  </a:lnTo>
                  <a:lnTo>
                    <a:pt x="61178" y="541289"/>
                  </a:lnTo>
                  <a:lnTo>
                    <a:pt x="62290" y="541896"/>
                  </a:lnTo>
                  <a:lnTo>
                    <a:pt x="63402" y="542309"/>
                  </a:lnTo>
                  <a:lnTo>
                    <a:pt x="64515" y="542540"/>
                  </a:lnTo>
                  <a:lnTo>
                    <a:pt x="65627" y="542581"/>
                  </a:lnTo>
                  <a:lnTo>
                    <a:pt x="66739" y="542446"/>
                  </a:lnTo>
                  <a:lnTo>
                    <a:pt x="67852" y="542168"/>
                  </a:lnTo>
                  <a:lnTo>
                    <a:pt x="68964" y="541759"/>
                  </a:lnTo>
                  <a:lnTo>
                    <a:pt x="70076" y="541232"/>
                  </a:lnTo>
                  <a:lnTo>
                    <a:pt x="71189" y="540600"/>
                  </a:lnTo>
                  <a:lnTo>
                    <a:pt x="72301" y="539872"/>
                  </a:lnTo>
                  <a:lnTo>
                    <a:pt x="73413" y="539062"/>
                  </a:lnTo>
                  <a:lnTo>
                    <a:pt x="74526" y="538203"/>
                  </a:lnTo>
                  <a:lnTo>
                    <a:pt x="75638" y="537311"/>
                  </a:lnTo>
                  <a:lnTo>
                    <a:pt x="76750" y="536403"/>
                  </a:lnTo>
                  <a:lnTo>
                    <a:pt x="77863" y="535496"/>
                  </a:lnTo>
                  <a:lnTo>
                    <a:pt x="78975" y="534609"/>
                  </a:lnTo>
                  <a:lnTo>
                    <a:pt x="80087" y="533771"/>
                  </a:lnTo>
                  <a:lnTo>
                    <a:pt x="81200" y="532995"/>
                  </a:lnTo>
                  <a:lnTo>
                    <a:pt x="82312" y="532294"/>
                  </a:lnTo>
                  <a:lnTo>
                    <a:pt x="83424" y="531682"/>
                  </a:lnTo>
                  <a:lnTo>
                    <a:pt x="84537" y="531170"/>
                  </a:lnTo>
                  <a:lnTo>
                    <a:pt x="85649" y="530768"/>
                  </a:lnTo>
                  <a:lnTo>
                    <a:pt x="86761" y="530514"/>
                  </a:lnTo>
                  <a:lnTo>
                    <a:pt x="87874" y="530384"/>
                  </a:lnTo>
                  <a:lnTo>
                    <a:pt x="88986" y="530380"/>
                  </a:lnTo>
                  <a:lnTo>
                    <a:pt x="90098" y="530499"/>
                  </a:lnTo>
                  <a:lnTo>
                    <a:pt x="91211" y="530739"/>
                  </a:lnTo>
                  <a:lnTo>
                    <a:pt x="92323" y="531094"/>
                  </a:lnTo>
                  <a:lnTo>
                    <a:pt x="93435" y="531575"/>
                  </a:lnTo>
                  <a:lnTo>
                    <a:pt x="94548" y="532151"/>
                  </a:lnTo>
                  <a:lnTo>
                    <a:pt x="95660" y="532805"/>
                  </a:lnTo>
                  <a:lnTo>
                    <a:pt x="96772" y="533523"/>
                  </a:lnTo>
                  <a:lnTo>
                    <a:pt x="97885" y="534293"/>
                  </a:lnTo>
                  <a:lnTo>
                    <a:pt x="98997" y="535099"/>
                  </a:lnTo>
                  <a:lnTo>
                    <a:pt x="100109" y="535929"/>
                  </a:lnTo>
                  <a:lnTo>
                    <a:pt x="101222" y="536760"/>
                  </a:lnTo>
                  <a:lnTo>
                    <a:pt x="102334" y="537579"/>
                  </a:lnTo>
                  <a:lnTo>
                    <a:pt x="103446" y="538375"/>
                  </a:lnTo>
                  <a:lnTo>
                    <a:pt x="104559" y="539138"/>
                  </a:lnTo>
                  <a:lnTo>
                    <a:pt x="105671" y="539859"/>
                  </a:lnTo>
                  <a:lnTo>
                    <a:pt x="106783" y="540523"/>
                  </a:lnTo>
                  <a:lnTo>
                    <a:pt x="107896" y="541125"/>
                  </a:lnTo>
                  <a:lnTo>
                    <a:pt x="109008" y="541669"/>
                  </a:lnTo>
                  <a:lnTo>
                    <a:pt x="110120" y="542153"/>
                  </a:lnTo>
                  <a:lnTo>
                    <a:pt x="111233" y="542579"/>
                  </a:lnTo>
                  <a:lnTo>
                    <a:pt x="112345" y="542949"/>
                  </a:lnTo>
                  <a:lnTo>
                    <a:pt x="113457" y="543262"/>
                  </a:lnTo>
                  <a:lnTo>
                    <a:pt x="114570" y="543522"/>
                  </a:lnTo>
                  <a:lnTo>
                    <a:pt x="115682" y="543744"/>
                  </a:lnTo>
                  <a:lnTo>
                    <a:pt x="116794" y="543933"/>
                  </a:lnTo>
                  <a:lnTo>
                    <a:pt x="117907" y="544096"/>
                  </a:lnTo>
                  <a:lnTo>
                    <a:pt x="119019" y="544240"/>
                  </a:lnTo>
                  <a:lnTo>
                    <a:pt x="120131" y="544373"/>
                  </a:lnTo>
                  <a:lnTo>
                    <a:pt x="121244" y="544503"/>
                  </a:lnTo>
                  <a:lnTo>
                    <a:pt x="122356" y="544639"/>
                  </a:lnTo>
                  <a:lnTo>
                    <a:pt x="123468" y="544786"/>
                  </a:lnTo>
                  <a:lnTo>
                    <a:pt x="124581" y="544949"/>
                  </a:lnTo>
                  <a:lnTo>
                    <a:pt x="125693" y="545134"/>
                  </a:lnTo>
                  <a:lnTo>
                    <a:pt x="126805" y="545345"/>
                  </a:lnTo>
                  <a:lnTo>
                    <a:pt x="127918" y="545592"/>
                  </a:lnTo>
                  <a:lnTo>
                    <a:pt x="129030" y="545871"/>
                  </a:lnTo>
                  <a:lnTo>
                    <a:pt x="130142" y="546185"/>
                  </a:lnTo>
                  <a:lnTo>
                    <a:pt x="131255" y="546533"/>
                  </a:lnTo>
                  <a:lnTo>
                    <a:pt x="132367" y="546916"/>
                  </a:lnTo>
                  <a:lnTo>
                    <a:pt x="133479" y="547333"/>
                  </a:lnTo>
                  <a:lnTo>
                    <a:pt x="134592" y="547787"/>
                  </a:lnTo>
                  <a:lnTo>
                    <a:pt x="135704" y="548271"/>
                  </a:lnTo>
                  <a:lnTo>
                    <a:pt x="136816" y="548778"/>
                  </a:lnTo>
                  <a:lnTo>
                    <a:pt x="137929" y="549307"/>
                  </a:lnTo>
                  <a:lnTo>
                    <a:pt x="139041" y="549851"/>
                  </a:lnTo>
                  <a:lnTo>
                    <a:pt x="140153" y="550406"/>
                  </a:lnTo>
                  <a:lnTo>
                    <a:pt x="141266" y="550967"/>
                  </a:lnTo>
                  <a:lnTo>
                    <a:pt x="142378" y="551525"/>
                  </a:lnTo>
                  <a:lnTo>
                    <a:pt x="143490" y="552075"/>
                  </a:lnTo>
                  <a:lnTo>
                    <a:pt x="144603" y="552612"/>
                  </a:lnTo>
                  <a:lnTo>
                    <a:pt x="145715" y="553130"/>
                  </a:lnTo>
                  <a:lnTo>
                    <a:pt x="146827" y="553626"/>
                  </a:lnTo>
                  <a:lnTo>
                    <a:pt x="147940" y="554090"/>
                  </a:lnTo>
                  <a:lnTo>
                    <a:pt x="149052" y="554520"/>
                  </a:lnTo>
                  <a:lnTo>
                    <a:pt x="150164" y="554918"/>
                  </a:lnTo>
                  <a:lnTo>
                    <a:pt x="151277" y="555282"/>
                  </a:lnTo>
                  <a:lnTo>
                    <a:pt x="152389" y="555614"/>
                  </a:lnTo>
                  <a:lnTo>
                    <a:pt x="153501" y="555914"/>
                  </a:lnTo>
                  <a:lnTo>
                    <a:pt x="154614" y="556183"/>
                  </a:lnTo>
                  <a:lnTo>
                    <a:pt x="155726" y="556427"/>
                  </a:lnTo>
                  <a:lnTo>
                    <a:pt x="156838" y="556654"/>
                  </a:lnTo>
                  <a:lnTo>
                    <a:pt x="157951" y="556870"/>
                  </a:lnTo>
                  <a:lnTo>
                    <a:pt x="159063" y="557081"/>
                  </a:lnTo>
                  <a:lnTo>
                    <a:pt x="160175" y="557296"/>
                  </a:lnTo>
                  <a:lnTo>
                    <a:pt x="161288" y="557521"/>
                  </a:lnTo>
                  <a:lnTo>
                    <a:pt x="162400" y="557769"/>
                  </a:lnTo>
                  <a:lnTo>
                    <a:pt x="163512" y="558046"/>
                  </a:lnTo>
                  <a:lnTo>
                    <a:pt x="164625" y="558355"/>
                  </a:lnTo>
                  <a:lnTo>
                    <a:pt x="165737" y="558704"/>
                  </a:lnTo>
                  <a:lnTo>
                    <a:pt x="166849" y="559096"/>
                  </a:lnTo>
                  <a:lnTo>
                    <a:pt x="167962" y="559536"/>
                  </a:lnTo>
                  <a:lnTo>
                    <a:pt x="169074" y="560036"/>
                  </a:lnTo>
                  <a:lnTo>
                    <a:pt x="170186" y="560586"/>
                  </a:lnTo>
                  <a:lnTo>
                    <a:pt x="171299" y="561184"/>
                  </a:lnTo>
                  <a:lnTo>
                    <a:pt x="172411" y="561828"/>
                  </a:lnTo>
                  <a:lnTo>
                    <a:pt x="173523" y="562515"/>
                  </a:lnTo>
                  <a:lnTo>
                    <a:pt x="174636" y="563241"/>
                  </a:lnTo>
                  <a:lnTo>
                    <a:pt x="175748" y="564005"/>
                  </a:lnTo>
                  <a:lnTo>
                    <a:pt x="176860" y="564793"/>
                  </a:lnTo>
                  <a:lnTo>
                    <a:pt x="177973" y="565597"/>
                  </a:lnTo>
                  <a:lnTo>
                    <a:pt x="179085" y="566409"/>
                  </a:lnTo>
                  <a:lnTo>
                    <a:pt x="180197" y="567223"/>
                  </a:lnTo>
                  <a:lnTo>
                    <a:pt x="181310" y="568031"/>
                  </a:lnTo>
                  <a:lnTo>
                    <a:pt x="182422" y="568820"/>
                  </a:lnTo>
                  <a:lnTo>
                    <a:pt x="183534" y="569585"/>
                  </a:lnTo>
                  <a:lnTo>
                    <a:pt x="184647" y="570318"/>
                  </a:lnTo>
                  <a:lnTo>
                    <a:pt x="185759" y="571014"/>
                  </a:lnTo>
                  <a:lnTo>
                    <a:pt x="186871" y="571668"/>
                  </a:lnTo>
                  <a:lnTo>
                    <a:pt x="187984" y="572276"/>
                  </a:lnTo>
                  <a:lnTo>
                    <a:pt x="189096" y="572823"/>
                  </a:lnTo>
                  <a:lnTo>
                    <a:pt x="190208" y="573310"/>
                  </a:lnTo>
                  <a:lnTo>
                    <a:pt x="191321" y="573737"/>
                  </a:lnTo>
                  <a:lnTo>
                    <a:pt x="192433" y="574103"/>
                  </a:lnTo>
                  <a:lnTo>
                    <a:pt x="193545" y="574405"/>
                  </a:lnTo>
                  <a:lnTo>
                    <a:pt x="194658" y="574643"/>
                  </a:lnTo>
                  <a:lnTo>
                    <a:pt x="195770" y="574806"/>
                  </a:lnTo>
                  <a:lnTo>
                    <a:pt x="196882" y="574895"/>
                  </a:lnTo>
                  <a:lnTo>
                    <a:pt x="197995" y="574916"/>
                  </a:lnTo>
                  <a:lnTo>
                    <a:pt x="199107" y="574869"/>
                  </a:lnTo>
                  <a:lnTo>
                    <a:pt x="200219" y="574754"/>
                  </a:lnTo>
                  <a:lnTo>
                    <a:pt x="201332" y="574571"/>
                  </a:lnTo>
                  <a:lnTo>
                    <a:pt x="202444" y="574316"/>
                  </a:lnTo>
                  <a:lnTo>
                    <a:pt x="203556" y="573985"/>
                  </a:lnTo>
                  <a:lnTo>
                    <a:pt x="204669" y="573591"/>
                  </a:lnTo>
                  <a:lnTo>
                    <a:pt x="205781" y="573135"/>
                  </a:lnTo>
                  <a:lnTo>
                    <a:pt x="206893" y="572621"/>
                  </a:lnTo>
                  <a:lnTo>
                    <a:pt x="208006" y="572051"/>
                  </a:lnTo>
                  <a:lnTo>
                    <a:pt x="209118" y="571428"/>
                  </a:lnTo>
                  <a:lnTo>
                    <a:pt x="210230" y="570753"/>
                  </a:lnTo>
                  <a:lnTo>
                    <a:pt x="211343" y="570041"/>
                  </a:lnTo>
                  <a:lnTo>
                    <a:pt x="212455" y="569301"/>
                  </a:lnTo>
                  <a:lnTo>
                    <a:pt x="213567" y="568539"/>
                  </a:lnTo>
                  <a:lnTo>
                    <a:pt x="214680" y="567765"/>
                  </a:lnTo>
                  <a:lnTo>
                    <a:pt x="215792" y="566987"/>
                  </a:lnTo>
                  <a:lnTo>
                    <a:pt x="216904" y="566221"/>
                  </a:lnTo>
                  <a:lnTo>
                    <a:pt x="218017" y="565479"/>
                  </a:lnTo>
                  <a:lnTo>
                    <a:pt x="219129" y="564771"/>
                  </a:lnTo>
                  <a:lnTo>
                    <a:pt x="220241" y="564107"/>
                  </a:lnTo>
                  <a:lnTo>
                    <a:pt x="221354" y="563497"/>
                  </a:lnTo>
                  <a:lnTo>
                    <a:pt x="222466" y="562951"/>
                  </a:lnTo>
                  <a:lnTo>
                    <a:pt x="223578" y="562496"/>
                  </a:lnTo>
                  <a:lnTo>
                    <a:pt x="224691" y="562129"/>
                  </a:lnTo>
                  <a:lnTo>
                    <a:pt x="225803" y="561852"/>
                  </a:lnTo>
                  <a:lnTo>
                    <a:pt x="226915" y="561671"/>
                  </a:lnTo>
                  <a:lnTo>
                    <a:pt x="228028" y="561589"/>
                  </a:lnTo>
                  <a:lnTo>
                    <a:pt x="229140" y="561607"/>
                  </a:lnTo>
                  <a:lnTo>
                    <a:pt x="230252" y="561743"/>
                  </a:lnTo>
                  <a:lnTo>
                    <a:pt x="231365" y="561983"/>
                  </a:lnTo>
                  <a:lnTo>
                    <a:pt x="232477" y="562315"/>
                  </a:lnTo>
                  <a:lnTo>
                    <a:pt x="233589" y="562734"/>
                  </a:lnTo>
                  <a:lnTo>
                    <a:pt x="234702" y="563233"/>
                  </a:lnTo>
                  <a:lnTo>
                    <a:pt x="235814" y="563805"/>
                  </a:lnTo>
                  <a:lnTo>
                    <a:pt x="236926" y="564447"/>
                  </a:lnTo>
                  <a:lnTo>
                    <a:pt x="238039" y="565143"/>
                  </a:lnTo>
                  <a:lnTo>
                    <a:pt x="239151" y="565877"/>
                  </a:lnTo>
                  <a:lnTo>
                    <a:pt x="240263" y="566639"/>
                  </a:lnTo>
                  <a:lnTo>
                    <a:pt x="241376" y="567417"/>
                  </a:lnTo>
                  <a:lnTo>
                    <a:pt x="242488" y="568203"/>
                  </a:lnTo>
                  <a:lnTo>
                    <a:pt x="243600" y="568985"/>
                  </a:lnTo>
                  <a:lnTo>
                    <a:pt x="244713" y="569750"/>
                  </a:lnTo>
                  <a:lnTo>
                    <a:pt x="245825" y="570491"/>
                  </a:lnTo>
                  <a:lnTo>
                    <a:pt x="246937" y="571201"/>
                  </a:lnTo>
                  <a:lnTo>
                    <a:pt x="248049" y="571875"/>
                  </a:lnTo>
                  <a:lnTo>
                    <a:pt x="249162" y="572506"/>
                  </a:lnTo>
                  <a:lnTo>
                    <a:pt x="250274" y="573088"/>
                  </a:lnTo>
                  <a:lnTo>
                    <a:pt x="251386" y="573610"/>
                  </a:lnTo>
                  <a:lnTo>
                    <a:pt x="252499" y="574078"/>
                  </a:lnTo>
                  <a:lnTo>
                    <a:pt x="253611" y="574490"/>
                  </a:lnTo>
                  <a:lnTo>
                    <a:pt x="254723" y="574846"/>
                  </a:lnTo>
                  <a:lnTo>
                    <a:pt x="255836" y="575145"/>
                  </a:lnTo>
                  <a:lnTo>
                    <a:pt x="256948" y="575383"/>
                  </a:lnTo>
                  <a:lnTo>
                    <a:pt x="258060" y="575551"/>
                  </a:lnTo>
                  <a:lnTo>
                    <a:pt x="259173" y="575660"/>
                  </a:lnTo>
                  <a:lnTo>
                    <a:pt x="260285" y="575711"/>
                  </a:lnTo>
                  <a:lnTo>
                    <a:pt x="261397" y="575702"/>
                  </a:lnTo>
                  <a:lnTo>
                    <a:pt x="262510" y="575635"/>
                  </a:lnTo>
                  <a:lnTo>
                    <a:pt x="263622" y="575509"/>
                  </a:lnTo>
                  <a:lnTo>
                    <a:pt x="264734" y="575310"/>
                  </a:lnTo>
                  <a:lnTo>
                    <a:pt x="265847" y="575049"/>
                  </a:lnTo>
                  <a:lnTo>
                    <a:pt x="266959" y="574729"/>
                  </a:lnTo>
                  <a:lnTo>
                    <a:pt x="268071" y="574347"/>
                  </a:lnTo>
                  <a:lnTo>
                    <a:pt x="269184" y="573905"/>
                  </a:lnTo>
                  <a:lnTo>
                    <a:pt x="270296" y="573402"/>
                  </a:lnTo>
                  <a:lnTo>
                    <a:pt x="271408" y="572826"/>
                  </a:lnTo>
                  <a:lnTo>
                    <a:pt x="272521" y="572189"/>
                  </a:lnTo>
                  <a:lnTo>
                    <a:pt x="273633" y="571493"/>
                  </a:lnTo>
                  <a:lnTo>
                    <a:pt x="274745" y="570743"/>
                  </a:lnTo>
                  <a:lnTo>
                    <a:pt x="275858" y="569939"/>
                  </a:lnTo>
                  <a:lnTo>
                    <a:pt x="276970" y="569086"/>
                  </a:lnTo>
                  <a:lnTo>
                    <a:pt x="278082" y="568181"/>
                  </a:lnTo>
                  <a:lnTo>
                    <a:pt x="279195" y="567236"/>
                  </a:lnTo>
                  <a:lnTo>
                    <a:pt x="280307" y="566258"/>
                  </a:lnTo>
                  <a:lnTo>
                    <a:pt x="281419" y="565256"/>
                  </a:lnTo>
                  <a:lnTo>
                    <a:pt x="282532" y="564237"/>
                  </a:lnTo>
                  <a:lnTo>
                    <a:pt x="283644" y="563207"/>
                  </a:lnTo>
                  <a:lnTo>
                    <a:pt x="284756" y="562176"/>
                  </a:lnTo>
                  <a:lnTo>
                    <a:pt x="285869" y="561156"/>
                  </a:lnTo>
                  <a:lnTo>
                    <a:pt x="286981" y="560156"/>
                  </a:lnTo>
                  <a:lnTo>
                    <a:pt x="288093" y="559184"/>
                  </a:lnTo>
                  <a:lnTo>
                    <a:pt x="289206" y="558247"/>
                  </a:lnTo>
                  <a:lnTo>
                    <a:pt x="290318" y="557354"/>
                  </a:lnTo>
                  <a:lnTo>
                    <a:pt x="291430" y="556516"/>
                  </a:lnTo>
                  <a:lnTo>
                    <a:pt x="292543" y="555747"/>
                  </a:lnTo>
                  <a:lnTo>
                    <a:pt x="293655" y="555043"/>
                  </a:lnTo>
                  <a:lnTo>
                    <a:pt x="294767" y="554409"/>
                  </a:lnTo>
                  <a:lnTo>
                    <a:pt x="295880" y="553848"/>
                  </a:lnTo>
                  <a:lnTo>
                    <a:pt x="296992" y="553361"/>
                  </a:lnTo>
                  <a:lnTo>
                    <a:pt x="298104" y="552954"/>
                  </a:lnTo>
                  <a:lnTo>
                    <a:pt x="299217" y="552639"/>
                  </a:lnTo>
                  <a:lnTo>
                    <a:pt x="300329" y="552398"/>
                  </a:lnTo>
                  <a:lnTo>
                    <a:pt x="301441" y="552230"/>
                  </a:lnTo>
                  <a:lnTo>
                    <a:pt x="302554" y="552131"/>
                  </a:lnTo>
                  <a:lnTo>
                    <a:pt x="303666" y="552098"/>
                  </a:lnTo>
                  <a:lnTo>
                    <a:pt x="304778" y="552128"/>
                  </a:lnTo>
                  <a:lnTo>
                    <a:pt x="305891" y="552227"/>
                  </a:lnTo>
                  <a:lnTo>
                    <a:pt x="307003" y="552375"/>
                  </a:lnTo>
                  <a:lnTo>
                    <a:pt x="308115" y="552568"/>
                  </a:lnTo>
                  <a:lnTo>
                    <a:pt x="309228" y="552802"/>
                  </a:lnTo>
                  <a:lnTo>
                    <a:pt x="310340" y="553071"/>
                  </a:lnTo>
                  <a:lnTo>
                    <a:pt x="311452" y="553372"/>
                  </a:lnTo>
                  <a:lnTo>
                    <a:pt x="312565" y="553705"/>
                  </a:lnTo>
                  <a:lnTo>
                    <a:pt x="313677" y="554060"/>
                  </a:lnTo>
                  <a:lnTo>
                    <a:pt x="314789" y="554436"/>
                  </a:lnTo>
                  <a:lnTo>
                    <a:pt x="315902" y="554829"/>
                  </a:lnTo>
                  <a:lnTo>
                    <a:pt x="317014" y="555238"/>
                  </a:lnTo>
                  <a:lnTo>
                    <a:pt x="318126" y="555663"/>
                  </a:lnTo>
                  <a:lnTo>
                    <a:pt x="319239" y="556105"/>
                  </a:lnTo>
                  <a:lnTo>
                    <a:pt x="320351" y="556563"/>
                  </a:lnTo>
                  <a:lnTo>
                    <a:pt x="321463" y="557037"/>
                  </a:lnTo>
                  <a:lnTo>
                    <a:pt x="322576" y="557527"/>
                  </a:lnTo>
                  <a:lnTo>
                    <a:pt x="323688" y="558034"/>
                  </a:lnTo>
                  <a:lnTo>
                    <a:pt x="324800" y="558560"/>
                  </a:lnTo>
                  <a:lnTo>
                    <a:pt x="325913" y="559107"/>
                  </a:lnTo>
                  <a:lnTo>
                    <a:pt x="327025" y="559677"/>
                  </a:lnTo>
                  <a:lnTo>
                    <a:pt x="328137" y="560268"/>
                  </a:lnTo>
                  <a:lnTo>
                    <a:pt x="329250" y="560879"/>
                  </a:lnTo>
                  <a:lnTo>
                    <a:pt x="330362" y="561511"/>
                  </a:lnTo>
                  <a:lnTo>
                    <a:pt x="331474" y="562164"/>
                  </a:lnTo>
                  <a:lnTo>
                    <a:pt x="332587" y="562836"/>
                  </a:lnTo>
                  <a:lnTo>
                    <a:pt x="333699" y="563528"/>
                  </a:lnTo>
                  <a:lnTo>
                    <a:pt x="334811" y="564233"/>
                  </a:lnTo>
                  <a:lnTo>
                    <a:pt x="335924" y="564949"/>
                  </a:lnTo>
                  <a:lnTo>
                    <a:pt x="337036" y="565672"/>
                  </a:lnTo>
                  <a:lnTo>
                    <a:pt x="338148" y="566400"/>
                  </a:lnTo>
                  <a:lnTo>
                    <a:pt x="339261" y="567128"/>
                  </a:lnTo>
                  <a:lnTo>
                    <a:pt x="340373" y="567850"/>
                  </a:lnTo>
                  <a:lnTo>
                    <a:pt x="341485" y="568561"/>
                  </a:lnTo>
                  <a:lnTo>
                    <a:pt x="342598" y="569257"/>
                  </a:lnTo>
                  <a:lnTo>
                    <a:pt x="343710" y="569935"/>
                  </a:lnTo>
                  <a:lnTo>
                    <a:pt x="344822" y="570590"/>
                  </a:lnTo>
                  <a:lnTo>
                    <a:pt x="345935" y="571217"/>
                  </a:lnTo>
                  <a:lnTo>
                    <a:pt x="347047" y="571804"/>
                  </a:lnTo>
                  <a:lnTo>
                    <a:pt x="348159" y="572355"/>
                  </a:lnTo>
                  <a:lnTo>
                    <a:pt x="349272" y="572866"/>
                  </a:lnTo>
                  <a:lnTo>
                    <a:pt x="350384" y="573335"/>
                  </a:lnTo>
                  <a:lnTo>
                    <a:pt x="351496" y="573757"/>
                  </a:lnTo>
                  <a:lnTo>
                    <a:pt x="352609" y="574132"/>
                  </a:lnTo>
                  <a:lnTo>
                    <a:pt x="353721" y="574444"/>
                  </a:lnTo>
                  <a:lnTo>
                    <a:pt x="354833" y="574702"/>
                  </a:lnTo>
                  <a:lnTo>
                    <a:pt x="355946" y="574905"/>
                  </a:lnTo>
                  <a:lnTo>
                    <a:pt x="357058" y="575052"/>
                  </a:lnTo>
                  <a:lnTo>
                    <a:pt x="358170" y="575140"/>
                  </a:lnTo>
                  <a:lnTo>
                    <a:pt x="359283" y="575169"/>
                  </a:lnTo>
                  <a:lnTo>
                    <a:pt x="360395" y="575125"/>
                  </a:lnTo>
                  <a:lnTo>
                    <a:pt x="361507" y="575017"/>
                  </a:lnTo>
                  <a:lnTo>
                    <a:pt x="362620" y="574846"/>
                  </a:lnTo>
                  <a:lnTo>
                    <a:pt x="363732" y="574612"/>
                  </a:lnTo>
                  <a:lnTo>
                    <a:pt x="364844" y="574315"/>
                  </a:lnTo>
                  <a:lnTo>
                    <a:pt x="365957" y="573956"/>
                  </a:lnTo>
                  <a:lnTo>
                    <a:pt x="367069" y="573525"/>
                  </a:lnTo>
                  <a:lnTo>
                    <a:pt x="368181" y="573030"/>
                  </a:lnTo>
                  <a:lnTo>
                    <a:pt x="369294" y="572478"/>
                  </a:lnTo>
                  <a:lnTo>
                    <a:pt x="370406" y="571871"/>
                  </a:lnTo>
                  <a:lnTo>
                    <a:pt x="371518" y="571214"/>
                  </a:lnTo>
                  <a:lnTo>
                    <a:pt x="372631" y="570511"/>
                  </a:lnTo>
                  <a:lnTo>
                    <a:pt x="373743" y="569764"/>
                  </a:lnTo>
                  <a:lnTo>
                    <a:pt x="374855" y="568980"/>
                  </a:lnTo>
                  <a:lnTo>
                    <a:pt x="375968" y="568173"/>
                  </a:lnTo>
                  <a:lnTo>
                    <a:pt x="377080" y="567349"/>
                  </a:lnTo>
                  <a:lnTo>
                    <a:pt x="378192" y="566518"/>
                  </a:lnTo>
                  <a:lnTo>
                    <a:pt x="379305" y="565687"/>
                  </a:lnTo>
                  <a:lnTo>
                    <a:pt x="380417" y="564867"/>
                  </a:lnTo>
                  <a:lnTo>
                    <a:pt x="381529" y="564070"/>
                  </a:lnTo>
                  <a:lnTo>
                    <a:pt x="382642" y="563305"/>
                  </a:lnTo>
                  <a:lnTo>
                    <a:pt x="383754" y="562577"/>
                  </a:lnTo>
                  <a:lnTo>
                    <a:pt x="384866" y="561893"/>
                  </a:lnTo>
                  <a:lnTo>
                    <a:pt x="385979" y="561259"/>
                  </a:lnTo>
                  <a:lnTo>
                    <a:pt x="387091" y="560682"/>
                  </a:lnTo>
                  <a:lnTo>
                    <a:pt x="388203" y="560175"/>
                  </a:lnTo>
                  <a:lnTo>
                    <a:pt x="389316" y="559727"/>
                  </a:lnTo>
                  <a:lnTo>
                    <a:pt x="390428" y="559337"/>
                  </a:lnTo>
                  <a:lnTo>
                    <a:pt x="391540" y="559003"/>
                  </a:lnTo>
                  <a:lnTo>
                    <a:pt x="392653" y="558722"/>
                  </a:lnTo>
                  <a:lnTo>
                    <a:pt x="393765" y="558488"/>
                  </a:lnTo>
                  <a:lnTo>
                    <a:pt x="394877" y="558304"/>
                  </a:lnTo>
                  <a:lnTo>
                    <a:pt x="395990" y="558149"/>
                  </a:lnTo>
                  <a:lnTo>
                    <a:pt x="397102" y="558016"/>
                  </a:lnTo>
                  <a:lnTo>
                    <a:pt x="398214" y="557897"/>
                  </a:lnTo>
                  <a:lnTo>
                    <a:pt x="399327" y="557784"/>
                  </a:lnTo>
                  <a:lnTo>
                    <a:pt x="400439" y="557669"/>
                  </a:lnTo>
                  <a:lnTo>
                    <a:pt x="401551" y="557540"/>
                  </a:lnTo>
                  <a:lnTo>
                    <a:pt x="402664" y="557393"/>
                  </a:lnTo>
                  <a:lnTo>
                    <a:pt x="403776" y="557224"/>
                  </a:lnTo>
                  <a:lnTo>
                    <a:pt x="404888" y="557030"/>
                  </a:lnTo>
                  <a:lnTo>
                    <a:pt x="406001" y="556810"/>
                  </a:lnTo>
                  <a:lnTo>
                    <a:pt x="407113" y="556564"/>
                  </a:lnTo>
                  <a:lnTo>
                    <a:pt x="408225" y="556291"/>
                  </a:lnTo>
                  <a:lnTo>
                    <a:pt x="409338" y="555999"/>
                  </a:lnTo>
                  <a:lnTo>
                    <a:pt x="410450" y="555697"/>
                  </a:lnTo>
                  <a:lnTo>
                    <a:pt x="411562" y="555392"/>
                  </a:lnTo>
                  <a:lnTo>
                    <a:pt x="412675" y="555091"/>
                  </a:lnTo>
                  <a:lnTo>
                    <a:pt x="413787" y="554805"/>
                  </a:lnTo>
                  <a:lnTo>
                    <a:pt x="414899" y="554546"/>
                  </a:lnTo>
                  <a:lnTo>
                    <a:pt x="416012" y="554330"/>
                  </a:lnTo>
                  <a:lnTo>
                    <a:pt x="417124" y="554162"/>
                  </a:lnTo>
                  <a:lnTo>
                    <a:pt x="418236" y="554051"/>
                  </a:lnTo>
                  <a:lnTo>
                    <a:pt x="419349" y="554005"/>
                  </a:lnTo>
                  <a:lnTo>
                    <a:pt x="420461" y="554032"/>
                  </a:lnTo>
                  <a:lnTo>
                    <a:pt x="421573" y="554145"/>
                  </a:lnTo>
                  <a:lnTo>
                    <a:pt x="422686" y="554354"/>
                  </a:lnTo>
                  <a:lnTo>
                    <a:pt x="423798" y="554651"/>
                  </a:lnTo>
                  <a:lnTo>
                    <a:pt x="424910" y="555035"/>
                  </a:lnTo>
                  <a:lnTo>
                    <a:pt x="426023" y="555505"/>
                  </a:lnTo>
                  <a:lnTo>
                    <a:pt x="427135" y="556060"/>
                  </a:lnTo>
                  <a:lnTo>
                    <a:pt x="428247" y="556700"/>
                  </a:lnTo>
                  <a:lnTo>
                    <a:pt x="429360" y="557426"/>
                  </a:lnTo>
                  <a:lnTo>
                    <a:pt x="430472" y="558218"/>
                  </a:lnTo>
                  <a:lnTo>
                    <a:pt x="431584" y="559067"/>
                  </a:lnTo>
                  <a:lnTo>
                    <a:pt x="432697" y="559965"/>
                  </a:lnTo>
                  <a:lnTo>
                    <a:pt x="433809" y="560904"/>
                  </a:lnTo>
                  <a:lnTo>
                    <a:pt x="434921" y="561875"/>
                  </a:lnTo>
                  <a:lnTo>
                    <a:pt x="436034" y="562869"/>
                  </a:lnTo>
                  <a:lnTo>
                    <a:pt x="437146" y="563871"/>
                  </a:lnTo>
                  <a:lnTo>
                    <a:pt x="438258" y="564871"/>
                  </a:lnTo>
                  <a:lnTo>
                    <a:pt x="439371" y="565862"/>
                  </a:lnTo>
                  <a:lnTo>
                    <a:pt x="440483" y="566837"/>
                  </a:lnTo>
                  <a:lnTo>
                    <a:pt x="441595" y="567787"/>
                  </a:lnTo>
                  <a:lnTo>
                    <a:pt x="442708" y="568698"/>
                  </a:lnTo>
                  <a:lnTo>
                    <a:pt x="443820" y="569570"/>
                  </a:lnTo>
                  <a:lnTo>
                    <a:pt x="444932" y="570399"/>
                  </a:lnTo>
                  <a:lnTo>
                    <a:pt x="446045" y="571183"/>
                  </a:lnTo>
                  <a:lnTo>
                    <a:pt x="447157" y="571918"/>
                  </a:lnTo>
                  <a:lnTo>
                    <a:pt x="448269" y="572604"/>
                  </a:lnTo>
                  <a:lnTo>
                    <a:pt x="449382" y="573229"/>
                  </a:lnTo>
                  <a:lnTo>
                    <a:pt x="450494" y="573800"/>
                  </a:lnTo>
                  <a:lnTo>
                    <a:pt x="451606" y="574322"/>
                  </a:lnTo>
                  <a:lnTo>
                    <a:pt x="452719" y="574794"/>
                  </a:lnTo>
                  <a:lnTo>
                    <a:pt x="453831" y="575220"/>
                  </a:lnTo>
                  <a:lnTo>
                    <a:pt x="454943" y="575601"/>
                  </a:lnTo>
                  <a:lnTo>
                    <a:pt x="456056" y="575934"/>
                  </a:lnTo>
                  <a:lnTo>
                    <a:pt x="457168" y="576225"/>
                  </a:lnTo>
                  <a:lnTo>
                    <a:pt x="458280" y="576480"/>
                  </a:lnTo>
                  <a:lnTo>
                    <a:pt x="459393" y="576703"/>
                  </a:lnTo>
                  <a:lnTo>
                    <a:pt x="460505" y="576896"/>
                  </a:lnTo>
                  <a:lnTo>
                    <a:pt x="461617" y="577062"/>
                  </a:lnTo>
                  <a:lnTo>
                    <a:pt x="462730" y="577202"/>
                  </a:lnTo>
                  <a:lnTo>
                    <a:pt x="463842" y="577318"/>
                  </a:lnTo>
                  <a:lnTo>
                    <a:pt x="464954" y="577416"/>
                  </a:lnTo>
                  <a:lnTo>
                    <a:pt x="466067" y="577499"/>
                  </a:lnTo>
                  <a:lnTo>
                    <a:pt x="467179" y="577568"/>
                  </a:lnTo>
                  <a:lnTo>
                    <a:pt x="468291" y="577625"/>
                  </a:lnTo>
                  <a:lnTo>
                    <a:pt x="469404" y="577671"/>
                  </a:lnTo>
                  <a:lnTo>
                    <a:pt x="470516" y="577708"/>
                  </a:lnTo>
                  <a:lnTo>
                    <a:pt x="471628" y="577738"/>
                  </a:lnTo>
                  <a:lnTo>
                    <a:pt x="472741" y="577762"/>
                  </a:lnTo>
                  <a:lnTo>
                    <a:pt x="473853" y="577781"/>
                  </a:lnTo>
                  <a:lnTo>
                    <a:pt x="474965" y="577797"/>
                  </a:lnTo>
                  <a:lnTo>
                    <a:pt x="476078" y="577809"/>
                  </a:lnTo>
                  <a:lnTo>
                    <a:pt x="477190" y="577818"/>
                  </a:lnTo>
                  <a:lnTo>
                    <a:pt x="478302" y="577825"/>
                  </a:lnTo>
                  <a:lnTo>
                    <a:pt x="479415" y="577830"/>
                  </a:lnTo>
                  <a:lnTo>
                    <a:pt x="480527" y="577834"/>
                  </a:lnTo>
                  <a:lnTo>
                    <a:pt x="481639" y="577837"/>
                  </a:lnTo>
                  <a:lnTo>
                    <a:pt x="482752" y="577840"/>
                  </a:lnTo>
                  <a:lnTo>
                    <a:pt x="483864" y="577841"/>
                  </a:lnTo>
                  <a:lnTo>
                    <a:pt x="484976" y="577842"/>
                  </a:lnTo>
                  <a:lnTo>
                    <a:pt x="486089" y="577842"/>
                  </a:lnTo>
                  <a:lnTo>
                    <a:pt x="487201" y="577842"/>
                  </a:lnTo>
                  <a:lnTo>
                    <a:pt x="488313" y="577841"/>
                  </a:lnTo>
                  <a:lnTo>
                    <a:pt x="489426" y="577839"/>
                  </a:lnTo>
                  <a:lnTo>
                    <a:pt x="490538" y="577837"/>
                  </a:lnTo>
                  <a:lnTo>
                    <a:pt x="491650" y="577834"/>
                  </a:lnTo>
                  <a:lnTo>
                    <a:pt x="492762" y="577830"/>
                  </a:lnTo>
                  <a:lnTo>
                    <a:pt x="493875" y="577825"/>
                  </a:lnTo>
                  <a:lnTo>
                    <a:pt x="494987" y="577818"/>
                  </a:lnTo>
                  <a:lnTo>
                    <a:pt x="496099" y="577809"/>
                  </a:lnTo>
                  <a:lnTo>
                    <a:pt x="497212" y="577798"/>
                  </a:lnTo>
                  <a:lnTo>
                    <a:pt x="498324" y="577783"/>
                  </a:lnTo>
                  <a:lnTo>
                    <a:pt x="499436" y="577765"/>
                  </a:lnTo>
                  <a:lnTo>
                    <a:pt x="500549" y="577742"/>
                  </a:lnTo>
                  <a:lnTo>
                    <a:pt x="501661" y="577715"/>
                  </a:lnTo>
                  <a:lnTo>
                    <a:pt x="502773" y="577681"/>
                  </a:lnTo>
                  <a:lnTo>
                    <a:pt x="503886" y="577640"/>
                  </a:lnTo>
                  <a:lnTo>
                    <a:pt x="504998" y="577589"/>
                  </a:lnTo>
                  <a:lnTo>
                    <a:pt x="506110" y="577529"/>
                  </a:lnTo>
                  <a:lnTo>
                    <a:pt x="507223" y="577457"/>
                  </a:lnTo>
                  <a:lnTo>
                    <a:pt x="508335" y="577374"/>
                  </a:lnTo>
                  <a:lnTo>
                    <a:pt x="509447" y="577276"/>
                  </a:lnTo>
                  <a:lnTo>
                    <a:pt x="510560" y="577162"/>
                  </a:lnTo>
                  <a:lnTo>
                    <a:pt x="511672" y="577027"/>
                  </a:lnTo>
                  <a:lnTo>
                    <a:pt x="512784" y="576875"/>
                  </a:lnTo>
                  <a:lnTo>
                    <a:pt x="513897" y="576702"/>
                  </a:lnTo>
                  <a:lnTo>
                    <a:pt x="515009" y="576507"/>
                  </a:lnTo>
                  <a:lnTo>
                    <a:pt x="516121" y="576291"/>
                  </a:lnTo>
                  <a:lnTo>
                    <a:pt x="517234" y="576050"/>
                  </a:lnTo>
                  <a:lnTo>
                    <a:pt x="518346" y="575782"/>
                  </a:lnTo>
                  <a:lnTo>
                    <a:pt x="519458" y="575490"/>
                  </a:lnTo>
                  <a:lnTo>
                    <a:pt x="520571" y="575176"/>
                  </a:lnTo>
                  <a:lnTo>
                    <a:pt x="521683" y="574839"/>
                  </a:lnTo>
                  <a:lnTo>
                    <a:pt x="522795" y="574481"/>
                  </a:lnTo>
                  <a:lnTo>
                    <a:pt x="523908" y="574104"/>
                  </a:lnTo>
                  <a:lnTo>
                    <a:pt x="525020" y="573708"/>
                  </a:lnTo>
                  <a:lnTo>
                    <a:pt x="526132" y="573299"/>
                  </a:lnTo>
                  <a:lnTo>
                    <a:pt x="527245" y="572880"/>
                  </a:lnTo>
                  <a:lnTo>
                    <a:pt x="528357" y="572456"/>
                  </a:lnTo>
                  <a:lnTo>
                    <a:pt x="529469" y="572030"/>
                  </a:lnTo>
                  <a:lnTo>
                    <a:pt x="530582" y="571606"/>
                  </a:lnTo>
                  <a:lnTo>
                    <a:pt x="531694" y="571192"/>
                  </a:lnTo>
                  <a:lnTo>
                    <a:pt x="532806" y="570789"/>
                  </a:lnTo>
                  <a:lnTo>
                    <a:pt x="533919" y="570404"/>
                  </a:lnTo>
                  <a:lnTo>
                    <a:pt x="535031" y="570038"/>
                  </a:lnTo>
                  <a:lnTo>
                    <a:pt x="536143" y="569695"/>
                  </a:lnTo>
                  <a:lnTo>
                    <a:pt x="537256" y="569378"/>
                  </a:lnTo>
                  <a:lnTo>
                    <a:pt x="538368" y="569095"/>
                  </a:lnTo>
                  <a:lnTo>
                    <a:pt x="539480" y="568843"/>
                  </a:lnTo>
                  <a:lnTo>
                    <a:pt x="540593" y="568622"/>
                  </a:lnTo>
                  <a:lnTo>
                    <a:pt x="541705" y="568431"/>
                  </a:lnTo>
                  <a:lnTo>
                    <a:pt x="542817" y="568270"/>
                  </a:lnTo>
                  <a:lnTo>
                    <a:pt x="543930" y="568137"/>
                  </a:lnTo>
                  <a:lnTo>
                    <a:pt x="545042" y="568033"/>
                  </a:lnTo>
                  <a:lnTo>
                    <a:pt x="546154" y="567954"/>
                  </a:lnTo>
                  <a:lnTo>
                    <a:pt x="547267" y="567894"/>
                  </a:lnTo>
                  <a:lnTo>
                    <a:pt x="548379" y="567850"/>
                  </a:lnTo>
                  <a:lnTo>
                    <a:pt x="549491" y="567820"/>
                  </a:lnTo>
                  <a:lnTo>
                    <a:pt x="550604" y="567800"/>
                  </a:lnTo>
                  <a:lnTo>
                    <a:pt x="551716" y="567789"/>
                  </a:lnTo>
                  <a:lnTo>
                    <a:pt x="552828" y="567784"/>
                  </a:lnTo>
                  <a:lnTo>
                    <a:pt x="553941" y="567781"/>
                  </a:lnTo>
                  <a:lnTo>
                    <a:pt x="555053" y="567781"/>
                  </a:lnTo>
                  <a:lnTo>
                    <a:pt x="556165" y="567783"/>
                  </a:lnTo>
                  <a:lnTo>
                    <a:pt x="557278" y="567788"/>
                  </a:lnTo>
                  <a:lnTo>
                    <a:pt x="558390" y="567797"/>
                  </a:lnTo>
                  <a:lnTo>
                    <a:pt x="559502" y="567813"/>
                  </a:lnTo>
                  <a:lnTo>
                    <a:pt x="560615" y="567838"/>
                  </a:lnTo>
                  <a:lnTo>
                    <a:pt x="561727" y="567874"/>
                  </a:lnTo>
                  <a:lnTo>
                    <a:pt x="562839" y="567924"/>
                  </a:lnTo>
                  <a:lnTo>
                    <a:pt x="563952" y="567991"/>
                  </a:lnTo>
                  <a:lnTo>
                    <a:pt x="565064" y="568080"/>
                  </a:lnTo>
                  <a:lnTo>
                    <a:pt x="566176" y="568197"/>
                  </a:lnTo>
                  <a:lnTo>
                    <a:pt x="567289" y="568341"/>
                  </a:lnTo>
                  <a:lnTo>
                    <a:pt x="568401" y="568514"/>
                  </a:lnTo>
                  <a:lnTo>
                    <a:pt x="568401" y="577847"/>
                  </a:lnTo>
                  <a:lnTo>
                    <a:pt x="567289" y="577847"/>
                  </a:lnTo>
                  <a:lnTo>
                    <a:pt x="566176" y="577847"/>
                  </a:lnTo>
                  <a:lnTo>
                    <a:pt x="565064" y="577847"/>
                  </a:lnTo>
                  <a:lnTo>
                    <a:pt x="563952" y="577847"/>
                  </a:lnTo>
                  <a:lnTo>
                    <a:pt x="562839" y="577847"/>
                  </a:lnTo>
                  <a:lnTo>
                    <a:pt x="561727" y="577847"/>
                  </a:lnTo>
                  <a:lnTo>
                    <a:pt x="560615" y="577847"/>
                  </a:lnTo>
                  <a:lnTo>
                    <a:pt x="559502" y="577847"/>
                  </a:lnTo>
                  <a:lnTo>
                    <a:pt x="558390" y="577847"/>
                  </a:lnTo>
                  <a:lnTo>
                    <a:pt x="557278" y="577847"/>
                  </a:lnTo>
                  <a:lnTo>
                    <a:pt x="556165" y="577847"/>
                  </a:lnTo>
                  <a:lnTo>
                    <a:pt x="555053" y="577847"/>
                  </a:lnTo>
                  <a:lnTo>
                    <a:pt x="553941" y="577847"/>
                  </a:lnTo>
                  <a:lnTo>
                    <a:pt x="552828" y="577847"/>
                  </a:lnTo>
                  <a:lnTo>
                    <a:pt x="551716" y="577847"/>
                  </a:lnTo>
                  <a:lnTo>
                    <a:pt x="550604" y="577847"/>
                  </a:lnTo>
                  <a:lnTo>
                    <a:pt x="549491" y="577847"/>
                  </a:lnTo>
                  <a:lnTo>
                    <a:pt x="548379" y="577847"/>
                  </a:lnTo>
                  <a:lnTo>
                    <a:pt x="547267" y="577847"/>
                  </a:lnTo>
                  <a:lnTo>
                    <a:pt x="546154" y="577847"/>
                  </a:lnTo>
                  <a:lnTo>
                    <a:pt x="545042" y="577847"/>
                  </a:lnTo>
                  <a:lnTo>
                    <a:pt x="543930" y="577847"/>
                  </a:lnTo>
                  <a:lnTo>
                    <a:pt x="542817" y="577847"/>
                  </a:lnTo>
                  <a:lnTo>
                    <a:pt x="541705" y="577847"/>
                  </a:lnTo>
                  <a:lnTo>
                    <a:pt x="540593" y="577847"/>
                  </a:lnTo>
                  <a:lnTo>
                    <a:pt x="539480" y="577847"/>
                  </a:lnTo>
                  <a:lnTo>
                    <a:pt x="538368" y="577847"/>
                  </a:lnTo>
                  <a:lnTo>
                    <a:pt x="537256" y="577847"/>
                  </a:lnTo>
                  <a:lnTo>
                    <a:pt x="536143" y="577847"/>
                  </a:lnTo>
                  <a:lnTo>
                    <a:pt x="535031" y="577847"/>
                  </a:lnTo>
                  <a:lnTo>
                    <a:pt x="533919" y="577847"/>
                  </a:lnTo>
                  <a:lnTo>
                    <a:pt x="532806" y="577847"/>
                  </a:lnTo>
                  <a:lnTo>
                    <a:pt x="531694" y="577847"/>
                  </a:lnTo>
                  <a:lnTo>
                    <a:pt x="530582" y="577847"/>
                  </a:lnTo>
                  <a:lnTo>
                    <a:pt x="529469" y="577847"/>
                  </a:lnTo>
                  <a:lnTo>
                    <a:pt x="528357" y="577847"/>
                  </a:lnTo>
                  <a:lnTo>
                    <a:pt x="527245" y="577847"/>
                  </a:lnTo>
                  <a:lnTo>
                    <a:pt x="526132" y="577847"/>
                  </a:lnTo>
                  <a:lnTo>
                    <a:pt x="525020" y="577847"/>
                  </a:lnTo>
                  <a:lnTo>
                    <a:pt x="523908" y="577847"/>
                  </a:lnTo>
                  <a:lnTo>
                    <a:pt x="522795" y="577847"/>
                  </a:lnTo>
                  <a:lnTo>
                    <a:pt x="521683" y="577847"/>
                  </a:lnTo>
                  <a:lnTo>
                    <a:pt x="520571" y="577847"/>
                  </a:lnTo>
                  <a:lnTo>
                    <a:pt x="519458" y="577847"/>
                  </a:lnTo>
                  <a:lnTo>
                    <a:pt x="518346" y="577847"/>
                  </a:lnTo>
                  <a:lnTo>
                    <a:pt x="517234" y="577847"/>
                  </a:lnTo>
                  <a:lnTo>
                    <a:pt x="516121" y="577847"/>
                  </a:lnTo>
                  <a:lnTo>
                    <a:pt x="515009" y="577847"/>
                  </a:lnTo>
                  <a:lnTo>
                    <a:pt x="513897" y="577847"/>
                  </a:lnTo>
                  <a:lnTo>
                    <a:pt x="512784" y="577847"/>
                  </a:lnTo>
                  <a:lnTo>
                    <a:pt x="511672" y="577847"/>
                  </a:lnTo>
                  <a:lnTo>
                    <a:pt x="510560" y="577847"/>
                  </a:lnTo>
                  <a:lnTo>
                    <a:pt x="509447" y="577847"/>
                  </a:lnTo>
                  <a:lnTo>
                    <a:pt x="508335" y="577847"/>
                  </a:lnTo>
                  <a:lnTo>
                    <a:pt x="507223" y="577847"/>
                  </a:lnTo>
                  <a:lnTo>
                    <a:pt x="506110" y="577847"/>
                  </a:lnTo>
                  <a:lnTo>
                    <a:pt x="504998" y="577847"/>
                  </a:lnTo>
                  <a:lnTo>
                    <a:pt x="503886" y="577847"/>
                  </a:lnTo>
                  <a:lnTo>
                    <a:pt x="502773" y="577847"/>
                  </a:lnTo>
                  <a:lnTo>
                    <a:pt x="501661" y="577847"/>
                  </a:lnTo>
                  <a:lnTo>
                    <a:pt x="500549" y="577847"/>
                  </a:lnTo>
                  <a:lnTo>
                    <a:pt x="499436" y="577847"/>
                  </a:lnTo>
                  <a:lnTo>
                    <a:pt x="498324" y="577847"/>
                  </a:lnTo>
                  <a:lnTo>
                    <a:pt x="497212" y="577847"/>
                  </a:lnTo>
                  <a:lnTo>
                    <a:pt x="496099" y="577847"/>
                  </a:lnTo>
                  <a:lnTo>
                    <a:pt x="494987" y="577847"/>
                  </a:lnTo>
                  <a:lnTo>
                    <a:pt x="493875" y="577847"/>
                  </a:lnTo>
                  <a:lnTo>
                    <a:pt x="492762" y="577847"/>
                  </a:lnTo>
                  <a:lnTo>
                    <a:pt x="491650" y="577847"/>
                  </a:lnTo>
                  <a:lnTo>
                    <a:pt x="490538" y="577847"/>
                  </a:lnTo>
                  <a:lnTo>
                    <a:pt x="489426" y="577847"/>
                  </a:lnTo>
                  <a:lnTo>
                    <a:pt x="488313" y="577847"/>
                  </a:lnTo>
                  <a:lnTo>
                    <a:pt x="487201" y="577847"/>
                  </a:lnTo>
                  <a:lnTo>
                    <a:pt x="486089" y="577847"/>
                  </a:lnTo>
                  <a:lnTo>
                    <a:pt x="484976" y="577847"/>
                  </a:lnTo>
                  <a:lnTo>
                    <a:pt x="483864" y="577847"/>
                  </a:lnTo>
                  <a:lnTo>
                    <a:pt x="482752" y="577847"/>
                  </a:lnTo>
                  <a:lnTo>
                    <a:pt x="481639" y="577847"/>
                  </a:lnTo>
                  <a:lnTo>
                    <a:pt x="480527" y="577847"/>
                  </a:lnTo>
                  <a:lnTo>
                    <a:pt x="479415" y="577847"/>
                  </a:lnTo>
                  <a:lnTo>
                    <a:pt x="478302" y="577847"/>
                  </a:lnTo>
                  <a:lnTo>
                    <a:pt x="477190" y="577847"/>
                  </a:lnTo>
                  <a:lnTo>
                    <a:pt x="476078" y="577847"/>
                  </a:lnTo>
                  <a:lnTo>
                    <a:pt x="474965" y="577847"/>
                  </a:lnTo>
                  <a:lnTo>
                    <a:pt x="473853" y="577847"/>
                  </a:lnTo>
                  <a:lnTo>
                    <a:pt x="472741" y="577847"/>
                  </a:lnTo>
                  <a:lnTo>
                    <a:pt x="471628" y="577847"/>
                  </a:lnTo>
                  <a:lnTo>
                    <a:pt x="470516" y="577847"/>
                  </a:lnTo>
                  <a:lnTo>
                    <a:pt x="469404" y="577847"/>
                  </a:lnTo>
                  <a:lnTo>
                    <a:pt x="468291" y="577847"/>
                  </a:lnTo>
                  <a:lnTo>
                    <a:pt x="467179" y="577847"/>
                  </a:lnTo>
                  <a:lnTo>
                    <a:pt x="466067" y="577847"/>
                  </a:lnTo>
                  <a:lnTo>
                    <a:pt x="464954" y="577847"/>
                  </a:lnTo>
                  <a:lnTo>
                    <a:pt x="463842" y="577847"/>
                  </a:lnTo>
                  <a:lnTo>
                    <a:pt x="462730" y="577847"/>
                  </a:lnTo>
                  <a:lnTo>
                    <a:pt x="461617" y="577847"/>
                  </a:lnTo>
                  <a:lnTo>
                    <a:pt x="460505" y="577847"/>
                  </a:lnTo>
                  <a:lnTo>
                    <a:pt x="459393" y="577847"/>
                  </a:lnTo>
                  <a:lnTo>
                    <a:pt x="458280" y="577847"/>
                  </a:lnTo>
                  <a:lnTo>
                    <a:pt x="457168" y="577847"/>
                  </a:lnTo>
                  <a:lnTo>
                    <a:pt x="456056" y="577847"/>
                  </a:lnTo>
                  <a:lnTo>
                    <a:pt x="454943" y="577847"/>
                  </a:lnTo>
                  <a:lnTo>
                    <a:pt x="453831" y="577847"/>
                  </a:lnTo>
                  <a:lnTo>
                    <a:pt x="452719" y="577847"/>
                  </a:lnTo>
                  <a:lnTo>
                    <a:pt x="451606" y="577847"/>
                  </a:lnTo>
                  <a:lnTo>
                    <a:pt x="450494" y="577847"/>
                  </a:lnTo>
                  <a:lnTo>
                    <a:pt x="449382" y="577847"/>
                  </a:lnTo>
                  <a:lnTo>
                    <a:pt x="448269" y="577847"/>
                  </a:lnTo>
                  <a:lnTo>
                    <a:pt x="447157" y="577847"/>
                  </a:lnTo>
                  <a:lnTo>
                    <a:pt x="446045" y="577847"/>
                  </a:lnTo>
                  <a:lnTo>
                    <a:pt x="444932" y="577847"/>
                  </a:lnTo>
                  <a:lnTo>
                    <a:pt x="443820" y="577847"/>
                  </a:lnTo>
                  <a:lnTo>
                    <a:pt x="442708" y="577847"/>
                  </a:lnTo>
                  <a:lnTo>
                    <a:pt x="441595" y="577847"/>
                  </a:lnTo>
                  <a:lnTo>
                    <a:pt x="440483" y="577847"/>
                  </a:lnTo>
                  <a:lnTo>
                    <a:pt x="439371" y="577847"/>
                  </a:lnTo>
                  <a:lnTo>
                    <a:pt x="438258" y="577847"/>
                  </a:lnTo>
                  <a:lnTo>
                    <a:pt x="437146" y="577847"/>
                  </a:lnTo>
                  <a:lnTo>
                    <a:pt x="436034" y="577847"/>
                  </a:lnTo>
                  <a:lnTo>
                    <a:pt x="434921" y="577847"/>
                  </a:lnTo>
                  <a:lnTo>
                    <a:pt x="433809" y="577847"/>
                  </a:lnTo>
                  <a:lnTo>
                    <a:pt x="432697" y="577847"/>
                  </a:lnTo>
                  <a:lnTo>
                    <a:pt x="431584" y="577847"/>
                  </a:lnTo>
                  <a:lnTo>
                    <a:pt x="430472" y="577847"/>
                  </a:lnTo>
                  <a:lnTo>
                    <a:pt x="429360" y="577847"/>
                  </a:lnTo>
                  <a:lnTo>
                    <a:pt x="428247" y="577847"/>
                  </a:lnTo>
                  <a:lnTo>
                    <a:pt x="427135" y="577847"/>
                  </a:lnTo>
                  <a:lnTo>
                    <a:pt x="426023" y="577847"/>
                  </a:lnTo>
                  <a:lnTo>
                    <a:pt x="424910" y="577847"/>
                  </a:lnTo>
                  <a:lnTo>
                    <a:pt x="423798" y="577847"/>
                  </a:lnTo>
                  <a:lnTo>
                    <a:pt x="422686" y="577847"/>
                  </a:lnTo>
                  <a:lnTo>
                    <a:pt x="421573" y="577847"/>
                  </a:lnTo>
                  <a:lnTo>
                    <a:pt x="420461" y="577847"/>
                  </a:lnTo>
                  <a:lnTo>
                    <a:pt x="419349" y="577847"/>
                  </a:lnTo>
                  <a:lnTo>
                    <a:pt x="418236" y="577847"/>
                  </a:lnTo>
                  <a:lnTo>
                    <a:pt x="417124" y="577847"/>
                  </a:lnTo>
                  <a:lnTo>
                    <a:pt x="416012" y="577847"/>
                  </a:lnTo>
                  <a:lnTo>
                    <a:pt x="414899" y="577847"/>
                  </a:lnTo>
                  <a:lnTo>
                    <a:pt x="413787" y="577847"/>
                  </a:lnTo>
                  <a:lnTo>
                    <a:pt x="412675" y="577847"/>
                  </a:lnTo>
                  <a:lnTo>
                    <a:pt x="411562" y="577847"/>
                  </a:lnTo>
                  <a:lnTo>
                    <a:pt x="410450" y="577847"/>
                  </a:lnTo>
                  <a:lnTo>
                    <a:pt x="409338" y="577847"/>
                  </a:lnTo>
                  <a:lnTo>
                    <a:pt x="408225" y="577847"/>
                  </a:lnTo>
                  <a:lnTo>
                    <a:pt x="407113" y="577847"/>
                  </a:lnTo>
                  <a:lnTo>
                    <a:pt x="406001" y="577847"/>
                  </a:lnTo>
                  <a:lnTo>
                    <a:pt x="404888" y="577847"/>
                  </a:lnTo>
                  <a:lnTo>
                    <a:pt x="403776" y="577847"/>
                  </a:lnTo>
                  <a:lnTo>
                    <a:pt x="402664" y="577847"/>
                  </a:lnTo>
                  <a:lnTo>
                    <a:pt x="401551" y="577847"/>
                  </a:lnTo>
                  <a:lnTo>
                    <a:pt x="400439" y="577847"/>
                  </a:lnTo>
                  <a:lnTo>
                    <a:pt x="399327" y="577847"/>
                  </a:lnTo>
                  <a:lnTo>
                    <a:pt x="398214" y="577847"/>
                  </a:lnTo>
                  <a:lnTo>
                    <a:pt x="397102" y="577847"/>
                  </a:lnTo>
                  <a:lnTo>
                    <a:pt x="395990" y="577847"/>
                  </a:lnTo>
                  <a:lnTo>
                    <a:pt x="394877" y="577847"/>
                  </a:lnTo>
                  <a:lnTo>
                    <a:pt x="393765" y="577847"/>
                  </a:lnTo>
                  <a:lnTo>
                    <a:pt x="392653" y="577847"/>
                  </a:lnTo>
                  <a:lnTo>
                    <a:pt x="391540" y="577847"/>
                  </a:lnTo>
                  <a:lnTo>
                    <a:pt x="390428" y="577847"/>
                  </a:lnTo>
                  <a:lnTo>
                    <a:pt x="389316" y="577847"/>
                  </a:lnTo>
                  <a:lnTo>
                    <a:pt x="388203" y="577847"/>
                  </a:lnTo>
                  <a:lnTo>
                    <a:pt x="387091" y="577847"/>
                  </a:lnTo>
                  <a:lnTo>
                    <a:pt x="385979" y="577847"/>
                  </a:lnTo>
                  <a:lnTo>
                    <a:pt x="384866" y="577847"/>
                  </a:lnTo>
                  <a:lnTo>
                    <a:pt x="383754" y="577847"/>
                  </a:lnTo>
                  <a:lnTo>
                    <a:pt x="382642" y="577847"/>
                  </a:lnTo>
                  <a:lnTo>
                    <a:pt x="381529" y="577847"/>
                  </a:lnTo>
                  <a:lnTo>
                    <a:pt x="380417" y="577847"/>
                  </a:lnTo>
                  <a:lnTo>
                    <a:pt x="379305" y="577847"/>
                  </a:lnTo>
                  <a:lnTo>
                    <a:pt x="378192" y="577847"/>
                  </a:lnTo>
                  <a:lnTo>
                    <a:pt x="377080" y="577847"/>
                  </a:lnTo>
                  <a:lnTo>
                    <a:pt x="375968" y="577847"/>
                  </a:lnTo>
                  <a:lnTo>
                    <a:pt x="374855" y="577847"/>
                  </a:lnTo>
                  <a:lnTo>
                    <a:pt x="373743" y="577847"/>
                  </a:lnTo>
                  <a:lnTo>
                    <a:pt x="372631" y="577847"/>
                  </a:lnTo>
                  <a:lnTo>
                    <a:pt x="371518" y="577847"/>
                  </a:lnTo>
                  <a:lnTo>
                    <a:pt x="370406" y="577847"/>
                  </a:lnTo>
                  <a:lnTo>
                    <a:pt x="369294" y="577847"/>
                  </a:lnTo>
                  <a:lnTo>
                    <a:pt x="368181" y="577847"/>
                  </a:lnTo>
                  <a:lnTo>
                    <a:pt x="367069" y="577847"/>
                  </a:lnTo>
                  <a:lnTo>
                    <a:pt x="365957" y="577847"/>
                  </a:lnTo>
                  <a:lnTo>
                    <a:pt x="364844" y="577847"/>
                  </a:lnTo>
                  <a:lnTo>
                    <a:pt x="363732" y="577847"/>
                  </a:lnTo>
                  <a:lnTo>
                    <a:pt x="362620" y="577847"/>
                  </a:lnTo>
                  <a:lnTo>
                    <a:pt x="361507" y="577847"/>
                  </a:lnTo>
                  <a:lnTo>
                    <a:pt x="360395" y="577847"/>
                  </a:lnTo>
                  <a:lnTo>
                    <a:pt x="359283" y="577847"/>
                  </a:lnTo>
                  <a:lnTo>
                    <a:pt x="358170" y="577847"/>
                  </a:lnTo>
                  <a:lnTo>
                    <a:pt x="357058" y="577847"/>
                  </a:lnTo>
                  <a:lnTo>
                    <a:pt x="355946" y="577847"/>
                  </a:lnTo>
                  <a:lnTo>
                    <a:pt x="354833" y="577847"/>
                  </a:lnTo>
                  <a:lnTo>
                    <a:pt x="353721" y="577847"/>
                  </a:lnTo>
                  <a:lnTo>
                    <a:pt x="352609" y="577847"/>
                  </a:lnTo>
                  <a:lnTo>
                    <a:pt x="351496" y="577847"/>
                  </a:lnTo>
                  <a:lnTo>
                    <a:pt x="350384" y="577847"/>
                  </a:lnTo>
                  <a:lnTo>
                    <a:pt x="349272" y="577847"/>
                  </a:lnTo>
                  <a:lnTo>
                    <a:pt x="348159" y="577847"/>
                  </a:lnTo>
                  <a:lnTo>
                    <a:pt x="347047" y="577847"/>
                  </a:lnTo>
                  <a:lnTo>
                    <a:pt x="345935" y="577847"/>
                  </a:lnTo>
                  <a:lnTo>
                    <a:pt x="344822" y="577847"/>
                  </a:lnTo>
                  <a:lnTo>
                    <a:pt x="343710" y="577847"/>
                  </a:lnTo>
                  <a:lnTo>
                    <a:pt x="342598" y="577847"/>
                  </a:lnTo>
                  <a:lnTo>
                    <a:pt x="341485" y="577847"/>
                  </a:lnTo>
                  <a:lnTo>
                    <a:pt x="340373" y="577847"/>
                  </a:lnTo>
                  <a:lnTo>
                    <a:pt x="339261" y="577847"/>
                  </a:lnTo>
                  <a:lnTo>
                    <a:pt x="338148" y="577847"/>
                  </a:lnTo>
                  <a:lnTo>
                    <a:pt x="337036" y="577847"/>
                  </a:lnTo>
                  <a:lnTo>
                    <a:pt x="335924" y="577847"/>
                  </a:lnTo>
                  <a:lnTo>
                    <a:pt x="334811" y="577847"/>
                  </a:lnTo>
                  <a:lnTo>
                    <a:pt x="333699" y="577847"/>
                  </a:lnTo>
                  <a:lnTo>
                    <a:pt x="332587" y="577847"/>
                  </a:lnTo>
                  <a:lnTo>
                    <a:pt x="331474" y="577847"/>
                  </a:lnTo>
                  <a:lnTo>
                    <a:pt x="330362" y="577847"/>
                  </a:lnTo>
                  <a:lnTo>
                    <a:pt x="329250" y="577847"/>
                  </a:lnTo>
                  <a:lnTo>
                    <a:pt x="328137" y="577847"/>
                  </a:lnTo>
                  <a:lnTo>
                    <a:pt x="327025" y="577847"/>
                  </a:lnTo>
                  <a:lnTo>
                    <a:pt x="325913" y="577847"/>
                  </a:lnTo>
                  <a:lnTo>
                    <a:pt x="324800" y="577847"/>
                  </a:lnTo>
                  <a:lnTo>
                    <a:pt x="323688" y="577847"/>
                  </a:lnTo>
                  <a:lnTo>
                    <a:pt x="322576" y="577847"/>
                  </a:lnTo>
                  <a:lnTo>
                    <a:pt x="321463" y="577847"/>
                  </a:lnTo>
                  <a:lnTo>
                    <a:pt x="320351" y="577847"/>
                  </a:lnTo>
                  <a:lnTo>
                    <a:pt x="319239" y="577847"/>
                  </a:lnTo>
                  <a:lnTo>
                    <a:pt x="318126" y="577847"/>
                  </a:lnTo>
                  <a:lnTo>
                    <a:pt x="317014" y="577847"/>
                  </a:lnTo>
                  <a:lnTo>
                    <a:pt x="315902" y="577847"/>
                  </a:lnTo>
                  <a:lnTo>
                    <a:pt x="314789" y="577847"/>
                  </a:lnTo>
                  <a:lnTo>
                    <a:pt x="313677" y="577847"/>
                  </a:lnTo>
                  <a:lnTo>
                    <a:pt x="312565" y="577847"/>
                  </a:lnTo>
                  <a:lnTo>
                    <a:pt x="311452" y="577847"/>
                  </a:lnTo>
                  <a:lnTo>
                    <a:pt x="310340" y="577847"/>
                  </a:lnTo>
                  <a:lnTo>
                    <a:pt x="309228" y="577847"/>
                  </a:lnTo>
                  <a:lnTo>
                    <a:pt x="308115" y="577847"/>
                  </a:lnTo>
                  <a:lnTo>
                    <a:pt x="307003" y="577847"/>
                  </a:lnTo>
                  <a:lnTo>
                    <a:pt x="305891" y="577847"/>
                  </a:lnTo>
                  <a:lnTo>
                    <a:pt x="304778" y="577847"/>
                  </a:lnTo>
                  <a:lnTo>
                    <a:pt x="303666" y="577847"/>
                  </a:lnTo>
                  <a:lnTo>
                    <a:pt x="302554" y="577847"/>
                  </a:lnTo>
                  <a:lnTo>
                    <a:pt x="301441" y="577847"/>
                  </a:lnTo>
                  <a:lnTo>
                    <a:pt x="300329" y="577847"/>
                  </a:lnTo>
                  <a:lnTo>
                    <a:pt x="299217" y="577847"/>
                  </a:lnTo>
                  <a:lnTo>
                    <a:pt x="298104" y="577847"/>
                  </a:lnTo>
                  <a:lnTo>
                    <a:pt x="296992" y="577847"/>
                  </a:lnTo>
                  <a:lnTo>
                    <a:pt x="295880" y="577847"/>
                  </a:lnTo>
                  <a:lnTo>
                    <a:pt x="294767" y="577847"/>
                  </a:lnTo>
                  <a:lnTo>
                    <a:pt x="293655" y="577847"/>
                  </a:lnTo>
                  <a:lnTo>
                    <a:pt x="292543" y="577847"/>
                  </a:lnTo>
                  <a:lnTo>
                    <a:pt x="291430" y="577847"/>
                  </a:lnTo>
                  <a:lnTo>
                    <a:pt x="290318" y="577847"/>
                  </a:lnTo>
                  <a:lnTo>
                    <a:pt x="289206" y="577847"/>
                  </a:lnTo>
                  <a:lnTo>
                    <a:pt x="288093" y="577847"/>
                  </a:lnTo>
                  <a:lnTo>
                    <a:pt x="286981" y="577847"/>
                  </a:lnTo>
                  <a:lnTo>
                    <a:pt x="285869" y="577847"/>
                  </a:lnTo>
                  <a:lnTo>
                    <a:pt x="284756" y="577847"/>
                  </a:lnTo>
                  <a:lnTo>
                    <a:pt x="283644" y="577847"/>
                  </a:lnTo>
                  <a:lnTo>
                    <a:pt x="282532" y="577847"/>
                  </a:lnTo>
                  <a:lnTo>
                    <a:pt x="281419" y="577847"/>
                  </a:lnTo>
                  <a:lnTo>
                    <a:pt x="280307" y="577847"/>
                  </a:lnTo>
                  <a:lnTo>
                    <a:pt x="279195" y="577847"/>
                  </a:lnTo>
                  <a:lnTo>
                    <a:pt x="278082" y="577847"/>
                  </a:lnTo>
                  <a:lnTo>
                    <a:pt x="276970" y="577847"/>
                  </a:lnTo>
                  <a:lnTo>
                    <a:pt x="275858" y="577847"/>
                  </a:lnTo>
                  <a:lnTo>
                    <a:pt x="274745" y="577847"/>
                  </a:lnTo>
                  <a:lnTo>
                    <a:pt x="273633" y="577847"/>
                  </a:lnTo>
                  <a:lnTo>
                    <a:pt x="272521" y="577847"/>
                  </a:lnTo>
                  <a:lnTo>
                    <a:pt x="271408" y="577847"/>
                  </a:lnTo>
                  <a:lnTo>
                    <a:pt x="270296" y="577847"/>
                  </a:lnTo>
                  <a:lnTo>
                    <a:pt x="269184" y="577847"/>
                  </a:lnTo>
                  <a:lnTo>
                    <a:pt x="268071" y="577847"/>
                  </a:lnTo>
                  <a:lnTo>
                    <a:pt x="266959" y="577847"/>
                  </a:lnTo>
                  <a:lnTo>
                    <a:pt x="265847" y="577847"/>
                  </a:lnTo>
                  <a:lnTo>
                    <a:pt x="264734" y="577847"/>
                  </a:lnTo>
                  <a:lnTo>
                    <a:pt x="263622" y="577847"/>
                  </a:lnTo>
                  <a:lnTo>
                    <a:pt x="262510" y="577847"/>
                  </a:lnTo>
                  <a:lnTo>
                    <a:pt x="261397" y="577847"/>
                  </a:lnTo>
                  <a:lnTo>
                    <a:pt x="260285" y="577847"/>
                  </a:lnTo>
                  <a:lnTo>
                    <a:pt x="259173" y="577847"/>
                  </a:lnTo>
                  <a:lnTo>
                    <a:pt x="258060" y="577847"/>
                  </a:lnTo>
                  <a:lnTo>
                    <a:pt x="256948" y="577847"/>
                  </a:lnTo>
                  <a:lnTo>
                    <a:pt x="255836" y="577847"/>
                  </a:lnTo>
                  <a:lnTo>
                    <a:pt x="254723" y="577847"/>
                  </a:lnTo>
                  <a:lnTo>
                    <a:pt x="253611" y="577847"/>
                  </a:lnTo>
                  <a:lnTo>
                    <a:pt x="252499" y="577847"/>
                  </a:lnTo>
                  <a:lnTo>
                    <a:pt x="251386" y="577847"/>
                  </a:lnTo>
                  <a:lnTo>
                    <a:pt x="250274" y="577847"/>
                  </a:lnTo>
                  <a:lnTo>
                    <a:pt x="249162" y="577847"/>
                  </a:lnTo>
                  <a:lnTo>
                    <a:pt x="248049" y="577847"/>
                  </a:lnTo>
                  <a:lnTo>
                    <a:pt x="246937" y="577847"/>
                  </a:lnTo>
                  <a:lnTo>
                    <a:pt x="245825" y="577847"/>
                  </a:lnTo>
                  <a:lnTo>
                    <a:pt x="244713" y="577847"/>
                  </a:lnTo>
                  <a:lnTo>
                    <a:pt x="243600" y="577847"/>
                  </a:lnTo>
                  <a:lnTo>
                    <a:pt x="242488" y="577847"/>
                  </a:lnTo>
                  <a:lnTo>
                    <a:pt x="241376" y="577847"/>
                  </a:lnTo>
                  <a:lnTo>
                    <a:pt x="240263" y="577847"/>
                  </a:lnTo>
                  <a:lnTo>
                    <a:pt x="239151" y="577847"/>
                  </a:lnTo>
                  <a:lnTo>
                    <a:pt x="238039" y="577847"/>
                  </a:lnTo>
                  <a:lnTo>
                    <a:pt x="236926" y="577847"/>
                  </a:lnTo>
                  <a:lnTo>
                    <a:pt x="235814" y="577847"/>
                  </a:lnTo>
                  <a:lnTo>
                    <a:pt x="234702" y="577847"/>
                  </a:lnTo>
                  <a:lnTo>
                    <a:pt x="233589" y="577847"/>
                  </a:lnTo>
                  <a:lnTo>
                    <a:pt x="232477" y="577847"/>
                  </a:lnTo>
                  <a:lnTo>
                    <a:pt x="231365" y="577847"/>
                  </a:lnTo>
                  <a:lnTo>
                    <a:pt x="230252" y="577847"/>
                  </a:lnTo>
                  <a:lnTo>
                    <a:pt x="229140" y="577847"/>
                  </a:lnTo>
                  <a:lnTo>
                    <a:pt x="228028" y="577847"/>
                  </a:lnTo>
                  <a:lnTo>
                    <a:pt x="226915" y="577847"/>
                  </a:lnTo>
                  <a:lnTo>
                    <a:pt x="225803" y="577847"/>
                  </a:lnTo>
                  <a:lnTo>
                    <a:pt x="224691" y="577847"/>
                  </a:lnTo>
                  <a:lnTo>
                    <a:pt x="223578" y="577847"/>
                  </a:lnTo>
                  <a:lnTo>
                    <a:pt x="222466" y="577847"/>
                  </a:lnTo>
                  <a:lnTo>
                    <a:pt x="221354" y="577847"/>
                  </a:lnTo>
                  <a:lnTo>
                    <a:pt x="220241" y="577847"/>
                  </a:lnTo>
                  <a:lnTo>
                    <a:pt x="219129" y="577847"/>
                  </a:lnTo>
                  <a:lnTo>
                    <a:pt x="218017" y="577847"/>
                  </a:lnTo>
                  <a:lnTo>
                    <a:pt x="216904" y="577847"/>
                  </a:lnTo>
                  <a:lnTo>
                    <a:pt x="215792" y="577847"/>
                  </a:lnTo>
                  <a:lnTo>
                    <a:pt x="214680" y="577847"/>
                  </a:lnTo>
                  <a:lnTo>
                    <a:pt x="213567" y="577847"/>
                  </a:lnTo>
                  <a:lnTo>
                    <a:pt x="212455" y="577847"/>
                  </a:lnTo>
                  <a:lnTo>
                    <a:pt x="211343" y="577847"/>
                  </a:lnTo>
                  <a:lnTo>
                    <a:pt x="210230" y="577847"/>
                  </a:lnTo>
                  <a:lnTo>
                    <a:pt x="209118" y="577847"/>
                  </a:lnTo>
                  <a:lnTo>
                    <a:pt x="208006" y="577847"/>
                  </a:lnTo>
                  <a:lnTo>
                    <a:pt x="206893" y="577847"/>
                  </a:lnTo>
                  <a:lnTo>
                    <a:pt x="205781" y="577847"/>
                  </a:lnTo>
                  <a:lnTo>
                    <a:pt x="204669" y="577847"/>
                  </a:lnTo>
                  <a:lnTo>
                    <a:pt x="203556" y="577847"/>
                  </a:lnTo>
                  <a:lnTo>
                    <a:pt x="202444" y="577847"/>
                  </a:lnTo>
                  <a:lnTo>
                    <a:pt x="201332" y="577847"/>
                  </a:lnTo>
                  <a:lnTo>
                    <a:pt x="200219" y="577847"/>
                  </a:lnTo>
                  <a:lnTo>
                    <a:pt x="199107" y="577847"/>
                  </a:lnTo>
                  <a:lnTo>
                    <a:pt x="197995" y="577847"/>
                  </a:lnTo>
                  <a:lnTo>
                    <a:pt x="196882" y="577847"/>
                  </a:lnTo>
                  <a:lnTo>
                    <a:pt x="195770" y="577847"/>
                  </a:lnTo>
                  <a:lnTo>
                    <a:pt x="194658" y="577847"/>
                  </a:lnTo>
                  <a:lnTo>
                    <a:pt x="193545" y="577847"/>
                  </a:lnTo>
                  <a:lnTo>
                    <a:pt x="192433" y="577847"/>
                  </a:lnTo>
                  <a:lnTo>
                    <a:pt x="191321" y="577847"/>
                  </a:lnTo>
                  <a:lnTo>
                    <a:pt x="190208" y="577847"/>
                  </a:lnTo>
                  <a:lnTo>
                    <a:pt x="189096" y="577847"/>
                  </a:lnTo>
                  <a:lnTo>
                    <a:pt x="187984" y="577847"/>
                  </a:lnTo>
                  <a:lnTo>
                    <a:pt x="186871" y="577847"/>
                  </a:lnTo>
                  <a:lnTo>
                    <a:pt x="185759" y="577847"/>
                  </a:lnTo>
                  <a:lnTo>
                    <a:pt x="184647" y="577847"/>
                  </a:lnTo>
                  <a:lnTo>
                    <a:pt x="183534" y="577847"/>
                  </a:lnTo>
                  <a:lnTo>
                    <a:pt x="182422" y="577847"/>
                  </a:lnTo>
                  <a:lnTo>
                    <a:pt x="181310" y="577847"/>
                  </a:lnTo>
                  <a:lnTo>
                    <a:pt x="180197" y="577847"/>
                  </a:lnTo>
                  <a:lnTo>
                    <a:pt x="179085" y="577847"/>
                  </a:lnTo>
                  <a:lnTo>
                    <a:pt x="177973" y="577847"/>
                  </a:lnTo>
                  <a:lnTo>
                    <a:pt x="176860" y="577847"/>
                  </a:lnTo>
                  <a:lnTo>
                    <a:pt x="175748" y="577847"/>
                  </a:lnTo>
                  <a:lnTo>
                    <a:pt x="174636" y="577847"/>
                  </a:lnTo>
                  <a:lnTo>
                    <a:pt x="173523" y="577847"/>
                  </a:lnTo>
                  <a:lnTo>
                    <a:pt x="172411" y="577847"/>
                  </a:lnTo>
                  <a:lnTo>
                    <a:pt x="171299" y="577847"/>
                  </a:lnTo>
                  <a:lnTo>
                    <a:pt x="170186" y="577847"/>
                  </a:lnTo>
                  <a:lnTo>
                    <a:pt x="169074" y="577847"/>
                  </a:lnTo>
                  <a:lnTo>
                    <a:pt x="167962" y="577847"/>
                  </a:lnTo>
                  <a:lnTo>
                    <a:pt x="166849" y="577847"/>
                  </a:lnTo>
                  <a:lnTo>
                    <a:pt x="165737" y="577847"/>
                  </a:lnTo>
                  <a:lnTo>
                    <a:pt x="164625" y="577847"/>
                  </a:lnTo>
                  <a:lnTo>
                    <a:pt x="163512" y="577847"/>
                  </a:lnTo>
                  <a:lnTo>
                    <a:pt x="162400" y="577847"/>
                  </a:lnTo>
                  <a:lnTo>
                    <a:pt x="161288" y="577847"/>
                  </a:lnTo>
                  <a:lnTo>
                    <a:pt x="160175" y="577847"/>
                  </a:lnTo>
                  <a:lnTo>
                    <a:pt x="159063" y="577847"/>
                  </a:lnTo>
                  <a:lnTo>
                    <a:pt x="157951" y="577847"/>
                  </a:lnTo>
                  <a:lnTo>
                    <a:pt x="156838" y="577847"/>
                  </a:lnTo>
                  <a:lnTo>
                    <a:pt x="155726" y="577847"/>
                  </a:lnTo>
                  <a:lnTo>
                    <a:pt x="154614" y="577847"/>
                  </a:lnTo>
                  <a:lnTo>
                    <a:pt x="153501" y="577847"/>
                  </a:lnTo>
                  <a:lnTo>
                    <a:pt x="152389" y="577847"/>
                  </a:lnTo>
                  <a:lnTo>
                    <a:pt x="151277" y="577847"/>
                  </a:lnTo>
                  <a:lnTo>
                    <a:pt x="150164" y="577847"/>
                  </a:lnTo>
                  <a:lnTo>
                    <a:pt x="149052" y="577847"/>
                  </a:lnTo>
                  <a:lnTo>
                    <a:pt x="147940" y="577847"/>
                  </a:lnTo>
                  <a:lnTo>
                    <a:pt x="146827" y="577847"/>
                  </a:lnTo>
                  <a:lnTo>
                    <a:pt x="145715" y="577847"/>
                  </a:lnTo>
                  <a:lnTo>
                    <a:pt x="144603" y="577847"/>
                  </a:lnTo>
                  <a:lnTo>
                    <a:pt x="143490" y="577847"/>
                  </a:lnTo>
                  <a:lnTo>
                    <a:pt x="142378" y="577847"/>
                  </a:lnTo>
                  <a:lnTo>
                    <a:pt x="141266" y="577847"/>
                  </a:lnTo>
                  <a:lnTo>
                    <a:pt x="140153" y="577847"/>
                  </a:lnTo>
                  <a:lnTo>
                    <a:pt x="139041" y="577847"/>
                  </a:lnTo>
                  <a:lnTo>
                    <a:pt x="137929" y="577847"/>
                  </a:lnTo>
                  <a:lnTo>
                    <a:pt x="136816" y="577847"/>
                  </a:lnTo>
                  <a:lnTo>
                    <a:pt x="135704" y="577847"/>
                  </a:lnTo>
                  <a:lnTo>
                    <a:pt x="134592" y="577847"/>
                  </a:lnTo>
                  <a:lnTo>
                    <a:pt x="133479" y="577847"/>
                  </a:lnTo>
                  <a:lnTo>
                    <a:pt x="132367" y="577847"/>
                  </a:lnTo>
                  <a:lnTo>
                    <a:pt x="131255" y="577847"/>
                  </a:lnTo>
                  <a:lnTo>
                    <a:pt x="130142" y="577847"/>
                  </a:lnTo>
                  <a:lnTo>
                    <a:pt x="129030" y="577847"/>
                  </a:lnTo>
                  <a:lnTo>
                    <a:pt x="127918" y="577847"/>
                  </a:lnTo>
                  <a:lnTo>
                    <a:pt x="126805" y="577847"/>
                  </a:lnTo>
                  <a:lnTo>
                    <a:pt x="125693" y="577847"/>
                  </a:lnTo>
                  <a:lnTo>
                    <a:pt x="124581" y="577847"/>
                  </a:lnTo>
                  <a:lnTo>
                    <a:pt x="123468" y="577847"/>
                  </a:lnTo>
                  <a:lnTo>
                    <a:pt x="122356" y="577847"/>
                  </a:lnTo>
                  <a:lnTo>
                    <a:pt x="121244" y="577847"/>
                  </a:lnTo>
                  <a:lnTo>
                    <a:pt x="120131" y="577847"/>
                  </a:lnTo>
                  <a:lnTo>
                    <a:pt x="119019" y="577847"/>
                  </a:lnTo>
                  <a:lnTo>
                    <a:pt x="117907" y="577847"/>
                  </a:lnTo>
                  <a:lnTo>
                    <a:pt x="116794" y="577847"/>
                  </a:lnTo>
                  <a:lnTo>
                    <a:pt x="115682" y="577847"/>
                  </a:lnTo>
                  <a:lnTo>
                    <a:pt x="114570" y="577847"/>
                  </a:lnTo>
                  <a:lnTo>
                    <a:pt x="113457" y="577847"/>
                  </a:lnTo>
                  <a:lnTo>
                    <a:pt x="112345" y="577847"/>
                  </a:lnTo>
                  <a:lnTo>
                    <a:pt x="111233" y="577847"/>
                  </a:lnTo>
                  <a:lnTo>
                    <a:pt x="110120" y="577847"/>
                  </a:lnTo>
                  <a:lnTo>
                    <a:pt x="109008" y="577847"/>
                  </a:lnTo>
                  <a:lnTo>
                    <a:pt x="107896" y="577847"/>
                  </a:lnTo>
                  <a:lnTo>
                    <a:pt x="106783" y="577847"/>
                  </a:lnTo>
                  <a:lnTo>
                    <a:pt x="105671" y="577847"/>
                  </a:lnTo>
                  <a:lnTo>
                    <a:pt x="104559" y="577847"/>
                  </a:lnTo>
                  <a:lnTo>
                    <a:pt x="103446" y="577847"/>
                  </a:lnTo>
                  <a:lnTo>
                    <a:pt x="102334" y="577847"/>
                  </a:lnTo>
                  <a:lnTo>
                    <a:pt x="101222" y="577847"/>
                  </a:lnTo>
                  <a:lnTo>
                    <a:pt x="100109" y="577847"/>
                  </a:lnTo>
                  <a:lnTo>
                    <a:pt x="98997" y="577847"/>
                  </a:lnTo>
                  <a:lnTo>
                    <a:pt x="97885" y="577847"/>
                  </a:lnTo>
                  <a:lnTo>
                    <a:pt x="96772" y="577847"/>
                  </a:lnTo>
                  <a:lnTo>
                    <a:pt x="95660" y="577847"/>
                  </a:lnTo>
                  <a:lnTo>
                    <a:pt x="94548" y="577847"/>
                  </a:lnTo>
                  <a:lnTo>
                    <a:pt x="93435" y="577847"/>
                  </a:lnTo>
                  <a:lnTo>
                    <a:pt x="92323" y="577847"/>
                  </a:lnTo>
                  <a:lnTo>
                    <a:pt x="91211" y="577847"/>
                  </a:lnTo>
                  <a:lnTo>
                    <a:pt x="90098" y="577847"/>
                  </a:lnTo>
                  <a:lnTo>
                    <a:pt x="88986" y="577847"/>
                  </a:lnTo>
                  <a:lnTo>
                    <a:pt x="87874" y="577847"/>
                  </a:lnTo>
                  <a:lnTo>
                    <a:pt x="86761" y="577847"/>
                  </a:lnTo>
                  <a:lnTo>
                    <a:pt x="85649" y="577847"/>
                  </a:lnTo>
                  <a:lnTo>
                    <a:pt x="84537" y="577847"/>
                  </a:lnTo>
                  <a:lnTo>
                    <a:pt x="83424" y="577847"/>
                  </a:lnTo>
                  <a:lnTo>
                    <a:pt x="82312" y="577847"/>
                  </a:lnTo>
                  <a:lnTo>
                    <a:pt x="81200" y="577847"/>
                  </a:lnTo>
                  <a:lnTo>
                    <a:pt x="80087" y="577847"/>
                  </a:lnTo>
                  <a:lnTo>
                    <a:pt x="78975" y="577847"/>
                  </a:lnTo>
                  <a:lnTo>
                    <a:pt x="77863" y="577847"/>
                  </a:lnTo>
                  <a:lnTo>
                    <a:pt x="76750" y="577847"/>
                  </a:lnTo>
                  <a:lnTo>
                    <a:pt x="75638" y="577847"/>
                  </a:lnTo>
                  <a:lnTo>
                    <a:pt x="74526" y="577847"/>
                  </a:lnTo>
                  <a:lnTo>
                    <a:pt x="73413" y="577847"/>
                  </a:lnTo>
                  <a:lnTo>
                    <a:pt x="72301" y="577847"/>
                  </a:lnTo>
                  <a:lnTo>
                    <a:pt x="71189" y="577847"/>
                  </a:lnTo>
                  <a:lnTo>
                    <a:pt x="70076" y="577847"/>
                  </a:lnTo>
                  <a:lnTo>
                    <a:pt x="68964" y="577847"/>
                  </a:lnTo>
                  <a:lnTo>
                    <a:pt x="67852" y="577847"/>
                  </a:lnTo>
                  <a:lnTo>
                    <a:pt x="66739" y="577847"/>
                  </a:lnTo>
                  <a:lnTo>
                    <a:pt x="65627" y="577847"/>
                  </a:lnTo>
                  <a:lnTo>
                    <a:pt x="64515" y="577847"/>
                  </a:lnTo>
                  <a:lnTo>
                    <a:pt x="63402" y="577847"/>
                  </a:lnTo>
                  <a:lnTo>
                    <a:pt x="62290" y="577847"/>
                  </a:lnTo>
                  <a:lnTo>
                    <a:pt x="61178" y="577847"/>
                  </a:lnTo>
                  <a:lnTo>
                    <a:pt x="60065" y="577847"/>
                  </a:lnTo>
                  <a:lnTo>
                    <a:pt x="58953" y="577847"/>
                  </a:lnTo>
                  <a:lnTo>
                    <a:pt x="57841" y="577847"/>
                  </a:lnTo>
                  <a:lnTo>
                    <a:pt x="56728" y="577847"/>
                  </a:lnTo>
                  <a:lnTo>
                    <a:pt x="55616" y="577847"/>
                  </a:lnTo>
                  <a:lnTo>
                    <a:pt x="54504" y="577847"/>
                  </a:lnTo>
                  <a:lnTo>
                    <a:pt x="53391" y="577847"/>
                  </a:lnTo>
                  <a:lnTo>
                    <a:pt x="52279" y="577847"/>
                  </a:lnTo>
                  <a:lnTo>
                    <a:pt x="51167" y="577847"/>
                  </a:lnTo>
                  <a:lnTo>
                    <a:pt x="50054" y="577847"/>
                  </a:lnTo>
                  <a:lnTo>
                    <a:pt x="48942" y="577847"/>
                  </a:lnTo>
                  <a:lnTo>
                    <a:pt x="47830" y="577847"/>
                  </a:lnTo>
                  <a:lnTo>
                    <a:pt x="46717" y="577847"/>
                  </a:lnTo>
                  <a:lnTo>
                    <a:pt x="45605" y="577847"/>
                  </a:lnTo>
                  <a:lnTo>
                    <a:pt x="44493" y="577847"/>
                  </a:lnTo>
                  <a:lnTo>
                    <a:pt x="43380" y="577847"/>
                  </a:lnTo>
                  <a:lnTo>
                    <a:pt x="42268" y="577847"/>
                  </a:lnTo>
                  <a:lnTo>
                    <a:pt x="41156" y="577847"/>
                  </a:lnTo>
                  <a:lnTo>
                    <a:pt x="40043" y="577847"/>
                  </a:lnTo>
                  <a:lnTo>
                    <a:pt x="38931" y="577847"/>
                  </a:lnTo>
                  <a:lnTo>
                    <a:pt x="37819" y="577847"/>
                  </a:lnTo>
                  <a:lnTo>
                    <a:pt x="36706" y="577847"/>
                  </a:lnTo>
                  <a:lnTo>
                    <a:pt x="35594" y="577847"/>
                  </a:lnTo>
                  <a:lnTo>
                    <a:pt x="34482" y="577847"/>
                  </a:lnTo>
                  <a:lnTo>
                    <a:pt x="33369" y="577847"/>
                  </a:lnTo>
                  <a:lnTo>
                    <a:pt x="32257" y="577847"/>
                  </a:lnTo>
                  <a:lnTo>
                    <a:pt x="31145" y="577847"/>
                  </a:lnTo>
                  <a:lnTo>
                    <a:pt x="30032" y="577847"/>
                  </a:lnTo>
                  <a:lnTo>
                    <a:pt x="28920" y="577847"/>
                  </a:lnTo>
                  <a:lnTo>
                    <a:pt x="27808" y="577847"/>
                  </a:lnTo>
                  <a:lnTo>
                    <a:pt x="26695" y="577847"/>
                  </a:lnTo>
                  <a:lnTo>
                    <a:pt x="25583" y="577847"/>
                  </a:lnTo>
                  <a:lnTo>
                    <a:pt x="24471" y="577847"/>
                  </a:lnTo>
                  <a:lnTo>
                    <a:pt x="23358" y="577847"/>
                  </a:lnTo>
                  <a:lnTo>
                    <a:pt x="22246" y="577847"/>
                  </a:lnTo>
                  <a:lnTo>
                    <a:pt x="21134" y="577847"/>
                  </a:lnTo>
                  <a:lnTo>
                    <a:pt x="20021" y="577847"/>
                  </a:lnTo>
                  <a:lnTo>
                    <a:pt x="18909" y="577847"/>
                  </a:lnTo>
                  <a:lnTo>
                    <a:pt x="17797" y="577847"/>
                  </a:lnTo>
                  <a:lnTo>
                    <a:pt x="16684" y="577847"/>
                  </a:lnTo>
                  <a:lnTo>
                    <a:pt x="15572" y="577847"/>
                  </a:lnTo>
                  <a:lnTo>
                    <a:pt x="14460" y="577847"/>
                  </a:lnTo>
                  <a:lnTo>
                    <a:pt x="13347" y="577847"/>
                  </a:lnTo>
                  <a:lnTo>
                    <a:pt x="12235" y="577847"/>
                  </a:lnTo>
                  <a:lnTo>
                    <a:pt x="11123" y="577847"/>
                  </a:lnTo>
                  <a:lnTo>
                    <a:pt x="10010" y="577847"/>
                  </a:lnTo>
                  <a:lnTo>
                    <a:pt x="8898" y="577847"/>
                  </a:lnTo>
                  <a:lnTo>
                    <a:pt x="7786" y="577847"/>
                  </a:lnTo>
                  <a:lnTo>
                    <a:pt x="6673" y="577847"/>
                  </a:lnTo>
                  <a:lnTo>
                    <a:pt x="5561" y="577847"/>
                  </a:lnTo>
                  <a:lnTo>
                    <a:pt x="4449" y="577847"/>
                  </a:lnTo>
                  <a:lnTo>
                    <a:pt x="3336" y="577847"/>
                  </a:lnTo>
                  <a:lnTo>
                    <a:pt x="2224" y="577847"/>
                  </a:lnTo>
                  <a:lnTo>
                    <a:pt x="1112" y="577847"/>
                  </a:lnTo>
                  <a:lnTo>
                    <a:pt x="0" y="57784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401" name="pl7401"/>
            <p:cNvSpPr/>
            <p:nvPr/>
          </p:nvSpPr>
          <p:spPr>
            <a:xfrm>
              <a:off x="6597562" y="4379292"/>
              <a:ext cx="568401" cy="577842"/>
            </a:xfrm>
            <a:custGeom>
              <a:avLst/>
              <a:pathLst>
                <a:path w="568401" h="577842">
                  <a:moveTo>
                    <a:pt x="0" y="88502"/>
                  </a:moveTo>
                  <a:lnTo>
                    <a:pt x="1112" y="68763"/>
                  </a:lnTo>
                  <a:lnTo>
                    <a:pt x="2224" y="51000"/>
                  </a:lnTo>
                  <a:lnTo>
                    <a:pt x="3336" y="35436"/>
                  </a:lnTo>
                  <a:lnTo>
                    <a:pt x="4449" y="22816"/>
                  </a:lnTo>
                  <a:lnTo>
                    <a:pt x="5561" y="12927"/>
                  </a:lnTo>
                  <a:lnTo>
                    <a:pt x="6673" y="5788"/>
                  </a:lnTo>
                  <a:lnTo>
                    <a:pt x="7786" y="1466"/>
                  </a:lnTo>
                  <a:lnTo>
                    <a:pt x="8898" y="0"/>
                  </a:lnTo>
                  <a:lnTo>
                    <a:pt x="10010" y="1388"/>
                  </a:lnTo>
                  <a:lnTo>
                    <a:pt x="11123" y="6050"/>
                  </a:lnTo>
                  <a:lnTo>
                    <a:pt x="12235" y="13585"/>
                  </a:lnTo>
                  <a:lnTo>
                    <a:pt x="13347" y="23653"/>
                  </a:lnTo>
                  <a:lnTo>
                    <a:pt x="14460" y="36086"/>
                  </a:lnTo>
                  <a:lnTo>
                    <a:pt x="15572" y="50698"/>
                  </a:lnTo>
                  <a:lnTo>
                    <a:pt x="16684" y="67279"/>
                  </a:lnTo>
                  <a:lnTo>
                    <a:pt x="17797" y="85785"/>
                  </a:lnTo>
                  <a:lnTo>
                    <a:pt x="18909" y="105822"/>
                  </a:lnTo>
                  <a:lnTo>
                    <a:pt x="20021" y="126951"/>
                  </a:lnTo>
                  <a:lnTo>
                    <a:pt x="21134" y="148922"/>
                  </a:lnTo>
                  <a:lnTo>
                    <a:pt x="22246" y="171489"/>
                  </a:lnTo>
                  <a:lnTo>
                    <a:pt x="23358" y="194412"/>
                  </a:lnTo>
                  <a:lnTo>
                    <a:pt x="24471" y="217447"/>
                  </a:lnTo>
                  <a:lnTo>
                    <a:pt x="25583" y="240285"/>
                  </a:lnTo>
                  <a:lnTo>
                    <a:pt x="26695" y="262733"/>
                  </a:lnTo>
                  <a:lnTo>
                    <a:pt x="27808" y="284633"/>
                  </a:lnTo>
                  <a:lnTo>
                    <a:pt x="28920" y="305845"/>
                  </a:lnTo>
                  <a:lnTo>
                    <a:pt x="30032" y="326248"/>
                  </a:lnTo>
                  <a:lnTo>
                    <a:pt x="31145" y="345685"/>
                  </a:lnTo>
                  <a:lnTo>
                    <a:pt x="32257" y="363929"/>
                  </a:lnTo>
                  <a:lnTo>
                    <a:pt x="33369" y="381111"/>
                  </a:lnTo>
                  <a:lnTo>
                    <a:pt x="34482" y="397209"/>
                  </a:lnTo>
                  <a:lnTo>
                    <a:pt x="35594" y="412215"/>
                  </a:lnTo>
                  <a:lnTo>
                    <a:pt x="36706" y="426133"/>
                  </a:lnTo>
                  <a:lnTo>
                    <a:pt x="37819" y="438960"/>
                  </a:lnTo>
                  <a:lnTo>
                    <a:pt x="38931" y="450530"/>
                  </a:lnTo>
                  <a:lnTo>
                    <a:pt x="40043" y="461125"/>
                  </a:lnTo>
                  <a:lnTo>
                    <a:pt x="41156" y="470792"/>
                  </a:lnTo>
                  <a:lnTo>
                    <a:pt x="42268" y="479583"/>
                  </a:lnTo>
                  <a:lnTo>
                    <a:pt x="43380" y="487550"/>
                  </a:lnTo>
                  <a:lnTo>
                    <a:pt x="44493" y="494749"/>
                  </a:lnTo>
                  <a:lnTo>
                    <a:pt x="45605" y="501093"/>
                  </a:lnTo>
                  <a:lnTo>
                    <a:pt x="46717" y="506796"/>
                  </a:lnTo>
                  <a:lnTo>
                    <a:pt x="47830" y="511918"/>
                  </a:lnTo>
                  <a:lnTo>
                    <a:pt x="48942" y="516505"/>
                  </a:lnTo>
                  <a:lnTo>
                    <a:pt x="50054" y="520601"/>
                  </a:lnTo>
                  <a:lnTo>
                    <a:pt x="51167" y="524247"/>
                  </a:lnTo>
                  <a:lnTo>
                    <a:pt x="52279" y="527410"/>
                  </a:lnTo>
                  <a:lnTo>
                    <a:pt x="53391" y="530188"/>
                  </a:lnTo>
                  <a:lnTo>
                    <a:pt x="54504" y="532629"/>
                  </a:lnTo>
                  <a:lnTo>
                    <a:pt x="55616" y="534759"/>
                  </a:lnTo>
                  <a:lnTo>
                    <a:pt x="56728" y="536598"/>
                  </a:lnTo>
                  <a:lnTo>
                    <a:pt x="57841" y="538167"/>
                  </a:lnTo>
                  <a:lnTo>
                    <a:pt x="58953" y="539448"/>
                  </a:lnTo>
                  <a:lnTo>
                    <a:pt x="60065" y="540477"/>
                  </a:lnTo>
                  <a:lnTo>
                    <a:pt x="61178" y="541289"/>
                  </a:lnTo>
                  <a:lnTo>
                    <a:pt x="62290" y="541896"/>
                  </a:lnTo>
                  <a:lnTo>
                    <a:pt x="63402" y="542309"/>
                  </a:lnTo>
                  <a:lnTo>
                    <a:pt x="64515" y="542540"/>
                  </a:lnTo>
                  <a:lnTo>
                    <a:pt x="65627" y="542581"/>
                  </a:lnTo>
                  <a:lnTo>
                    <a:pt x="66739" y="542446"/>
                  </a:lnTo>
                  <a:lnTo>
                    <a:pt x="67852" y="542168"/>
                  </a:lnTo>
                  <a:lnTo>
                    <a:pt x="68964" y="541759"/>
                  </a:lnTo>
                  <a:lnTo>
                    <a:pt x="70076" y="541232"/>
                  </a:lnTo>
                  <a:lnTo>
                    <a:pt x="71189" y="540600"/>
                  </a:lnTo>
                  <a:lnTo>
                    <a:pt x="72301" y="539872"/>
                  </a:lnTo>
                  <a:lnTo>
                    <a:pt x="73413" y="539062"/>
                  </a:lnTo>
                  <a:lnTo>
                    <a:pt x="74526" y="538203"/>
                  </a:lnTo>
                  <a:lnTo>
                    <a:pt x="75638" y="537311"/>
                  </a:lnTo>
                  <a:lnTo>
                    <a:pt x="76750" y="536403"/>
                  </a:lnTo>
                  <a:lnTo>
                    <a:pt x="77863" y="535496"/>
                  </a:lnTo>
                  <a:lnTo>
                    <a:pt x="78975" y="534609"/>
                  </a:lnTo>
                  <a:lnTo>
                    <a:pt x="80087" y="533771"/>
                  </a:lnTo>
                  <a:lnTo>
                    <a:pt x="81200" y="532995"/>
                  </a:lnTo>
                  <a:lnTo>
                    <a:pt x="82312" y="532294"/>
                  </a:lnTo>
                  <a:lnTo>
                    <a:pt x="83424" y="531682"/>
                  </a:lnTo>
                  <a:lnTo>
                    <a:pt x="84537" y="531170"/>
                  </a:lnTo>
                  <a:lnTo>
                    <a:pt x="85649" y="530768"/>
                  </a:lnTo>
                  <a:lnTo>
                    <a:pt x="86761" y="530514"/>
                  </a:lnTo>
                  <a:lnTo>
                    <a:pt x="87874" y="530384"/>
                  </a:lnTo>
                  <a:lnTo>
                    <a:pt x="88986" y="530380"/>
                  </a:lnTo>
                  <a:lnTo>
                    <a:pt x="90098" y="530499"/>
                  </a:lnTo>
                  <a:lnTo>
                    <a:pt x="91211" y="530739"/>
                  </a:lnTo>
                  <a:lnTo>
                    <a:pt x="92323" y="531094"/>
                  </a:lnTo>
                  <a:lnTo>
                    <a:pt x="93435" y="531575"/>
                  </a:lnTo>
                  <a:lnTo>
                    <a:pt x="94548" y="532151"/>
                  </a:lnTo>
                  <a:lnTo>
                    <a:pt x="95660" y="532805"/>
                  </a:lnTo>
                  <a:lnTo>
                    <a:pt x="96772" y="533523"/>
                  </a:lnTo>
                  <a:lnTo>
                    <a:pt x="97885" y="534293"/>
                  </a:lnTo>
                  <a:lnTo>
                    <a:pt x="98997" y="535099"/>
                  </a:lnTo>
                  <a:lnTo>
                    <a:pt x="100109" y="535929"/>
                  </a:lnTo>
                  <a:lnTo>
                    <a:pt x="101222" y="536760"/>
                  </a:lnTo>
                  <a:lnTo>
                    <a:pt x="102334" y="537579"/>
                  </a:lnTo>
                  <a:lnTo>
                    <a:pt x="103446" y="538375"/>
                  </a:lnTo>
                  <a:lnTo>
                    <a:pt x="104559" y="539138"/>
                  </a:lnTo>
                  <a:lnTo>
                    <a:pt x="105671" y="539859"/>
                  </a:lnTo>
                  <a:lnTo>
                    <a:pt x="106783" y="540523"/>
                  </a:lnTo>
                  <a:lnTo>
                    <a:pt x="107896" y="541125"/>
                  </a:lnTo>
                  <a:lnTo>
                    <a:pt x="109008" y="541669"/>
                  </a:lnTo>
                  <a:lnTo>
                    <a:pt x="110120" y="542153"/>
                  </a:lnTo>
                  <a:lnTo>
                    <a:pt x="111233" y="542579"/>
                  </a:lnTo>
                  <a:lnTo>
                    <a:pt x="112345" y="542949"/>
                  </a:lnTo>
                  <a:lnTo>
                    <a:pt x="113457" y="543262"/>
                  </a:lnTo>
                  <a:lnTo>
                    <a:pt x="114570" y="543522"/>
                  </a:lnTo>
                  <a:lnTo>
                    <a:pt x="115682" y="543744"/>
                  </a:lnTo>
                  <a:lnTo>
                    <a:pt x="116794" y="543933"/>
                  </a:lnTo>
                  <a:lnTo>
                    <a:pt x="117907" y="544096"/>
                  </a:lnTo>
                  <a:lnTo>
                    <a:pt x="119019" y="544240"/>
                  </a:lnTo>
                  <a:lnTo>
                    <a:pt x="120131" y="544373"/>
                  </a:lnTo>
                  <a:lnTo>
                    <a:pt x="121244" y="544503"/>
                  </a:lnTo>
                  <a:lnTo>
                    <a:pt x="122356" y="544639"/>
                  </a:lnTo>
                  <a:lnTo>
                    <a:pt x="123468" y="544786"/>
                  </a:lnTo>
                  <a:lnTo>
                    <a:pt x="124581" y="544949"/>
                  </a:lnTo>
                  <a:lnTo>
                    <a:pt x="125693" y="545134"/>
                  </a:lnTo>
                  <a:lnTo>
                    <a:pt x="126805" y="545345"/>
                  </a:lnTo>
                  <a:lnTo>
                    <a:pt x="127918" y="545592"/>
                  </a:lnTo>
                  <a:lnTo>
                    <a:pt x="129030" y="545871"/>
                  </a:lnTo>
                  <a:lnTo>
                    <a:pt x="130142" y="546185"/>
                  </a:lnTo>
                  <a:lnTo>
                    <a:pt x="131255" y="546533"/>
                  </a:lnTo>
                  <a:lnTo>
                    <a:pt x="132367" y="546916"/>
                  </a:lnTo>
                  <a:lnTo>
                    <a:pt x="133479" y="547333"/>
                  </a:lnTo>
                  <a:lnTo>
                    <a:pt x="134592" y="547787"/>
                  </a:lnTo>
                  <a:lnTo>
                    <a:pt x="135704" y="548271"/>
                  </a:lnTo>
                  <a:lnTo>
                    <a:pt x="136816" y="548778"/>
                  </a:lnTo>
                  <a:lnTo>
                    <a:pt x="137929" y="549307"/>
                  </a:lnTo>
                  <a:lnTo>
                    <a:pt x="139041" y="549851"/>
                  </a:lnTo>
                  <a:lnTo>
                    <a:pt x="140153" y="550406"/>
                  </a:lnTo>
                  <a:lnTo>
                    <a:pt x="141266" y="550967"/>
                  </a:lnTo>
                  <a:lnTo>
                    <a:pt x="142378" y="551525"/>
                  </a:lnTo>
                  <a:lnTo>
                    <a:pt x="143490" y="552075"/>
                  </a:lnTo>
                  <a:lnTo>
                    <a:pt x="144603" y="552612"/>
                  </a:lnTo>
                  <a:lnTo>
                    <a:pt x="145715" y="553130"/>
                  </a:lnTo>
                  <a:lnTo>
                    <a:pt x="146827" y="553626"/>
                  </a:lnTo>
                  <a:lnTo>
                    <a:pt x="147940" y="554090"/>
                  </a:lnTo>
                  <a:lnTo>
                    <a:pt x="149052" y="554520"/>
                  </a:lnTo>
                  <a:lnTo>
                    <a:pt x="150164" y="554918"/>
                  </a:lnTo>
                  <a:lnTo>
                    <a:pt x="151277" y="555282"/>
                  </a:lnTo>
                  <a:lnTo>
                    <a:pt x="152389" y="555614"/>
                  </a:lnTo>
                  <a:lnTo>
                    <a:pt x="153501" y="555914"/>
                  </a:lnTo>
                  <a:lnTo>
                    <a:pt x="154614" y="556183"/>
                  </a:lnTo>
                  <a:lnTo>
                    <a:pt x="155726" y="556427"/>
                  </a:lnTo>
                  <a:lnTo>
                    <a:pt x="156838" y="556654"/>
                  </a:lnTo>
                  <a:lnTo>
                    <a:pt x="157951" y="556870"/>
                  </a:lnTo>
                  <a:lnTo>
                    <a:pt x="159063" y="557081"/>
                  </a:lnTo>
                  <a:lnTo>
                    <a:pt x="160175" y="557296"/>
                  </a:lnTo>
                  <a:lnTo>
                    <a:pt x="161288" y="557521"/>
                  </a:lnTo>
                  <a:lnTo>
                    <a:pt x="162400" y="557769"/>
                  </a:lnTo>
                  <a:lnTo>
                    <a:pt x="163512" y="558046"/>
                  </a:lnTo>
                  <a:lnTo>
                    <a:pt x="164625" y="558355"/>
                  </a:lnTo>
                  <a:lnTo>
                    <a:pt x="165737" y="558704"/>
                  </a:lnTo>
                  <a:lnTo>
                    <a:pt x="166849" y="559096"/>
                  </a:lnTo>
                  <a:lnTo>
                    <a:pt x="167962" y="559536"/>
                  </a:lnTo>
                  <a:lnTo>
                    <a:pt x="169074" y="560036"/>
                  </a:lnTo>
                  <a:lnTo>
                    <a:pt x="170186" y="560586"/>
                  </a:lnTo>
                  <a:lnTo>
                    <a:pt x="171299" y="561184"/>
                  </a:lnTo>
                  <a:lnTo>
                    <a:pt x="172411" y="561828"/>
                  </a:lnTo>
                  <a:lnTo>
                    <a:pt x="173523" y="562515"/>
                  </a:lnTo>
                  <a:lnTo>
                    <a:pt x="174636" y="563241"/>
                  </a:lnTo>
                  <a:lnTo>
                    <a:pt x="175748" y="564005"/>
                  </a:lnTo>
                  <a:lnTo>
                    <a:pt x="176860" y="564793"/>
                  </a:lnTo>
                  <a:lnTo>
                    <a:pt x="177973" y="565597"/>
                  </a:lnTo>
                  <a:lnTo>
                    <a:pt x="179085" y="566409"/>
                  </a:lnTo>
                  <a:lnTo>
                    <a:pt x="180197" y="567223"/>
                  </a:lnTo>
                  <a:lnTo>
                    <a:pt x="181310" y="568031"/>
                  </a:lnTo>
                  <a:lnTo>
                    <a:pt x="182422" y="568820"/>
                  </a:lnTo>
                  <a:lnTo>
                    <a:pt x="183534" y="569585"/>
                  </a:lnTo>
                  <a:lnTo>
                    <a:pt x="184647" y="570318"/>
                  </a:lnTo>
                  <a:lnTo>
                    <a:pt x="185759" y="571014"/>
                  </a:lnTo>
                  <a:lnTo>
                    <a:pt x="186871" y="571668"/>
                  </a:lnTo>
                  <a:lnTo>
                    <a:pt x="187984" y="572276"/>
                  </a:lnTo>
                  <a:lnTo>
                    <a:pt x="189096" y="572823"/>
                  </a:lnTo>
                  <a:lnTo>
                    <a:pt x="190208" y="573310"/>
                  </a:lnTo>
                  <a:lnTo>
                    <a:pt x="191321" y="573737"/>
                  </a:lnTo>
                  <a:lnTo>
                    <a:pt x="192433" y="574103"/>
                  </a:lnTo>
                  <a:lnTo>
                    <a:pt x="193545" y="574405"/>
                  </a:lnTo>
                  <a:lnTo>
                    <a:pt x="194658" y="574643"/>
                  </a:lnTo>
                  <a:lnTo>
                    <a:pt x="195770" y="574806"/>
                  </a:lnTo>
                  <a:lnTo>
                    <a:pt x="196882" y="574895"/>
                  </a:lnTo>
                  <a:lnTo>
                    <a:pt x="197995" y="574916"/>
                  </a:lnTo>
                  <a:lnTo>
                    <a:pt x="199107" y="574869"/>
                  </a:lnTo>
                  <a:lnTo>
                    <a:pt x="200219" y="574754"/>
                  </a:lnTo>
                  <a:lnTo>
                    <a:pt x="201332" y="574571"/>
                  </a:lnTo>
                  <a:lnTo>
                    <a:pt x="202444" y="574316"/>
                  </a:lnTo>
                  <a:lnTo>
                    <a:pt x="203556" y="573985"/>
                  </a:lnTo>
                  <a:lnTo>
                    <a:pt x="204669" y="573591"/>
                  </a:lnTo>
                  <a:lnTo>
                    <a:pt x="205781" y="573135"/>
                  </a:lnTo>
                  <a:lnTo>
                    <a:pt x="206893" y="572621"/>
                  </a:lnTo>
                  <a:lnTo>
                    <a:pt x="208006" y="572051"/>
                  </a:lnTo>
                  <a:lnTo>
                    <a:pt x="209118" y="571428"/>
                  </a:lnTo>
                  <a:lnTo>
                    <a:pt x="210230" y="570753"/>
                  </a:lnTo>
                  <a:lnTo>
                    <a:pt x="211343" y="570041"/>
                  </a:lnTo>
                  <a:lnTo>
                    <a:pt x="212455" y="569301"/>
                  </a:lnTo>
                  <a:lnTo>
                    <a:pt x="213567" y="568539"/>
                  </a:lnTo>
                  <a:lnTo>
                    <a:pt x="214680" y="567765"/>
                  </a:lnTo>
                  <a:lnTo>
                    <a:pt x="215792" y="566987"/>
                  </a:lnTo>
                  <a:lnTo>
                    <a:pt x="216904" y="566221"/>
                  </a:lnTo>
                  <a:lnTo>
                    <a:pt x="218017" y="565479"/>
                  </a:lnTo>
                  <a:lnTo>
                    <a:pt x="219129" y="564771"/>
                  </a:lnTo>
                  <a:lnTo>
                    <a:pt x="220241" y="564107"/>
                  </a:lnTo>
                  <a:lnTo>
                    <a:pt x="221354" y="563497"/>
                  </a:lnTo>
                  <a:lnTo>
                    <a:pt x="222466" y="562951"/>
                  </a:lnTo>
                  <a:lnTo>
                    <a:pt x="223578" y="562496"/>
                  </a:lnTo>
                  <a:lnTo>
                    <a:pt x="224691" y="562129"/>
                  </a:lnTo>
                  <a:lnTo>
                    <a:pt x="225803" y="561852"/>
                  </a:lnTo>
                  <a:lnTo>
                    <a:pt x="226915" y="561671"/>
                  </a:lnTo>
                  <a:lnTo>
                    <a:pt x="228028" y="561589"/>
                  </a:lnTo>
                  <a:lnTo>
                    <a:pt x="229140" y="561607"/>
                  </a:lnTo>
                  <a:lnTo>
                    <a:pt x="230252" y="561743"/>
                  </a:lnTo>
                  <a:lnTo>
                    <a:pt x="231365" y="561983"/>
                  </a:lnTo>
                  <a:lnTo>
                    <a:pt x="232477" y="562315"/>
                  </a:lnTo>
                  <a:lnTo>
                    <a:pt x="233589" y="562734"/>
                  </a:lnTo>
                  <a:lnTo>
                    <a:pt x="234702" y="563233"/>
                  </a:lnTo>
                  <a:lnTo>
                    <a:pt x="235814" y="563805"/>
                  </a:lnTo>
                  <a:lnTo>
                    <a:pt x="236926" y="564447"/>
                  </a:lnTo>
                  <a:lnTo>
                    <a:pt x="238039" y="565143"/>
                  </a:lnTo>
                  <a:lnTo>
                    <a:pt x="239151" y="565877"/>
                  </a:lnTo>
                  <a:lnTo>
                    <a:pt x="240263" y="566639"/>
                  </a:lnTo>
                  <a:lnTo>
                    <a:pt x="241376" y="567417"/>
                  </a:lnTo>
                  <a:lnTo>
                    <a:pt x="242488" y="568203"/>
                  </a:lnTo>
                  <a:lnTo>
                    <a:pt x="243600" y="568985"/>
                  </a:lnTo>
                  <a:lnTo>
                    <a:pt x="244713" y="569750"/>
                  </a:lnTo>
                  <a:lnTo>
                    <a:pt x="245825" y="570491"/>
                  </a:lnTo>
                  <a:lnTo>
                    <a:pt x="246937" y="571201"/>
                  </a:lnTo>
                  <a:lnTo>
                    <a:pt x="248049" y="571875"/>
                  </a:lnTo>
                  <a:lnTo>
                    <a:pt x="249162" y="572506"/>
                  </a:lnTo>
                  <a:lnTo>
                    <a:pt x="250274" y="573088"/>
                  </a:lnTo>
                  <a:lnTo>
                    <a:pt x="251386" y="573610"/>
                  </a:lnTo>
                  <a:lnTo>
                    <a:pt x="252499" y="574078"/>
                  </a:lnTo>
                  <a:lnTo>
                    <a:pt x="253611" y="574490"/>
                  </a:lnTo>
                  <a:lnTo>
                    <a:pt x="254723" y="574846"/>
                  </a:lnTo>
                  <a:lnTo>
                    <a:pt x="255836" y="575145"/>
                  </a:lnTo>
                  <a:lnTo>
                    <a:pt x="256948" y="575383"/>
                  </a:lnTo>
                  <a:lnTo>
                    <a:pt x="258060" y="575551"/>
                  </a:lnTo>
                  <a:lnTo>
                    <a:pt x="259173" y="575660"/>
                  </a:lnTo>
                  <a:lnTo>
                    <a:pt x="260285" y="575711"/>
                  </a:lnTo>
                  <a:lnTo>
                    <a:pt x="261397" y="575702"/>
                  </a:lnTo>
                  <a:lnTo>
                    <a:pt x="262510" y="575635"/>
                  </a:lnTo>
                  <a:lnTo>
                    <a:pt x="263622" y="575509"/>
                  </a:lnTo>
                  <a:lnTo>
                    <a:pt x="264734" y="575310"/>
                  </a:lnTo>
                  <a:lnTo>
                    <a:pt x="265847" y="575049"/>
                  </a:lnTo>
                  <a:lnTo>
                    <a:pt x="266959" y="574729"/>
                  </a:lnTo>
                  <a:lnTo>
                    <a:pt x="268071" y="574347"/>
                  </a:lnTo>
                  <a:lnTo>
                    <a:pt x="269184" y="573905"/>
                  </a:lnTo>
                  <a:lnTo>
                    <a:pt x="270296" y="573402"/>
                  </a:lnTo>
                  <a:lnTo>
                    <a:pt x="271408" y="572826"/>
                  </a:lnTo>
                  <a:lnTo>
                    <a:pt x="272521" y="572189"/>
                  </a:lnTo>
                  <a:lnTo>
                    <a:pt x="273633" y="571493"/>
                  </a:lnTo>
                  <a:lnTo>
                    <a:pt x="274745" y="570743"/>
                  </a:lnTo>
                  <a:lnTo>
                    <a:pt x="275858" y="569939"/>
                  </a:lnTo>
                  <a:lnTo>
                    <a:pt x="276970" y="569086"/>
                  </a:lnTo>
                  <a:lnTo>
                    <a:pt x="278082" y="568181"/>
                  </a:lnTo>
                  <a:lnTo>
                    <a:pt x="279195" y="567236"/>
                  </a:lnTo>
                  <a:lnTo>
                    <a:pt x="280307" y="566258"/>
                  </a:lnTo>
                  <a:lnTo>
                    <a:pt x="281419" y="565256"/>
                  </a:lnTo>
                  <a:lnTo>
                    <a:pt x="282532" y="564237"/>
                  </a:lnTo>
                  <a:lnTo>
                    <a:pt x="283644" y="563207"/>
                  </a:lnTo>
                  <a:lnTo>
                    <a:pt x="284756" y="562176"/>
                  </a:lnTo>
                  <a:lnTo>
                    <a:pt x="285869" y="561156"/>
                  </a:lnTo>
                  <a:lnTo>
                    <a:pt x="286981" y="560156"/>
                  </a:lnTo>
                  <a:lnTo>
                    <a:pt x="288093" y="559184"/>
                  </a:lnTo>
                  <a:lnTo>
                    <a:pt x="289206" y="558247"/>
                  </a:lnTo>
                  <a:lnTo>
                    <a:pt x="290318" y="557354"/>
                  </a:lnTo>
                  <a:lnTo>
                    <a:pt x="291430" y="556516"/>
                  </a:lnTo>
                  <a:lnTo>
                    <a:pt x="292543" y="555747"/>
                  </a:lnTo>
                  <a:lnTo>
                    <a:pt x="293655" y="555043"/>
                  </a:lnTo>
                  <a:lnTo>
                    <a:pt x="294767" y="554409"/>
                  </a:lnTo>
                  <a:lnTo>
                    <a:pt x="295880" y="553848"/>
                  </a:lnTo>
                  <a:lnTo>
                    <a:pt x="296992" y="553361"/>
                  </a:lnTo>
                  <a:lnTo>
                    <a:pt x="298104" y="552954"/>
                  </a:lnTo>
                  <a:lnTo>
                    <a:pt x="299217" y="552639"/>
                  </a:lnTo>
                  <a:lnTo>
                    <a:pt x="300329" y="552398"/>
                  </a:lnTo>
                  <a:lnTo>
                    <a:pt x="301441" y="552230"/>
                  </a:lnTo>
                  <a:lnTo>
                    <a:pt x="302554" y="552131"/>
                  </a:lnTo>
                  <a:lnTo>
                    <a:pt x="303666" y="552098"/>
                  </a:lnTo>
                  <a:lnTo>
                    <a:pt x="304778" y="552128"/>
                  </a:lnTo>
                  <a:lnTo>
                    <a:pt x="305891" y="552227"/>
                  </a:lnTo>
                  <a:lnTo>
                    <a:pt x="307003" y="552375"/>
                  </a:lnTo>
                  <a:lnTo>
                    <a:pt x="308115" y="552568"/>
                  </a:lnTo>
                  <a:lnTo>
                    <a:pt x="309228" y="552802"/>
                  </a:lnTo>
                  <a:lnTo>
                    <a:pt x="310340" y="553071"/>
                  </a:lnTo>
                  <a:lnTo>
                    <a:pt x="311452" y="553372"/>
                  </a:lnTo>
                  <a:lnTo>
                    <a:pt x="312565" y="553705"/>
                  </a:lnTo>
                  <a:lnTo>
                    <a:pt x="313677" y="554060"/>
                  </a:lnTo>
                  <a:lnTo>
                    <a:pt x="314789" y="554436"/>
                  </a:lnTo>
                  <a:lnTo>
                    <a:pt x="315902" y="554829"/>
                  </a:lnTo>
                  <a:lnTo>
                    <a:pt x="317014" y="555238"/>
                  </a:lnTo>
                  <a:lnTo>
                    <a:pt x="318126" y="555663"/>
                  </a:lnTo>
                  <a:lnTo>
                    <a:pt x="319239" y="556105"/>
                  </a:lnTo>
                  <a:lnTo>
                    <a:pt x="320351" y="556563"/>
                  </a:lnTo>
                  <a:lnTo>
                    <a:pt x="321463" y="557037"/>
                  </a:lnTo>
                  <a:lnTo>
                    <a:pt x="322576" y="557527"/>
                  </a:lnTo>
                  <a:lnTo>
                    <a:pt x="323688" y="558034"/>
                  </a:lnTo>
                  <a:lnTo>
                    <a:pt x="324800" y="558560"/>
                  </a:lnTo>
                  <a:lnTo>
                    <a:pt x="325913" y="559107"/>
                  </a:lnTo>
                  <a:lnTo>
                    <a:pt x="327025" y="559677"/>
                  </a:lnTo>
                  <a:lnTo>
                    <a:pt x="328137" y="560268"/>
                  </a:lnTo>
                  <a:lnTo>
                    <a:pt x="329250" y="560879"/>
                  </a:lnTo>
                  <a:lnTo>
                    <a:pt x="330362" y="561511"/>
                  </a:lnTo>
                  <a:lnTo>
                    <a:pt x="331474" y="562164"/>
                  </a:lnTo>
                  <a:lnTo>
                    <a:pt x="332587" y="562836"/>
                  </a:lnTo>
                  <a:lnTo>
                    <a:pt x="333699" y="563528"/>
                  </a:lnTo>
                  <a:lnTo>
                    <a:pt x="334811" y="564233"/>
                  </a:lnTo>
                  <a:lnTo>
                    <a:pt x="335924" y="564949"/>
                  </a:lnTo>
                  <a:lnTo>
                    <a:pt x="337036" y="565672"/>
                  </a:lnTo>
                  <a:lnTo>
                    <a:pt x="338148" y="566400"/>
                  </a:lnTo>
                  <a:lnTo>
                    <a:pt x="339261" y="567128"/>
                  </a:lnTo>
                  <a:lnTo>
                    <a:pt x="340373" y="567850"/>
                  </a:lnTo>
                  <a:lnTo>
                    <a:pt x="341485" y="568561"/>
                  </a:lnTo>
                  <a:lnTo>
                    <a:pt x="342598" y="569257"/>
                  </a:lnTo>
                  <a:lnTo>
                    <a:pt x="343710" y="569935"/>
                  </a:lnTo>
                  <a:lnTo>
                    <a:pt x="344822" y="570590"/>
                  </a:lnTo>
                  <a:lnTo>
                    <a:pt x="345935" y="571217"/>
                  </a:lnTo>
                  <a:lnTo>
                    <a:pt x="347047" y="571804"/>
                  </a:lnTo>
                  <a:lnTo>
                    <a:pt x="348159" y="572355"/>
                  </a:lnTo>
                  <a:lnTo>
                    <a:pt x="349272" y="572866"/>
                  </a:lnTo>
                  <a:lnTo>
                    <a:pt x="350384" y="573335"/>
                  </a:lnTo>
                  <a:lnTo>
                    <a:pt x="351496" y="573757"/>
                  </a:lnTo>
                  <a:lnTo>
                    <a:pt x="352609" y="574132"/>
                  </a:lnTo>
                  <a:lnTo>
                    <a:pt x="353721" y="574444"/>
                  </a:lnTo>
                  <a:lnTo>
                    <a:pt x="354833" y="574702"/>
                  </a:lnTo>
                  <a:lnTo>
                    <a:pt x="355946" y="574905"/>
                  </a:lnTo>
                  <a:lnTo>
                    <a:pt x="357058" y="575052"/>
                  </a:lnTo>
                  <a:lnTo>
                    <a:pt x="358170" y="575140"/>
                  </a:lnTo>
                  <a:lnTo>
                    <a:pt x="359283" y="575169"/>
                  </a:lnTo>
                  <a:lnTo>
                    <a:pt x="360395" y="575125"/>
                  </a:lnTo>
                  <a:lnTo>
                    <a:pt x="361507" y="575017"/>
                  </a:lnTo>
                  <a:lnTo>
                    <a:pt x="362620" y="574846"/>
                  </a:lnTo>
                  <a:lnTo>
                    <a:pt x="363732" y="574612"/>
                  </a:lnTo>
                  <a:lnTo>
                    <a:pt x="364844" y="574315"/>
                  </a:lnTo>
                  <a:lnTo>
                    <a:pt x="365957" y="573956"/>
                  </a:lnTo>
                  <a:lnTo>
                    <a:pt x="367069" y="573525"/>
                  </a:lnTo>
                  <a:lnTo>
                    <a:pt x="368181" y="573030"/>
                  </a:lnTo>
                  <a:lnTo>
                    <a:pt x="369294" y="572478"/>
                  </a:lnTo>
                  <a:lnTo>
                    <a:pt x="370406" y="571871"/>
                  </a:lnTo>
                  <a:lnTo>
                    <a:pt x="371518" y="571214"/>
                  </a:lnTo>
                  <a:lnTo>
                    <a:pt x="372631" y="570511"/>
                  </a:lnTo>
                  <a:lnTo>
                    <a:pt x="373743" y="569764"/>
                  </a:lnTo>
                  <a:lnTo>
                    <a:pt x="374855" y="568980"/>
                  </a:lnTo>
                  <a:lnTo>
                    <a:pt x="375968" y="568173"/>
                  </a:lnTo>
                  <a:lnTo>
                    <a:pt x="377080" y="567349"/>
                  </a:lnTo>
                  <a:lnTo>
                    <a:pt x="378192" y="566518"/>
                  </a:lnTo>
                  <a:lnTo>
                    <a:pt x="379305" y="565687"/>
                  </a:lnTo>
                  <a:lnTo>
                    <a:pt x="380417" y="564867"/>
                  </a:lnTo>
                  <a:lnTo>
                    <a:pt x="381529" y="564070"/>
                  </a:lnTo>
                  <a:lnTo>
                    <a:pt x="382642" y="563305"/>
                  </a:lnTo>
                  <a:lnTo>
                    <a:pt x="383754" y="562577"/>
                  </a:lnTo>
                  <a:lnTo>
                    <a:pt x="384866" y="561893"/>
                  </a:lnTo>
                  <a:lnTo>
                    <a:pt x="385979" y="561259"/>
                  </a:lnTo>
                  <a:lnTo>
                    <a:pt x="387091" y="560682"/>
                  </a:lnTo>
                  <a:lnTo>
                    <a:pt x="388203" y="560175"/>
                  </a:lnTo>
                  <a:lnTo>
                    <a:pt x="389316" y="559727"/>
                  </a:lnTo>
                  <a:lnTo>
                    <a:pt x="390428" y="559337"/>
                  </a:lnTo>
                  <a:lnTo>
                    <a:pt x="391540" y="559003"/>
                  </a:lnTo>
                  <a:lnTo>
                    <a:pt x="392653" y="558722"/>
                  </a:lnTo>
                  <a:lnTo>
                    <a:pt x="393765" y="558488"/>
                  </a:lnTo>
                  <a:lnTo>
                    <a:pt x="394877" y="558304"/>
                  </a:lnTo>
                  <a:lnTo>
                    <a:pt x="395990" y="558149"/>
                  </a:lnTo>
                  <a:lnTo>
                    <a:pt x="397102" y="558016"/>
                  </a:lnTo>
                  <a:lnTo>
                    <a:pt x="398214" y="557897"/>
                  </a:lnTo>
                  <a:lnTo>
                    <a:pt x="399327" y="557784"/>
                  </a:lnTo>
                  <a:lnTo>
                    <a:pt x="400439" y="557669"/>
                  </a:lnTo>
                  <a:lnTo>
                    <a:pt x="401551" y="557540"/>
                  </a:lnTo>
                  <a:lnTo>
                    <a:pt x="402664" y="557393"/>
                  </a:lnTo>
                  <a:lnTo>
                    <a:pt x="403776" y="557224"/>
                  </a:lnTo>
                  <a:lnTo>
                    <a:pt x="404888" y="557030"/>
                  </a:lnTo>
                  <a:lnTo>
                    <a:pt x="406001" y="556810"/>
                  </a:lnTo>
                  <a:lnTo>
                    <a:pt x="407113" y="556564"/>
                  </a:lnTo>
                  <a:lnTo>
                    <a:pt x="408225" y="556291"/>
                  </a:lnTo>
                  <a:lnTo>
                    <a:pt x="409338" y="555999"/>
                  </a:lnTo>
                  <a:lnTo>
                    <a:pt x="410450" y="555697"/>
                  </a:lnTo>
                  <a:lnTo>
                    <a:pt x="411562" y="555392"/>
                  </a:lnTo>
                  <a:lnTo>
                    <a:pt x="412675" y="555091"/>
                  </a:lnTo>
                  <a:lnTo>
                    <a:pt x="413787" y="554805"/>
                  </a:lnTo>
                  <a:lnTo>
                    <a:pt x="414899" y="554546"/>
                  </a:lnTo>
                  <a:lnTo>
                    <a:pt x="416012" y="554330"/>
                  </a:lnTo>
                  <a:lnTo>
                    <a:pt x="417124" y="554162"/>
                  </a:lnTo>
                  <a:lnTo>
                    <a:pt x="418236" y="554051"/>
                  </a:lnTo>
                  <a:lnTo>
                    <a:pt x="419349" y="554005"/>
                  </a:lnTo>
                  <a:lnTo>
                    <a:pt x="420461" y="554032"/>
                  </a:lnTo>
                  <a:lnTo>
                    <a:pt x="421573" y="554145"/>
                  </a:lnTo>
                  <a:lnTo>
                    <a:pt x="422686" y="554354"/>
                  </a:lnTo>
                  <a:lnTo>
                    <a:pt x="423798" y="554651"/>
                  </a:lnTo>
                  <a:lnTo>
                    <a:pt x="424910" y="555035"/>
                  </a:lnTo>
                  <a:lnTo>
                    <a:pt x="426023" y="555505"/>
                  </a:lnTo>
                  <a:lnTo>
                    <a:pt x="427135" y="556060"/>
                  </a:lnTo>
                  <a:lnTo>
                    <a:pt x="428247" y="556700"/>
                  </a:lnTo>
                  <a:lnTo>
                    <a:pt x="429360" y="557426"/>
                  </a:lnTo>
                  <a:lnTo>
                    <a:pt x="430472" y="558218"/>
                  </a:lnTo>
                  <a:lnTo>
                    <a:pt x="431584" y="559067"/>
                  </a:lnTo>
                  <a:lnTo>
                    <a:pt x="432697" y="559965"/>
                  </a:lnTo>
                  <a:lnTo>
                    <a:pt x="433809" y="560904"/>
                  </a:lnTo>
                  <a:lnTo>
                    <a:pt x="434921" y="561875"/>
                  </a:lnTo>
                  <a:lnTo>
                    <a:pt x="436034" y="562869"/>
                  </a:lnTo>
                  <a:lnTo>
                    <a:pt x="437146" y="563871"/>
                  </a:lnTo>
                  <a:lnTo>
                    <a:pt x="438258" y="564871"/>
                  </a:lnTo>
                  <a:lnTo>
                    <a:pt x="439371" y="565862"/>
                  </a:lnTo>
                  <a:lnTo>
                    <a:pt x="440483" y="566837"/>
                  </a:lnTo>
                  <a:lnTo>
                    <a:pt x="441595" y="567787"/>
                  </a:lnTo>
                  <a:lnTo>
                    <a:pt x="442708" y="568698"/>
                  </a:lnTo>
                  <a:lnTo>
                    <a:pt x="443820" y="569570"/>
                  </a:lnTo>
                  <a:lnTo>
                    <a:pt x="444932" y="570399"/>
                  </a:lnTo>
                  <a:lnTo>
                    <a:pt x="446045" y="571183"/>
                  </a:lnTo>
                  <a:lnTo>
                    <a:pt x="447157" y="571918"/>
                  </a:lnTo>
                  <a:lnTo>
                    <a:pt x="448269" y="572604"/>
                  </a:lnTo>
                  <a:lnTo>
                    <a:pt x="449382" y="573229"/>
                  </a:lnTo>
                  <a:lnTo>
                    <a:pt x="450494" y="573800"/>
                  </a:lnTo>
                  <a:lnTo>
                    <a:pt x="451606" y="574322"/>
                  </a:lnTo>
                  <a:lnTo>
                    <a:pt x="452719" y="574794"/>
                  </a:lnTo>
                  <a:lnTo>
                    <a:pt x="453831" y="575220"/>
                  </a:lnTo>
                  <a:lnTo>
                    <a:pt x="454943" y="575601"/>
                  </a:lnTo>
                  <a:lnTo>
                    <a:pt x="456056" y="575934"/>
                  </a:lnTo>
                  <a:lnTo>
                    <a:pt x="457168" y="576225"/>
                  </a:lnTo>
                  <a:lnTo>
                    <a:pt x="458280" y="576480"/>
                  </a:lnTo>
                  <a:lnTo>
                    <a:pt x="459393" y="576703"/>
                  </a:lnTo>
                  <a:lnTo>
                    <a:pt x="460505" y="576896"/>
                  </a:lnTo>
                  <a:lnTo>
                    <a:pt x="461617" y="577062"/>
                  </a:lnTo>
                  <a:lnTo>
                    <a:pt x="462730" y="577202"/>
                  </a:lnTo>
                  <a:lnTo>
                    <a:pt x="463842" y="577318"/>
                  </a:lnTo>
                  <a:lnTo>
                    <a:pt x="464954" y="577416"/>
                  </a:lnTo>
                  <a:lnTo>
                    <a:pt x="466067" y="577499"/>
                  </a:lnTo>
                  <a:lnTo>
                    <a:pt x="467179" y="577568"/>
                  </a:lnTo>
                  <a:lnTo>
                    <a:pt x="468291" y="577625"/>
                  </a:lnTo>
                  <a:lnTo>
                    <a:pt x="469404" y="577671"/>
                  </a:lnTo>
                  <a:lnTo>
                    <a:pt x="470516" y="577708"/>
                  </a:lnTo>
                  <a:lnTo>
                    <a:pt x="471628" y="577738"/>
                  </a:lnTo>
                  <a:lnTo>
                    <a:pt x="472741" y="577762"/>
                  </a:lnTo>
                  <a:lnTo>
                    <a:pt x="473853" y="577781"/>
                  </a:lnTo>
                  <a:lnTo>
                    <a:pt x="474965" y="577797"/>
                  </a:lnTo>
                  <a:lnTo>
                    <a:pt x="476078" y="577809"/>
                  </a:lnTo>
                  <a:lnTo>
                    <a:pt x="477190" y="577818"/>
                  </a:lnTo>
                  <a:lnTo>
                    <a:pt x="478302" y="577825"/>
                  </a:lnTo>
                  <a:lnTo>
                    <a:pt x="479415" y="577830"/>
                  </a:lnTo>
                  <a:lnTo>
                    <a:pt x="480527" y="577834"/>
                  </a:lnTo>
                  <a:lnTo>
                    <a:pt x="481639" y="577837"/>
                  </a:lnTo>
                  <a:lnTo>
                    <a:pt x="482752" y="577840"/>
                  </a:lnTo>
                  <a:lnTo>
                    <a:pt x="483864" y="577841"/>
                  </a:lnTo>
                  <a:lnTo>
                    <a:pt x="484976" y="577842"/>
                  </a:lnTo>
                  <a:lnTo>
                    <a:pt x="486089" y="577842"/>
                  </a:lnTo>
                  <a:lnTo>
                    <a:pt x="487201" y="577842"/>
                  </a:lnTo>
                  <a:lnTo>
                    <a:pt x="488313" y="577841"/>
                  </a:lnTo>
                  <a:lnTo>
                    <a:pt x="489426" y="577839"/>
                  </a:lnTo>
                  <a:lnTo>
                    <a:pt x="490538" y="577837"/>
                  </a:lnTo>
                  <a:lnTo>
                    <a:pt x="491650" y="577834"/>
                  </a:lnTo>
                  <a:lnTo>
                    <a:pt x="492762" y="577830"/>
                  </a:lnTo>
                  <a:lnTo>
                    <a:pt x="493875" y="577825"/>
                  </a:lnTo>
                  <a:lnTo>
                    <a:pt x="494987" y="577818"/>
                  </a:lnTo>
                  <a:lnTo>
                    <a:pt x="496099" y="577809"/>
                  </a:lnTo>
                  <a:lnTo>
                    <a:pt x="497212" y="577798"/>
                  </a:lnTo>
                  <a:lnTo>
                    <a:pt x="498324" y="577783"/>
                  </a:lnTo>
                  <a:lnTo>
                    <a:pt x="499436" y="577765"/>
                  </a:lnTo>
                  <a:lnTo>
                    <a:pt x="500549" y="577742"/>
                  </a:lnTo>
                  <a:lnTo>
                    <a:pt x="501661" y="577715"/>
                  </a:lnTo>
                  <a:lnTo>
                    <a:pt x="502773" y="577681"/>
                  </a:lnTo>
                  <a:lnTo>
                    <a:pt x="503886" y="577640"/>
                  </a:lnTo>
                  <a:lnTo>
                    <a:pt x="504998" y="577589"/>
                  </a:lnTo>
                  <a:lnTo>
                    <a:pt x="506110" y="577529"/>
                  </a:lnTo>
                  <a:lnTo>
                    <a:pt x="507223" y="577457"/>
                  </a:lnTo>
                  <a:lnTo>
                    <a:pt x="508335" y="577374"/>
                  </a:lnTo>
                  <a:lnTo>
                    <a:pt x="509447" y="577276"/>
                  </a:lnTo>
                  <a:lnTo>
                    <a:pt x="510560" y="577162"/>
                  </a:lnTo>
                  <a:lnTo>
                    <a:pt x="511672" y="577027"/>
                  </a:lnTo>
                  <a:lnTo>
                    <a:pt x="512784" y="576875"/>
                  </a:lnTo>
                  <a:lnTo>
                    <a:pt x="513897" y="576702"/>
                  </a:lnTo>
                  <a:lnTo>
                    <a:pt x="515009" y="576507"/>
                  </a:lnTo>
                  <a:lnTo>
                    <a:pt x="516121" y="576291"/>
                  </a:lnTo>
                  <a:lnTo>
                    <a:pt x="517234" y="576050"/>
                  </a:lnTo>
                  <a:lnTo>
                    <a:pt x="518346" y="575782"/>
                  </a:lnTo>
                  <a:lnTo>
                    <a:pt x="519458" y="575490"/>
                  </a:lnTo>
                  <a:lnTo>
                    <a:pt x="520571" y="575176"/>
                  </a:lnTo>
                  <a:lnTo>
                    <a:pt x="521683" y="574839"/>
                  </a:lnTo>
                  <a:lnTo>
                    <a:pt x="522795" y="574481"/>
                  </a:lnTo>
                  <a:lnTo>
                    <a:pt x="523908" y="574104"/>
                  </a:lnTo>
                  <a:lnTo>
                    <a:pt x="525020" y="573708"/>
                  </a:lnTo>
                  <a:lnTo>
                    <a:pt x="526132" y="573299"/>
                  </a:lnTo>
                  <a:lnTo>
                    <a:pt x="527245" y="572880"/>
                  </a:lnTo>
                  <a:lnTo>
                    <a:pt x="528357" y="572456"/>
                  </a:lnTo>
                  <a:lnTo>
                    <a:pt x="529469" y="572030"/>
                  </a:lnTo>
                  <a:lnTo>
                    <a:pt x="530582" y="571606"/>
                  </a:lnTo>
                  <a:lnTo>
                    <a:pt x="531694" y="571192"/>
                  </a:lnTo>
                  <a:lnTo>
                    <a:pt x="532806" y="570789"/>
                  </a:lnTo>
                  <a:lnTo>
                    <a:pt x="533919" y="570404"/>
                  </a:lnTo>
                  <a:lnTo>
                    <a:pt x="535031" y="570038"/>
                  </a:lnTo>
                  <a:lnTo>
                    <a:pt x="536143" y="569695"/>
                  </a:lnTo>
                  <a:lnTo>
                    <a:pt x="537256" y="569378"/>
                  </a:lnTo>
                  <a:lnTo>
                    <a:pt x="538368" y="569095"/>
                  </a:lnTo>
                  <a:lnTo>
                    <a:pt x="539480" y="568843"/>
                  </a:lnTo>
                  <a:lnTo>
                    <a:pt x="540593" y="568622"/>
                  </a:lnTo>
                  <a:lnTo>
                    <a:pt x="541705" y="568431"/>
                  </a:lnTo>
                  <a:lnTo>
                    <a:pt x="542817" y="568270"/>
                  </a:lnTo>
                  <a:lnTo>
                    <a:pt x="543930" y="568137"/>
                  </a:lnTo>
                  <a:lnTo>
                    <a:pt x="545042" y="568033"/>
                  </a:lnTo>
                  <a:lnTo>
                    <a:pt x="546154" y="567954"/>
                  </a:lnTo>
                  <a:lnTo>
                    <a:pt x="547267" y="567894"/>
                  </a:lnTo>
                  <a:lnTo>
                    <a:pt x="548379" y="567850"/>
                  </a:lnTo>
                  <a:lnTo>
                    <a:pt x="549491" y="567820"/>
                  </a:lnTo>
                  <a:lnTo>
                    <a:pt x="550604" y="567800"/>
                  </a:lnTo>
                  <a:lnTo>
                    <a:pt x="551716" y="567789"/>
                  </a:lnTo>
                  <a:lnTo>
                    <a:pt x="552828" y="567784"/>
                  </a:lnTo>
                  <a:lnTo>
                    <a:pt x="553941" y="567781"/>
                  </a:lnTo>
                  <a:lnTo>
                    <a:pt x="555053" y="567781"/>
                  </a:lnTo>
                  <a:lnTo>
                    <a:pt x="556165" y="567783"/>
                  </a:lnTo>
                  <a:lnTo>
                    <a:pt x="557278" y="567788"/>
                  </a:lnTo>
                  <a:lnTo>
                    <a:pt x="558390" y="567797"/>
                  </a:lnTo>
                  <a:lnTo>
                    <a:pt x="559502" y="567813"/>
                  </a:lnTo>
                  <a:lnTo>
                    <a:pt x="560615" y="567838"/>
                  </a:lnTo>
                  <a:lnTo>
                    <a:pt x="561727" y="567874"/>
                  </a:lnTo>
                  <a:lnTo>
                    <a:pt x="562839" y="567924"/>
                  </a:lnTo>
                  <a:lnTo>
                    <a:pt x="563952" y="567991"/>
                  </a:lnTo>
                  <a:lnTo>
                    <a:pt x="565064" y="568080"/>
                  </a:lnTo>
                  <a:lnTo>
                    <a:pt x="566176" y="568197"/>
                  </a:lnTo>
                  <a:lnTo>
                    <a:pt x="567289" y="568341"/>
                  </a:lnTo>
                  <a:lnTo>
                    <a:pt x="568401" y="56851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2" name="rc7402"/>
            <p:cNvSpPr/>
            <p:nvPr/>
          </p:nvSpPr>
          <p:spPr>
            <a:xfrm>
              <a:off x="6569142" y="5055621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3" name="pl7403"/>
            <p:cNvSpPr/>
            <p:nvPr/>
          </p:nvSpPr>
          <p:spPr>
            <a:xfrm>
              <a:off x="6569142" y="556923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4" name="pl7404"/>
            <p:cNvSpPr/>
            <p:nvPr/>
          </p:nvSpPr>
          <p:spPr>
            <a:xfrm>
              <a:off x="6569142" y="541588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5" name="pl7405"/>
            <p:cNvSpPr/>
            <p:nvPr/>
          </p:nvSpPr>
          <p:spPr>
            <a:xfrm>
              <a:off x="6569142" y="526254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6" name="pl7406"/>
            <p:cNvSpPr/>
            <p:nvPr/>
          </p:nvSpPr>
          <p:spPr>
            <a:xfrm>
              <a:off x="6569142" y="510919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7" name="pl7407"/>
            <p:cNvSpPr/>
            <p:nvPr/>
          </p:nvSpPr>
          <p:spPr>
            <a:xfrm>
              <a:off x="6659471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8" name="pl7408"/>
            <p:cNvSpPr/>
            <p:nvPr/>
          </p:nvSpPr>
          <p:spPr>
            <a:xfrm>
              <a:off x="6813720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9" name="pl7409"/>
            <p:cNvSpPr/>
            <p:nvPr/>
          </p:nvSpPr>
          <p:spPr>
            <a:xfrm>
              <a:off x="6967970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0" name="pl7410"/>
            <p:cNvSpPr/>
            <p:nvPr/>
          </p:nvSpPr>
          <p:spPr>
            <a:xfrm>
              <a:off x="7122220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1" name="pl7411"/>
            <p:cNvSpPr/>
            <p:nvPr/>
          </p:nvSpPr>
          <p:spPr>
            <a:xfrm>
              <a:off x="6569142" y="564590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2" name="pl7412"/>
            <p:cNvSpPr/>
            <p:nvPr/>
          </p:nvSpPr>
          <p:spPr>
            <a:xfrm>
              <a:off x="6569142" y="549255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3" name="pl7413"/>
            <p:cNvSpPr/>
            <p:nvPr/>
          </p:nvSpPr>
          <p:spPr>
            <a:xfrm>
              <a:off x="6569142" y="533921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4" name="pl7414"/>
            <p:cNvSpPr/>
            <p:nvPr/>
          </p:nvSpPr>
          <p:spPr>
            <a:xfrm>
              <a:off x="6569142" y="518586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5" name="pl7415"/>
            <p:cNvSpPr/>
            <p:nvPr/>
          </p:nvSpPr>
          <p:spPr>
            <a:xfrm>
              <a:off x="6582346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6" name="pl7416"/>
            <p:cNvSpPr/>
            <p:nvPr/>
          </p:nvSpPr>
          <p:spPr>
            <a:xfrm>
              <a:off x="6736596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7" name="pl7417"/>
            <p:cNvSpPr/>
            <p:nvPr/>
          </p:nvSpPr>
          <p:spPr>
            <a:xfrm>
              <a:off x="6890845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8" name="pl7418"/>
            <p:cNvSpPr/>
            <p:nvPr/>
          </p:nvSpPr>
          <p:spPr>
            <a:xfrm>
              <a:off x="7045095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9" name="pt7419"/>
            <p:cNvSpPr/>
            <p:nvPr/>
          </p:nvSpPr>
          <p:spPr>
            <a:xfrm>
              <a:off x="7141137" y="52119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0" name="pt7420"/>
            <p:cNvSpPr/>
            <p:nvPr/>
          </p:nvSpPr>
          <p:spPr>
            <a:xfrm>
              <a:off x="6576666" y="5559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1" name="pt7421"/>
            <p:cNvSpPr/>
            <p:nvPr/>
          </p:nvSpPr>
          <p:spPr>
            <a:xfrm>
              <a:off x="6686911" y="5428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2" name="pt7422"/>
            <p:cNvSpPr/>
            <p:nvPr/>
          </p:nvSpPr>
          <p:spPr>
            <a:xfrm>
              <a:off x="6572736" y="56230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3" name="pt7423"/>
            <p:cNvSpPr/>
            <p:nvPr/>
          </p:nvSpPr>
          <p:spPr>
            <a:xfrm>
              <a:off x="6589489" y="5555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4" name="pt7424"/>
            <p:cNvSpPr/>
            <p:nvPr/>
          </p:nvSpPr>
          <p:spPr>
            <a:xfrm>
              <a:off x="6575681" y="56291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5" name="pt7425"/>
            <p:cNvSpPr/>
            <p:nvPr/>
          </p:nvSpPr>
          <p:spPr>
            <a:xfrm>
              <a:off x="6576803" y="5570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6" name="pt7426"/>
            <p:cNvSpPr/>
            <p:nvPr/>
          </p:nvSpPr>
          <p:spPr>
            <a:xfrm>
              <a:off x="6588079" y="55748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7" name="pt7427"/>
            <p:cNvSpPr/>
            <p:nvPr/>
          </p:nvSpPr>
          <p:spPr>
            <a:xfrm>
              <a:off x="6607735" y="55477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8" name="pt7428"/>
            <p:cNvSpPr/>
            <p:nvPr/>
          </p:nvSpPr>
          <p:spPr>
            <a:xfrm>
              <a:off x="6742804" y="52845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9" name="pt7429"/>
            <p:cNvSpPr/>
            <p:nvPr/>
          </p:nvSpPr>
          <p:spPr>
            <a:xfrm>
              <a:off x="6905352" y="5200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0" name="pt7430"/>
            <p:cNvSpPr/>
            <p:nvPr/>
          </p:nvSpPr>
          <p:spPr>
            <a:xfrm>
              <a:off x="6587065" y="54876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1" name="pt7431"/>
            <p:cNvSpPr/>
            <p:nvPr/>
          </p:nvSpPr>
          <p:spPr>
            <a:xfrm>
              <a:off x="6606026" y="55555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2" name="pt7432"/>
            <p:cNvSpPr/>
            <p:nvPr/>
          </p:nvSpPr>
          <p:spPr>
            <a:xfrm>
              <a:off x="6587865" y="5491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3" name="pt7433"/>
            <p:cNvSpPr/>
            <p:nvPr/>
          </p:nvSpPr>
          <p:spPr>
            <a:xfrm>
              <a:off x="6572909" y="56073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4" name="pt7434"/>
            <p:cNvSpPr/>
            <p:nvPr/>
          </p:nvSpPr>
          <p:spPr>
            <a:xfrm>
              <a:off x="6579297" y="5530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5" name="pt7435"/>
            <p:cNvSpPr/>
            <p:nvPr/>
          </p:nvSpPr>
          <p:spPr>
            <a:xfrm>
              <a:off x="6589447" y="5568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6" name="pt7436"/>
            <p:cNvSpPr/>
            <p:nvPr/>
          </p:nvSpPr>
          <p:spPr>
            <a:xfrm>
              <a:off x="6863159" y="53402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7" name="pt7437"/>
            <p:cNvSpPr/>
            <p:nvPr/>
          </p:nvSpPr>
          <p:spPr>
            <a:xfrm>
              <a:off x="6589261" y="55166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8" name="pt7438"/>
            <p:cNvSpPr/>
            <p:nvPr/>
          </p:nvSpPr>
          <p:spPr>
            <a:xfrm>
              <a:off x="6583107" y="5584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9" name="pt7439"/>
            <p:cNvSpPr/>
            <p:nvPr/>
          </p:nvSpPr>
          <p:spPr>
            <a:xfrm>
              <a:off x="6583081" y="55447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0" name="pt7440"/>
            <p:cNvSpPr/>
            <p:nvPr/>
          </p:nvSpPr>
          <p:spPr>
            <a:xfrm>
              <a:off x="6579627" y="55366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1" name="pt7441"/>
            <p:cNvSpPr/>
            <p:nvPr/>
          </p:nvSpPr>
          <p:spPr>
            <a:xfrm>
              <a:off x="6585372" y="55662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2" name="pt7442"/>
            <p:cNvSpPr/>
            <p:nvPr/>
          </p:nvSpPr>
          <p:spPr>
            <a:xfrm>
              <a:off x="6577377" y="56040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3" name="pt7443"/>
            <p:cNvSpPr/>
            <p:nvPr/>
          </p:nvSpPr>
          <p:spPr>
            <a:xfrm>
              <a:off x="6576983" y="55071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4" name="pt7444"/>
            <p:cNvSpPr/>
            <p:nvPr/>
          </p:nvSpPr>
          <p:spPr>
            <a:xfrm>
              <a:off x="6582951" y="5509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5" name="pt7445"/>
            <p:cNvSpPr/>
            <p:nvPr/>
          </p:nvSpPr>
          <p:spPr>
            <a:xfrm>
              <a:off x="6582532" y="5506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6" name="pt7446"/>
            <p:cNvSpPr/>
            <p:nvPr/>
          </p:nvSpPr>
          <p:spPr>
            <a:xfrm>
              <a:off x="6656265" y="5492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7" name="pt7447"/>
            <p:cNvSpPr/>
            <p:nvPr/>
          </p:nvSpPr>
          <p:spPr>
            <a:xfrm>
              <a:off x="7003325" y="52632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8" name="pt7448"/>
            <p:cNvSpPr/>
            <p:nvPr/>
          </p:nvSpPr>
          <p:spPr>
            <a:xfrm>
              <a:off x="6574303" y="5571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9" name="pt7449"/>
            <p:cNvSpPr/>
            <p:nvPr/>
          </p:nvSpPr>
          <p:spPr>
            <a:xfrm>
              <a:off x="6581486" y="5541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0" name="pt7450"/>
            <p:cNvSpPr/>
            <p:nvPr/>
          </p:nvSpPr>
          <p:spPr>
            <a:xfrm>
              <a:off x="6878860" y="53860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1" name="pt7451"/>
            <p:cNvSpPr/>
            <p:nvPr/>
          </p:nvSpPr>
          <p:spPr>
            <a:xfrm>
              <a:off x="6716644" y="5440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2" name="pt7452"/>
            <p:cNvSpPr/>
            <p:nvPr/>
          </p:nvSpPr>
          <p:spPr>
            <a:xfrm>
              <a:off x="6590298" y="5543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3" name="pt7453"/>
            <p:cNvSpPr/>
            <p:nvPr/>
          </p:nvSpPr>
          <p:spPr>
            <a:xfrm>
              <a:off x="6575912" y="5615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4" name="pt7454"/>
            <p:cNvSpPr/>
            <p:nvPr/>
          </p:nvSpPr>
          <p:spPr>
            <a:xfrm>
              <a:off x="6584282" y="55487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5" name="pt7455"/>
            <p:cNvSpPr/>
            <p:nvPr/>
          </p:nvSpPr>
          <p:spPr>
            <a:xfrm>
              <a:off x="6612128" y="5502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6" name="pt7456"/>
            <p:cNvSpPr/>
            <p:nvPr/>
          </p:nvSpPr>
          <p:spPr>
            <a:xfrm>
              <a:off x="6992930" y="52482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7" name="pt7457"/>
            <p:cNvSpPr/>
            <p:nvPr/>
          </p:nvSpPr>
          <p:spPr>
            <a:xfrm>
              <a:off x="6589169" y="5506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8" name="pt7458"/>
            <p:cNvSpPr/>
            <p:nvPr/>
          </p:nvSpPr>
          <p:spPr>
            <a:xfrm>
              <a:off x="6583014" y="55959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9" name="pt7459"/>
            <p:cNvSpPr/>
            <p:nvPr/>
          </p:nvSpPr>
          <p:spPr>
            <a:xfrm>
              <a:off x="6802157" y="5480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0" name="pt7460"/>
            <p:cNvSpPr/>
            <p:nvPr/>
          </p:nvSpPr>
          <p:spPr>
            <a:xfrm>
              <a:off x="6593424" y="5536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1" name="pt7461"/>
            <p:cNvSpPr/>
            <p:nvPr/>
          </p:nvSpPr>
          <p:spPr>
            <a:xfrm>
              <a:off x="6589144" y="5521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2" name="pt7462"/>
            <p:cNvSpPr/>
            <p:nvPr/>
          </p:nvSpPr>
          <p:spPr>
            <a:xfrm>
              <a:off x="6582054" y="5596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3" name="pt7463"/>
            <p:cNvSpPr/>
            <p:nvPr/>
          </p:nvSpPr>
          <p:spPr>
            <a:xfrm>
              <a:off x="6592870" y="5480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4" name="pt7464"/>
            <p:cNvSpPr/>
            <p:nvPr/>
          </p:nvSpPr>
          <p:spPr>
            <a:xfrm>
              <a:off x="6870219" y="5219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5" name="pt7465"/>
            <p:cNvSpPr/>
            <p:nvPr/>
          </p:nvSpPr>
          <p:spPr>
            <a:xfrm>
              <a:off x="6578041" y="5589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6" name="pt7466"/>
            <p:cNvSpPr/>
            <p:nvPr/>
          </p:nvSpPr>
          <p:spPr>
            <a:xfrm>
              <a:off x="6581471" y="5519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7" name="pt7467"/>
            <p:cNvSpPr/>
            <p:nvPr/>
          </p:nvSpPr>
          <p:spPr>
            <a:xfrm>
              <a:off x="6574213" y="55657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8" name="pt7468"/>
            <p:cNvSpPr/>
            <p:nvPr/>
          </p:nvSpPr>
          <p:spPr>
            <a:xfrm>
              <a:off x="6611504" y="5497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9" name="pt7469"/>
            <p:cNvSpPr/>
            <p:nvPr/>
          </p:nvSpPr>
          <p:spPr>
            <a:xfrm>
              <a:off x="6577677" y="5621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0" name="pt7470"/>
            <p:cNvSpPr/>
            <p:nvPr/>
          </p:nvSpPr>
          <p:spPr>
            <a:xfrm>
              <a:off x="6573872" y="5637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1" name="pt7471"/>
            <p:cNvSpPr/>
            <p:nvPr/>
          </p:nvSpPr>
          <p:spPr>
            <a:xfrm>
              <a:off x="6577828" y="56237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2" name="pt7472"/>
            <p:cNvSpPr/>
            <p:nvPr/>
          </p:nvSpPr>
          <p:spPr>
            <a:xfrm>
              <a:off x="6577791" y="55641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3" name="pt7473"/>
            <p:cNvSpPr/>
            <p:nvPr/>
          </p:nvSpPr>
          <p:spPr>
            <a:xfrm>
              <a:off x="6577806" y="56030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4" name="pt7474"/>
            <p:cNvSpPr/>
            <p:nvPr/>
          </p:nvSpPr>
          <p:spPr>
            <a:xfrm>
              <a:off x="6584749" y="5578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5" name="pt7475"/>
            <p:cNvSpPr/>
            <p:nvPr/>
          </p:nvSpPr>
          <p:spPr>
            <a:xfrm>
              <a:off x="6575851" y="55981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6" name="pt7476"/>
            <p:cNvSpPr/>
            <p:nvPr/>
          </p:nvSpPr>
          <p:spPr>
            <a:xfrm>
              <a:off x="6575616" y="5581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7" name="pt7477"/>
            <p:cNvSpPr/>
            <p:nvPr/>
          </p:nvSpPr>
          <p:spPr>
            <a:xfrm>
              <a:off x="6576335" y="5532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8" name="pt7478"/>
            <p:cNvSpPr/>
            <p:nvPr/>
          </p:nvSpPr>
          <p:spPr>
            <a:xfrm>
              <a:off x="6582533" y="5530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9" name="pt7479"/>
            <p:cNvSpPr/>
            <p:nvPr/>
          </p:nvSpPr>
          <p:spPr>
            <a:xfrm>
              <a:off x="6584068" y="5527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0" name="pt7480"/>
            <p:cNvSpPr/>
            <p:nvPr/>
          </p:nvSpPr>
          <p:spPr>
            <a:xfrm>
              <a:off x="6659404" y="5507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1" name="pt7481"/>
            <p:cNvSpPr/>
            <p:nvPr/>
          </p:nvSpPr>
          <p:spPr>
            <a:xfrm>
              <a:off x="6577694" y="55911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2" name="pt7482"/>
            <p:cNvSpPr/>
            <p:nvPr/>
          </p:nvSpPr>
          <p:spPr>
            <a:xfrm>
              <a:off x="6593987" y="56009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3" name="pt7483"/>
            <p:cNvSpPr/>
            <p:nvPr/>
          </p:nvSpPr>
          <p:spPr>
            <a:xfrm>
              <a:off x="6586569" y="5544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4" name="pt7484"/>
            <p:cNvSpPr/>
            <p:nvPr/>
          </p:nvSpPr>
          <p:spPr>
            <a:xfrm>
              <a:off x="6578922" y="5593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5" name="pt7485"/>
            <p:cNvSpPr/>
            <p:nvPr/>
          </p:nvSpPr>
          <p:spPr>
            <a:xfrm>
              <a:off x="6574487" y="5612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6" name="pt7486"/>
            <p:cNvSpPr/>
            <p:nvPr/>
          </p:nvSpPr>
          <p:spPr>
            <a:xfrm>
              <a:off x="6736586" y="55119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7" name="pt7487"/>
            <p:cNvSpPr/>
            <p:nvPr/>
          </p:nvSpPr>
          <p:spPr>
            <a:xfrm>
              <a:off x="6575179" y="5541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8" name="pt7488"/>
            <p:cNvSpPr/>
            <p:nvPr/>
          </p:nvSpPr>
          <p:spPr>
            <a:xfrm>
              <a:off x="6572884" y="56051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9" name="pt7489"/>
            <p:cNvSpPr/>
            <p:nvPr/>
          </p:nvSpPr>
          <p:spPr>
            <a:xfrm>
              <a:off x="6572888" y="56285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0" name="pt7490"/>
            <p:cNvSpPr/>
            <p:nvPr/>
          </p:nvSpPr>
          <p:spPr>
            <a:xfrm>
              <a:off x="6574183" y="56131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1" name="pt7491"/>
            <p:cNvSpPr/>
            <p:nvPr/>
          </p:nvSpPr>
          <p:spPr>
            <a:xfrm>
              <a:off x="6671264" y="5429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2" name="pt7492"/>
            <p:cNvSpPr/>
            <p:nvPr/>
          </p:nvSpPr>
          <p:spPr>
            <a:xfrm>
              <a:off x="6578434" y="55667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3" name="pt7493"/>
            <p:cNvSpPr/>
            <p:nvPr/>
          </p:nvSpPr>
          <p:spPr>
            <a:xfrm>
              <a:off x="6573952" y="55889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4" name="pt7494"/>
            <p:cNvSpPr/>
            <p:nvPr/>
          </p:nvSpPr>
          <p:spPr>
            <a:xfrm>
              <a:off x="6580700" y="5620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5" name="pt7495"/>
            <p:cNvSpPr/>
            <p:nvPr/>
          </p:nvSpPr>
          <p:spPr>
            <a:xfrm>
              <a:off x="6586479" y="5578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6" name="pt7496"/>
            <p:cNvSpPr/>
            <p:nvPr/>
          </p:nvSpPr>
          <p:spPr>
            <a:xfrm>
              <a:off x="6648345" y="55511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7" name="pt7497"/>
            <p:cNvSpPr/>
            <p:nvPr/>
          </p:nvSpPr>
          <p:spPr>
            <a:xfrm>
              <a:off x="6588953" y="5477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8" name="pt7498"/>
            <p:cNvSpPr/>
            <p:nvPr/>
          </p:nvSpPr>
          <p:spPr>
            <a:xfrm>
              <a:off x="6892076" y="52807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9" name="pt7499"/>
            <p:cNvSpPr/>
            <p:nvPr/>
          </p:nvSpPr>
          <p:spPr>
            <a:xfrm>
              <a:off x="6577778" y="5523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0" name="pt7500"/>
            <p:cNvSpPr/>
            <p:nvPr/>
          </p:nvSpPr>
          <p:spPr>
            <a:xfrm>
              <a:off x="7114002" y="52604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1" name="pt7501"/>
            <p:cNvSpPr/>
            <p:nvPr/>
          </p:nvSpPr>
          <p:spPr>
            <a:xfrm>
              <a:off x="6700961" y="5363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2" name="pt7502"/>
            <p:cNvSpPr/>
            <p:nvPr/>
          </p:nvSpPr>
          <p:spPr>
            <a:xfrm>
              <a:off x="6690208" y="54139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3" name="pt7503"/>
            <p:cNvSpPr/>
            <p:nvPr/>
          </p:nvSpPr>
          <p:spPr>
            <a:xfrm>
              <a:off x="6662762" y="5459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4" name="pt7504"/>
            <p:cNvSpPr/>
            <p:nvPr/>
          </p:nvSpPr>
          <p:spPr>
            <a:xfrm>
              <a:off x="6588525" y="55296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5" name="pt7505"/>
            <p:cNvSpPr/>
            <p:nvPr/>
          </p:nvSpPr>
          <p:spPr>
            <a:xfrm>
              <a:off x="6664163" y="5535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6" name="pt7506"/>
            <p:cNvSpPr/>
            <p:nvPr/>
          </p:nvSpPr>
          <p:spPr>
            <a:xfrm>
              <a:off x="6592269" y="55352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7" name="pt7507"/>
            <p:cNvSpPr/>
            <p:nvPr/>
          </p:nvSpPr>
          <p:spPr>
            <a:xfrm>
              <a:off x="6577654" y="5605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8" name="pt7508"/>
            <p:cNvSpPr/>
            <p:nvPr/>
          </p:nvSpPr>
          <p:spPr>
            <a:xfrm>
              <a:off x="6577851" y="56260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9" name="pt7509"/>
            <p:cNvSpPr/>
            <p:nvPr/>
          </p:nvSpPr>
          <p:spPr>
            <a:xfrm>
              <a:off x="6962455" y="5059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0" name="pt7510"/>
            <p:cNvSpPr/>
            <p:nvPr/>
          </p:nvSpPr>
          <p:spPr>
            <a:xfrm>
              <a:off x="6577870" y="55696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1" name="pt7511"/>
            <p:cNvSpPr/>
            <p:nvPr/>
          </p:nvSpPr>
          <p:spPr>
            <a:xfrm>
              <a:off x="6708139" y="53355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2" name="pt7512"/>
            <p:cNvSpPr/>
            <p:nvPr/>
          </p:nvSpPr>
          <p:spPr>
            <a:xfrm>
              <a:off x="6634393" y="5463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3" name="pt7513"/>
            <p:cNvSpPr/>
            <p:nvPr/>
          </p:nvSpPr>
          <p:spPr>
            <a:xfrm>
              <a:off x="6591653" y="55130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4" name="pt7514"/>
            <p:cNvSpPr/>
            <p:nvPr/>
          </p:nvSpPr>
          <p:spPr>
            <a:xfrm>
              <a:off x="6989686" y="5209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5" name="pt7515"/>
            <p:cNvSpPr/>
            <p:nvPr/>
          </p:nvSpPr>
          <p:spPr>
            <a:xfrm>
              <a:off x="6612812" y="55560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6" name="pt7516"/>
            <p:cNvSpPr/>
            <p:nvPr/>
          </p:nvSpPr>
          <p:spPr>
            <a:xfrm>
              <a:off x="6581235" y="54940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7" name="pt7517"/>
            <p:cNvSpPr/>
            <p:nvPr/>
          </p:nvSpPr>
          <p:spPr>
            <a:xfrm>
              <a:off x="6963776" y="52386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8" name="pt7518"/>
            <p:cNvSpPr/>
            <p:nvPr/>
          </p:nvSpPr>
          <p:spPr>
            <a:xfrm>
              <a:off x="6585257" y="55325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9" name="pt7519"/>
            <p:cNvSpPr/>
            <p:nvPr/>
          </p:nvSpPr>
          <p:spPr>
            <a:xfrm>
              <a:off x="6583600" y="55788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0" name="pt7520"/>
            <p:cNvSpPr/>
            <p:nvPr/>
          </p:nvSpPr>
          <p:spPr>
            <a:xfrm>
              <a:off x="6578373" y="55414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1" name="pt7521"/>
            <p:cNvSpPr/>
            <p:nvPr/>
          </p:nvSpPr>
          <p:spPr>
            <a:xfrm>
              <a:off x="6574262" y="5548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2" name="pt7522"/>
            <p:cNvSpPr/>
            <p:nvPr/>
          </p:nvSpPr>
          <p:spPr>
            <a:xfrm>
              <a:off x="6577865" y="56078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3" name="pt7523"/>
            <p:cNvSpPr/>
            <p:nvPr/>
          </p:nvSpPr>
          <p:spPr>
            <a:xfrm>
              <a:off x="6626554" y="5453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4" name="pt7524"/>
            <p:cNvSpPr/>
            <p:nvPr/>
          </p:nvSpPr>
          <p:spPr>
            <a:xfrm>
              <a:off x="6596483" y="54598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5" name="pt7525"/>
            <p:cNvSpPr/>
            <p:nvPr/>
          </p:nvSpPr>
          <p:spPr>
            <a:xfrm>
              <a:off x="6593559" y="5580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6" name="pt7526"/>
            <p:cNvSpPr/>
            <p:nvPr/>
          </p:nvSpPr>
          <p:spPr>
            <a:xfrm>
              <a:off x="6579282" y="56219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7" name="pt7527"/>
            <p:cNvSpPr/>
            <p:nvPr/>
          </p:nvSpPr>
          <p:spPr>
            <a:xfrm>
              <a:off x="6582140" y="55582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8" name="pt7528"/>
            <p:cNvSpPr/>
            <p:nvPr/>
          </p:nvSpPr>
          <p:spPr>
            <a:xfrm>
              <a:off x="6799909" y="53341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9" name="pt7529"/>
            <p:cNvSpPr/>
            <p:nvPr/>
          </p:nvSpPr>
          <p:spPr>
            <a:xfrm>
              <a:off x="6581598" y="5548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0" name="rc7530"/>
            <p:cNvSpPr/>
            <p:nvPr/>
          </p:nvSpPr>
          <p:spPr>
            <a:xfrm>
              <a:off x="6569142" y="5760843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1" name="pl7531"/>
            <p:cNvSpPr/>
            <p:nvPr/>
          </p:nvSpPr>
          <p:spPr>
            <a:xfrm>
              <a:off x="6569142" y="627910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2" name="pl7532"/>
            <p:cNvSpPr/>
            <p:nvPr/>
          </p:nvSpPr>
          <p:spPr>
            <a:xfrm>
              <a:off x="6569142" y="606539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3" name="pl7533"/>
            <p:cNvSpPr/>
            <p:nvPr/>
          </p:nvSpPr>
          <p:spPr>
            <a:xfrm>
              <a:off x="6569142" y="585167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4" name="pl7534"/>
            <p:cNvSpPr/>
            <p:nvPr/>
          </p:nvSpPr>
          <p:spPr>
            <a:xfrm>
              <a:off x="6659471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5" name="pl7535"/>
            <p:cNvSpPr/>
            <p:nvPr/>
          </p:nvSpPr>
          <p:spPr>
            <a:xfrm>
              <a:off x="6813720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6" name="pl7536"/>
            <p:cNvSpPr/>
            <p:nvPr/>
          </p:nvSpPr>
          <p:spPr>
            <a:xfrm>
              <a:off x="6967970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7" name="pl7537"/>
            <p:cNvSpPr/>
            <p:nvPr/>
          </p:nvSpPr>
          <p:spPr>
            <a:xfrm>
              <a:off x="7122220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8" name="pl7538"/>
            <p:cNvSpPr/>
            <p:nvPr/>
          </p:nvSpPr>
          <p:spPr>
            <a:xfrm>
              <a:off x="6569142" y="638596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9" name="pl7539"/>
            <p:cNvSpPr/>
            <p:nvPr/>
          </p:nvSpPr>
          <p:spPr>
            <a:xfrm>
              <a:off x="6569142" y="617224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0" name="pl7540"/>
            <p:cNvSpPr/>
            <p:nvPr/>
          </p:nvSpPr>
          <p:spPr>
            <a:xfrm>
              <a:off x="6569142" y="595853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1" name="pl7541"/>
            <p:cNvSpPr/>
            <p:nvPr/>
          </p:nvSpPr>
          <p:spPr>
            <a:xfrm>
              <a:off x="6582346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2" name="pl7542"/>
            <p:cNvSpPr/>
            <p:nvPr/>
          </p:nvSpPr>
          <p:spPr>
            <a:xfrm>
              <a:off x="6736596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3" name="pl7543"/>
            <p:cNvSpPr/>
            <p:nvPr/>
          </p:nvSpPr>
          <p:spPr>
            <a:xfrm>
              <a:off x="6890845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4" name="pl7544"/>
            <p:cNvSpPr/>
            <p:nvPr/>
          </p:nvSpPr>
          <p:spPr>
            <a:xfrm>
              <a:off x="7045095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5" name="pt7545"/>
            <p:cNvSpPr/>
            <p:nvPr/>
          </p:nvSpPr>
          <p:spPr>
            <a:xfrm>
              <a:off x="6576666" y="6306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6" name="pt7546"/>
            <p:cNvSpPr/>
            <p:nvPr/>
          </p:nvSpPr>
          <p:spPr>
            <a:xfrm>
              <a:off x="6686911" y="6237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7" name="pt7547"/>
            <p:cNvSpPr/>
            <p:nvPr/>
          </p:nvSpPr>
          <p:spPr>
            <a:xfrm>
              <a:off x="6572736" y="62829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8" name="pt7548"/>
            <p:cNvSpPr/>
            <p:nvPr/>
          </p:nvSpPr>
          <p:spPr>
            <a:xfrm>
              <a:off x="6589489" y="63030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9" name="pt7549"/>
            <p:cNvSpPr/>
            <p:nvPr/>
          </p:nvSpPr>
          <p:spPr>
            <a:xfrm>
              <a:off x="6575681" y="6319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0" name="pt7550"/>
            <p:cNvSpPr/>
            <p:nvPr/>
          </p:nvSpPr>
          <p:spPr>
            <a:xfrm>
              <a:off x="6576803" y="6341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1" name="pt7551"/>
            <p:cNvSpPr/>
            <p:nvPr/>
          </p:nvSpPr>
          <p:spPr>
            <a:xfrm>
              <a:off x="6588079" y="6316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2" name="pt7552"/>
            <p:cNvSpPr/>
            <p:nvPr/>
          </p:nvSpPr>
          <p:spPr>
            <a:xfrm>
              <a:off x="6607735" y="6283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3" name="pt7553"/>
            <p:cNvSpPr/>
            <p:nvPr/>
          </p:nvSpPr>
          <p:spPr>
            <a:xfrm>
              <a:off x="6742804" y="6151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4" name="pt7554"/>
            <p:cNvSpPr/>
            <p:nvPr/>
          </p:nvSpPr>
          <p:spPr>
            <a:xfrm>
              <a:off x="6905352" y="61626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5" name="pt7555"/>
            <p:cNvSpPr/>
            <p:nvPr/>
          </p:nvSpPr>
          <p:spPr>
            <a:xfrm>
              <a:off x="6606026" y="6301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6" name="pt7556"/>
            <p:cNvSpPr/>
            <p:nvPr/>
          </p:nvSpPr>
          <p:spPr>
            <a:xfrm>
              <a:off x="6587865" y="6283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7" name="pt7557"/>
            <p:cNvSpPr/>
            <p:nvPr/>
          </p:nvSpPr>
          <p:spPr>
            <a:xfrm>
              <a:off x="6572909" y="6292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8" name="pt7558"/>
            <p:cNvSpPr/>
            <p:nvPr/>
          </p:nvSpPr>
          <p:spPr>
            <a:xfrm>
              <a:off x="6579297" y="6306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9" name="pt7559"/>
            <p:cNvSpPr/>
            <p:nvPr/>
          </p:nvSpPr>
          <p:spPr>
            <a:xfrm>
              <a:off x="6589447" y="6299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0" name="pt7560"/>
            <p:cNvSpPr/>
            <p:nvPr/>
          </p:nvSpPr>
          <p:spPr>
            <a:xfrm>
              <a:off x="6589261" y="6327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1" name="pt7561"/>
            <p:cNvSpPr/>
            <p:nvPr/>
          </p:nvSpPr>
          <p:spPr>
            <a:xfrm>
              <a:off x="6583107" y="6288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2" name="pt7562"/>
            <p:cNvSpPr/>
            <p:nvPr/>
          </p:nvSpPr>
          <p:spPr>
            <a:xfrm>
              <a:off x="6583081" y="6316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3" name="pt7563"/>
            <p:cNvSpPr/>
            <p:nvPr/>
          </p:nvSpPr>
          <p:spPr>
            <a:xfrm>
              <a:off x="6585372" y="6288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4" name="pt7564"/>
            <p:cNvSpPr/>
            <p:nvPr/>
          </p:nvSpPr>
          <p:spPr>
            <a:xfrm>
              <a:off x="6577377" y="6274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5" name="pt7565"/>
            <p:cNvSpPr/>
            <p:nvPr/>
          </p:nvSpPr>
          <p:spPr>
            <a:xfrm>
              <a:off x="6576983" y="6275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6" name="pt7566"/>
            <p:cNvSpPr/>
            <p:nvPr/>
          </p:nvSpPr>
          <p:spPr>
            <a:xfrm>
              <a:off x="6582951" y="6307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7" name="pt7567"/>
            <p:cNvSpPr/>
            <p:nvPr/>
          </p:nvSpPr>
          <p:spPr>
            <a:xfrm>
              <a:off x="6582532" y="6299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8" name="pt7568"/>
            <p:cNvSpPr/>
            <p:nvPr/>
          </p:nvSpPr>
          <p:spPr>
            <a:xfrm>
              <a:off x="6656265" y="6277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9" name="pt7569"/>
            <p:cNvSpPr/>
            <p:nvPr/>
          </p:nvSpPr>
          <p:spPr>
            <a:xfrm>
              <a:off x="7003325" y="6024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0" name="pt7570"/>
            <p:cNvSpPr/>
            <p:nvPr/>
          </p:nvSpPr>
          <p:spPr>
            <a:xfrm>
              <a:off x="6574303" y="63018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1" name="pt7571"/>
            <p:cNvSpPr/>
            <p:nvPr/>
          </p:nvSpPr>
          <p:spPr>
            <a:xfrm>
              <a:off x="6581486" y="6304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2" name="pt7572"/>
            <p:cNvSpPr/>
            <p:nvPr/>
          </p:nvSpPr>
          <p:spPr>
            <a:xfrm>
              <a:off x="6878860" y="60650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3" name="pt7573"/>
            <p:cNvSpPr/>
            <p:nvPr/>
          </p:nvSpPr>
          <p:spPr>
            <a:xfrm>
              <a:off x="6716644" y="62372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4" name="pt7574"/>
            <p:cNvSpPr/>
            <p:nvPr/>
          </p:nvSpPr>
          <p:spPr>
            <a:xfrm>
              <a:off x="6590298" y="6289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5" name="pt7575"/>
            <p:cNvSpPr/>
            <p:nvPr/>
          </p:nvSpPr>
          <p:spPr>
            <a:xfrm>
              <a:off x="6575912" y="63164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6" name="pt7576"/>
            <p:cNvSpPr/>
            <p:nvPr/>
          </p:nvSpPr>
          <p:spPr>
            <a:xfrm>
              <a:off x="6612128" y="6314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7" name="pt7577"/>
            <p:cNvSpPr/>
            <p:nvPr/>
          </p:nvSpPr>
          <p:spPr>
            <a:xfrm>
              <a:off x="6992930" y="6030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8" name="pt7578"/>
            <p:cNvSpPr/>
            <p:nvPr/>
          </p:nvSpPr>
          <p:spPr>
            <a:xfrm>
              <a:off x="6589169" y="6313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9" name="pt7579"/>
            <p:cNvSpPr/>
            <p:nvPr/>
          </p:nvSpPr>
          <p:spPr>
            <a:xfrm>
              <a:off x="6583014" y="6294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0" name="pt7580"/>
            <p:cNvSpPr/>
            <p:nvPr/>
          </p:nvSpPr>
          <p:spPr>
            <a:xfrm>
              <a:off x="6802157" y="6107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1" name="pt7581"/>
            <p:cNvSpPr/>
            <p:nvPr/>
          </p:nvSpPr>
          <p:spPr>
            <a:xfrm>
              <a:off x="6593424" y="6295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2" name="pt7582"/>
            <p:cNvSpPr/>
            <p:nvPr/>
          </p:nvSpPr>
          <p:spPr>
            <a:xfrm>
              <a:off x="6589144" y="6296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3" name="pt7583"/>
            <p:cNvSpPr/>
            <p:nvPr/>
          </p:nvSpPr>
          <p:spPr>
            <a:xfrm>
              <a:off x="6582054" y="6295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4" name="pt7584"/>
            <p:cNvSpPr/>
            <p:nvPr/>
          </p:nvSpPr>
          <p:spPr>
            <a:xfrm>
              <a:off x="6592870" y="6267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5" name="pt7585"/>
            <p:cNvSpPr/>
            <p:nvPr/>
          </p:nvSpPr>
          <p:spPr>
            <a:xfrm>
              <a:off x="6870219" y="61056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6" name="pt7586"/>
            <p:cNvSpPr/>
            <p:nvPr/>
          </p:nvSpPr>
          <p:spPr>
            <a:xfrm>
              <a:off x="6578041" y="63106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7" name="pt7587"/>
            <p:cNvSpPr/>
            <p:nvPr/>
          </p:nvSpPr>
          <p:spPr>
            <a:xfrm>
              <a:off x="6581471" y="6316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8" name="pt7588"/>
            <p:cNvSpPr/>
            <p:nvPr/>
          </p:nvSpPr>
          <p:spPr>
            <a:xfrm>
              <a:off x="6577677" y="6265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9" name="pt7589"/>
            <p:cNvSpPr/>
            <p:nvPr/>
          </p:nvSpPr>
          <p:spPr>
            <a:xfrm>
              <a:off x="6573872" y="6317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0" name="pt7590"/>
            <p:cNvSpPr/>
            <p:nvPr/>
          </p:nvSpPr>
          <p:spPr>
            <a:xfrm>
              <a:off x="6577828" y="6280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1" name="pt7591"/>
            <p:cNvSpPr/>
            <p:nvPr/>
          </p:nvSpPr>
          <p:spPr>
            <a:xfrm>
              <a:off x="6577791" y="63060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2" name="pt7592"/>
            <p:cNvSpPr/>
            <p:nvPr/>
          </p:nvSpPr>
          <p:spPr>
            <a:xfrm>
              <a:off x="6577806" y="6328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3" name="pt7593"/>
            <p:cNvSpPr/>
            <p:nvPr/>
          </p:nvSpPr>
          <p:spPr>
            <a:xfrm>
              <a:off x="6584749" y="6292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4" name="pt7594"/>
            <p:cNvSpPr/>
            <p:nvPr/>
          </p:nvSpPr>
          <p:spPr>
            <a:xfrm>
              <a:off x="6575851" y="6313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5" name="pt7595"/>
            <p:cNvSpPr/>
            <p:nvPr/>
          </p:nvSpPr>
          <p:spPr>
            <a:xfrm>
              <a:off x="6575616" y="6332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6" name="pt7596"/>
            <p:cNvSpPr/>
            <p:nvPr/>
          </p:nvSpPr>
          <p:spPr>
            <a:xfrm>
              <a:off x="6576335" y="63160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7" name="pt7597"/>
            <p:cNvSpPr/>
            <p:nvPr/>
          </p:nvSpPr>
          <p:spPr>
            <a:xfrm>
              <a:off x="6582533" y="6296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8" name="pt7598"/>
            <p:cNvSpPr/>
            <p:nvPr/>
          </p:nvSpPr>
          <p:spPr>
            <a:xfrm>
              <a:off x="6584068" y="62828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9" name="pt7599"/>
            <p:cNvSpPr/>
            <p:nvPr/>
          </p:nvSpPr>
          <p:spPr>
            <a:xfrm>
              <a:off x="6659404" y="6265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0" name="pt7600"/>
            <p:cNvSpPr/>
            <p:nvPr/>
          </p:nvSpPr>
          <p:spPr>
            <a:xfrm>
              <a:off x="6577694" y="6282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1" name="pt7601"/>
            <p:cNvSpPr/>
            <p:nvPr/>
          </p:nvSpPr>
          <p:spPr>
            <a:xfrm>
              <a:off x="6593987" y="6292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2" name="pt7602"/>
            <p:cNvSpPr/>
            <p:nvPr/>
          </p:nvSpPr>
          <p:spPr>
            <a:xfrm>
              <a:off x="6586569" y="63004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3" name="pt7603"/>
            <p:cNvSpPr/>
            <p:nvPr/>
          </p:nvSpPr>
          <p:spPr>
            <a:xfrm>
              <a:off x="6574487" y="6301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4" name="pt7604"/>
            <p:cNvSpPr/>
            <p:nvPr/>
          </p:nvSpPr>
          <p:spPr>
            <a:xfrm>
              <a:off x="6736586" y="6190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5" name="pt7605"/>
            <p:cNvSpPr/>
            <p:nvPr/>
          </p:nvSpPr>
          <p:spPr>
            <a:xfrm>
              <a:off x="6572884" y="6303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6" name="pt7606"/>
            <p:cNvSpPr/>
            <p:nvPr/>
          </p:nvSpPr>
          <p:spPr>
            <a:xfrm>
              <a:off x="6572888" y="62998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7" name="pt7607"/>
            <p:cNvSpPr/>
            <p:nvPr/>
          </p:nvSpPr>
          <p:spPr>
            <a:xfrm>
              <a:off x="6574183" y="6286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8" name="pt7608"/>
            <p:cNvSpPr/>
            <p:nvPr/>
          </p:nvSpPr>
          <p:spPr>
            <a:xfrm>
              <a:off x="6671264" y="6244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9" name="pt7609"/>
            <p:cNvSpPr/>
            <p:nvPr/>
          </p:nvSpPr>
          <p:spPr>
            <a:xfrm>
              <a:off x="6578434" y="6307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0" name="pt7610"/>
            <p:cNvSpPr/>
            <p:nvPr/>
          </p:nvSpPr>
          <p:spPr>
            <a:xfrm>
              <a:off x="6573952" y="6306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1" name="pt7611"/>
            <p:cNvSpPr/>
            <p:nvPr/>
          </p:nvSpPr>
          <p:spPr>
            <a:xfrm>
              <a:off x="6580700" y="6302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2" name="pt7612"/>
            <p:cNvSpPr/>
            <p:nvPr/>
          </p:nvSpPr>
          <p:spPr>
            <a:xfrm>
              <a:off x="6586479" y="63024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3" name="pt7613"/>
            <p:cNvSpPr/>
            <p:nvPr/>
          </p:nvSpPr>
          <p:spPr>
            <a:xfrm>
              <a:off x="6648345" y="6232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4" name="pt7614"/>
            <p:cNvSpPr/>
            <p:nvPr/>
          </p:nvSpPr>
          <p:spPr>
            <a:xfrm>
              <a:off x="6588953" y="63112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5" name="pt7615"/>
            <p:cNvSpPr/>
            <p:nvPr/>
          </p:nvSpPr>
          <p:spPr>
            <a:xfrm>
              <a:off x="6577778" y="6292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6" name="pt7616"/>
            <p:cNvSpPr/>
            <p:nvPr/>
          </p:nvSpPr>
          <p:spPr>
            <a:xfrm>
              <a:off x="7114002" y="6048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7" name="pt7617"/>
            <p:cNvSpPr/>
            <p:nvPr/>
          </p:nvSpPr>
          <p:spPr>
            <a:xfrm>
              <a:off x="6700961" y="6229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8" name="pt7618"/>
            <p:cNvSpPr/>
            <p:nvPr/>
          </p:nvSpPr>
          <p:spPr>
            <a:xfrm>
              <a:off x="6690208" y="6242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9" name="pt7619"/>
            <p:cNvSpPr/>
            <p:nvPr/>
          </p:nvSpPr>
          <p:spPr>
            <a:xfrm>
              <a:off x="6662762" y="6271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0" name="pt7620"/>
            <p:cNvSpPr/>
            <p:nvPr/>
          </p:nvSpPr>
          <p:spPr>
            <a:xfrm>
              <a:off x="6588525" y="6295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1" name="pt7621"/>
            <p:cNvSpPr/>
            <p:nvPr/>
          </p:nvSpPr>
          <p:spPr>
            <a:xfrm>
              <a:off x="6664163" y="62864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2" name="pt7622"/>
            <p:cNvSpPr/>
            <p:nvPr/>
          </p:nvSpPr>
          <p:spPr>
            <a:xfrm>
              <a:off x="6592269" y="6275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3" name="pt7623"/>
            <p:cNvSpPr/>
            <p:nvPr/>
          </p:nvSpPr>
          <p:spPr>
            <a:xfrm>
              <a:off x="6577654" y="62958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4" name="pt7624"/>
            <p:cNvSpPr/>
            <p:nvPr/>
          </p:nvSpPr>
          <p:spPr>
            <a:xfrm>
              <a:off x="6577851" y="6248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5" name="pt7625"/>
            <p:cNvSpPr/>
            <p:nvPr/>
          </p:nvSpPr>
          <p:spPr>
            <a:xfrm>
              <a:off x="6962455" y="6028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6" name="pt7626"/>
            <p:cNvSpPr/>
            <p:nvPr/>
          </p:nvSpPr>
          <p:spPr>
            <a:xfrm>
              <a:off x="6577870" y="6324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7" name="pt7627"/>
            <p:cNvSpPr/>
            <p:nvPr/>
          </p:nvSpPr>
          <p:spPr>
            <a:xfrm>
              <a:off x="6708139" y="6205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8" name="pt7628"/>
            <p:cNvSpPr/>
            <p:nvPr/>
          </p:nvSpPr>
          <p:spPr>
            <a:xfrm>
              <a:off x="6591653" y="6316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9" name="pt7629"/>
            <p:cNvSpPr/>
            <p:nvPr/>
          </p:nvSpPr>
          <p:spPr>
            <a:xfrm>
              <a:off x="6989686" y="61026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0" name="pt7630"/>
            <p:cNvSpPr/>
            <p:nvPr/>
          </p:nvSpPr>
          <p:spPr>
            <a:xfrm>
              <a:off x="6612812" y="6297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1" name="pt7631"/>
            <p:cNvSpPr/>
            <p:nvPr/>
          </p:nvSpPr>
          <p:spPr>
            <a:xfrm>
              <a:off x="6581235" y="62251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2" name="pt7632"/>
            <p:cNvSpPr/>
            <p:nvPr/>
          </p:nvSpPr>
          <p:spPr>
            <a:xfrm>
              <a:off x="6963776" y="6005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3" name="pt7633"/>
            <p:cNvSpPr/>
            <p:nvPr/>
          </p:nvSpPr>
          <p:spPr>
            <a:xfrm>
              <a:off x="6585257" y="6307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4" name="pt7634"/>
            <p:cNvSpPr/>
            <p:nvPr/>
          </p:nvSpPr>
          <p:spPr>
            <a:xfrm>
              <a:off x="6583600" y="6292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5" name="pt7635"/>
            <p:cNvSpPr/>
            <p:nvPr/>
          </p:nvSpPr>
          <p:spPr>
            <a:xfrm>
              <a:off x="6574262" y="62953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6" name="pt7636"/>
            <p:cNvSpPr/>
            <p:nvPr/>
          </p:nvSpPr>
          <p:spPr>
            <a:xfrm>
              <a:off x="6577865" y="63068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7" name="pt7637"/>
            <p:cNvSpPr/>
            <p:nvPr/>
          </p:nvSpPr>
          <p:spPr>
            <a:xfrm>
              <a:off x="6626554" y="6244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8" name="pt7638"/>
            <p:cNvSpPr/>
            <p:nvPr/>
          </p:nvSpPr>
          <p:spPr>
            <a:xfrm>
              <a:off x="6593559" y="6278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9" name="pt7639"/>
            <p:cNvSpPr/>
            <p:nvPr/>
          </p:nvSpPr>
          <p:spPr>
            <a:xfrm>
              <a:off x="6582140" y="6318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0" name="pt7640"/>
            <p:cNvSpPr/>
            <p:nvPr/>
          </p:nvSpPr>
          <p:spPr>
            <a:xfrm>
              <a:off x="6799909" y="62369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1" name="pt7641"/>
            <p:cNvSpPr/>
            <p:nvPr/>
          </p:nvSpPr>
          <p:spPr>
            <a:xfrm>
              <a:off x="6581598" y="6289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2" name="rc7642"/>
            <p:cNvSpPr/>
            <p:nvPr/>
          </p:nvSpPr>
          <p:spPr>
            <a:xfrm>
              <a:off x="6569142" y="6466064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3" name="pl7643"/>
            <p:cNvSpPr/>
            <p:nvPr/>
          </p:nvSpPr>
          <p:spPr>
            <a:xfrm>
              <a:off x="6569142" y="708046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4" name="pl7644"/>
            <p:cNvSpPr/>
            <p:nvPr/>
          </p:nvSpPr>
          <p:spPr>
            <a:xfrm>
              <a:off x="6569142" y="692298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5" name="pl7645"/>
            <p:cNvSpPr/>
            <p:nvPr/>
          </p:nvSpPr>
          <p:spPr>
            <a:xfrm>
              <a:off x="6569142" y="676550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6" name="pl7646"/>
            <p:cNvSpPr/>
            <p:nvPr/>
          </p:nvSpPr>
          <p:spPr>
            <a:xfrm>
              <a:off x="6569142" y="660802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7" name="pl7647"/>
            <p:cNvSpPr/>
            <p:nvPr/>
          </p:nvSpPr>
          <p:spPr>
            <a:xfrm>
              <a:off x="6659471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8" name="pl7648"/>
            <p:cNvSpPr/>
            <p:nvPr/>
          </p:nvSpPr>
          <p:spPr>
            <a:xfrm>
              <a:off x="6813720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9" name="pl7649"/>
            <p:cNvSpPr/>
            <p:nvPr/>
          </p:nvSpPr>
          <p:spPr>
            <a:xfrm>
              <a:off x="6967970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0" name="pl7650"/>
            <p:cNvSpPr/>
            <p:nvPr/>
          </p:nvSpPr>
          <p:spPr>
            <a:xfrm>
              <a:off x="7122220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1" name="pl7651"/>
            <p:cNvSpPr/>
            <p:nvPr/>
          </p:nvSpPr>
          <p:spPr>
            <a:xfrm>
              <a:off x="6569142" y="700172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2" name="pl7652"/>
            <p:cNvSpPr/>
            <p:nvPr/>
          </p:nvSpPr>
          <p:spPr>
            <a:xfrm>
              <a:off x="6569142" y="684424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3" name="pl7653"/>
            <p:cNvSpPr/>
            <p:nvPr/>
          </p:nvSpPr>
          <p:spPr>
            <a:xfrm>
              <a:off x="6569142" y="668676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4" name="pl7654"/>
            <p:cNvSpPr/>
            <p:nvPr/>
          </p:nvSpPr>
          <p:spPr>
            <a:xfrm>
              <a:off x="6569142" y="652928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5" name="pl7655"/>
            <p:cNvSpPr/>
            <p:nvPr/>
          </p:nvSpPr>
          <p:spPr>
            <a:xfrm>
              <a:off x="6582346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6" name="pl7656"/>
            <p:cNvSpPr/>
            <p:nvPr/>
          </p:nvSpPr>
          <p:spPr>
            <a:xfrm>
              <a:off x="6736596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7" name="pl7657"/>
            <p:cNvSpPr/>
            <p:nvPr/>
          </p:nvSpPr>
          <p:spPr>
            <a:xfrm>
              <a:off x="6890845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8" name="pl7658"/>
            <p:cNvSpPr/>
            <p:nvPr/>
          </p:nvSpPr>
          <p:spPr>
            <a:xfrm>
              <a:off x="7045095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9" name="pt7659"/>
            <p:cNvSpPr/>
            <p:nvPr/>
          </p:nvSpPr>
          <p:spPr>
            <a:xfrm>
              <a:off x="6606026" y="69568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0" name="pt7660"/>
            <p:cNvSpPr/>
            <p:nvPr/>
          </p:nvSpPr>
          <p:spPr>
            <a:xfrm>
              <a:off x="6656265" y="6873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1" name="pt7661"/>
            <p:cNvSpPr/>
            <p:nvPr/>
          </p:nvSpPr>
          <p:spPr>
            <a:xfrm>
              <a:off x="7003325" y="6602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2" name="pt7662"/>
            <p:cNvSpPr/>
            <p:nvPr/>
          </p:nvSpPr>
          <p:spPr>
            <a:xfrm>
              <a:off x="6992930" y="6632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3" name="pt7663"/>
            <p:cNvSpPr/>
            <p:nvPr/>
          </p:nvSpPr>
          <p:spPr>
            <a:xfrm>
              <a:off x="6659404" y="6869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4" name="pt7664"/>
            <p:cNvSpPr/>
            <p:nvPr/>
          </p:nvSpPr>
          <p:spPr>
            <a:xfrm>
              <a:off x="6736586" y="6722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5" name="pt7665"/>
            <p:cNvSpPr/>
            <p:nvPr/>
          </p:nvSpPr>
          <p:spPr>
            <a:xfrm>
              <a:off x="6892076" y="67502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6" name="pt7666"/>
            <p:cNvSpPr/>
            <p:nvPr/>
          </p:nvSpPr>
          <p:spPr>
            <a:xfrm>
              <a:off x="7114002" y="6607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7" name="pt7667"/>
            <p:cNvSpPr/>
            <p:nvPr/>
          </p:nvSpPr>
          <p:spPr>
            <a:xfrm>
              <a:off x="6690208" y="6808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8" name="pt7668"/>
            <p:cNvSpPr/>
            <p:nvPr/>
          </p:nvSpPr>
          <p:spPr>
            <a:xfrm>
              <a:off x="6664163" y="6885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9" name="pt7669"/>
            <p:cNvSpPr/>
            <p:nvPr/>
          </p:nvSpPr>
          <p:spPr>
            <a:xfrm>
              <a:off x="6592269" y="66353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0" name="pt7670"/>
            <p:cNvSpPr/>
            <p:nvPr/>
          </p:nvSpPr>
          <p:spPr>
            <a:xfrm>
              <a:off x="6577654" y="6824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1" name="pt7671"/>
            <p:cNvSpPr/>
            <p:nvPr/>
          </p:nvSpPr>
          <p:spPr>
            <a:xfrm>
              <a:off x="6708139" y="6796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2" name="pt7672"/>
            <p:cNvSpPr/>
            <p:nvPr/>
          </p:nvSpPr>
          <p:spPr>
            <a:xfrm>
              <a:off x="6583600" y="6783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3" name="pt7673"/>
            <p:cNvSpPr/>
            <p:nvPr/>
          </p:nvSpPr>
          <p:spPr>
            <a:xfrm>
              <a:off x="6799909" y="6821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4" name="rc7674"/>
            <p:cNvSpPr/>
            <p:nvPr/>
          </p:nvSpPr>
          <p:spPr>
            <a:xfrm>
              <a:off x="6569142" y="7171286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5" name="pl7675"/>
            <p:cNvSpPr/>
            <p:nvPr/>
          </p:nvSpPr>
          <p:spPr>
            <a:xfrm>
              <a:off x="6569142" y="775367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6" name="pl7676"/>
            <p:cNvSpPr/>
            <p:nvPr/>
          </p:nvSpPr>
          <p:spPr>
            <a:xfrm>
              <a:off x="6569142" y="757340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7" name="pl7677"/>
            <p:cNvSpPr/>
            <p:nvPr/>
          </p:nvSpPr>
          <p:spPr>
            <a:xfrm>
              <a:off x="6569142" y="739314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8" name="pl7678"/>
            <p:cNvSpPr/>
            <p:nvPr/>
          </p:nvSpPr>
          <p:spPr>
            <a:xfrm>
              <a:off x="6569142" y="721288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9" name="pl7679"/>
            <p:cNvSpPr/>
            <p:nvPr/>
          </p:nvSpPr>
          <p:spPr>
            <a:xfrm>
              <a:off x="6659471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0" name="pl7680"/>
            <p:cNvSpPr/>
            <p:nvPr/>
          </p:nvSpPr>
          <p:spPr>
            <a:xfrm>
              <a:off x="6813720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1" name="pl7681"/>
            <p:cNvSpPr/>
            <p:nvPr/>
          </p:nvSpPr>
          <p:spPr>
            <a:xfrm>
              <a:off x="6967970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2" name="pl7682"/>
            <p:cNvSpPr/>
            <p:nvPr/>
          </p:nvSpPr>
          <p:spPr>
            <a:xfrm>
              <a:off x="7122220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3" name="pl7683"/>
            <p:cNvSpPr/>
            <p:nvPr/>
          </p:nvSpPr>
          <p:spPr>
            <a:xfrm>
              <a:off x="6569142" y="766353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4" name="pl7684"/>
            <p:cNvSpPr/>
            <p:nvPr/>
          </p:nvSpPr>
          <p:spPr>
            <a:xfrm>
              <a:off x="6569142" y="748327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5" name="pl7685"/>
            <p:cNvSpPr/>
            <p:nvPr/>
          </p:nvSpPr>
          <p:spPr>
            <a:xfrm>
              <a:off x="6569142" y="730301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6" name="pl7686"/>
            <p:cNvSpPr/>
            <p:nvPr/>
          </p:nvSpPr>
          <p:spPr>
            <a:xfrm>
              <a:off x="6582346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7" name="pl7687"/>
            <p:cNvSpPr/>
            <p:nvPr/>
          </p:nvSpPr>
          <p:spPr>
            <a:xfrm>
              <a:off x="6736596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8" name="pl7688"/>
            <p:cNvSpPr/>
            <p:nvPr/>
          </p:nvSpPr>
          <p:spPr>
            <a:xfrm>
              <a:off x="6890845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9" name="pl7689"/>
            <p:cNvSpPr/>
            <p:nvPr/>
          </p:nvSpPr>
          <p:spPr>
            <a:xfrm>
              <a:off x="7045095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0" name="pt7690"/>
            <p:cNvSpPr/>
            <p:nvPr/>
          </p:nvSpPr>
          <p:spPr>
            <a:xfrm>
              <a:off x="6606026" y="7679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1" name="pt7691"/>
            <p:cNvSpPr/>
            <p:nvPr/>
          </p:nvSpPr>
          <p:spPr>
            <a:xfrm>
              <a:off x="6656265" y="7608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2" name="pt7692"/>
            <p:cNvSpPr/>
            <p:nvPr/>
          </p:nvSpPr>
          <p:spPr>
            <a:xfrm>
              <a:off x="7003325" y="7282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3" name="pt7693"/>
            <p:cNvSpPr/>
            <p:nvPr/>
          </p:nvSpPr>
          <p:spPr>
            <a:xfrm>
              <a:off x="6992930" y="73558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4" name="pt7694"/>
            <p:cNvSpPr/>
            <p:nvPr/>
          </p:nvSpPr>
          <p:spPr>
            <a:xfrm>
              <a:off x="6659404" y="7582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5" name="pt7695"/>
            <p:cNvSpPr/>
            <p:nvPr/>
          </p:nvSpPr>
          <p:spPr>
            <a:xfrm>
              <a:off x="6736586" y="74138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6" name="pt7696"/>
            <p:cNvSpPr/>
            <p:nvPr/>
          </p:nvSpPr>
          <p:spPr>
            <a:xfrm>
              <a:off x="6892076" y="74858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7" name="pt7697"/>
            <p:cNvSpPr/>
            <p:nvPr/>
          </p:nvSpPr>
          <p:spPr>
            <a:xfrm>
              <a:off x="7114002" y="7276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8" name="pt7698"/>
            <p:cNvSpPr/>
            <p:nvPr/>
          </p:nvSpPr>
          <p:spPr>
            <a:xfrm>
              <a:off x="6690208" y="7541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9" name="pt7699"/>
            <p:cNvSpPr/>
            <p:nvPr/>
          </p:nvSpPr>
          <p:spPr>
            <a:xfrm>
              <a:off x="6664163" y="7617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0" name="pt7700"/>
            <p:cNvSpPr/>
            <p:nvPr/>
          </p:nvSpPr>
          <p:spPr>
            <a:xfrm>
              <a:off x="6592269" y="73721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1" name="pt7701"/>
            <p:cNvSpPr/>
            <p:nvPr/>
          </p:nvSpPr>
          <p:spPr>
            <a:xfrm>
              <a:off x="6577654" y="7602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2" name="pt7702"/>
            <p:cNvSpPr/>
            <p:nvPr/>
          </p:nvSpPr>
          <p:spPr>
            <a:xfrm>
              <a:off x="6708139" y="7537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3" name="pt7703"/>
            <p:cNvSpPr/>
            <p:nvPr/>
          </p:nvSpPr>
          <p:spPr>
            <a:xfrm>
              <a:off x="6583600" y="7590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4" name="pt7704"/>
            <p:cNvSpPr/>
            <p:nvPr/>
          </p:nvSpPr>
          <p:spPr>
            <a:xfrm>
              <a:off x="6799909" y="75181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5" name="rc7705"/>
            <p:cNvSpPr/>
            <p:nvPr/>
          </p:nvSpPr>
          <p:spPr>
            <a:xfrm>
              <a:off x="6569142" y="7876508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6" name="pl7706"/>
            <p:cNvSpPr/>
            <p:nvPr/>
          </p:nvSpPr>
          <p:spPr>
            <a:xfrm>
              <a:off x="6569142" y="845271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7" name="pl7707"/>
            <p:cNvSpPr/>
            <p:nvPr/>
          </p:nvSpPr>
          <p:spPr>
            <a:xfrm>
              <a:off x="6569142" y="833936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8" name="pl7708"/>
            <p:cNvSpPr/>
            <p:nvPr/>
          </p:nvSpPr>
          <p:spPr>
            <a:xfrm>
              <a:off x="6569142" y="822601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9" name="pl7709"/>
            <p:cNvSpPr/>
            <p:nvPr/>
          </p:nvSpPr>
          <p:spPr>
            <a:xfrm>
              <a:off x="6569142" y="811266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0" name="pl7710"/>
            <p:cNvSpPr/>
            <p:nvPr/>
          </p:nvSpPr>
          <p:spPr>
            <a:xfrm>
              <a:off x="6569142" y="799930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1" name="pl7711"/>
            <p:cNvSpPr/>
            <p:nvPr/>
          </p:nvSpPr>
          <p:spPr>
            <a:xfrm>
              <a:off x="6569142" y="788595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2" name="pl7712"/>
            <p:cNvSpPr/>
            <p:nvPr/>
          </p:nvSpPr>
          <p:spPr>
            <a:xfrm>
              <a:off x="6659471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3" name="pl7713"/>
            <p:cNvSpPr/>
            <p:nvPr/>
          </p:nvSpPr>
          <p:spPr>
            <a:xfrm>
              <a:off x="6813720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4" name="pl7714"/>
            <p:cNvSpPr/>
            <p:nvPr/>
          </p:nvSpPr>
          <p:spPr>
            <a:xfrm>
              <a:off x="6967970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5" name="pl7715"/>
            <p:cNvSpPr/>
            <p:nvPr/>
          </p:nvSpPr>
          <p:spPr>
            <a:xfrm>
              <a:off x="7122220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6" name="pl7716"/>
            <p:cNvSpPr/>
            <p:nvPr/>
          </p:nvSpPr>
          <p:spPr>
            <a:xfrm>
              <a:off x="6569142" y="850939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7" name="pl7717"/>
            <p:cNvSpPr/>
            <p:nvPr/>
          </p:nvSpPr>
          <p:spPr>
            <a:xfrm>
              <a:off x="6569142" y="839604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8" name="pl7718"/>
            <p:cNvSpPr/>
            <p:nvPr/>
          </p:nvSpPr>
          <p:spPr>
            <a:xfrm>
              <a:off x="6569142" y="828268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9" name="pl7719"/>
            <p:cNvSpPr/>
            <p:nvPr/>
          </p:nvSpPr>
          <p:spPr>
            <a:xfrm>
              <a:off x="6569142" y="816933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0" name="pl7720"/>
            <p:cNvSpPr/>
            <p:nvPr/>
          </p:nvSpPr>
          <p:spPr>
            <a:xfrm>
              <a:off x="6569142" y="805598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1" name="pl7721"/>
            <p:cNvSpPr/>
            <p:nvPr/>
          </p:nvSpPr>
          <p:spPr>
            <a:xfrm>
              <a:off x="6569142" y="794263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2" name="pl7722"/>
            <p:cNvSpPr/>
            <p:nvPr/>
          </p:nvSpPr>
          <p:spPr>
            <a:xfrm>
              <a:off x="6582346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3" name="pl7723"/>
            <p:cNvSpPr/>
            <p:nvPr/>
          </p:nvSpPr>
          <p:spPr>
            <a:xfrm>
              <a:off x="6736596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4" name="pl7724"/>
            <p:cNvSpPr/>
            <p:nvPr/>
          </p:nvSpPr>
          <p:spPr>
            <a:xfrm>
              <a:off x="6890845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5" name="pl7725"/>
            <p:cNvSpPr/>
            <p:nvPr/>
          </p:nvSpPr>
          <p:spPr>
            <a:xfrm>
              <a:off x="7045095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6" name="pt7726"/>
            <p:cNvSpPr/>
            <p:nvPr/>
          </p:nvSpPr>
          <p:spPr>
            <a:xfrm>
              <a:off x="7141137" y="8050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7" name="pt7727"/>
            <p:cNvSpPr/>
            <p:nvPr/>
          </p:nvSpPr>
          <p:spPr>
            <a:xfrm>
              <a:off x="6575681" y="81004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8" name="pt7728"/>
            <p:cNvSpPr/>
            <p:nvPr/>
          </p:nvSpPr>
          <p:spPr>
            <a:xfrm>
              <a:off x="6587065" y="81815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9" name="pt7729"/>
            <p:cNvSpPr/>
            <p:nvPr/>
          </p:nvSpPr>
          <p:spPr>
            <a:xfrm>
              <a:off x="6606026" y="82150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0" name="pt7730"/>
            <p:cNvSpPr/>
            <p:nvPr/>
          </p:nvSpPr>
          <p:spPr>
            <a:xfrm>
              <a:off x="6587865" y="8135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1" name="pt7731"/>
            <p:cNvSpPr/>
            <p:nvPr/>
          </p:nvSpPr>
          <p:spPr>
            <a:xfrm>
              <a:off x="6583081" y="8268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2" name="pt7732"/>
            <p:cNvSpPr/>
            <p:nvPr/>
          </p:nvSpPr>
          <p:spPr>
            <a:xfrm>
              <a:off x="6579627" y="7964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3" name="pt7733"/>
            <p:cNvSpPr/>
            <p:nvPr/>
          </p:nvSpPr>
          <p:spPr>
            <a:xfrm>
              <a:off x="6576983" y="79316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4" name="pt7734"/>
            <p:cNvSpPr/>
            <p:nvPr/>
          </p:nvSpPr>
          <p:spPr>
            <a:xfrm>
              <a:off x="6582532" y="8281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5" name="pt7735"/>
            <p:cNvSpPr/>
            <p:nvPr/>
          </p:nvSpPr>
          <p:spPr>
            <a:xfrm>
              <a:off x="6656265" y="8169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6" name="pt7736"/>
            <p:cNvSpPr/>
            <p:nvPr/>
          </p:nvSpPr>
          <p:spPr>
            <a:xfrm>
              <a:off x="7003325" y="80455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7" name="pt7737"/>
            <p:cNvSpPr/>
            <p:nvPr/>
          </p:nvSpPr>
          <p:spPr>
            <a:xfrm>
              <a:off x="6574303" y="8445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8" name="pt7738"/>
            <p:cNvSpPr/>
            <p:nvPr/>
          </p:nvSpPr>
          <p:spPr>
            <a:xfrm>
              <a:off x="6581486" y="8211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9" name="pt7739"/>
            <p:cNvSpPr/>
            <p:nvPr/>
          </p:nvSpPr>
          <p:spPr>
            <a:xfrm>
              <a:off x="6878860" y="8113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0" name="pt7740"/>
            <p:cNvSpPr/>
            <p:nvPr/>
          </p:nvSpPr>
          <p:spPr>
            <a:xfrm>
              <a:off x="6575912" y="8324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1" name="pt7741"/>
            <p:cNvSpPr/>
            <p:nvPr/>
          </p:nvSpPr>
          <p:spPr>
            <a:xfrm>
              <a:off x="6612128" y="8127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2" name="pt7742"/>
            <p:cNvSpPr/>
            <p:nvPr/>
          </p:nvSpPr>
          <p:spPr>
            <a:xfrm>
              <a:off x="6589169" y="8140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3" name="pt7743"/>
            <p:cNvSpPr/>
            <p:nvPr/>
          </p:nvSpPr>
          <p:spPr>
            <a:xfrm>
              <a:off x="6593424" y="7926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4" name="pt7744"/>
            <p:cNvSpPr/>
            <p:nvPr/>
          </p:nvSpPr>
          <p:spPr>
            <a:xfrm>
              <a:off x="6589144" y="8128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5" name="pt7745"/>
            <p:cNvSpPr/>
            <p:nvPr/>
          </p:nvSpPr>
          <p:spPr>
            <a:xfrm>
              <a:off x="6592870" y="8029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6" name="pt7746"/>
            <p:cNvSpPr/>
            <p:nvPr/>
          </p:nvSpPr>
          <p:spPr>
            <a:xfrm>
              <a:off x="6870219" y="80248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7" name="pt7747"/>
            <p:cNvSpPr/>
            <p:nvPr/>
          </p:nvSpPr>
          <p:spPr>
            <a:xfrm>
              <a:off x="6581471" y="8030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8" name="pt7748"/>
            <p:cNvSpPr/>
            <p:nvPr/>
          </p:nvSpPr>
          <p:spPr>
            <a:xfrm>
              <a:off x="6574213" y="82167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9" name="pt7749"/>
            <p:cNvSpPr/>
            <p:nvPr/>
          </p:nvSpPr>
          <p:spPr>
            <a:xfrm>
              <a:off x="6575616" y="8220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0" name="pt7750"/>
            <p:cNvSpPr/>
            <p:nvPr/>
          </p:nvSpPr>
          <p:spPr>
            <a:xfrm>
              <a:off x="6576335" y="8389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1" name="pt7751"/>
            <p:cNvSpPr/>
            <p:nvPr/>
          </p:nvSpPr>
          <p:spPr>
            <a:xfrm>
              <a:off x="6659404" y="8034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2" name="pt7752"/>
            <p:cNvSpPr/>
            <p:nvPr/>
          </p:nvSpPr>
          <p:spPr>
            <a:xfrm>
              <a:off x="6736586" y="7979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3" name="pt7753"/>
            <p:cNvSpPr/>
            <p:nvPr/>
          </p:nvSpPr>
          <p:spPr>
            <a:xfrm>
              <a:off x="6575179" y="81487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4" name="pt7754"/>
            <p:cNvSpPr/>
            <p:nvPr/>
          </p:nvSpPr>
          <p:spPr>
            <a:xfrm>
              <a:off x="6572884" y="8251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5" name="pt7755"/>
            <p:cNvSpPr/>
            <p:nvPr/>
          </p:nvSpPr>
          <p:spPr>
            <a:xfrm>
              <a:off x="6572888" y="8299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6" name="pt7756"/>
            <p:cNvSpPr/>
            <p:nvPr/>
          </p:nvSpPr>
          <p:spPr>
            <a:xfrm>
              <a:off x="6671264" y="8214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7" name="pt7757"/>
            <p:cNvSpPr/>
            <p:nvPr/>
          </p:nvSpPr>
          <p:spPr>
            <a:xfrm>
              <a:off x="6578434" y="8458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8" name="pt7758"/>
            <p:cNvSpPr/>
            <p:nvPr/>
          </p:nvSpPr>
          <p:spPr>
            <a:xfrm>
              <a:off x="6573952" y="8088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9" name="pt7759"/>
            <p:cNvSpPr/>
            <p:nvPr/>
          </p:nvSpPr>
          <p:spPr>
            <a:xfrm>
              <a:off x="6586479" y="8147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0" name="pt7760"/>
            <p:cNvSpPr/>
            <p:nvPr/>
          </p:nvSpPr>
          <p:spPr>
            <a:xfrm>
              <a:off x="6892076" y="8097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1" name="pt7761"/>
            <p:cNvSpPr/>
            <p:nvPr/>
          </p:nvSpPr>
          <p:spPr>
            <a:xfrm>
              <a:off x="7114002" y="7979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2" name="pt7762"/>
            <p:cNvSpPr/>
            <p:nvPr/>
          </p:nvSpPr>
          <p:spPr>
            <a:xfrm>
              <a:off x="6690208" y="80872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3" name="pt7763"/>
            <p:cNvSpPr/>
            <p:nvPr/>
          </p:nvSpPr>
          <p:spPr>
            <a:xfrm>
              <a:off x="6588525" y="81093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4" name="pt7764"/>
            <p:cNvSpPr/>
            <p:nvPr/>
          </p:nvSpPr>
          <p:spPr>
            <a:xfrm>
              <a:off x="6664163" y="8104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5" name="pt7765"/>
            <p:cNvSpPr/>
            <p:nvPr/>
          </p:nvSpPr>
          <p:spPr>
            <a:xfrm>
              <a:off x="6592269" y="8078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6" name="pt7766"/>
            <p:cNvSpPr/>
            <p:nvPr/>
          </p:nvSpPr>
          <p:spPr>
            <a:xfrm>
              <a:off x="6577870" y="8386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7" name="pt7767"/>
            <p:cNvSpPr/>
            <p:nvPr/>
          </p:nvSpPr>
          <p:spPr>
            <a:xfrm>
              <a:off x="6708139" y="8142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8" name="pt7768"/>
            <p:cNvSpPr/>
            <p:nvPr/>
          </p:nvSpPr>
          <p:spPr>
            <a:xfrm>
              <a:off x="6634393" y="8180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9" name="pt7769"/>
            <p:cNvSpPr/>
            <p:nvPr/>
          </p:nvSpPr>
          <p:spPr>
            <a:xfrm>
              <a:off x="6591653" y="81999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0" name="pt7770"/>
            <p:cNvSpPr/>
            <p:nvPr/>
          </p:nvSpPr>
          <p:spPr>
            <a:xfrm>
              <a:off x="6963776" y="8015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1" name="pt7771"/>
            <p:cNvSpPr/>
            <p:nvPr/>
          </p:nvSpPr>
          <p:spPr>
            <a:xfrm>
              <a:off x="6583600" y="8155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2" name="pt7772"/>
            <p:cNvSpPr/>
            <p:nvPr/>
          </p:nvSpPr>
          <p:spPr>
            <a:xfrm>
              <a:off x="6577865" y="8198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3" name="pt7773"/>
            <p:cNvSpPr/>
            <p:nvPr/>
          </p:nvSpPr>
          <p:spPr>
            <a:xfrm>
              <a:off x="6626554" y="80165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4" name="pt7774"/>
            <p:cNvSpPr/>
            <p:nvPr/>
          </p:nvSpPr>
          <p:spPr>
            <a:xfrm>
              <a:off x="6582140" y="8305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5" name="pt7775"/>
            <p:cNvSpPr/>
            <p:nvPr/>
          </p:nvSpPr>
          <p:spPr>
            <a:xfrm>
              <a:off x="6799909" y="8092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6" name="rc7776"/>
            <p:cNvSpPr/>
            <p:nvPr/>
          </p:nvSpPr>
          <p:spPr>
            <a:xfrm>
              <a:off x="6569142" y="8581729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7" name="pl7777"/>
            <p:cNvSpPr/>
            <p:nvPr/>
          </p:nvSpPr>
          <p:spPr>
            <a:xfrm>
              <a:off x="6569142" y="914161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8" name="pl7778"/>
            <p:cNvSpPr/>
            <p:nvPr/>
          </p:nvSpPr>
          <p:spPr>
            <a:xfrm>
              <a:off x="6569142" y="903186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9" name="pl7779"/>
            <p:cNvSpPr/>
            <p:nvPr/>
          </p:nvSpPr>
          <p:spPr>
            <a:xfrm>
              <a:off x="6569142" y="892211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0" name="pl7780"/>
            <p:cNvSpPr/>
            <p:nvPr/>
          </p:nvSpPr>
          <p:spPr>
            <a:xfrm>
              <a:off x="6569142" y="881236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1" name="pl7781"/>
            <p:cNvSpPr/>
            <p:nvPr/>
          </p:nvSpPr>
          <p:spPr>
            <a:xfrm>
              <a:off x="6569142" y="870261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2" name="pl7782"/>
            <p:cNvSpPr/>
            <p:nvPr/>
          </p:nvSpPr>
          <p:spPr>
            <a:xfrm>
              <a:off x="6569142" y="859285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3" name="pl7783"/>
            <p:cNvSpPr/>
            <p:nvPr/>
          </p:nvSpPr>
          <p:spPr>
            <a:xfrm>
              <a:off x="6659471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4" name="pl7784"/>
            <p:cNvSpPr/>
            <p:nvPr/>
          </p:nvSpPr>
          <p:spPr>
            <a:xfrm>
              <a:off x="6813720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5" name="pl7785"/>
            <p:cNvSpPr/>
            <p:nvPr/>
          </p:nvSpPr>
          <p:spPr>
            <a:xfrm>
              <a:off x="6967970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6" name="pl7786"/>
            <p:cNvSpPr/>
            <p:nvPr/>
          </p:nvSpPr>
          <p:spPr>
            <a:xfrm>
              <a:off x="7122220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7" name="pl7787"/>
            <p:cNvSpPr/>
            <p:nvPr/>
          </p:nvSpPr>
          <p:spPr>
            <a:xfrm>
              <a:off x="6569142" y="919649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8" name="pl7788"/>
            <p:cNvSpPr/>
            <p:nvPr/>
          </p:nvSpPr>
          <p:spPr>
            <a:xfrm>
              <a:off x="6569142" y="908674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9" name="pl7789"/>
            <p:cNvSpPr/>
            <p:nvPr/>
          </p:nvSpPr>
          <p:spPr>
            <a:xfrm>
              <a:off x="6569142" y="897698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0" name="pl7790"/>
            <p:cNvSpPr/>
            <p:nvPr/>
          </p:nvSpPr>
          <p:spPr>
            <a:xfrm>
              <a:off x="6569142" y="886723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1" name="pl7791"/>
            <p:cNvSpPr/>
            <p:nvPr/>
          </p:nvSpPr>
          <p:spPr>
            <a:xfrm>
              <a:off x="6569142" y="875748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2" name="pl7792"/>
            <p:cNvSpPr/>
            <p:nvPr/>
          </p:nvSpPr>
          <p:spPr>
            <a:xfrm>
              <a:off x="6569142" y="864773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3" name="pl7793"/>
            <p:cNvSpPr/>
            <p:nvPr/>
          </p:nvSpPr>
          <p:spPr>
            <a:xfrm>
              <a:off x="6582346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4" name="pl7794"/>
            <p:cNvSpPr/>
            <p:nvPr/>
          </p:nvSpPr>
          <p:spPr>
            <a:xfrm>
              <a:off x="6736596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5" name="pl7795"/>
            <p:cNvSpPr/>
            <p:nvPr/>
          </p:nvSpPr>
          <p:spPr>
            <a:xfrm>
              <a:off x="6890845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6" name="pl7796"/>
            <p:cNvSpPr/>
            <p:nvPr/>
          </p:nvSpPr>
          <p:spPr>
            <a:xfrm>
              <a:off x="7045095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7" name="pt7797"/>
            <p:cNvSpPr/>
            <p:nvPr/>
          </p:nvSpPr>
          <p:spPr>
            <a:xfrm>
              <a:off x="7141137" y="87308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8" name="pt7798"/>
            <p:cNvSpPr/>
            <p:nvPr/>
          </p:nvSpPr>
          <p:spPr>
            <a:xfrm>
              <a:off x="6575681" y="8889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9" name="pt7799"/>
            <p:cNvSpPr/>
            <p:nvPr/>
          </p:nvSpPr>
          <p:spPr>
            <a:xfrm>
              <a:off x="6587065" y="8911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0" name="pt7800"/>
            <p:cNvSpPr/>
            <p:nvPr/>
          </p:nvSpPr>
          <p:spPr>
            <a:xfrm>
              <a:off x="6606026" y="8961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1" name="pt7801"/>
            <p:cNvSpPr/>
            <p:nvPr/>
          </p:nvSpPr>
          <p:spPr>
            <a:xfrm>
              <a:off x="6587865" y="8835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2" name="pt7802"/>
            <p:cNvSpPr/>
            <p:nvPr/>
          </p:nvSpPr>
          <p:spPr>
            <a:xfrm>
              <a:off x="6583081" y="90092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3" name="pt7803"/>
            <p:cNvSpPr/>
            <p:nvPr/>
          </p:nvSpPr>
          <p:spPr>
            <a:xfrm>
              <a:off x="6579627" y="8698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4" name="pt7804"/>
            <p:cNvSpPr/>
            <p:nvPr/>
          </p:nvSpPr>
          <p:spPr>
            <a:xfrm>
              <a:off x="6576983" y="8663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5" name="pt7805"/>
            <p:cNvSpPr/>
            <p:nvPr/>
          </p:nvSpPr>
          <p:spPr>
            <a:xfrm>
              <a:off x="6582532" y="9020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6" name="pt7806"/>
            <p:cNvSpPr/>
            <p:nvPr/>
          </p:nvSpPr>
          <p:spPr>
            <a:xfrm>
              <a:off x="6656265" y="8910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7" name="pt7807"/>
            <p:cNvSpPr/>
            <p:nvPr/>
          </p:nvSpPr>
          <p:spPr>
            <a:xfrm>
              <a:off x="7003325" y="8765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8" name="pt7808"/>
            <p:cNvSpPr/>
            <p:nvPr/>
          </p:nvSpPr>
          <p:spPr>
            <a:xfrm>
              <a:off x="6574303" y="9139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9" name="pt7809"/>
            <p:cNvSpPr/>
            <p:nvPr/>
          </p:nvSpPr>
          <p:spPr>
            <a:xfrm>
              <a:off x="6581486" y="89676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0" name="pt7810"/>
            <p:cNvSpPr/>
            <p:nvPr/>
          </p:nvSpPr>
          <p:spPr>
            <a:xfrm>
              <a:off x="6878860" y="88592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1" name="pt7811"/>
            <p:cNvSpPr/>
            <p:nvPr/>
          </p:nvSpPr>
          <p:spPr>
            <a:xfrm>
              <a:off x="6575912" y="89825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2" name="pt7812"/>
            <p:cNvSpPr/>
            <p:nvPr/>
          </p:nvSpPr>
          <p:spPr>
            <a:xfrm>
              <a:off x="6612128" y="88425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3" name="pt7813"/>
            <p:cNvSpPr/>
            <p:nvPr/>
          </p:nvSpPr>
          <p:spPr>
            <a:xfrm>
              <a:off x="6589169" y="8897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4" name="pt7814"/>
            <p:cNvSpPr/>
            <p:nvPr/>
          </p:nvSpPr>
          <p:spPr>
            <a:xfrm>
              <a:off x="6593424" y="8722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5" name="pt7815"/>
            <p:cNvSpPr/>
            <p:nvPr/>
          </p:nvSpPr>
          <p:spPr>
            <a:xfrm>
              <a:off x="6589144" y="8877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6" name="pt7816"/>
            <p:cNvSpPr/>
            <p:nvPr/>
          </p:nvSpPr>
          <p:spPr>
            <a:xfrm>
              <a:off x="6592870" y="8759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7" name="pt7817"/>
            <p:cNvSpPr/>
            <p:nvPr/>
          </p:nvSpPr>
          <p:spPr>
            <a:xfrm>
              <a:off x="6870219" y="8683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8" name="pt7818"/>
            <p:cNvSpPr/>
            <p:nvPr/>
          </p:nvSpPr>
          <p:spPr>
            <a:xfrm>
              <a:off x="6581471" y="8840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9" name="pt7819"/>
            <p:cNvSpPr/>
            <p:nvPr/>
          </p:nvSpPr>
          <p:spPr>
            <a:xfrm>
              <a:off x="6574213" y="8922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0" name="pt7820"/>
            <p:cNvSpPr/>
            <p:nvPr/>
          </p:nvSpPr>
          <p:spPr>
            <a:xfrm>
              <a:off x="6575616" y="89507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1" name="pt7821"/>
            <p:cNvSpPr/>
            <p:nvPr/>
          </p:nvSpPr>
          <p:spPr>
            <a:xfrm>
              <a:off x="6576335" y="9118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2" name="pt7822"/>
            <p:cNvSpPr/>
            <p:nvPr/>
          </p:nvSpPr>
          <p:spPr>
            <a:xfrm>
              <a:off x="6659404" y="8795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3" name="pt7823"/>
            <p:cNvSpPr/>
            <p:nvPr/>
          </p:nvSpPr>
          <p:spPr>
            <a:xfrm>
              <a:off x="6736586" y="8706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4" name="pt7824"/>
            <p:cNvSpPr/>
            <p:nvPr/>
          </p:nvSpPr>
          <p:spPr>
            <a:xfrm>
              <a:off x="6575179" y="8856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5" name="pt7825"/>
            <p:cNvSpPr/>
            <p:nvPr/>
          </p:nvSpPr>
          <p:spPr>
            <a:xfrm>
              <a:off x="6572884" y="8962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6" name="pt7826"/>
            <p:cNvSpPr/>
            <p:nvPr/>
          </p:nvSpPr>
          <p:spPr>
            <a:xfrm>
              <a:off x="6572888" y="9061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7" name="pt7827"/>
            <p:cNvSpPr/>
            <p:nvPr/>
          </p:nvSpPr>
          <p:spPr>
            <a:xfrm>
              <a:off x="6671264" y="8927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8" name="pt7828"/>
            <p:cNvSpPr/>
            <p:nvPr/>
          </p:nvSpPr>
          <p:spPr>
            <a:xfrm>
              <a:off x="6578434" y="91636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9" name="pt7829"/>
            <p:cNvSpPr/>
            <p:nvPr/>
          </p:nvSpPr>
          <p:spPr>
            <a:xfrm>
              <a:off x="6573952" y="8834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0" name="pt7830"/>
            <p:cNvSpPr/>
            <p:nvPr/>
          </p:nvSpPr>
          <p:spPr>
            <a:xfrm>
              <a:off x="6586479" y="8898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1" name="pt7831"/>
            <p:cNvSpPr/>
            <p:nvPr/>
          </p:nvSpPr>
          <p:spPr>
            <a:xfrm>
              <a:off x="6892076" y="8838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2" name="pt7832"/>
            <p:cNvSpPr/>
            <p:nvPr/>
          </p:nvSpPr>
          <p:spPr>
            <a:xfrm>
              <a:off x="7114002" y="8727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3" name="pt7833"/>
            <p:cNvSpPr/>
            <p:nvPr/>
          </p:nvSpPr>
          <p:spPr>
            <a:xfrm>
              <a:off x="6690208" y="88173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4" name="pt7834"/>
            <p:cNvSpPr/>
            <p:nvPr/>
          </p:nvSpPr>
          <p:spPr>
            <a:xfrm>
              <a:off x="6588525" y="88346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5" name="pt7835"/>
            <p:cNvSpPr/>
            <p:nvPr/>
          </p:nvSpPr>
          <p:spPr>
            <a:xfrm>
              <a:off x="6664163" y="8818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6" name="pt7836"/>
            <p:cNvSpPr/>
            <p:nvPr/>
          </p:nvSpPr>
          <p:spPr>
            <a:xfrm>
              <a:off x="6592269" y="8815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7" name="pt7837"/>
            <p:cNvSpPr/>
            <p:nvPr/>
          </p:nvSpPr>
          <p:spPr>
            <a:xfrm>
              <a:off x="6577870" y="9092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8" name="pt7838"/>
            <p:cNvSpPr/>
            <p:nvPr/>
          </p:nvSpPr>
          <p:spPr>
            <a:xfrm>
              <a:off x="6708139" y="8871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9" name="pt7839"/>
            <p:cNvSpPr/>
            <p:nvPr/>
          </p:nvSpPr>
          <p:spPr>
            <a:xfrm>
              <a:off x="6634393" y="8878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0" name="pt7840"/>
            <p:cNvSpPr/>
            <p:nvPr/>
          </p:nvSpPr>
          <p:spPr>
            <a:xfrm>
              <a:off x="6591653" y="8932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1" name="pt7841"/>
            <p:cNvSpPr/>
            <p:nvPr/>
          </p:nvSpPr>
          <p:spPr>
            <a:xfrm>
              <a:off x="6963776" y="87403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2" name="pt7842"/>
            <p:cNvSpPr/>
            <p:nvPr/>
          </p:nvSpPr>
          <p:spPr>
            <a:xfrm>
              <a:off x="6583600" y="8879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3" name="pt7843"/>
            <p:cNvSpPr/>
            <p:nvPr/>
          </p:nvSpPr>
          <p:spPr>
            <a:xfrm>
              <a:off x="6577865" y="8979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4" name="pt7844"/>
            <p:cNvSpPr/>
            <p:nvPr/>
          </p:nvSpPr>
          <p:spPr>
            <a:xfrm>
              <a:off x="6626554" y="8700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5" name="pt7845"/>
            <p:cNvSpPr/>
            <p:nvPr/>
          </p:nvSpPr>
          <p:spPr>
            <a:xfrm>
              <a:off x="6582140" y="9092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6" name="pt7846"/>
            <p:cNvSpPr/>
            <p:nvPr/>
          </p:nvSpPr>
          <p:spPr>
            <a:xfrm>
              <a:off x="6799909" y="8805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7" name="rc7847"/>
            <p:cNvSpPr/>
            <p:nvPr/>
          </p:nvSpPr>
          <p:spPr>
            <a:xfrm>
              <a:off x="7263972" y="1529513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7848" name="tx7848"/>
            <p:cNvSpPr/>
            <p:nvPr/>
          </p:nvSpPr>
          <p:spPr>
            <a:xfrm>
              <a:off x="7420815" y="1692779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7849" name="tx7849"/>
            <p:cNvSpPr/>
            <p:nvPr/>
          </p:nvSpPr>
          <p:spPr>
            <a:xfrm>
              <a:off x="7319325" y="1894672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0.625***</a:t>
              </a:r>
            </a:p>
          </p:txBody>
        </p:sp>
        <p:sp>
          <p:nvSpPr>
            <p:cNvPr id="7850" name="rc7850"/>
            <p:cNvSpPr/>
            <p:nvPr/>
          </p:nvSpPr>
          <p:spPr>
            <a:xfrm>
              <a:off x="7263972" y="1529513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1" name="rc7851"/>
            <p:cNvSpPr/>
            <p:nvPr/>
          </p:nvSpPr>
          <p:spPr>
            <a:xfrm>
              <a:off x="7263972" y="2234734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7852" name="tx7852"/>
            <p:cNvSpPr/>
            <p:nvPr/>
          </p:nvSpPr>
          <p:spPr>
            <a:xfrm>
              <a:off x="7420815" y="2398000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7853" name="tx7853"/>
            <p:cNvSpPr/>
            <p:nvPr/>
          </p:nvSpPr>
          <p:spPr>
            <a:xfrm>
              <a:off x="7319325" y="2599894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0.790***</a:t>
              </a:r>
            </a:p>
          </p:txBody>
        </p:sp>
        <p:sp>
          <p:nvSpPr>
            <p:cNvPr id="7854" name="rc7854"/>
            <p:cNvSpPr/>
            <p:nvPr/>
          </p:nvSpPr>
          <p:spPr>
            <a:xfrm>
              <a:off x="7263972" y="2234734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5" name="rc7855"/>
            <p:cNvSpPr/>
            <p:nvPr/>
          </p:nvSpPr>
          <p:spPr>
            <a:xfrm>
              <a:off x="7263972" y="2939956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7856" name="tx7856"/>
            <p:cNvSpPr/>
            <p:nvPr/>
          </p:nvSpPr>
          <p:spPr>
            <a:xfrm>
              <a:off x="7420815" y="3103222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7857" name="tx7857"/>
            <p:cNvSpPr/>
            <p:nvPr/>
          </p:nvSpPr>
          <p:spPr>
            <a:xfrm>
              <a:off x="7319325" y="3305116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0.800***</a:t>
              </a:r>
            </a:p>
          </p:txBody>
        </p:sp>
        <p:sp>
          <p:nvSpPr>
            <p:cNvPr id="7858" name="rc7858"/>
            <p:cNvSpPr/>
            <p:nvPr/>
          </p:nvSpPr>
          <p:spPr>
            <a:xfrm>
              <a:off x="7263972" y="2939956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9" name="rc7859"/>
            <p:cNvSpPr/>
            <p:nvPr/>
          </p:nvSpPr>
          <p:spPr>
            <a:xfrm>
              <a:off x="7263972" y="3645178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7860" name="tx7860"/>
            <p:cNvSpPr/>
            <p:nvPr/>
          </p:nvSpPr>
          <p:spPr>
            <a:xfrm>
              <a:off x="7420815" y="3808444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7861" name="tx7861"/>
            <p:cNvSpPr/>
            <p:nvPr/>
          </p:nvSpPr>
          <p:spPr>
            <a:xfrm>
              <a:off x="7319325" y="4010337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0.771***</a:t>
              </a:r>
            </a:p>
          </p:txBody>
        </p:sp>
        <p:sp>
          <p:nvSpPr>
            <p:cNvPr id="7862" name="rc7862"/>
            <p:cNvSpPr/>
            <p:nvPr/>
          </p:nvSpPr>
          <p:spPr>
            <a:xfrm>
              <a:off x="7263972" y="3645178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3" name="rc7863"/>
            <p:cNvSpPr/>
            <p:nvPr/>
          </p:nvSpPr>
          <p:spPr>
            <a:xfrm>
              <a:off x="7263972" y="4350399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7864" name="tx7864"/>
            <p:cNvSpPr/>
            <p:nvPr/>
          </p:nvSpPr>
          <p:spPr>
            <a:xfrm>
              <a:off x="7420815" y="4513665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7865" name="tx7865"/>
            <p:cNvSpPr/>
            <p:nvPr/>
          </p:nvSpPr>
          <p:spPr>
            <a:xfrm>
              <a:off x="7319325" y="4715559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0.889***</a:t>
              </a:r>
            </a:p>
          </p:txBody>
        </p:sp>
        <p:sp>
          <p:nvSpPr>
            <p:cNvPr id="7866" name="rc7866"/>
            <p:cNvSpPr/>
            <p:nvPr/>
          </p:nvSpPr>
          <p:spPr>
            <a:xfrm>
              <a:off x="7263972" y="4350399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7" name="rc7867"/>
            <p:cNvSpPr/>
            <p:nvPr/>
          </p:nvSpPr>
          <p:spPr>
            <a:xfrm>
              <a:off x="7263972" y="5055621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8" name="pl7868"/>
            <p:cNvSpPr/>
            <p:nvPr/>
          </p:nvSpPr>
          <p:spPr>
            <a:xfrm>
              <a:off x="7263972" y="558081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9" name="pl7869"/>
            <p:cNvSpPr/>
            <p:nvPr/>
          </p:nvSpPr>
          <p:spPr>
            <a:xfrm>
              <a:off x="7263972" y="541772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0" name="pl7870"/>
            <p:cNvSpPr/>
            <p:nvPr/>
          </p:nvSpPr>
          <p:spPr>
            <a:xfrm>
              <a:off x="7263972" y="525462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1" name="pl7871"/>
            <p:cNvSpPr/>
            <p:nvPr/>
          </p:nvSpPr>
          <p:spPr>
            <a:xfrm>
              <a:off x="7263972" y="509153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2" name="pl7872"/>
            <p:cNvSpPr/>
            <p:nvPr/>
          </p:nvSpPr>
          <p:spPr>
            <a:xfrm>
              <a:off x="7384001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3" name="pl7873"/>
            <p:cNvSpPr/>
            <p:nvPr/>
          </p:nvSpPr>
          <p:spPr>
            <a:xfrm>
              <a:off x="7534840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4" name="pl7874"/>
            <p:cNvSpPr/>
            <p:nvPr/>
          </p:nvSpPr>
          <p:spPr>
            <a:xfrm>
              <a:off x="7685678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5" name="pl7875"/>
            <p:cNvSpPr/>
            <p:nvPr/>
          </p:nvSpPr>
          <p:spPr>
            <a:xfrm>
              <a:off x="7836516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6" name="pl7876"/>
            <p:cNvSpPr/>
            <p:nvPr/>
          </p:nvSpPr>
          <p:spPr>
            <a:xfrm>
              <a:off x="7263972" y="566236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7" name="pl7877"/>
            <p:cNvSpPr/>
            <p:nvPr/>
          </p:nvSpPr>
          <p:spPr>
            <a:xfrm>
              <a:off x="7263972" y="549926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8" name="pl7878"/>
            <p:cNvSpPr/>
            <p:nvPr/>
          </p:nvSpPr>
          <p:spPr>
            <a:xfrm>
              <a:off x="7263972" y="533617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9" name="pl7879"/>
            <p:cNvSpPr/>
            <p:nvPr/>
          </p:nvSpPr>
          <p:spPr>
            <a:xfrm>
              <a:off x="7263972" y="517307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0" name="pl7880"/>
            <p:cNvSpPr/>
            <p:nvPr/>
          </p:nvSpPr>
          <p:spPr>
            <a:xfrm>
              <a:off x="7308582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1" name="pl7881"/>
            <p:cNvSpPr/>
            <p:nvPr/>
          </p:nvSpPr>
          <p:spPr>
            <a:xfrm>
              <a:off x="7459420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2" name="pl7882"/>
            <p:cNvSpPr/>
            <p:nvPr/>
          </p:nvSpPr>
          <p:spPr>
            <a:xfrm>
              <a:off x="7610259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3" name="pl7883"/>
            <p:cNvSpPr/>
            <p:nvPr/>
          </p:nvSpPr>
          <p:spPr>
            <a:xfrm>
              <a:off x="7761097" y="5055621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4" name="pg7884"/>
            <p:cNvSpPr/>
            <p:nvPr/>
          </p:nvSpPr>
          <p:spPr>
            <a:xfrm>
              <a:off x="7292393" y="5084513"/>
              <a:ext cx="568401" cy="577847"/>
            </a:xfrm>
            <a:custGeom>
              <a:avLst/>
              <a:pathLst>
                <a:path w="568401" h="577847">
                  <a:moveTo>
                    <a:pt x="0" y="363387"/>
                  </a:moveTo>
                  <a:lnTo>
                    <a:pt x="1112" y="354122"/>
                  </a:lnTo>
                  <a:lnTo>
                    <a:pt x="2224" y="344793"/>
                  </a:lnTo>
                  <a:lnTo>
                    <a:pt x="3336" y="335407"/>
                  </a:lnTo>
                  <a:lnTo>
                    <a:pt x="4449" y="325989"/>
                  </a:lnTo>
                  <a:lnTo>
                    <a:pt x="5561" y="316565"/>
                  </a:lnTo>
                  <a:lnTo>
                    <a:pt x="6673" y="307148"/>
                  </a:lnTo>
                  <a:lnTo>
                    <a:pt x="7786" y="297756"/>
                  </a:lnTo>
                  <a:lnTo>
                    <a:pt x="8898" y="288422"/>
                  </a:lnTo>
                  <a:lnTo>
                    <a:pt x="10010" y="279150"/>
                  </a:lnTo>
                  <a:lnTo>
                    <a:pt x="11123" y="269951"/>
                  </a:lnTo>
                  <a:lnTo>
                    <a:pt x="12235" y="260856"/>
                  </a:lnTo>
                  <a:lnTo>
                    <a:pt x="13347" y="251901"/>
                  </a:lnTo>
                  <a:lnTo>
                    <a:pt x="14460" y="243068"/>
                  </a:lnTo>
                  <a:lnTo>
                    <a:pt x="15572" y="234365"/>
                  </a:lnTo>
                  <a:lnTo>
                    <a:pt x="16684" y="225831"/>
                  </a:lnTo>
                  <a:lnTo>
                    <a:pt x="17797" y="217502"/>
                  </a:lnTo>
                  <a:lnTo>
                    <a:pt x="18909" y="209341"/>
                  </a:lnTo>
                  <a:lnTo>
                    <a:pt x="20021" y="201352"/>
                  </a:lnTo>
                  <a:lnTo>
                    <a:pt x="21134" y="193577"/>
                  </a:lnTo>
                  <a:lnTo>
                    <a:pt x="22246" y="186051"/>
                  </a:lnTo>
                  <a:lnTo>
                    <a:pt x="23358" y="178719"/>
                  </a:lnTo>
                  <a:lnTo>
                    <a:pt x="24471" y="171585"/>
                  </a:lnTo>
                  <a:lnTo>
                    <a:pt x="25583" y="164684"/>
                  </a:lnTo>
                  <a:lnTo>
                    <a:pt x="26695" y="158052"/>
                  </a:lnTo>
                  <a:lnTo>
                    <a:pt x="27808" y="151621"/>
                  </a:lnTo>
                  <a:lnTo>
                    <a:pt x="28920" y="145391"/>
                  </a:lnTo>
                  <a:lnTo>
                    <a:pt x="30032" y="139395"/>
                  </a:lnTo>
                  <a:lnTo>
                    <a:pt x="31145" y="133660"/>
                  </a:lnTo>
                  <a:lnTo>
                    <a:pt x="32257" y="128116"/>
                  </a:lnTo>
                  <a:lnTo>
                    <a:pt x="33369" y="122761"/>
                  </a:lnTo>
                  <a:lnTo>
                    <a:pt x="34482" y="117617"/>
                  </a:lnTo>
                  <a:lnTo>
                    <a:pt x="35594" y="112709"/>
                  </a:lnTo>
                  <a:lnTo>
                    <a:pt x="36706" y="107968"/>
                  </a:lnTo>
                  <a:lnTo>
                    <a:pt x="37819" y="103390"/>
                  </a:lnTo>
                  <a:lnTo>
                    <a:pt x="38931" y="98990"/>
                  </a:lnTo>
                  <a:lnTo>
                    <a:pt x="40043" y="94785"/>
                  </a:lnTo>
                  <a:lnTo>
                    <a:pt x="41156" y="90714"/>
                  </a:lnTo>
                  <a:lnTo>
                    <a:pt x="42268" y="86773"/>
                  </a:lnTo>
                  <a:lnTo>
                    <a:pt x="43380" y="82971"/>
                  </a:lnTo>
                  <a:lnTo>
                    <a:pt x="44493" y="79318"/>
                  </a:lnTo>
                  <a:lnTo>
                    <a:pt x="45605" y="75766"/>
                  </a:lnTo>
                  <a:lnTo>
                    <a:pt x="46717" y="72309"/>
                  </a:lnTo>
                  <a:lnTo>
                    <a:pt x="47830" y="68953"/>
                  </a:lnTo>
                  <a:lnTo>
                    <a:pt x="48942" y="65703"/>
                  </a:lnTo>
                  <a:lnTo>
                    <a:pt x="50054" y="62525"/>
                  </a:lnTo>
                  <a:lnTo>
                    <a:pt x="51167" y="59414"/>
                  </a:lnTo>
                  <a:lnTo>
                    <a:pt x="52279" y="56372"/>
                  </a:lnTo>
                  <a:lnTo>
                    <a:pt x="53391" y="53405"/>
                  </a:lnTo>
                  <a:lnTo>
                    <a:pt x="54504" y="50489"/>
                  </a:lnTo>
                  <a:lnTo>
                    <a:pt x="55616" y="47620"/>
                  </a:lnTo>
                  <a:lnTo>
                    <a:pt x="56728" y="44803"/>
                  </a:lnTo>
                  <a:lnTo>
                    <a:pt x="57841" y="42044"/>
                  </a:lnTo>
                  <a:lnTo>
                    <a:pt x="58953" y="39328"/>
                  </a:lnTo>
                  <a:lnTo>
                    <a:pt x="60065" y="36654"/>
                  </a:lnTo>
                  <a:lnTo>
                    <a:pt x="61178" y="34027"/>
                  </a:lnTo>
                  <a:lnTo>
                    <a:pt x="62290" y="31461"/>
                  </a:lnTo>
                  <a:lnTo>
                    <a:pt x="63402" y="28943"/>
                  </a:lnTo>
                  <a:lnTo>
                    <a:pt x="64515" y="26475"/>
                  </a:lnTo>
                  <a:lnTo>
                    <a:pt x="65627" y="24065"/>
                  </a:lnTo>
                  <a:lnTo>
                    <a:pt x="66739" y="21738"/>
                  </a:lnTo>
                  <a:lnTo>
                    <a:pt x="67852" y="19476"/>
                  </a:lnTo>
                  <a:lnTo>
                    <a:pt x="68964" y="17285"/>
                  </a:lnTo>
                  <a:lnTo>
                    <a:pt x="70076" y="15176"/>
                  </a:lnTo>
                  <a:lnTo>
                    <a:pt x="71189" y="13186"/>
                  </a:lnTo>
                  <a:lnTo>
                    <a:pt x="72301" y="11290"/>
                  </a:lnTo>
                  <a:lnTo>
                    <a:pt x="73413" y="9495"/>
                  </a:lnTo>
                  <a:lnTo>
                    <a:pt x="74526" y="7815"/>
                  </a:lnTo>
                  <a:lnTo>
                    <a:pt x="75638" y="6302"/>
                  </a:lnTo>
                  <a:lnTo>
                    <a:pt x="76750" y="4918"/>
                  </a:lnTo>
                  <a:lnTo>
                    <a:pt x="77863" y="3669"/>
                  </a:lnTo>
                  <a:lnTo>
                    <a:pt x="78975" y="2574"/>
                  </a:lnTo>
                  <a:lnTo>
                    <a:pt x="80087" y="1696"/>
                  </a:lnTo>
                  <a:lnTo>
                    <a:pt x="81200" y="983"/>
                  </a:lnTo>
                  <a:lnTo>
                    <a:pt x="82312" y="440"/>
                  </a:lnTo>
                  <a:lnTo>
                    <a:pt x="83424" y="87"/>
                  </a:lnTo>
                  <a:lnTo>
                    <a:pt x="84537" y="0"/>
                  </a:lnTo>
                  <a:lnTo>
                    <a:pt x="85649" y="107"/>
                  </a:lnTo>
                  <a:lnTo>
                    <a:pt x="86761" y="415"/>
                  </a:lnTo>
                  <a:lnTo>
                    <a:pt x="87874" y="942"/>
                  </a:lnTo>
                  <a:lnTo>
                    <a:pt x="88986" y="1772"/>
                  </a:lnTo>
                  <a:lnTo>
                    <a:pt x="90098" y="2819"/>
                  </a:lnTo>
                  <a:lnTo>
                    <a:pt x="91211" y="4087"/>
                  </a:lnTo>
                  <a:lnTo>
                    <a:pt x="92323" y="5591"/>
                  </a:lnTo>
                  <a:lnTo>
                    <a:pt x="93435" y="7419"/>
                  </a:lnTo>
                  <a:lnTo>
                    <a:pt x="94548" y="9475"/>
                  </a:lnTo>
                  <a:lnTo>
                    <a:pt x="95660" y="11758"/>
                  </a:lnTo>
                  <a:lnTo>
                    <a:pt x="96772" y="14282"/>
                  </a:lnTo>
                  <a:lnTo>
                    <a:pt x="97885" y="17132"/>
                  </a:lnTo>
                  <a:lnTo>
                    <a:pt x="98997" y="20206"/>
                  </a:lnTo>
                  <a:lnTo>
                    <a:pt x="100109" y="23501"/>
                  </a:lnTo>
                  <a:lnTo>
                    <a:pt x="101222" y="27027"/>
                  </a:lnTo>
                  <a:lnTo>
                    <a:pt x="102334" y="30862"/>
                  </a:lnTo>
                  <a:lnTo>
                    <a:pt x="103446" y="34904"/>
                  </a:lnTo>
                  <a:lnTo>
                    <a:pt x="104559" y="39150"/>
                  </a:lnTo>
                  <a:lnTo>
                    <a:pt x="105671" y="43603"/>
                  </a:lnTo>
                  <a:lnTo>
                    <a:pt x="106783" y="48333"/>
                  </a:lnTo>
                  <a:lnTo>
                    <a:pt x="107896" y="53243"/>
                  </a:lnTo>
                  <a:lnTo>
                    <a:pt x="109008" y="58329"/>
                  </a:lnTo>
                  <a:lnTo>
                    <a:pt x="110120" y="63589"/>
                  </a:lnTo>
                  <a:lnTo>
                    <a:pt x="111233" y="69082"/>
                  </a:lnTo>
                  <a:lnTo>
                    <a:pt x="112345" y="74721"/>
                  </a:lnTo>
                  <a:lnTo>
                    <a:pt x="113457" y="80502"/>
                  </a:lnTo>
                  <a:lnTo>
                    <a:pt x="114570" y="86422"/>
                  </a:lnTo>
                  <a:lnTo>
                    <a:pt x="115682" y="92522"/>
                  </a:lnTo>
                  <a:lnTo>
                    <a:pt x="116794" y="98733"/>
                  </a:lnTo>
                  <a:lnTo>
                    <a:pt x="117907" y="105049"/>
                  </a:lnTo>
                  <a:lnTo>
                    <a:pt x="119019" y="111465"/>
                  </a:lnTo>
                  <a:lnTo>
                    <a:pt x="120131" y="118009"/>
                  </a:lnTo>
                  <a:lnTo>
                    <a:pt x="121244" y="124629"/>
                  </a:lnTo>
                  <a:lnTo>
                    <a:pt x="122356" y="131318"/>
                  </a:lnTo>
                  <a:lnTo>
                    <a:pt x="123468" y="138071"/>
                  </a:lnTo>
                  <a:lnTo>
                    <a:pt x="124581" y="144902"/>
                  </a:lnTo>
                  <a:lnTo>
                    <a:pt x="125693" y="151774"/>
                  </a:lnTo>
                  <a:lnTo>
                    <a:pt x="126805" y="158683"/>
                  </a:lnTo>
                  <a:lnTo>
                    <a:pt x="127918" y="165624"/>
                  </a:lnTo>
                  <a:lnTo>
                    <a:pt x="129030" y="172597"/>
                  </a:lnTo>
                  <a:lnTo>
                    <a:pt x="130142" y="179581"/>
                  </a:lnTo>
                  <a:lnTo>
                    <a:pt x="131255" y="186573"/>
                  </a:lnTo>
                  <a:lnTo>
                    <a:pt x="132367" y="193567"/>
                  </a:lnTo>
                  <a:lnTo>
                    <a:pt x="133479" y="200552"/>
                  </a:lnTo>
                  <a:lnTo>
                    <a:pt x="134592" y="207523"/>
                  </a:lnTo>
                  <a:lnTo>
                    <a:pt x="135704" y="214475"/>
                  </a:lnTo>
                  <a:lnTo>
                    <a:pt x="136816" y="221405"/>
                  </a:lnTo>
                  <a:lnTo>
                    <a:pt x="137929" y="228291"/>
                  </a:lnTo>
                  <a:lnTo>
                    <a:pt x="139041" y="235138"/>
                  </a:lnTo>
                  <a:lnTo>
                    <a:pt x="140153" y="241945"/>
                  </a:lnTo>
                  <a:lnTo>
                    <a:pt x="141266" y="248707"/>
                  </a:lnTo>
                  <a:lnTo>
                    <a:pt x="142378" y="255393"/>
                  </a:lnTo>
                  <a:lnTo>
                    <a:pt x="143490" y="262021"/>
                  </a:lnTo>
                  <a:lnTo>
                    <a:pt x="144603" y="268589"/>
                  </a:lnTo>
                  <a:lnTo>
                    <a:pt x="145715" y="275093"/>
                  </a:lnTo>
                  <a:lnTo>
                    <a:pt x="146827" y="281495"/>
                  </a:lnTo>
                  <a:lnTo>
                    <a:pt x="147940" y="287821"/>
                  </a:lnTo>
                  <a:lnTo>
                    <a:pt x="149052" y="294070"/>
                  </a:lnTo>
                  <a:lnTo>
                    <a:pt x="150164" y="300240"/>
                  </a:lnTo>
                  <a:lnTo>
                    <a:pt x="151277" y="306287"/>
                  </a:lnTo>
                  <a:lnTo>
                    <a:pt x="152389" y="312243"/>
                  </a:lnTo>
                  <a:lnTo>
                    <a:pt x="153501" y="318109"/>
                  </a:lnTo>
                  <a:lnTo>
                    <a:pt x="154614" y="323884"/>
                  </a:lnTo>
                  <a:lnTo>
                    <a:pt x="155726" y="329520"/>
                  </a:lnTo>
                  <a:lnTo>
                    <a:pt x="156838" y="335055"/>
                  </a:lnTo>
                  <a:lnTo>
                    <a:pt x="157951" y="340491"/>
                  </a:lnTo>
                  <a:lnTo>
                    <a:pt x="159063" y="345828"/>
                  </a:lnTo>
                  <a:lnTo>
                    <a:pt x="160175" y="351017"/>
                  </a:lnTo>
                  <a:lnTo>
                    <a:pt x="161288" y="356099"/>
                  </a:lnTo>
                  <a:lnTo>
                    <a:pt x="162400" y="361079"/>
                  </a:lnTo>
                  <a:lnTo>
                    <a:pt x="163512" y="365955"/>
                  </a:lnTo>
                  <a:lnTo>
                    <a:pt x="164625" y="370682"/>
                  </a:lnTo>
                  <a:lnTo>
                    <a:pt x="165737" y="375301"/>
                  </a:lnTo>
                  <a:lnTo>
                    <a:pt x="166849" y="379818"/>
                  </a:lnTo>
                  <a:lnTo>
                    <a:pt x="167962" y="384233"/>
                  </a:lnTo>
                  <a:lnTo>
                    <a:pt x="169074" y="388503"/>
                  </a:lnTo>
                  <a:lnTo>
                    <a:pt x="170186" y="392670"/>
                  </a:lnTo>
                  <a:lnTo>
                    <a:pt x="171299" y="396739"/>
                  </a:lnTo>
                  <a:lnTo>
                    <a:pt x="172411" y="400711"/>
                  </a:lnTo>
                  <a:lnTo>
                    <a:pt x="173523" y="404551"/>
                  </a:lnTo>
                  <a:lnTo>
                    <a:pt x="174636" y="408293"/>
                  </a:lnTo>
                  <a:lnTo>
                    <a:pt x="175748" y="411947"/>
                  </a:lnTo>
                  <a:lnTo>
                    <a:pt x="176860" y="415514"/>
                  </a:lnTo>
                  <a:lnTo>
                    <a:pt x="177973" y="418963"/>
                  </a:lnTo>
                  <a:lnTo>
                    <a:pt x="179085" y="422325"/>
                  </a:lnTo>
                  <a:lnTo>
                    <a:pt x="180197" y="425611"/>
                  </a:lnTo>
                  <a:lnTo>
                    <a:pt x="181310" y="428821"/>
                  </a:lnTo>
                  <a:lnTo>
                    <a:pt x="182422" y="431929"/>
                  </a:lnTo>
                  <a:lnTo>
                    <a:pt x="183534" y="434965"/>
                  </a:lnTo>
                  <a:lnTo>
                    <a:pt x="184647" y="437935"/>
                  </a:lnTo>
                  <a:lnTo>
                    <a:pt x="185759" y="440843"/>
                  </a:lnTo>
                  <a:lnTo>
                    <a:pt x="186871" y="443667"/>
                  </a:lnTo>
                  <a:lnTo>
                    <a:pt x="187984" y="446432"/>
                  </a:lnTo>
                  <a:lnTo>
                    <a:pt x="189096" y="449143"/>
                  </a:lnTo>
                  <a:lnTo>
                    <a:pt x="190208" y="451804"/>
                  </a:lnTo>
                  <a:lnTo>
                    <a:pt x="191321" y="454399"/>
                  </a:lnTo>
                  <a:lnTo>
                    <a:pt x="192433" y="456946"/>
                  </a:lnTo>
                  <a:lnTo>
                    <a:pt x="193545" y="459451"/>
                  </a:lnTo>
                  <a:lnTo>
                    <a:pt x="194658" y="461916"/>
                  </a:lnTo>
                  <a:lnTo>
                    <a:pt x="195770" y="464329"/>
                  </a:lnTo>
                  <a:lnTo>
                    <a:pt x="196882" y="466703"/>
                  </a:lnTo>
                  <a:lnTo>
                    <a:pt x="197995" y="469045"/>
                  </a:lnTo>
                  <a:lnTo>
                    <a:pt x="199107" y="471354"/>
                  </a:lnTo>
                  <a:lnTo>
                    <a:pt x="200219" y="473622"/>
                  </a:lnTo>
                  <a:lnTo>
                    <a:pt x="201332" y="475858"/>
                  </a:lnTo>
                  <a:lnTo>
                    <a:pt x="202444" y="478066"/>
                  </a:lnTo>
                  <a:lnTo>
                    <a:pt x="203556" y="480247"/>
                  </a:lnTo>
                  <a:lnTo>
                    <a:pt x="204669" y="482391"/>
                  </a:lnTo>
                  <a:lnTo>
                    <a:pt x="205781" y="484507"/>
                  </a:lnTo>
                  <a:lnTo>
                    <a:pt x="206893" y="486596"/>
                  </a:lnTo>
                  <a:lnTo>
                    <a:pt x="208006" y="488660"/>
                  </a:lnTo>
                  <a:lnTo>
                    <a:pt x="209118" y="490687"/>
                  </a:lnTo>
                  <a:lnTo>
                    <a:pt x="210230" y="492684"/>
                  </a:lnTo>
                  <a:lnTo>
                    <a:pt x="211343" y="494654"/>
                  </a:lnTo>
                  <a:lnTo>
                    <a:pt x="212455" y="496596"/>
                  </a:lnTo>
                  <a:lnTo>
                    <a:pt x="213567" y="498497"/>
                  </a:lnTo>
                  <a:lnTo>
                    <a:pt x="214680" y="500364"/>
                  </a:lnTo>
                  <a:lnTo>
                    <a:pt x="215792" y="502199"/>
                  </a:lnTo>
                  <a:lnTo>
                    <a:pt x="216904" y="504000"/>
                  </a:lnTo>
                  <a:lnTo>
                    <a:pt x="218017" y="505755"/>
                  </a:lnTo>
                  <a:lnTo>
                    <a:pt x="219129" y="507468"/>
                  </a:lnTo>
                  <a:lnTo>
                    <a:pt x="220241" y="509142"/>
                  </a:lnTo>
                  <a:lnTo>
                    <a:pt x="221354" y="510777"/>
                  </a:lnTo>
                  <a:lnTo>
                    <a:pt x="222466" y="512356"/>
                  </a:lnTo>
                  <a:lnTo>
                    <a:pt x="223578" y="513885"/>
                  </a:lnTo>
                  <a:lnTo>
                    <a:pt x="224691" y="515368"/>
                  </a:lnTo>
                  <a:lnTo>
                    <a:pt x="225803" y="516805"/>
                  </a:lnTo>
                  <a:lnTo>
                    <a:pt x="226915" y="518178"/>
                  </a:lnTo>
                  <a:lnTo>
                    <a:pt x="228028" y="519492"/>
                  </a:lnTo>
                  <a:lnTo>
                    <a:pt x="229140" y="520755"/>
                  </a:lnTo>
                  <a:lnTo>
                    <a:pt x="230252" y="521966"/>
                  </a:lnTo>
                  <a:lnTo>
                    <a:pt x="231365" y="523105"/>
                  </a:lnTo>
                  <a:lnTo>
                    <a:pt x="232477" y="524179"/>
                  </a:lnTo>
                  <a:lnTo>
                    <a:pt x="233589" y="525198"/>
                  </a:lnTo>
                  <a:lnTo>
                    <a:pt x="234702" y="526159"/>
                  </a:lnTo>
                  <a:lnTo>
                    <a:pt x="235814" y="527045"/>
                  </a:lnTo>
                  <a:lnTo>
                    <a:pt x="236926" y="527862"/>
                  </a:lnTo>
                  <a:lnTo>
                    <a:pt x="238039" y="528621"/>
                  </a:lnTo>
                  <a:lnTo>
                    <a:pt x="239151" y="529322"/>
                  </a:lnTo>
                  <a:lnTo>
                    <a:pt x="240263" y="529945"/>
                  </a:lnTo>
                  <a:lnTo>
                    <a:pt x="241376" y="530499"/>
                  </a:lnTo>
                  <a:lnTo>
                    <a:pt x="242488" y="530995"/>
                  </a:lnTo>
                  <a:lnTo>
                    <a:pt x="243600" y="531432"/>
                  </a:lnTo>
                  <a:lnTo>
                    <a:pt x="244713" y="531794"/>
                  </a:lnTo>
                  <a:lnTo>
                    <a:pt x="245825" y="532090"/>
                  </a:lnTo>
                  <a:lnTo>
                    <a:pt x="246937" y="532329"/>
                  </a:lnTo>
                  <a:lnTo>
                    <a:pt x="248049" y="532514"/>
                  </a:lnTo>
                  <a:lnTo>
                    <a:pt x="249162" y="532628"/>
                  </a:lnTo>
                  <a:lnTo>
                    <a:pt x="250274" y="532680"/>
                  </a:lnTo>
                  <a:lnTo>
                    <a:pt x="251386" y="532682"/>
                  </a:lnTo>
                  <a:lnTo>
                    <a:pt x="252499" y="532633"/>
                  </a:lnTo>
                  <a:lnTo>
                    <a:pt x="253611" y="532522"/>
                  </a:lnTo>
                  <a:lnTo>
                    <a:pt x="254723" y="532357"/>
                  </a:lnTo>
                  <a:lnTo>
                    <a:pt x="255836" y="532148"/>
                  </a:lnTo>
                  <a:lnTo>
                    <a:pt x="256948" y="531896"/>
                  </a:lnTo>
                  <a:lnTo>
                    <a:pt x="258060" y="531593"/>
                  </a:lnTo>
                  <a:lnTo>
                    <a:pt x="259173" y="531246"/>
                  </a:lnTo>
                  <a:lnTo>
                    <a:pt x="260285" y="530865"/>
                  </a:lnTo>
                  <a:lnTo>
                    <a:pt x="261397" y="530451"/>
                  </a:lnTo>
                  <a:lnTo>
                    <a:pt x="262510" y="529999"/>
                  </a:lnTo>
                  <a:lnTo>
                    <a:pt x="263622" y="529516"/>
                  </a:lnTo>
                  <a:lnTo>
                    <a:pt x="264734" y="529010"/>
                  </a:lnTo>
                  <a:lnTo>
                    <a:pt x="265847" y="528484"/>
                  </a:lnTo>
                  <a:lnTo>
                    <a:pt x="266959" y="527937"/>
                  </a:lnTo>
                  <a:lnTo>
                    <a:pt x="268071" y="527375"/>
                  </a:lnTo>
                  <a:lnTo>
                    <a:pt x="269184" y="526804"/>
                  </a:lnTo>
                  <a:lnTo>
                    <a:pt x="270296" y="526227"/>
                  </a:lnTo>
                  <a:lnTo>
                    <a:pt x="271408" y="525647"/>
                  </a:lnTo>
                  <a:lnTo>
                    <a:pt x="272521" y="525070"/>
                  </a:lnTo>
                  <a:lnTo>
                    <a:pt x="273633" y="524501"/>
                  </a:lnTo>
                  <a:lnTo>
                    <a:pt x="274745" y="523941"/>
                  </a:lnTo>
                  <a:lnTo>
                    <a:pt x="275858" y="523399"/>
                  </a:lnTo>
                  <a:lnTo>
                    <a:pt x="276970" y="522879"/>
                  </a:lnTo>
                  <a:lnTo>
                    <a:pt x="278082" y="522383"/>
                  </a:lnTo>
                  <a:lnTo>
                    <a:pt x="279195" y="521911"/>
                  </a:lnTo>
                  <a:lnTo>
                    <a:pt x="280307" y="521476"/>
                  </a:lnTo>
                  <a:lnTo>
                    <a:pt x="281419" y="521083"/>
                  </a:lnTo>
                  <a:lnTo>
                    <a:pt x="282532" y="520727"/>
                  </a:lnTo>
                  <a:lnTo>
                    <a:pt x="283644" y="520409"/>
                  </a:lnTo>
                  <a:lnTo>
                    <a:pt x="284756" y="520144"/>
                  </a:lnTo>
                  <a:lnTo>
                    <a:pt x="285869" y="519936"/>
                  </a:lnTo>
                  <a:lnTo>
                    <a:pt x="286981" y="519775"/>
                  </a:lnTo>
                  <a:lnTo>
                    <a:pt x="288093" y="519662"/>
                  </a:lnTo>
                  <a:lnTo>
                    <a:pt x="289206" y="519611"/>
                  </a:lnTo>
                  <a:lnTo>
                    <a:pt x="290318" y="519625"/>
                  </a:lnTo>
                  <a:lnTo>
                    <a:pt x="291430" y="519690"/>
                  </a:lnTo>
                  <a:lnTo>
                    <a:pt x="292543" y="519806"/>
                  </a:lnTo>
                  <a:lnTo>
                    <a:pt x="293655" y="519986"/>
                  </a:lnTo>
                  <a:lnTo>
                    <a:pt x="294767" y="520229"/>
                  </a:lnTo>
                  <a:lnTo>
                    <a:pt x="295880" y="520520"/>
                  </a:lnTo>
                  <a:lnTo>
                    <a:pt x="296992" y="520857"/>
                  </a:lnTo>
                  <a:lnTo>
                    <a:pt x="298104" y="521250"/>
                  </a:lnTo>
                  <a:lnTo>
                    <a:pt x="299217" y="521693"/>
                  </a:lnTo>
                  <a:lnTo>
                    <a:pt x="300329" y="522174"/>
                  </a:lnTo>
                  <a:lnTo>
                    <a:pt x="301441" y="522689"/>
                  </a:lnTo>
                  <a:lnTo>
                    <a:pt x="302554" y="523240"/>
                  </a:lnTo>
                  <a:lnTo>
                    <a:pt x="303666" y="523822"/>
                  </a:lnTo>
                  <a:lnTo>
                    <a:pt x="304778" y="524422"/>
                  </a:lnTo>
                  <a:lnTo>
                    <a:pt x="305891" y="525037"/>
                  </a:lnTo>
                  <a:lnTo>
                    <a:pt x="307003" y="525665"/>
                  </a:lnTo>
                  <a:lnTo>
                    <a:pt x="308115" y="526294"/>
                  </a:lnTo>
                  <a:lnTo>
                    <a:pt x="309228" y="526920"/>
                  </a:lnTo>
                  <a:lnTo>
                    <a:pt x="310340" y="527537"/>
                  </a:lnTo>
                  <a:lnTo>
                    <a:pt x="311452" y="528138"/>
                  </a:lnTo>
                  <a:lnTo>
                    <a:pt x="312565" y="528710"/>
                  </a:lnTo>
                  <a:lnTo>
                    <a:pt x="313677" y="529255"/>
                  </a:lnTo>
                  <a:lnTo>
                    <a:pt x="314789" y="529769"/>
                  </a:lnTo>
                  <a:lnTo>
                    <a:pt x="315902" y="530239"/>
                  </a:lnTo>
                  <a:lnTo>
                    <a:pt x="317014" y="530652"/>
                  </a:lnTo>
                  <a:lnTo>
                    <a:pt x="318126" y="531016"/>
                  </a:lnTo>
                  <a:lnTo>
                    <a:pt x="319239" y="531329"/>
                  </a:lnTo>
                  <a:lnTo>
                    <a:pt x="320351" y="531576"/>
                  </a:lnTo>
                  <a:lnTo>
                    <a:pt x="321463" y="531745"/>
                  </a:lnTo>
                  <a:lnTo>
                    <a:pt x="322576" y="531851"/>
                  </a:lnTo>
                  <a:lnTo>
                    <a:pt x="323688" y="531891"/>
                  </a:lnTo>
                  <a:lnTo>
                    <a:pt x="324800" y="531853"/>
                  </a:lnTo>
                  <a:lnTo>
                    <a:pt x="325913" y="531724"/>
                  </a:lnTo>
                  <a:lnTo>
                    <a:pt x="327025" y="531525"/>
                  </a:lnTo>
                  <a:lnTo>
                    <a:pt x="328137" y="531257"/>
                  </a:lnTo>
                  <a:lnTo>
                    <a:pt x="329250" y="530907"/>
                  </a:lnTo>
                  <a:lnTo>
                    <a:pt x="330362" y="530466"/>
                  </a:lnTo>
                  <a:lnTo>
                    <a:pt x="331474" y="529957"/>
                  </a:lnTo>
                  <a:lnTo>
                    <a:pt x="332587" y="529383"/>
                  </a:lnTo>
                  <a:lnTo>
                    <a:pt x="333699" y="528734"/>
                  </a:lnTo>
                  <a:lnTo>
                    <a:pt x="334811" y="528006"/>
                  </a:lnTo>
                  <a:lnTo>
                    <a:pt x="335924" y="527221"/>
                  </a:lnTo>
                  <a:lnTo>
                    <a:pt x="337036" y="526382"/>
                  </a:lnTo>
                  <a:lnTo>
                    <a:pt x="338148" y="525484"/>
                  </a:lnTo>
                  <a:lnTo>
                    <a:pt x="339261" y="524526"/>
                  </a:lnTo>
                  <a:lnTo>
                    <a:pt x="340373" y="523528"/>
                  </a:lnTo>
                  <a:lnTo>
                    <a:pt x="341485" y="522494"/>
                  </a:lnTo>
                  <a:lnTo>
                    <a:pt x="342598" y="521423"/>
                  </a:lnTo>
                  <a:lnTo>
                    <a:pt x="343710" y="520317"/>
                  </a:lnTo>
                  <a:lnTo>
                    <a:pt x="344822" y="519191"/>
                  </a:lnTo>
                  <a:lnTo>
                    <a:pt x="345935" y="518049"/>
                  </a:lnTo>
                  <a:lnTo>
                    <a:pt x="347047" y="516894"/>
                  </a:lnTo>
                  <a:lnTo>
                    <a:pt x="348159" y="515731"/>
                  </a:lnTo>
                  <a:lnTo>
                    <a:pt x="349272" y="514569"/>
                  </a:lnTo>
                  <a:lnTo>
                    <a:pt x="350384" y="513411"/>
                  </a:lnTo>
                  <a:lnTo>
                    <a:pt x="351496" y="512261"/>
                  </a:lnTo>
                  <a:lnTo>
                    <a:pt x="352609" y="511130"/>
                  </a:lnTo>
                  <a:lnTo>
                    <a:pt x="353721" y="510017"/>
                  </a:lnTo>
                  <a:lnTo>
                    <a:pt x="354833" y="508925"/>
                  </a:lnTo>
                  <a:lnTo>
                    <a:pt x="355946" y="507860"/>
                  </a:lnTo>
                  <a:lnTo>
                    <a:pt x="357058" y="506834"/>
                  </a:lnTo>
                  <a:lnTo>
                    <a:pt x="358170" y="505840"/>
                  </a:lnTo>
                  <a:lnTo>
                    <a:pt x="359283" y="504880"/>
                  </a:lnTo>
                  <a:lnTo>
                    <a:pt x="360395" y="503959"/>
                  </a:lnTo>
                  <a:lnTo>
                    <a:pt x="361507" y="503091"/>
                  </a:lnTo>
                  <a:lnTo>
                    <a:pt x="362620" y="502262"/>
                  </a:lnTo>
                  <a:lnTo>
                    <a:pt x="363732" y="501474"/>
                  </a:lnTo>
                  <a:lnTo>
                    <a:pt x="364844" y="500733"/>
                  </a:lnTo>
                  <a:lnTo>
                    <a:pt x="365957" y="500049"/>
                  </a:lnTo>
                  <a:lnTo>
                    <a:pt x="367069" y="499407"/>
                  </a:lnTo>
                  <a:lnTo>
                    <a:pt x="368181" y="498807"/>
                  </a:lnTo>
                  <a:lnTo>
                    <a:pt x="369294" y="498254"/>
                  </a:lnTo>
                  <a:lnTo>
                    <a:pt x="370406" y="497757"/>
                  </a:lnTo>
                  <a:lnTo>
                    <a:pt x="371518" y="497299"/>
                  </a:lnTo>
                  <a:lnTo>
                    <a:pt x="372631" y="496879"/>
                  </a:lnTo>
                  <a:lnTo>
                    <a:pt x="373743" y="496501"/>
                  </a:lnTo>
                  <a:lnTo>
                    <a:pt x="374855" y="496172"/>
                  </a:lnTo>
                  <a:lnTo>
                    <a:pt x="375968" y="495876"/>
                  </a:lnTo>
                  <a:lnTo>
                    <a:pt x="377080" y="495612"/>
                  </a:lnTo>
                  <a:lnTo>
                    <a:pt x="378192" y="495381"/>
                  </a:lnTo>
                  <a:lnTo>
                    <a:pt x="379305" y="495188"/>
                  </a:lnTo>
                  <a:lnTo>
                    <a:pt x="380417" y="495020"/>
                  </a:lnTo>
                  <a:lnTo>
                    <a:pt x="381529" y="494876"/>
                  </a:lnTo>
                  <a:lnTo>
                    <a:pt x="382642" y="494757"/>
                  </a:lnTo>
                  <a:lnTo>
                    <a:pt x="383754" y="494665"/>
                  </a:lnTo>
                  <a:lnTo>
                    <a:pt x="384866" y="494590"/>
                  </a:lnTo>
                  <a:lnTo>
                    <a:pt x="385979" y="494533"/>
                  </a:lnTo>
                  <a:lnTo>
                    <a:pt x="387091" y="494492"/>
                  </a:lnTo>
                  <a:lnTo>
                    <a:pt x="388203" y="494471"/>
                  </a:lnTo>
                  <a:lnTo>
                    <a:pt x="389316" y="494463"/>
                  </a:lnTo>
                  <a:lnTo>
                    <a:pt x="390428" y="494467"/>
                  </a:lnTo>
                  <a:lnTo>
                    <a:pt x="391540" y="494485"/>
                  </a:lnTo>
                  <a:lnTo>
                    <a:pt x="392653" y="494520"/>
                  </a:lnTo>
                  <a:lnTo>
                    <a:pt x="393765" y="494567"/>
                  </a:lnTo>
                  <a:lnTo>
                    <a:pt x="394877" y="494628"/>
                  </a:lnTo>
                  <a:lnTo>
                    <a:pt x="395990" y="494702"/>
                  </a:lnTo>
                  <a:lnTo>
                    <a:pt x="397102" y="494798"/>
                  </a:lnTo>
                  <a:lnTo>
                    <a:pt x="398214" y="494911"/>
                  </a:lnTo>
                  <a:lnTo>
                    <a:pt x="399327" y="495042"/>
                  </a:lnTo>
                  <a:lnTo>
                    <a:pt x="400439" y="495193"/>
                  </a:lnTo>
                  <a:lnTo>
                    <a:pt x="401551" y="495377"/>
                  </a:lnTo>
                  <a:lnTo>
                    <a:pt x="402664" y="495586"/>
                  </a:lnTo>
                  <a:lnTo>
                    <a:pt x="403776" y="495822"/>
                  </a:lnTo>
                  <a:lnTo>
                    <a:pt x="404888" y="496089"/>
                  </a:lnTo>
                  <a:lnTo>
                    <a:pt x="406001" y="496404"/>
                  </a:lnTo>
                  <a:lnTo>
                    <a:pt x="407113" y="496756"/>
                  </a:lnTo>
                  <a:lnTo>
                    <a:pt x="408225" y="497146"/>
                  </a:lnTo>
                  <a:lnTo>
                    <a:pt x="409338" y="497580"/>
                  </a:lnTo>
                  <a:lnTo>
                    <a:pt x="410450" y="498078"/>
                  </a:lnTo>
                  <a:lnTo>
                    <a:pt x="411562" y="498625"/>
                  </a:lnTo>
                  <a:lnTo>
                    <a:pt x="412675" y="499222"/>
                  </a:lnTo>
                  <a:lnTo>
                    <a:pt x="413787" y="499872"/>
                  </a:lnTo>
                  <a:lnTo>
                    <a:pt x="414899" y="500603"/>
                  </a:lnTo>
                  <a:lnTo>
                    <a:pt x="416012" y="501391"/>
                  </a:lnTo>
                  <a:lnTo>
                    <a:pt x="417124" y="502237"/>
                  </a:lnTo>
                  <a:lnTo>
                    <a:pt x="418236" y="503143"/>
                  </a:lnTo>
                  <a:lnTo>
                    <a:pt x="419349" y="504139"/>
                  </a:lnTo>
                  <a:lnTo>
                    <a:pt x="420461" y="505195"/>
                  </a:lnTo>
                  <a:lnTo>
                    <a:pt x="421573" y="506311"/>
                  </a:lnTo>
                  <a:lnTo>
                    <a:pt x="422686" y="507490"/>
                  </a:lnTo>
                  <a:lnTo>
                    <a:pt x="423798" y="508757"/>
                  </a:lnTo>
                  <a:lnTo>
                    <a:pt x="424910" y="510082"/>
                  </a:lnTo>
                  <a:lnTo>
                    <a:pt x="426023" y="511463"/>
                  </a:lnTo>
                  <a:lnTo>
                    <a:pt x="427135" y="512900"/>
                  </a:lnTo>
                  <a:lnTo>
                    <a:pt x="428247" y="514415"/>
                  </a:lnTo>
                  <a:lnTo>
                    <a:pt x="429360" y="515977"/>
                  </a:lnTo>
                  <a:lnTo>
                    <a:pt x="430472" y="517585"/>
                  </a:lnTo>
                  <a:lnTo>
                    <a:pt x="431584" y="519236"/>
                  </a:lnTo>
                  <a:lnTo>
                    <a:pt x="432697" y="520944"/>
                  </a:lnTo>
                  <a:lnTo>
                    <a:pt x="433809" y="522684"/>
                  </a:lnTo>
                  <a:lnTo>
                    <a:pt x="434921" y="524454"/>
                  </a:lnTo>
                  <a:lnTo>
                    <a:pt x="436034" y="526250"/>
                  </a:lnTo>
                  <a:lnTo>
                    <a:pt x="437146" y="528075"/>
                  </a:lnTo>
                  <a:lnTo>
                    <a:pt x="438258" y="529913"/>
                  </a:lnTo>
                  <a:lnTo>
                    <a:pt x="439371" y="531761"/>
                  </a:lnTo>
                  <a:lnTo>
                    <a:pt x="440483" y="533616"/>
                  </a:lnTo>
                  <a:lnTo>
                    <a:pt x="441595" y="535470"/>
                  </a:lnTo>
                  <a:lnTo>
                    <a:pt x="442708" y="537317"/>
                  </a:lnTo>
                  <a:lnTo>
                    <a:pt x="443820" y="539154"/>
                  </a:lnTo>
                  <a:lnTo>
                    <a:pt x="444932" y="540978"/>
                  </a:lnTo>
                  <a:lnTo>
                    <a:pt x="446045" y="542773"/>
                  </a:lnTo>
                  <a:lnTo>
                    <a:pt x="447157" y="544543"/>
                  </a:lnTo>
                  <a:lnTo>
                    <a:pt x="448269" y="546286"/>
                  </a:lnTo>
                  <a:lnTo>
                    <a:pt x="449382" y="547998"/>
                  </a:lnTo>
                  <a:lnTo>
                    <a:pt x="450494" y="549659"/>
                  </a:lnTo>
                  <a:lnTo>
                    <a:pt x="451606" y="551280"/>
                  </a:lnTo>
                  <a:lnTo>
                    <a:pt x="452719" y="552860"/>
                  </a:lnTo>
                  <a:lnTo>
                    <a:pt x="453831" y="554397"/>
                  </a:lnTo>
                  <a:lnTo>
                    <a:pt x="454943" y="555867"/>
                  </a:lnTo>
                  <a:lnTo>
                    <a:pt x="456056" y="557288"/>
                  </a:lnTo>
                  <a:lnTo>
                    <a:pt x="457168" y="558660"/>
                  </a:lnTo>
                  <a:lnTo>
                    <a:pt x="458280" y="559982"/>
                  </a:lnTo>
                  <a:lnTo>
                    <a:pt x="459393" y="561230"/>
                  </a:lnTo>
                  <a:lnTo>
                    <a:pt x="460505" y="562424"/>
                  </a:lnTo>
                  <a:lnTo>
                    <a:pt x="461617" y="563566"/>
                  </a:lnTo>
                  <a:lnTo>
                    <a:pt x="462730" y="564657"/>
                  </a:lnTo>
                  <a:lnTo>
                    <a:pt x="463842" y="565673"/>
                  </a:lnTo>
                  <a:lnTo>
                    <a:pt x="464954" y="566636"/>
                  </a:lnTo>
                  <a:lnTo>
                    <a:pt x="466067" y="567549"/>
                  </a:lnTo>
                  <a:lnTo>
                    <a:pt x="467179" y="568413"/>
                  </a:lnTo>
                  <a:lnTo>
                    <a:pt x="468291" y="569207"/>
                  </a:lnTo>
                  <a:lnTo>
                    <a:pt x="469404" y="569953"/>
                  </a:lnTo>
                  <a:lnTo>
                    <a:pt x="470516" y="570654"/>
                  </a:lnTo>
                  <a:lnTo>
                    <a:pt x="471628" y="571311"/>
                  </a:lnTo>
                  <a:lnTo>
                    <a:pt x="472741" y="571908"/>
                  </a:lnTo>
                  <a:lnTo>
                    <a:pt x="473853" y="572463"/>
                  </a:lnTo>
                  <a:lnTo>
                    <a:pt x="474965" y="572980"/>
                  </a:lnTo>
                  <a:lnTo>
                    <a:pt x="476078" y="573460"/>
                  </a:lnTo>
                  <a:lnTo>
                    <a:pt x="477190" y="573891"/>
                  </a:lnTo>
                  <a:lnTo>
                    <a:pt x="478302" y="574288"/>
                  </a:lnTo>
                  <a:lnTo>
                    <a:pt x="479415" y="574654"/>
                  </a:lnTo>
                  <a:lnTo>
                    <a:pt x="480527" y="574991"/>
                  </a:lnTo>
                  <a:lnTo>
                    <a:pt x="481639" y="575289"/>
                  </a:lnTo>
                  <a:lnTo>
                    <a:pt x="482752" y="575560"/>
                  </a:lnTo>
                  <a:lnTo>
                    <a:pt x="483864" y="575808"/>
                  </a:lnTo>
                  <a:lnTo>
                    <a:pt x="484976" y="576034"/>
                  </a:lnTo>
                  <a:lnTo>
                    <a:pt x="486089" y="576231"/>
                  </a:lnTo>
                  <a:lnTo>
                    <a:pt x="487201" y="576407"/>
                  </a:lnTo>
                  <a:lnTo>
                    <a:pt x="488313" y="576566"/>
                  </a:lnTo>
                  <a:lnTo>
                    <a:pt x="489426" y="576708"/>
                  </a:lnTo>
                  <a:lnTo>
                    <a:pt x="490538" y="576829"/>
                  </a:lnTo>
                  <a:lnTo>
                    <a:pt x="491650" y="576935"/>
                  </a:lnTo>
                  <a:lnTo>
                    <a:pt x="492762" y="577028"/>
                  </a:lnTo>
                  <a:lnTo>
                    <a:pt x="493875" y="577109"/>
                  </a:lnTo>
                  <a:lnTo>
                    <a:pt x="494987" y="577173"/>
                  </a:lnTo>
                  <a:lnTo>
                    <a:pt x="496099" y="577227"/>
                  </a:lnTo>
                  <a:lnTo>
                    <a:pt x="497212" y="577270"/>
                  </a:lnTo>
                  <a:lnTo>
                    <a:pt x="498324" y="577304"/>
                  </a:lnTo>
                  <a:lnTo>
                    <a:pt x="499436" y="577325"/>
                  </a:lnTo>
                  <a:lnTo>
                    <a:pt x="500549" y="577337"/>
                  </a:lnTo>
                  <a:lnTo>
                    <a:pt x="501661" y="577341"/>
                  </a:lnTo>
                  <a:lnTo>
                    <a:pt x="502773" y="577336"/>
                  </a:lnTo>
                  <a:lnTo>
                    <a:pt x="503886" y="577321"/>
                  </a:lnTo>
                  <a:lnTo>
                    <a:pt x="504998" y="577296"/>
                  </a:lnTo>
                  <a:lnTo>
                    <a:pt x="506110" y="577264"/>
                  </a:lnTo>
                  <a:lnTo>
                    <a:pt x="507223" y="577223"/>
                  </a:lnTo>
                  <a:lnTo>
                    <a:pt x="508335" y="577172"/>
                  </a:lnTo>
                  <a:lnTo>
                    <a:pt x="509447" y="577111"/>
                  </a:lnTo>
                  <a:lnTo>
                    <a:pt x="510560" y="577041"/>
                  </a:lnTo>
                  <a:lnTo>
                    <a:pt x="511672" y="576962"/>
                  </a:lnTo>
                  <a:lnTo>
                    <a:pt x="512784" y="576871"/>
                  </a:lnTo>
                  <a:lnTo>
                    <a:pt x="513897" y="576769"/>
                  </a:lnTo>
                  <a:lnTo>
                    <a:pt x="515009" y="576658"/>
                  </a:lnTo>
                  <a:lnTo>
                    <a:pt x="516121" y="576536"/>
                  </a:lnTo>
                  <a:lnTo>
                    <a:pt x="517234" y="576399"/>
                  </a:lnTo>
                  <a:lnTo>
                    <a:pt x="518346" y="576250"/>
                  </a:lnTo>
                  <a:lnTo>
                    <a:pt x="519458" y="576089"/>
                  </a:lnTo>
                  <a:lnTo>
                    <a:pt x="520571" y="575917"/>
                  </a:lnTo>
                  <a:lnTo>
                    <a:pt x="521683" y="575728"/>
                  </a:lnTo>
                  <a:lnTo>
                    <a:pt x="522795" y="575525"/>
                  </a:lnTo>
                  <a:lnTo>
                    <a:pt x="523908" y="575308"/>
                  </a:lnTo>
                  <a:lnTo>
                    <a:pt x="525020" y="575079"/>
                  </a:lnTo>
                  <a:lnTo>
                    <a:pt x="526132" y="574832"/>
                  </a:lnTo>
                  <a:lnTo>
                    <a:pt x="527245" y="574570"/>
                  </a:lnTo>
                  <a:lnTo>
                    <a:pt x="528357" y="574295"/>
                  </a:lnTo>
                  <a:lnTo>
                    <a:pt x="529469" y="574006"/>
                  </a:lnTo>
                  <a:lnTo>
                    <a:pt x="530582" y="573699"/>
                  </a:lnTo>
                  <a:lnTo>
                    <a:pt x="531694" y="573377"/>
                  </a:lnTo>
                  <a:lnTo>
                    <a:pt x="532806" y="573043"/>
                  </a:lnTo>
                  <a:lnTo>
                    <a:pt x="533919" y="572697"/>
                  </a:lnTo>
                  <a:lnTo>
                    <a:pt x="535031" y="572335"/>
                  </a:lnTo>
                  <a:lnTo>
                    <a:pt x="536143" y="571960"/>
                  </a:lnTo>
                  <a:lnTo>
                    <a:pt x="537256" y="571575"/>
                  </a:lnTo>
                  <a:lnTo>
                    <a:pt x="538368" y="571181"/>
                  </a:lnTo>
                  <a:lnTo>
                    <a:pt x="539480" y="570776"/>
                  </a:lnTo>
                  <a:lnTo>
                    <a:pt x="540593" y="570363"/>
                  </a:lnTo>
                  <a:lnTo>
                    <a:pt x="541705" y="569944"/>
                  </a:lnTo>
                  <a:lnTo>
                    <a:pt x="542817" y="569521"/>
                  </a:lnTo>
                  <a:lnTo>
                    <a:pt x="543930" y="569093"/>
                  </a:lnTo>
                  <a:lnTo>
                    <a:pt x="545042" y="568665"/>
                  </a:lnTo>
                  <a:lnTo>
                    <a:pt x="546154" y="568237"/>
                  </a:lnTo>
                  <a:lnTo>
                    <a:pt x="547267" y="567810"/>
                  </a:lnTo>
                  <a:lnTo>
                    <a:pt x="548379" y="567389"/>
                  </a:lnTo>
                  <a:lnTo>
                    <a:pt x="549491" y="566975"/>
                  </a:lnTo>
                  <a:lnTo>
                    <a:pt x="550604" y="566568"/>
                  </a:lnTo>
                  <a:lnTo>
                    <a:pt x="551716" y="566171"/>
                  </a:lnTo>
                  <a:lnTo>
                    <a:pt x="552828" y="565789"/>
                  </a:lnTo>
                  <a:lnTo>
                    <a:pt x="553941" y="565423"/>
                  </a:lnTo>
                  <a:lnTo>
                    <a:pt x="555053" y="565073"/>
                  </a:lnTo>
                  <a:lnTo>
                    <a:pt x="556165" y="564739"/>
                  </a:lnTo>
                  <a:lnTo>
                    <a:pt x="557278" y="564430"/>
                  </a:lnTo>
                  <a:lnTo>
                    <a:pt x="558390" y="564146"/>
                  </a:lnTo>
                  <a:lnTo>
                    <a:pt x="559502" y="563885"/>
                  </a:lnTo>
                  <a:lnTo>
                    <a:pt x="560615" y="563647"/>
                  </a:lnTo>
                  <a:lnTo>
                    <a:pt x="561727" y="563441"/>
                  </a:lnTo>
                  <a:lnTo>
                    <a:pt x="562839" y="563267"/>
                  </a:lnTo>
                  <a:lnTo>
                    <a:pt x="563952" y="563120"/>
                  </a:lnTo>
                  <a:lnTo>
                    <a:pt x="565064" y="563001"/>
                  </a:lnTo>
                  <a:lnTo>
                    <a:pt x="566176" y="562919"/>
                  </a:lnTo>
                  <a:lnTo>
                    <a:pt x="567289" y="562872"/>
                  </a:lnTo>
                  <a:lnTo>
                    <a:pt x="568401" y="562855"/>
                  </a:lnTo>
                  <a:lnTo>
                    <a:pt x="568401" y="577847"/>
                  </a:lnTo>
                  <a:lnTo>
                    <a:pt x="567289" y="577847"/>
                  </a:lnTo>
                  <a:lnTo>
                    <a:pt x="566176" y="577847"/>
                  </a:lnTo>
                  <a:lnTo>
                    <a:pt x="565064" y="577847"/>
                  </a:lnTo>
                  <a:lnTo>
                    <a:pt x="563952" y="577847"/>
                  </a:lnTo>
                  <a:lnTo>
                    <a:pt x="562839" y="577847"/>
                  </a:lnTo>
                  <a:lnTo>
                    <a:pt x="561727" y="577847"/>
                  </a:lnTo>
                  <a:lnTo>
                    <a:pt x="560615" y="577847"/>
                  </a:lnTo>
                  <a:lnTo>
                    <a:pt x="559502" y="577847"/>
                  </a:lnTo>
                  <a:lnTo>
                    <a:pt x="558390" y="577847"/>
                  </a:lnTo>
                  <a:lnTo>
                    <a:pt x="557278" y="577847"/>
                  </a:lnTo>
                  <a:lnTo>
                    <a:pt x="556165" y="577847"/>
                  </a:lnTo>
                  <a:lnTo>
                    <a:pt x="555053" y="577847"/>
                  </a:lnTo>
                  <a:lnTo>
                    <a:pt x="553941" y="577847"/>
                  </a:lnTo>
                  <a:lnTo>
                    <a:pt x="552828" y="577847"/>
                  </a:lnTo>
                  <a:lnTo>
                    <a:pt x="551716" y="577847"/>
                  </a:lnTo>
                  <a:lnTo>
                    <a:pt x="550604" y="577847"/>
                  </a:lnTo>
                  <a:lnTo>
                    <a:pt x="549491" y="577847"/>
                  </a:lnTo>
                  <a:lnTo>
                    <a:pt x="548379" y="577847"/>
                  </a:lnTo>
                  <a:lnTo>
                    <a:pt x="547267" y="577847"/>
                  </a:lnTo>
                  <a:lnTo>
                    <a:pt x="546154" y="577847"/>
                  </a:lnTo>
                  <a:lnTo>
                    <a:pt x="545042" y="577847"/>
                  </a:lnTo>
                  <a:lnTo>
                    <a:pt x="543930" y="577847"/>
                  </a:lnTo>
                  <a:lnTo>
                    <a:pt x="542817" y="577847"/>
                  </a:lnTo>
                  <a:lnTo>
                    <a:pt x="541705" y="577847"/>
                  </a:lnTo>
                  <a:lnTo>
                    <a:pt x="540593" y="577847"/>
                  </a:lnTo>
                  <a:lnTo>
                    <a:pt x="539480" y="577847"/>
                  </a:lnTo>
                  <a:lnTo>
                    <a:pt x="538368" y="577847"/>
                  </a:lnTo>
                  <a:lnTo>
                    <a:pt x="537256" y="577847"/>
                  </a:lnTo>
                  <a:lnTo>
                    <a:pt x="536143" y="577847"/>
                  </a:lnTo>
                  <a:lnTo>
                    <a:pt x="535031" y="577847"/>
                  </a:lnTo>
                  <a:lnTo>
                    <a:pt x="533919" y="577847"/>
                  </a:lnTo>
                  <a:lnTo>
                    <a:pt x="532806" y="577847"/>
                  </a:lnTo>
                  <a:lnTo>
                    <a:pt x="531694" y="577847"/>
                  </a:lnTo>
                  <a:lnTo>
                    <a:pt x="530582" y="577847"/>
                  </a:lnTo>
                  <a:lnTo>
                    <a:pt x="529469" y="577847"/>
                  </a:lnTo>
                  <a:lnTo>
                    <a:pt x="528357" y="577847"/>
                  </a:lnTo>
                  <a:lnTo>
                    <a:pt x="527245" y="577847"/>
                  </a:lnTo>
                  <a:lnTo>
                    <a:pt x="526132" y="577847"/>
                  </a:lnTo>
                  <a:lnTo>
                    <a:pt x="525020" y="577847"/>
                  </a:lnTo>
                  <a:lnTo>
                    <a:pt x="523908" y="577847"/>
                  </a:lnTo>
                  <a:lnTo>
                    <a:pt x="522795" y="577847"/>
                  </a:lnTo>
                  <a:lnTo>
                    <a:pt x="521683" y="577847"/>
                  </a:lnTo>
                  <a:lnTo>
                    <a:pt x="520571" y="577847"/>
                  </a:lnTo>
                  <a:lnTo>
                    <a:pt x="519458" y="577847"/>
                  </a:lnTo>
                  <a:lnTo>
                    <a:pt x="518346" y="577847"/>
                  </a:lnTo>
                  <a:lnTo>
                    <a:pt x="517234" y="577847"/>
                  </a:lnTo>
                  <a:lnTo>
                    <a:pt x="516121" y="577847"/>
                  </a:lnTo>
                  <a:lnTo>
                    <a:pt x="515009" y="577847"/>
                  </a:lnTo>
                  <a:lnTo>
                    <a:pt x="513897" y="577847"/>
                  </a:lnTo>
                  <a:lnTo>
                    <a:pt x="512784" y="577847"/>
                  </a:lnTo>
                  <a:lnTo>
                    <a:pt x="511672" y="577847"/>
                  </a:lnTo>
                  <a:lnTo>
                    <a:pt x="510560" y="577847"/>
                  </a:lnTo>
                  <a:lnTo>
                    <a:pt x="509447" y="577847"/>
                  </a:lnTo>
                  <a:lnTo>
                    <a:pt x="508335" y="577847"/>
                  </a:lnTo>
                  <a:lnTo>
                    <a:pt x="507223" y="577847"/>
                  </a:lnTo>
                  <a:lnTo>
                    <a:pt x="506110" y="577847"/>
                  </a:lnTo>
                  <a:lnTo>
                    <a:pt x="504998" y="577847"/>
                  </a:lnTo>
                  <a:lnTo>
                    <a:pt x="503886" y="577847"/>
                  </a:lnTo>
                  <a:lnTo>
                    <a:pt x="502773" y="577847"/>
                  </a:lnTo>
                  <a:lnTo>
                    <a:pt x="501661" y="577847"/>
                  </a:lnTo>
                  <a:lnTo>
                    <a:pt x="500549" y="577847"/>
                  </a:lnTo>
                  <a:lnTo>
                    <a:pt x="499436" y="577847"/>
                  </a:lnTo>
                  <a:lnTo>
                    <a:pt x="498324" y="577847"/>
                  </a:lnTo>
                  <a:lnTo>
                    <a:pt x="497212" y="577847"/>
                  </a:lnTo>
                  <a:lnTo>
                    <a:pt x="496099" y="577847"/>
                  </a:lnTo>
                  <a:lnTo>
                    <a:pt x="494987" y="577847"/>
                  </a:lnTo>
                  <a:lnTo>
                    <a:pt x="493875" y="577847"/>
                  </a:lnTo>
                  <a:lnTo>
                    <a:pt x="492762" y="577847"/>
                  </a:lnTo>
                  <a:lnTo>
                    <a:pt x="491650" y="577847"/>
                  </a:lnTo>
                  <a:lnTo>
                    <a:pt x="490538" y="577847"/>
                  </a:lnTo>
                  <a:lnTo>
                    <a:pt x="489426" y="577847"/>
                  </a:lnTo>
                  <a:lnTo>
                    <a:pt x="488313" y="577847"/>
                  </a:lnTo>
                  <a:lnTo>
                    <a:pt x="487201" y="577847"/>
                  </a:lnTo>
                  <a:lnTo>
                    <a:pt x="486089" y="577847"/>
                  </a:lnTo>
                  <a:lnTo>
                    <a:pt x="484976" y="577847"/>
                  </a:lnTo>
                  <a:lnTo>
                    <a:pt x="483864" y="577847"/>
                  </a:lnTo>
                  <a:lnTo>
                    <a:pt x="482752" y="577847"/>
                  </a:lnTo>
                  <a:lnTo>
                    <a:pt x="481639" y="577847"/>
                  </a:lnTo>
                  <a:lnTo>
                    <a:pt x="480527" y="577847"/>
                  </a:lnTo>
                  <a:lnTo>
                    <a:pt x="479415" y="577847"/>
                  </a:lnTo>
                  <a:lnTo>
                    <a:pt x="478302" y="577847"/>
                  </a:lnTo>
                  <a:lnTo>
                    <a:pt x="477190" y="577847"/>
                  </a:lnTo>
                  <a:lnTo>
                    <a:pt x="476078" y="577847"/>
                  </a:lnTo>
                  <a:lnTo>
                    <a:pt x="474965" y="577847"/>
                  </a:lnTo>
                  <a:lnTo>
                    <a:pt x="473853" y="577847"/>
                  </a:lnTo>
                  <a:lnTo>
                    <a:pt x="472741" y="577847"/>
                  </a:lnTo>
                  <a:lnTo>
                    <a:pt x="471628" y="577847"/>
                  </a:lnTo>
                  <a:lnTo>
                    <a:pt x="470516" y="577847"/>
                  </a:lnTo>
                  <a:lnTo>
                    <a:pt x="469404" y="577847"/>
                  </a:lnTo>
                  <a:lnTo>
                    <a:pt x="468291" y="577847"/>
                  </a:lnTo>
                  <a:lnTo>
                    <a:pt x="467179" y="577847"/>
                  </a:lnTo>
                  <a:lnTo>
                    <a:pt x="466067" y="577847"/>
                  </a:lnTo>
                  <a:lnTo>
                    <a:pt x="464954" y="577847"/>
                  </a:lnTo>
                  <a:lnTo>
                    <a:pt x="463842" y="577847"/>
                  </a:lnTo>
                  <a:lnTo>
                    <a:pt x="462730" y="577847"/>
                  </a:lnTo>
                  <a:lnTo>
                    <a:pt x="461617" y="577847"/>
                  </a:lnTo>
                  <a:lnTo>
                    <a:pt x="460505" y="577847"/>
                  </a:lnTo>
                  <a:lnTo>
                    <a:pt x="459393" y="577847"/>
                  </a:lnTo>
                  <a:lnTo>
                    <a:pt x="458280" y="577847"/>
                  </a:lnTo>
                  <a:lnTo>
                    <a:pt x="457168" y="577847"/>
                  </a:lnTo>
                  <a:lnTo>
                    <a:pt x="456056" y="577847"/>
                  </a:lnTo>
                  <a:lnTo>
                    <a:pt x="454943" y="577847"/>
                  </a:lnTo>
                  <a:lnTo>
                    <a:pt x="453831" y="577847"/>
                  </a:lnTo>
                  <a:lnTo>
                    <a:pt x="452719" y="577847"/>
                  </a:lnTo>
                  <a:lnTo>
                    <a:pt x="451606" y="577847"/>
                  </a:lnTo>
                  <a:lnTo>
                    <a:pt x="450494" y="577847"/>
                  </a:lnTo>
                  <a:lnTo>
                    <a:pt x="449382" y="577847"/>
                  </a:lnTo>
                  <a:lnTo>
                    <a:pt x="448269" y="577847"/>
                  </a:lnTo>
                  <a:lnTo>
                    <a:pt x="447157" y="577847"/>
                  </a:lnTo>
                  <a:lnTo>
                    <a:pt x="446045" y="577847"/>
                  </a:lnTo>
                  <a:lnTo>
                    <a:pt x="444932" y="577847"/>
                  </a:lnTo>
                  <a:lnTo>
                    <a:pt x="443820" y="577847"/>
                  </a:lnTo>
                  <a:lnTo>
                    <a:pt x="442708" y="577847"/>
                  </a:lnTo>
                  <a:lnTo>
                    <a:pt x="441595" y="577847"/>
                  </a:lnTo>
                  <a:lnTo>
                    <a:pt x="440483" y="577847"/>
                  </a:lnTo>
                  <a:lnTo>
                    <a:pt x="439371" y="577847"/>
                  </a:lnTo>
                  <a:lnTo>
                    <a:pt x="438258" y="577847"/>
                  </a:lnTo>
                  <a:lnTo>
                    <a:pt x="437146" y="577847"/>
                  </a:lnTo>
                  <a:lnTo>
                    <a:pt x="436034" y="577847"/>
                  </a:lnTo>
                  <a:lnTo>
                    <a:pt x="434921" y="577847"/>
                  </a:lnTo>
                  <a:lnTo>
                    <a:pt x="433809" y="577847"/>
                  </a:lnTo>
                  <a:lnTo>
                    <a:pt x="432697" y="577847"/>
                  </a:lnTo>
                  <a:lnTo>
                    <a:pt x="431584" y="577847"/>
                  </a:lnTo>
                  <a:lnTo>
                    <a:pt x="430472" y="577847"/>
                  </a:lnTo>
                  <a:lnTo>
                    <a:pt x="429360" y="577847"/>
                  </a:lnTo>
                  <a:lnTo>
                    <a:pt x="428247" y="577847"/>
                  </a:lnTo>
                  <a:lnTo>
                    <a:pt x="427135" y="577847"/>
                  </a:lnTo>
                  <a:lnTo>
                    <a:pt x="426023" y="577847"/>
                  </a:lnTo>
                  <a:lnTo>
                    <a:pt x="424910" y="577847"/>
                  </a:lnTo>
                  <a:lnTo>
                    <a:pt x="423798" y="577847"/>
                  </a:lnTo>
                  <a:lnTo>
                    <a:pt x="422686" y="577847"/>
                  </a:lnTo>
                  <a:lnTo>
                    <a:pt x="421573" y="577847"/>
                  </a:lnTo>
                  <a:lnTo>
                    <a:pt x="420461" y="577847"/>
                  </a:lnTo>
                  <a:lnTo>
                    <a:pt x="419349" y="577847"/>
                  </a:lnTo>
                  <a:lnTo>
                    <a:pt x="418236" y="577847"/>
                  </a:lnTo>
                  <a:lnTo>
                    <a:pt x="417124" y="577847"/>
                  </a:lnTo>
                  <a:lnTo>
                    <a:pt x="416012" y="577847"/>
                  </a:lnTo>
                  <a:lnTo>
                    <a:pt x="414899" y="577847"/>
                  </a:lnTo>
                  <a:lnTo>
                    <a:pt x="413787" y="577847"/>
                  </a:lnTo>
                  <a:lnTo>
                    <a:pt x="412675" y="577847"/>
                  </a:lnTo>
                  <a:lnTo>
                    <a:pt x="411562" y="577847"/>
                  </a:lnTo>
                  <a:lnTo>
                    <a:pt x="410450" y="577847"/>
                  </a:lnTo>
                  <a:lnTo>
                    <a:pt x="409338" y="577847"/>
                  </a:lnTo>
                  <a:lnTo>
                    <a:pt x="408225" y="577847"/>
                  </a:lnTo>
                  <a:lnTo>
                    <a:pt x="407113" y="577847"/>
                  </a:lnTo>
                  <a:lnTo>
                    <a:pt x="406001" y="577847"/>
                  </a:lnTo>
                  <a:lnTo>
                    <a:pt x="404888" y="577847"/>
                  </a:lnTo>
                  <a:lnTo>
                    <a:pt x="403776" y="577847"/>
                  </a:lnTo>
                  <a:lnTo>
                    <a:pt x="402664" y="577847"/>
                  </a:lnTo>
                  <a:lnTo>
                    <a:pt x="401551" y="577847"/>
                  </a:lnTo>
                  <a:lnTo>
                    <a:pt x="400439" y="577847"/>
                  </a:lnTo>
                  <a:lnTo>
                    <a:pt x="399327" y="577847"/>
                  </a:lnTo>
                  <a:lnTo>
                    <a:pt x="398214" y="577847"/>
                  </a:lnTo>
                  <a:lnTo>
                    <a:pt x="397102" y="577847"/>
                  </a:lnTo>
                  <a:lnTo>
                    <a:pt x="395990" y="577847"/>
                  </a:lnTo>
                  <a:lnTo>
                    <a:pt x="394877" y="577847"/>
                  </a:lnTo>
                  <a:lnTo>
                    <a:pt x="393765" y="577847"/>
                  </a:lnTo>
                  <a:lnTo>
                    <a:pt x="392653" y="577847"/>
                  </a:lnTo>
                  <a:lnTo>
                    <a:pt x="391540" y="577847"/>
                  </a:lnTo>
                  <a:lnTo>
                    <a:pt x="390428" y="577847"/>
                  </a:lnTo>
                  <a:lnTo>
                    <a:pt x="389316" y="577847"/>
                  </a:lnTo>
                  <a:lnTo>
                    <a:pt x="388203" y="577847"/>
                  </a:lnTo>
                  <a:lnTo>
                    <a:pt x="387091" y="577847"/>
                  </a:lnTo>
                  <a:lnTo>
                    <a:pt x="385979" y="577847"/>
                  </a:lnTo>
                  <a:lnTo>
                    <a:pt x="384866" y="577847"/>
                  </a:lnTo>
                  <a:lnTo>
                    <a:pt x="383754" y="577847"/>
                  </a:lnTo>
                  <a:lnTo>
                    <a:pt x="382642" y="577847"/>
                  </a:lnTo>
                  <a:lnTo>
                    <a:pt x="381529" y="577847"/>
                  </a:lnTo>
                  <a:lnTo>
                    <a:pt x="380417" y="577847"/>
                  </a:lnTo>
                  <a:lnTo>
                    <a:pt x="379305" y="577847"/>
                  </a:lnTo>
                  <a:lnTo>
                    <a:pt x="378192" y="577847"/>
                  </a:lnTo>
                  <a:lnTo>
                    <a:pt x="377080" y="577847"/>
                  </a:lnTo>
                  <a:lnTo>
                    <a:pt x="375968" y="577847"/>
                  </a:lnTo>
                  <a:lnTo>
                    <a:pt x="374855" y="577847"/>
                  </a:lnTo>
                  <a:lnTo>
                    <a:pt x="373743" y="577847"/>
                  </a:lnTo>
                  <a:lnTo>
                    <a:pt x="372631" y="577847"/>
                  </a:lnTo>
                  <a:lnTo>
                    <a:pt x="371518" y="577847"/>
                  </a:lnTo>
                  <a:lnTo>
                    <a:pt x="370406" y="577847"/>
                  </a:lnTo>
                  <a:lnTo>
                    <a:pt x="369294" y="577847"/>
                  </a:lnTo>
                  <a:lnTo>
                    <a:pt x="368181" y="577847"/>
                  </a:lnTo>
                  <a:lnTo>
                    <a:pt x="367069" y="577847"/>
                  </a:lnTo>
                  <a:lnTo>
                    <a:pt x="365957" y="577847"/>
                  </a:lnTo>
                  <a:lnTo>
                    <a:pt x="364844" y="577847"/>
                  </a:lnTo>
                  <a:lnTo>
                    <a:pt x="363732" y="577847"/>
                  </a:lnTo>
                  <a:lnTo>
                    <a:pt x="362620" y="577847"/>
                  </a:lnTo>
                  <a:lnTo>
                    <a:pt x="361507" y="577847"/>
                  </a:lnTo>
                  <a:lnTo>
                    <a:pt x="360395" y="577847"/>
                  </a:lnTo>
                  <a:lnTo>
                    <a:pt x="359283" y="577847"/>
                  </a:lnTo>
                  <a:lnTo>
                    <a:pt x="358170" y="577847"/>
                  </a:lnTo>
                  <a:lnTo>
                    <a:pt x="357058" y="577847"/>
                  </a:lnTo>
                  <a:lnTo>
                    <a:pt x="355946" y="577847"/>
                  </a:lnTo>
                  <a:lnTo>
                    <a:pt x="354833" y="577847"/>
                  </a:lnTo>
                  <a:lnTo>
                    <a:pt x="353721" y="577847"/>
                  </a:lnTo>
                  <a:lnTo>
                    <a:pt x="352609" y="577847"/>
                  </a:lnTo>
                  <a:lnTo>
                    <a:pt x="351496" y="577847"/>
                  </a:lnTo>
                  <a:lnTo>
                    <a:pt x="350384" y="577847"/>
                  </a:lnTo>
                  <a:lnTo>
                    <a:pt x="349272" y="577847"/>
                  </a:lnTo>
                  <a:lnTo>
                    <a:pt x="348159" y="577847"/>
                  </a:lnTo>
                  <a:lnTo>
                    <a:pt x="347047" y="577847"/>
                  </a:lnTo>
                  <a:lnTo>
                    <a:pt x="345935" y="577847"/>
                  </a:lnTo>
                  <a:lnTo>
                    <a:pt x="344822" y="577847"/>
                  </a:lnTo>
                  <a:lnTo>
                    <a:pt x="343710" y="577847"/>
                  </a:lnTo>
                  <a:lnTo>
                    <a:pt x="342598" y="577847"/>
                  </a:lnTo>
                  <a:lnTo>
                    <a:pt x="341485" y="577847"/>
                  </a:lnTo>
                  <a:lnTo>
                    <a:pt x="340373" y="577847"/>
                  </a:lnTo>
                  <a:lnTo>
                    <a:pt x="339261" y="577847"/>
                  </a:lnTo>
                  <a:lnTo>
                    <a:pt x="338148" y="577847"/>
                  </a:lnTo>
                  <a:lnTo>
                    <a:pt x="337036" y="577847"/>
                  </a:lnTo>
                  <a:lnTo>
                    <a:pt x="335924" y="577847"/>
                  </a:lnTo>
                  <a:lnTo>
                    <a:pt x="334811" y="577847"/>
                  </a:lnTo>
                  <a:lnTo>
                    <a:pt x="333699" y="577847"/>
                  </a:lnTo>
                  <a:lnTo>
                    <a:pt x="332587" y="577847"/>
                  </a:lnTo>
                  <a:lnTo>
                    <a:pt x="331474" y="577847"/>
                  </a:lnTo>
                  <a:lnTo>
                    <a:pt x="330362" y="577847"/>
                  </a:lnTo>
                  <a:lnTo>
                    <a:pt x="329250" y="577847"/>
                  </a:lnTo>
                  <a:lnTo>
                    <a:pt x="328137" y="577847"/>
                  </a:lnTo>
                  <a:lnTo>
                    <a:pt x="327025" y="577847"/>
                  </a:lnTo>
                  <a:lnTo>
                    <a:pt x="325913" y="577847"/>
                  </a:lnTo>
                  <a:lnTo>
                    <a:pt x="324800" y="577847"/>
                  </a:lnTo>
                  <a:lnTo>
                    <a:pt x="323688" y="577847"/>
                  </a:lnTo>
                  <a:lnTo>
                    <a:pt x="322576" y="577847"/>
                  </a:lnTo>
                  <a:lnTo>
                    <a:pt x="321463" y="577847"/>
                  </a:lnTo>
                  <a:lnTo>
                    <a:pt x="320351" y="577847"/>
                  </a:lnTo>
                  <a:lnTo>
                    <a:pt x="319239" y="577847"/>
                  </a:lnTo>
                  <a:lnTo>
                    <a:pt x="318126" y="577847"/>
                  </a:lnTo>
                  <a:lnTo>
                    <a:pt x="317014" y="577847"/>
                  </a:lnTo>
                  <a:lnTo>
                    <a:pt x="315902" y="577847"/>
                  </a:lnTo>
                  <a:lnTo>
                    <a:pt x="314789" y="577847"/>
                  </a:lnTo>
                  <a:lnTo>
                    <a:pt x="313677" y="577847"/>
                  </a:lnTo>
                  <a:lnTo>
                    <a:pt x="312565" y="577847"/>
                  </a:lnTo>
                  <a:lnTo>
                    <a:pt x="311452" y="577847"/>
                  </a:lnTo>
                  <a:lnTo>
                    <a:pt x="310340" y="577847"/>
                  </a:lnTo>
                  <a:lnTo>
                    <a:pt x="309228" y="577847"/>
                  </a:lnTo>
                  <a:lnTo>
                    <a:pt x="308115" y="577847"/>
                  </a:lnTo>
                  <a:lnTo>
                    <a:pt x="307003" y="577847"/>
                  </a:lnTo>
                  <a:lnTo>
                    <a:pt x="305891" y="577847"/>
                  </a:lnTo>
                  <a:lnTo>
                    <a:pt x="304778" y="577847"/>
                  </a:lnTo>
                  <a:lnTo>
                    <a:pt x="303666" y="577847"/>
                  </a:lnTo>
                  <a:lnTo>
                    <a:pt x="302554" y="577847"/>
                  </a:lnTo>
                  <a:lnTo>
                    <a:pt x="301441" y="577847"/>
                  </a:lnTo>
                  <a:lnTo>
                    <a:pt x="300329" y="577847"/>
                  </a:lnTo>
                  <a:lnTo>
                    <a:pt x="299217" y="577847"/>
                  </a:lnTo>
                  <a:lnTo>
                    <a:pt x="298104" y="577847"/>
                  </a:lnTo>
                  <a:lnTo>
                    <a:pt x="296992" y="577847"/>
                  </a:lnTo>
                  <a:lnTo>
                    <a:pt x="295880" y="577847"/>
                  </a:lnTo>
                  <a:lnTo>
                    <a:pt x="294767" y="577847"/>
                  </a:lnTo>
                  <a:lnTo>
                    <a:pt x="293655" y="577847"/>
                  </a:lnTo>
                  <a:lnTo>
                    <a:pt x="292543" y="577847"/>
                  </a:lnTo>
                  <a:lnTo>
                    <a:pt x="291430" y="577847"/>
                  </a:lnTo>
                  <a:lnTo>
                    <a:pt x="290318" y="577847"/>
                  </a:lnTo>
                  <a:lnTo>
                    <a:pt x="289206" y="577847"/>
                  </a:lnTo>
                  <a:lnTo>
                    <a:pt x="288093" y="577847"/>
                  </a:lnTo>
                  <a:lnTo>
                    <a:pt x="286981" y="577847"/>
                  </a:lnTo>
                  <a:lnTo>
                    <a:pt x="285869" y="577847"/>
                  </a:lnTo>
                  <a:lnTo>
                    <a:pt x="284756" y="577847"/>
                  </a:lnTo>
                  <a:lnTo>
                    <a:pt x="283644" y="577847"/>
                  </a:lnTo>
                  <a:lnTo>
                    <a:pt x="282532" y="577847"/>
                  </a:lnTo>
                  <a:lnTo>
                    <a:pt x="281419" y="577847"/>
                  </a:lnTo>
                  <a:lnTo>
                    <a:pt x="280307" y="577847"/>
                  </a:lnTo>
                  <a:lnTo>
                    <a:pt x="279195" y="577847"/>
                  </a:lnTo>
                  <a:lnTo>
                    <a:pt x="278082" y="577847"/>
                  </a:lnTo>
                  <a:lnTo>
                    <a:pt x="276970" y="577847"/>
                  </a:lnTo>
                  <a:lnTo>
                    <a:pt x="275858" y="577847"/>
                  </a:lnTo>
                  <a:lnTo>
                    <a:pt x="274745" y="577847"/>
                  </a:lnTo>
                  <a:lnTo>
                    <a:pt x="273633" y="577847"/>
                  </a:lnTo>
                  <a:lnTo>
                    <a:pt x="272521" y="577847"/>
                  </a:lnTo>
                  <a:lnTo>
                    <a:pt x="271408" y="577847"/>
                  </a:lnTo>
                  <a:lnTo>
                    <a:pt x="270296" y="577847"/>
                  </a:lnTo>
                  <a:lnTo>
                    <a:pt x="269184" y="577847"/>
                  </a:lnTo>
                  <a:lnTo>
                    <a:pt x="268071" y="577847"/>
                  </a:lnTo>
                  <a:lnTo>
                    <a:pt x="266959" y="577847"/>
                  </a:lnTo>
                  <a:lnTo>
                    <a:pt x="265847" y="577847"/>
                  </a:lnTo>
                  <a:lnTo>
                    <a:pt x="264734" y="577847"/>
                  </a:lnTo>
                  <a:lnTo>
                    <a:pt x="263622" y="577847"/>
                  </a:lnTo>
                  <a:lnTo>
                    <a:pt x="262510" y="577847"/>
                  </a:lnTo>
                  <a:lnTo>
                    <a:pt x="261397" y="577847"/>
                  </a:lnTo>
                  <a:lnTo>
                    <a:pt x="260285" y="577847"/>
                  </a:lnTo>
                  <a:lnTo>
                    <a:pt x="259173" y="577847"/>
                  </a:lnTo>
                  <a:lnTo>
                    <a:pt x="258060" y="577847"/>
                  </a:lnTo>
                  <a:lnTo>
                    <a:pt x="256948" y="577847"/>
                  </a:lnTo>
                  <a:lnTo>
                    <a:pt x="255836" y="577847"/>
                  </a:lnTo>
                  <a:lnTo>
                    <a:pt x="254723" y="577847"/>
                  </a:lnTo>
                  <a:lnTo>
                    <a:pt x="253611" y="577847"/>
                  </a:lnTo>
                  <a:lnTo>
                    <a:pt x="252499" y="577847"/>
                  </a:lnTo>
                  <a:lnTo>
                    <a:pt x="251386" y="577847"/>
                  </a:lnTo>
                  <a:lnTo>
                    <a:pt x="250274" y="577847"/>
                  </a:lnTo>
                  <a:lnTo>
                    <a:pt x="249162" y="577847"/>
                  </a:lnTo>
                  <a:lnTo>
                    <a:pt x="248049" y="577847"/>
                  </a:lnTo>
                  <a:lnTo>
                    <a:pt x="246937" y="577847"/>
                  </a:lnTo>
                  <a:lnTo>
                    <a:pt x="245825" y="577847"/>
                  </a:lnTo>
                  <a:lnTo>
                    <a:pt x="244713" y="577847"/>
                  </a:lnTo>
                  <a:lnTo>
                    <a:pt x="243600" y="577847"/>
                  </a:lnTo>
                  <a:lnTo>
                    <a:pt x="242488" y="577847"/>
                  </a:lnTo>
                  <a:lnTo>
                    <a:pt x="241376" y="577847"/>
                  </a:lnTo>
                  <a:lnTo>
                    <a:pt x="240263" y="577847"/>
                  </a:lnTo>
                  <a:lnTo>
                    <a:pt x="239151" y="577847"/>
                  </a:lnTo>
                  <a:lnTo>
                    <a:pt x="238039" y="577847"/>
                  </a:lnTo>
                  <a:lnTo>
                    <a:pt x="236926" y="577847"/>
                  </a:lnTo>
                  <a:lnTo>
                    <a:pt x="235814" y="577847"/>
                  </a:lnTo>
                  <a:lnTo>
                    <a:pt x="234702" y="577847"/>
                  </a:lnTo>
                  <a:lnTo>
                    <a:pt x="233589" y="577847"/>
                  </a:lnTo>
                  <a:lnTo>
                    <a:pt x="232477" y="577847"/>
                  </a:lnTo>
                  <a:lnTo>
                    <a:pt x="231365" y="577847"/>
                  </a:lnTo>
                  <a:lnTo>
                    <a:pt x="230252" y="577847"/>
                  </a:lnTo>
                  <a:lnTo>
                    <a:pt x="229140" y="577847"/>
                  </a:lnTo>
                  <a:lnTo>
                    <a:pt x="228028" y="577847"/>
                  </a:lnTo>
                  <a:lnTo>
                    <a:pt x="226915" y="577847"/>
                  </a:lnTo>
                  <a:lnTo>
                    <a:pt x="225803" y="577847"/>
                  </a:lnTo>
                  <a:lnTo>
                    <a:pt x="224691" y="577847"/>
                  </a:lnTo>
                  <a:lnTo>
                    <a:pt x="223578" y="577847"/>
                  </a:lnTo>
                  <a:lnTo>
                    <a:pt x="222466" y="577847"/>
                  </a:lnTo>
                  <a:lnTo>
                    <a:pt x="221354" y="577847"/>
                  </a:lnTo>
                  <a:lnTo>
                    <a:pt x="220241" y="577847"/>
                  </a:lnTo>
                  <a:lnTo>
                    <a:pt x="219129" y="577847"/>
                  </a:lnTo>
                  <a:lnTo>
                    <a:pt x="218017" y="577847"/>
                  </a:lnTo>
                  <a:lnTo>
                    <a:pt x="216904" y="577847"/>
                  </a:lnTo>
                  <a:lnTo>
                    <a:pt x="215792" y="577847"/>
                  </a:lnTo>
                  <a:lnTo>
                    <a:pt x="214680" y="577847"/>
                  </a:lnTo>
                  <a:lnTo>
                    <a:pt x="213567" y="577847"/>
                  </a:lnTo>
                  <a:lnTo>
                    <a:pt x="212455" y="577847"/>
                  </a:lnTo>
                  <a:lnTo>
                    <a:pt x="211343" y="577847"/>
                  </a:lnTo>
                  <a:lnTo>
                    <a:pt x="210230" y="577847"/>
                  </a:lnTo>
                  <a:lnTo>
                    <a:pt x="209118" y="577847"/>
                  </a:lnTo>
                  <a:lnTo>
                    <a:pt x="208006" y="577847"/>
                  </a:lnTo>
                  <a:lnTo>
                    <a:pt x="206893" y="577847"/>
                  </a:lnTo>
                  <a:lnTo>
                    <a:pt x="205781" y="577847"/>
                  </a:lnTo>
                  <a:lnTo>
                    <a:pt x="204669" y="577847"/>
                  </a:lnTo>
                  <a:lnTo>
                    <a:pt x="203556" y="577847"/>
                  </a:lnTo>
                  <a:lnTo>
                    <a:pt x="202444" y="577847"/>
                  </a:lnTo>
                  <a:lnTo>
                    <a:pt x="201332" y="577847"/>
                  </a:lnTo>
                  <a:lnTo>
                    <a:pt x="200219" y="577847"/>
                  </a:lnTo>
                  <a:lnTo>
                    <a:pt x="199107" y="577847"/>
                  </a:lnTo>
                  <a:lnTo>
                    <a:pt x="197995" y="577847"/>
                  </a:lnTo>
                  <a:lnTo>
                    <a:pt x="196882" y="577847"/>
                  </a:lnTo>
                  <a:lnTo>
                    <a:pt x="195770" y="577847"/>
                  </a:lnTo>
                  <a:lnTo>
                    <a:pt x="194658" y="577847"/>
                  </a:lnTo>
                  <a:lnTo>
                    <a:pt x="193545" y="577847"/>
                  </a:lnTo>
                  <a:lnTo>
                    <a:pt x="192433" y="577847"/>
                  </a:lnTo>
                  <a:lnTo>
                    <a:pt x="191321" y="577847"/>
                  </a:lnTo>
                  <a:lnTo>
                    <a:pt x="190208" y="577847"/>
                  </a:lnTo>
                  <a:lnTo>
                    <a:pt x="189096" y="577847"/>
                  </a:lnTo>
                  <a:lnTo>
                    <a:pt x="187984" y="577847"/>
                  </a:lnTo>
                  <a:lnTo>
                    <a:pt x="186871" y="577847"/>
                  </a:lnTo>
                  <a:lnTo>
                    <a:pt x="185759" y="577847"/>
                  </a:lnTo>
                  <a:lnTo>
                    <a:pt x="184647" y="577847"/>
                  </a:lnTo>
                  <a:lnTo>
                    <a:pt x="183534" y="577847"/>
                  </a:lnTo>
                  <a:lnTo>
                    <a:pt x="182422" y="577847"/>
                  </a:lnTo>
                  <a:lnTo>
                    <a:pt x="181310" y="577847"/>
                  </a:lnTo>
                  <a:lnTo>
                    <a:pt x="180197" y="577847"/>
                  </a:lnTo>
                  <a:lnTo>
                    <a:pt x="179085" y="577847"/>
                  </a:lnTo>
                  <a:lnTo>
                    <a:pt x="177973" y="577847"/>
                  </a:lnTo>
                  <a:lnTo>
                    <a:pt x="176860" y="577847"/>
                  </a:lnTo>
                  <a:lnTo>
                    <a:pt x="175748" y="577847"/>
                  </a:lnTo>
                  <a:lnTo>
                    <a:pt x="174636" y="577847"/>
                  </a:lnTo>
                  <a:lnTo>
                    <a:pt x="173523" y="577847"/>
                  </a:lnTo>
                  <a:lnTo>
                    <a:pt x="172411" y="577847"/>
                  </a:lnTo>
                  <a:lnTo>
                    <a:pt x="171299" y="577847"/>
                  </a:lnTo>
                  <a:lnTo>
                    <a:pt x="170186" y="577847"/>
                  </a:lnTo>
                  <a:lnTo>
                    <a:pt x="169074" y="577847"/>
                  </a:lnTo>
                  <a:lnTo>
                    <a:pt x="167962" y="577847"/>
                  </a:lnTo>
                  <a:lnTo>
                    <a:pt x="166849" y="577847"/>
                  </a:lnTo>
                  <a:lnTo>
                    <a:pt x="165737" y="577847"/>
                  </a:lnTo>
                  <a:lnTo>
                    <a:pt x="164625" y="577847"/>
                  </a:lnTo>
                  <a:lnTo>
                    <a:pt x="163512" y="577847"/>
                  </a:lnTo>
                  <a:lnTo>
                    <a:pt x="162400" y="577847"/>
                  </a:lnTo>
                  <a:lnTo>
                    <a:pt x="161288" y="577847"/>
                  </a:lnTo>
                  <a:lnTo>
                    <a:pt x="160175" y="577847"/>
                  </a:lnTo>
                  <a:lnTo>
                    <a:pt x="159063" y="577847"/>
                  </a:lnTo>
                  <a:lnTo>
                    <a:pt x="157951" y="577847"/>
                  </a:lnTo>
                  <a:lnTo>
                    <a:pt x="156838" y="577847"/>
                  </a:lnTo>
                  <a:lnTo>
                    <a:pt x="155726" y="577847"/>
                  </a:lnTo>
                  <a:lnTo>
                    <a:pt x="154614" y="577847"/>
                  </a:lnTo>
                  <a:lnTo>
                    <a:pt x="153501" y="577847"/>
                  </a:lnTo>
                  <a:lnTo>
                    <a:pt x="152389" y="577847"/>
                  </a:lnTo>
                  <a:lnTo>
                    <a:pt x="151277" y="577847"/>
                  </a:lnTo>
                  <a:lnTo>
                    <a:pt x="150164" y="577847"/>
                  </a:lnTo>
                  <a:lnTo>
                    <a:pt x="149052" y="577847"/>
                  </a:lnTo>
                  <a:lnTo>
                    <a:pt x="147940" y="577847"/>
                  </a:lnTo>
                  <a:lnTo>
                    <a:pt x="146827" y="577847"/>
                  </a:lnTo>
                  <a:lnTo>
                    <a:pt x="145715" y="577847"/>
                  </a:lnTo>
                  <a:lnTo>
                    <a:pt x="144603" y="577847"/>
                  </a:lnTo>
                  <a:lnTo>
                    <a:pt x="143490" y="577847"/>
                  </a:lnTo>
                  <a:lnTo>
                    <a:pt x="142378" y="577847"/>
                  </a:lnTo>
                  <a:lnTo>
                    <a:pt x="141266" y="577847"/>
                  </a:lnTo>
                  <a:lnTo>
                    <a:pt x="140153" y="577847"/>
                  </a:lnTo>
                  <a:lnTo>
                    <a:pt x="139041" y="577847"/>
                  </a:lnTo>
                  <a:lnTo>
                    <a:pt x="137929" y="577847"/>
                  </a:lnTo>
                  <a:lnTo>
                    <a:pt x="136816" y="577847"/>
                  </a:lnTo>
                  <a:lnTo>
                    <a:pt x="135704" y="577847"/>
                  </a:lnTo>
                  <a:lnTo>
                    <a:pt x="134592" y="577847"/>
                  </a:lnTo>
                  <a:lnTo>
                    <a:pt x="133479" y="577847"/>
                  </a:lnTo>
                  <a:lnTo>
                    <a:pt x="132367" y="577847"/>
                  </a:lnTo>
                  <a:lnTo>
                    <a:pt x="131255" y="577847"/>
                  </a:lnTo>
                  <a:lnTo>
                    <a:pt x="130142" y="577847"/>
                  </a:lnTo>
                  <a:lnTo>
                    <a:pt x="129030" y="577847"/>
                  </a:lnTo>
                  <a:lnTo>
                    <a:pt x="127918" y="577847"/>
                  </a:lnTo>
                  <a:lnTo>
                    <a:pt x="126805" y="577847"/>
                  </a:lnTo>
                  <a:lnTo>
                    <a:pt x="125693" y="577847"/>
                  </a:lnTo>
                  <a:lnTo>
                    <a:pt x="124581" y="577847"/>
                  </a:lnTo>
                  <a:lnTo>
                    <a:pt x="123468" y="577847"/>
                  </a:lnTo>
                  <a:lnTo>
                    <a:pt x="122356" y="577847"/>
                  </a:lnTo>
                  <a:lnTo>
                    <a:pt x="121244" y="577847"/>
                  </a:lnTo>
                  <a:lnTo>
                    <a:pt x="120131" y="577847"/>
                  </a:lnTo>
                  <a:lnTo>
                    <a:pt x="119019" y="577847"/>
                  </a:lnTo>
                  <a:lnTo>
                    <a:pt x="117907" y="577847"/>
                  </a:lnTo>
                  <a:lnTo>
                    <a:pt x="116794" y="577847"/>
                  </a:lnTo>
                  <a:lnTo>
                    <a:pt x="115682" y="577847"/>
                  </a:lnTo>
                  <a:lnTo>
                    <a:pt x="114570" y="577847"/>
                  </a:lnTo>
                  <a:lnTo>
                    <a:pt x="113457" y="577847"/>
                  </a:lnTo>
                  <a:lnTo>
                    <a:pt x="112345" y="577847"/>
                  </a:lnTo>
                  <a:lnTo>
                    <a:pt x="111233" y="577847"/>
                  </a:lnTo>
                  <a:lnTo>
                    <a:pt x="110120" y="577847"/>
                  </a:lnTo>
                  <a:lnTo>
                    <a:pt x="109008" y="577847"/>
                  </a:lnTo>
                  <a:lnTo>
                    <a:pt x="107896" y="577847"/>
                  </a:lnTo>
                  <a:lnTo>
                    <a:pt x="106783" y="577847"/>
                  </a:lnTo>
                  <a:lnTo>
                    <a:pt x="105671" y="577847"/>
                  </a:lnTo>
                  <a:lnTo>
                    <a:pt x="104559" y="577847"/>
                  </a:lnTo>
                  <a:lnTo>
                    <a:pt x="103446" y="577847"/>
                  </a:lnTo>
                  <a:lnTo>
                    <a:pt x="102334" y="577847"/>
                  </a:lnTo>
                  <a:lnTo>
                    <a:pt x="101222" y="577847"/>
                  </a:lnTo>
                  <a:lnTo>
                    <a:pt x="100109" y="577847"/>
                  </a:lnTo>
                  <a:lnTo>
                    <a:pt x="98997" y="577847"/>
                  </a:lnTo>
                  <a:lnTo>
                    <a:pt x="97885" y="577847"/>
                  </a:lnTo>
                  <a:lnTo>
                    <a:pt x="96772" y="577847"/>
                  </a:lnTo>
                  <a:lnTo>
                    <a:pt x="95660" y="577847"/>
                  </a:lnTo>
                  <a:lnTo>
                    <a:pt x="94548" y="577847"/>
                  </a:lnTo>
                  <a:lnTo>
                    <a:pt x="93435" y="577847"/>
                  </a:lnTo>
                  <a:lnTo>
                    <a:pt x="92323" y="577847"/>
                  </a:lnTo>
                  <a:lnTo>
                    <a:pt x="91211" y="577847"/>
                  </a:lnTo>
                  <a:lnTo>
                    <a:pt x="90098" y="577847"/>
                  </a:lnTo>
                  <a:lnTo>
                    <a:pt x="88986" y="577847"/>
                  </a:lnTo>
                  <a:lnTo>
                    <a:pt x="87874" y="577847"/>
                  </a:lnTo>
                  <a:lnTo>
                    <a:pt x="86761" y="577847"/>
                  </a:lnTo>
                  <a:lnTo>
                    <a:pt x="85649" y="577847"/>
                  </a:lnTo>
                  <a:lnTo>
                    <a:pt x="84537" y="577847"/>
                  </a:lnTo>
                  <a:lnTo>
                    <a:pt x="83424" y="577847"/>
                  </a:lnTo>
                  <a:lnTo>
                    <a:pt x="82312" y="577847"/>
                  </a:lnTo>
                  <a:lnTo>
                    <a:pt x="81200" y="577847"/>
                  </a:lnTo>
                  <a:lnTo>
                    <a:pt x="80087" y="577847"/>
                  </a:lnTo>
                  <a:lnTo>
                    <a:pt x="78975" y="577847"/>
                  </a:lnTo>
                  <a:lnTo>
                    <a:pt x="77863" y="577847"/>
                  </a:lnTo>
                  <a:lnTo>
                    <a:pt x="76750" y="577847"/>
                  </a:lnTo>
                  <a:lnTo>
                    <a:pt x="75638" y="577847"/>
                  </a:lnTo>
                  <a:lnTo>
                    <a:pt x="74526" y="577847"/>
                  </a:lnTo>
                  <a:lnTo>
                    <a:pt x="73413" y="577847"/>
                  </a:lnTo>
                  <a:lnTo>
                    <a:pt x="72301" y="577847"/>
                  </a:lnTo>
                  <a:lnTo>
                    <a:pt x="71189" y="577847"/>
                  </a:lnTo>
                  <a:lnTo>
                    <a:pt x="70076" y="577847"/>
                  </a:lnTo>
                  <a:lnTo>
                    <a:pt x="68964" y="577847"/>
                  </a:lnTo>
                  <a:lnTo>
                    <a:pt x="67852" y="577847"/>
                  </a:lnTo>
                  <a:lnTo>
                    <a:pt x="66739" y="577847"/>
                  </a:lnTo>
                  <a:lnTo>
                    <a:pt x="65627" y="577847"/>
                  </a:lnTo>
                  <a:lnTo>
                    <a:pt x="64515" y="577847"/>
                  </a:lnTo>
                  <a:lnTo>
                    <a:pt x="63402" y="577847"/>
                  </a:lnTo>
                  <a:lnTo>
                    <a:pt x="62290" y="577847"/>
                  </a:lnTo>
                  <a:lnTo>
                    <a:pt x="61178" y="577847"/>
                  </a:lnTo>
                  <a:lnTo>
                    <a:pt x="60065" y="577847"/>
                  </a:lnTo>
                  <a:lnTo>
                    <a:pt x="58953" y="577847"/>
                  </a:lnTo>
                  <a:lnTo>
                    <a:pt x="57841" y="577847"/>
                  </a:lnTo>
                  <a:lnTo>
                    <a:pt x="56728" y="577847"/>
                  </a:lnTo>
                  <a:lnTo>
                    <a:pt x="55616" y="577847"/>
                  </a:lnTo>
                  <a:lnTo>
                    <a:pt x="54504" y="577847"/>
                  </a:lnTo>
                  <a:lnTo>
                    <a:pt x="53391" y="577847"/>
                  </a:lnTo>
                  <a:lnTo>
                    <a:pt x="52279" y="577847"/>
                  </a:lnTo>
                  <a:lnTo>
                    <a:pt x="51167" y="577847"/>
                  </a:lnTo>
                  <a:lnTo>
                    <a:pt x="50054" y="577847"/>
                  </a:lnTo>
                  <a:lnTo>
                    <a:pt x="48942" y="577847"/>
                  </a:lnTo>
                  <a:lnTo>
                    <a:pt x="47830" y="577847"/>
                  </a:lnTo>
                  <a:lnTo>
                    <a:pt x="46717" y="577847"/>
                  </a:lnTo>
                  <a:lnTo>
                    <a:pt x="45605" y="577847"/>
                  </a:lnTo>
                  <a:lnTo>
                    <a:pt x="44493" y="577847"/>
                  </a:lnTo>
                  <a:lnTo>
                    <a:pt x="43380" y="577847"/>
                  </a:lnTo>
                  <a:lnTo>
                    <a:pt x="42268" y="577847"/>
                  </a:lnTo>
                  <a:lnTo>
                    <a:pt x="41156" y="577847"/>
                  </a:lnTo>
                  <a:lnTo>
                    <a:pt x="40043" y="577847"/>
                  </a:lnTo>
                  <a:lnTo>
                    <a:pt x="38931" y="577847"/>
                  </a:lnTo>
                  <a:lnTo>
                    <a:pt x="37819" y="577847"/>
                  </a:lnTo>
                  <a:lnTo>
                    <a:pt x="36706" y="577847"/>
                  </a:lnTo>
                  <a:lnTo>
                    <a:pt x="35594" y="577847"/>
                  </a:lnTo>
                  <a:lnTo>
                    <a:pt x="34482" y="577847"/>
                  </a:lnTo>
                  <a:lnTo>
                    <a:pt x="33369" y="577847"/>
                  </a:lnTo>
                  <a:lnTo>
                    <a:pt x="32257" y="577847"/>
                  </a:lnTo>
                  <a:lnTo>
                    <a:pt x="31145" y="577847"/>
                  </a:lnTo>
                  <a:lnTo>
                    <a:pt x="30032" y="577847"/>
                  </a:lnTo>
                  <a:lnTo>
                    <a:pt x="28920" y="577847"/>
                  </a:lnTo>
                  <a:lnTo>
                    <a:pt x="27808" y="577847"/>
                  </a:lnTo>
                  <a:lnTo>
                    <a:pt x="26695" y="577847"/>
                  </a:lnTo>
                  <a:lnTo>
                    <a:pt x="25583" y="577847"/>
                  </a:lnTo>
                  <a:lnTo>
                    <a:pt x="24471" y="577847"/>
                  </a:lnTo>
                  <a:lnTo>
                    <a:pt x="23358" y="577847"/>
                  </a:lnTo>
                  <a:lnTo>
                    <a:pt x="22246" y="577847"/>
                  </a:lnTo>
                  <a:lnTo>
                    <a:pt x="21134" y="577847"/>
                  </a:lnTo>
                  <a:lnTo>
                    <a:pt x="20021" y="577847"/>
                  </a:lnTo>
                  <a:lnTo>
                    <a:pt x="18909" y="577847"/>
                  </a:lnTo>
                  <a:lnTo>
                    <a:pt x="17797" y="577847"/>
                  </a:lnTo>
                  <a:lnTo>
                    <a:pt x="16684" y="577847"/>
                  </a:lnTo>
                  <a:lnTo>
                    <a:pt x="15572" y="577847"/>
                  </a:lnTo>
                  <a:lnTo>
                    <a:pt x="14460" y="577847"/>
                  </a:lnTo>
                  <a:lnTo>
                    <a:pt x="13347" y="577847"/>
                  </a:lnTo>
                  <a:lnTo>
                    <a:pt x="12235" y="577847"/>
                  </a:lnTo>
                  <a:lnTo>
                    <a:pt x="11123" y="577847"/>
                  </a:lnTo>
                  <a:lnTo>
                    <a:pt x="10010" y="577847"/>
                  </a:lnTo>
                  <a:lnTo>
                    <a:pt x="8898" y="577847"/>
                  </a:lnTo>
                  <a:lnTo>
                    <a:pt x="7786" y="577847"/>
                  </a:lnTo>
                  <a:lnTo>
                    <a:pt x="6673" y="577847"/>
                  </a:lnTo>
                  <a:lnTo>
                    <a:pt x="5561" y="577847"/>
                  </a:lnTo>
                  <a:lnTo>
                    <a:pt x="4449" y="577847"/>
                  </a:lnTo>
                  <a:lnTo>
                    <a:pt x="3336" y="577847"/>
                  </a:lnTo>
                  <a:lnTo>
                    <a:pt x="2224" y="577847"/>
                  </a:lnTo>
                  <a:lnTo>
                    <a:pt x="1112" y="577847"/>
                  </a:lnTo>
                  <a:lnTo>
                    <a:pt x="0" y="57784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885" name="pl7885"/>
            <p:cNvSpPr/>
            <p:nvPr/>
          </p:nvSpPr>
          <p:spPr>
            <a:xfrm>
              <a:off x="7292393" y="5084513"/>
              <a:ext cx="568401" cy="577341"/>
            </a:xfrm>
            <a:custGeom>
              <a:avLst/>
              <a:pathLst>
                <a:path w="568401" h="577341">
                  <a:moveTo>
                    <a:pt x="0" y="363387"/>
                  </a:moveTo>
                  <a:lnTo>
                    <a:pt x="1112" y="354122"/>
                  </a:lnTo>
                  <a:lnTo>
                    <a:pt x="2224" y="344793"/>
                  </a:lnTo>
                  <a:lnTo>
                    <a:pt x="3336" y="335407"/>
                  </a:lnTo>
                  <a:lnTo>
                    <a:pt x="4449" y="325989"/>
                  </a:lnTo>
                  <a:lnTo>
                    <a:pt x="5561" y="316565"/>
                  </a:lnTo>
                  <a:lnTo>
                    <a:pt x="6673" y="307148"/>
                  </a:lnTo>
                  <a:lnTo>
                    <a:pt x="7786" y="297756"/>
                  </a:lnTo>
                  <a:lnTo>
                    <a:pt x="8898" y="288422"/>
                  </a:lnTo>
                  <a:lnTo>
                    <a:pt x="10010" y="279150"/>
                  </a:lnTo>
                  <a:lnTo>
                    <a:pt x="11123" y="269951"/>
                  </a:lnTo>
                  <a:lnTo>
                    <a:pt x="12235" y="260856"/>
                  </a:lnTo>
                  <a:lnTo>
                    <a:pt x="13347" y="251901"/>
                  </a:lnTo>
                  <a:lnTo>
                    <a:pt x="14460" y="243068"/>
                  </a:lnTo>
                  <a:lnTo>
                    <a:pt x="15572" y="234365"/>
                  </a:lnTo>
                  <a:lnTo>
                    <a:pt x="16684" y="225831"/>
                  </a:lnTo>
                  <a:lnTo>
                    <a:pt x="17797" y="217502"/>
                  </a:lnTo>
                  <a:lnTo>
                    <a:pt x="18909" y="209341"/>
                  </a:lnTo>
                  <a:lnTo>
                    <a:pt x="20021" y="201352"/>
                  </a:lnTo>
                  <a:lnTo>
                    <a:pt x="21134" y="193577"/>
                  </a:lnTo>
                  <a:lnTo>
                    <a:pt x="22246" y="186051"/>
                  </a:lnTo>
                  <a:lnTo>
                    <a:pt x="23358" y="178719"/>
                  </a:lnTo>
                  <a:lnTo>
                    <a:pt x="24471" y="171585"/>
                  </a:lnTo>
                  <a:lnTo>
                    <a:pt x="25583" y="164684"/>
                  </a:lnTo>
                  <a:lnTo>
                    <a:pt x="26695" y="158052"/>
                  </a:lnTo>
                  <a:lnTo>
                    <a:pt x="27808" y="151621"/>
                  </a:lnTo>
                  <a:lnTo>
                    <a:pt x="28920" y="145391"/>
                  </a:lnTo>
                  <a:lnTo>
                    <a:pt x="30032" y="139395"/>
                  </a:lnTo>
                  <a:lnTo>
                    <a:pt x="31145" y="133660"/>
                  </a:lnTo>
                  <a:lnTo>
                    <a:pt x="32257" y="128116"/>
                  </a:lnTo>
                  <a:lnTo>
                    <a:pt x="33369" y="122761"/>
                  </a:lnTo>
                  <a:lnTo>
                    <a:pt x="34482" y="117617"/>
                  </a:lnTo>
                  <a:lnTo>
                    <a:pt x="35594" y="112709"/>
                  </a:lnTo>
                  <a:lnTo>
                    <a:pt x="36706" y="107968"/>
                  </a:lnTo>
                  <a:lnTo>
                    <a:pt x="37819" y="103390"/>
                  </a:lnTo>
                  <a:lnTo>
                    <a:pt x="38931" y="98990"/>
                  </a:lnTo>
                  <a:lnTo>
                    <a:pt x="40043" y="94785"/>
                  </a:lnTo>
                  <a:lnTo>
                    <a:pt x="41156" y="90714"/>
                  </a:lnTo>
                  <a:lnTo>
                    <a:pt x="42268" y="86773"/>
                  </a:lnTo>
                  <a:lnTo>
                    <a:pt x="43380" y="82971"/>
                  </a:lnTo>
                  <a:lnTo>
                    <a:pt x="44493" y="79318"/>
                  </a:lnTo>
                  <a:lnTo>
                    <a:pt x="45605" y="75766"/>
                  </a:lnTo>
                  <a:lnTo>
                    <a:pt x="46717" y="72309"/>
                  </a:lnTo>
                  <a:lnTo>
                    <a:pt x="47830" y="68953"/>
                  </a:lnTo>
                  <a:lnTo>
                    <a:pt x="48942" y="65703"/>
                  </a:lnTo>
                  <a:lnTo>
                    <a:pt x="50054" y="62525"/>
                  </a:lnTo>
                  <a:lnTo>
                    <a:pt x="51167" y="59414"/>
                  </a:lnTo>
                  <a:lnTo>
                    <a:pt x="52279" y="56372"/>
                  </a:lnTo>
                  <a:lnTo>
                    <a:pt x="53391" y="53405"/>
                  </a:lnTo>
                  <a:lnTo>
                    <a:pt x="54504" y="50489"/>
                  </a:lnTo>
                  <a:lnTo>
                    <a:pt x="55616" y="47620"/>
                  </a:lnTo>
                  <a:lnTo>
                    <a:pt x="56728" y="44803"/>
                  </a:lnTo>
                  <a:lnTo>
                    <a:pt x="57841" y="42044"/>
                  </a:lnTo>
                  <a:lnTo>
                    <a:pt x="58953" y="39328"/>
                  </a:lnTo>
                  <a:lnTo>
                    <a:pt x="60065" y="36654"/>
                  </a:lnTo>
                  <a:lnTo>
                    <a:pt x="61178" y="34027"/>
                  </a:lnTo>
                  <a:lnTo>
                    <a:pt x="62290" y="31461"/>
                  </a:lnTo>
                  <a:lnTo>
                    <a:pt x="63402" y="28943"/>
                  </a:lnTo>
                  <a:lnTo>
                    <a:pt x="64515" y="26475"/>
                  </a:lnTo>
                  <a:lnTo>
                    <a:pt x="65627" y="24065"/>
                  </a:lnTo>
                  <a:lnTo>
                    <a:pt x="66739" y="21738"/>
                  </a:lnTo>
                  <a:lnTo>
                    <a:pt x="67852" y="19476"/>
                  </a:lnTo>
                  <a:lnTo>
                    <a:pt x="68964" y="17285"/>
                  </a:lnTo>
                  <a:lnTo>
                    <a:pt x="70076" y="15176"/>
                  </a:lnTo>
                  <a:lnTo>
                    <a:pt x="71189" y="13186"/>
                  </a:lnTo>
                  <a:lnTo>
                    <a:pt x="72301" y="11290"/>
                  </a:lnTo>
                  <a:lnTo>
                    <a:pt x="73413" y="9495"/>
                  </a:lnTo>
                  <a:lnTo>
                    <a:pt x="74526" y="7815"/>
                  </a:lnTo>
                  <a:lnTo>
                    <a:pt x="75638" y="6302"/>
                  </a:lnTo>
                  <a:lnTo>
                    <a:pt x="76750" y="4918"/>
                  </a:lnTo>
                  <a:lnTo>
                    <a:pt x="77863" y="3669"/>
                  </a:lnTo>
                  <a:lnTo>
                    <a:pt x="78975" y="2574"/>
                  </a:lnTo>
                  <a:lnTo>
                    <a:pt x="80087" y="1696"/>
                  </a:lnTo>
                  <a:lnTo>
                    <a:pt x="81200" y="983"/>
                  </a:lnTo>
                  <a:lnTo>
                    <a:pt x="82312" y="440"/>
                  </a:lnTo>
                  <a:lnTo>
                    <a:pt x="83424" y="87"/>
                  </a:lnTo>
                  <a:lnTo>
                    <a:pt x="84537" y="0"/>
                  </a:lnTo>
                  <a:lnTo>
                    <a:pt x="85649" y="107"/>
                  </a:lnTo>
                  <a:lnTo>
                    <a:pt x="86761" y="415"/>
                  </a:lnTo>
                  <a:lnTo>
                    <a:pt x="87874" y="942"/>
                  </a:lnTo>
                  <a:lnTo>
                    <a:pt x="88986" y="1772"/>
                  </a:lnTo>
                  <a:lnTo>
                    <a:pt x="90098" y="2819"/>
                  </a:lnTo>
                  <a:lnTo>
                    <a:pt x="91211" y="4087"/>
                  </a:lnTo>
                  <a:lnTo>
                    <a:pt x="92323" y="5591"/>
                  </a:lnTo>
                  <a:lnTo>
                    <a:pt x="93435" y="7419"/>
                  </a:lnTo>
                  <a:lnTo>
                    <a:pt x="94548" y="9475"/>
                  </a:lnTo>
                  <a:lnTo>
                    <a:pt x="95660" y="11758"/>
                  </a:lnTo>
                  <a:lnTo>
                    <a:pt x="96772" y="14282"/>
                  </a:lnTo>
                  <a:lnTo>
                    <a:pt x="97885" y="17132"/>
                  </a:lnTo>
                  <a:lnTo>
                    <a:pt x="98997" y="20206"/>
                  </a:lnTo>
                  <a:lnTo>
                    <a:pt x="100109" y="23501"/>
                  </a:lnTo>
                  <a:lnTo>
                    <a:pt x="101222" y="27027"/>
                  </a:lnTo>
                  <a:lnTo>
                    <a:pt x="102334" y="30862"/>
                  </a:lnTo>
                  <a:lnTo>
                    <a:pt x="103446" y="34904"/>
                  </a:lnTo>
                  <a:lnTo>
                    <a:pt x="104559" y="39150"/>
                  </a:lnTo>
                  <a:lnTo>
                    <a:pt x="105671" y="43603"/>
                  </a:lnTo>
                  <a:lnTo>
                    <a:pt x="106783" y="48333"/>
                  </a:lnTo>
                  <a:lnTo>
                    <a:pt x="107896" y="53243"/>
                  </a:lnTo>
                  <a:lnTo>
                    <a:pt x="109008" y="58329"/>
                  </a:lnTo>
                  <a:lnTo>
                    <a:pt x="110120" y="63589"/>
                  </a:lnTo>
                  <a:lnTo>
                    <a:pt x="111233" y="69082"/>
                  </a:lnTo>
                  <a:lnTo>
                    <a:pt x="112345" y="74721"/>
                  </a:lnTo>
                  <a:lnTo>
                    <a:pt x="113457" y="80502"/>
                  </a:lnTo>
                  <a:lnTo>
                    <a:pt x="114570" y="86422"/>
                  </a:lnTo>
                  <a:lnTo>
                    <a:pt x="115682" y="92522"/>
                  </a:lnTo>
                  <a:lnTo>
                    <a:pt x="116794" y="98733"/>
                  </a:lnTo>
                  <a:lnTo>
                    <a:pt x="117907" y="105049"/>
                  </a:lnTo>
                  <a:lnTo>
                    <a:pt x="119019" y="111465"/>
                  </a:lnTo>
                  <a:lnTo>
                    <a:pt x="120131" y="118009"/>
                  </a:lnTo>
                  <a:lnTo>
                    <a:pt x="121244" y="124629"/>
                  </a:lnTo>
                  <a:lnTo>
                    <a:pt x="122356" y="131318"/>
                  </a:lnTo>
                  <a:lnTo>
                    <a:pt x="123468" y="138071"/>
                  </a:lnTo>
                  <a:lnTo>
                    <a:pt x="124581" y="144902"/>
                  </a:lnTo>
                  <a:lnTo>
                    <a:pt x="125693" y="151774"/>
                  </a:lnTo>
                  <a:lnTo>
                    <a:pt x="126805" y="158683"/>
                  </a:lnTo>
                  <a:lnTo>
                    <a:pt x="127918" y="165624"/>
                  </a:lnTo>
                  <a:lnTo>
                    <a:pt x="129030" y="172597"/>
                  </a:lnTo>
                  <a:lnTo>
                    <a:pt x="130142" y="179581"/>
                  </a:lnTo>
                  <a:lnTo>
                    <a:pt x="131255" y="186573"/>
                  </a:lnTo>
                  <a:lnTo>
                    <a:pt x="132367" y="193567"/>
                  </a:lnTo>
                  <a:lnTo>
                    <a:pt x="133479" y="200552"/>
                  </a:lnTo>
                  <a:lnTo>
                    <a:pt x="134592" y="207523"/>
                  </a:lnTo>
                  <a:lnTo>
                    <a:pt x="135704" y="214475"/>
                  </a:lnTo>
                  <a:lnTo>
                    <a:pt x="136816" y="221405"/>
                  </a:lnTo>
                  <a:lnTo>
                    <a:pt x="137929" y="228291"/>
                  </a:lnTo>
                  <a:lnTo>
                    <a:pt x="139041" y="235138"/>
                  </a:lnTo>
                  <a:lnTo>
                    <a:pt x="140153" y="241945"/>
                  </a:lnTo>
                  <a:lnTo>
                    <a:pt x="141266" y="248707"/>
                  </a:lnTo>
                  <a:lnTo>
                    <a:pt x="142378" y="255393"/>
                  </a:lnTo>
                  <a:lnTo>
                    <a:pt x="143490" y="262021"/>
                  </a:lnTo>
                  <a:lnTo>
                    <a:pt x="144603" y="268589"/>
                  </a:lnTo>
                  <a:lnTo>
                    <a:pt x="145715" y="275093"/>
                  </a:lnTo>
                  <a:lnTo>
                    <a:pt x="146827" y="281495"/>
                  </a:lnTo>
                  <a:lnTo>
                    <a:pt x="147940" y="287821"/>
                  </a:lnTo>
                  <a:lnTo>
                    <a:pt x="149052" y="294070"/>
                  </a:lnTo>
                  <a:lnTo>
                    <a:pt x="150164" y="300240"/>
                  </a:lnTo>
                  <a:lnTo>
                    <a:pt x="151277" y="306287"/>
                  </a:lnTo>
                  <a:lnTo>
                    <a:pt x="152389" y="312243"/>
                  </a:lnTo>
                  <a:lnTo>
                    <a:pt x="153501" y="318109"/>
                  </a:lnTo>
                  <a:lnTo>
                    <a:pt x="154614" y="323884"/>
                  </a:lnTo>
                  <a:lnTo>
                    <a:pt x="155726" y="329520"/>
                  </a:lnTo>
                  <a:lnTo>
                    <a:pt x="156838" y="335055"/>
                  </a:lnTo>
                  <a:lnTo>
                    <a:pt x="157951" y="340491"/>
                  </a:lnTo>
                  <a:lnTo>
                    <a:pt x="159063" y="345828"/>
                  </a:lnTo>
                  <a:lnTo>
                    <a:pt x="160175" y="351017"/>
                  </a:lnTo>
                  <a:lnTo>
                    <a:pt x="161288" y="356099"/>
                  </a:lnTo>
                  <a:lnTo>
                    <a:pt x="162400" y="361079"/>
                  </a:lnTo>
                  <a:lnTo>
                    <a:pt x="163512" y="365955"/>
                  </a:lnTo>
                  <a:lnTo>
                    <a:pt x="164625" y="370682"/>
                  </a:lnTo>
                  <a:lnTo>
                    <a:pt x="165737" y="375301"/>
                  </a:lnTo>
                  <a:lnTo>
                    <a:pt x="166849" y="379818"/>
                  </a:lnTo>
                  <a:lnTo>
                    <a:pt x="167962" y="384233"/>
                  </a:lnTo>
                  <a:lnTo>
                    <a:pt x="169074" y="388503"/>
                  </a:lnTo>
                  <a:lnTo>
                    <a:pt x="170186" y="392670"/>
                  </a:lnTo>
                  <a:lnTo>
                    <a:pt x="171299" y="396739"/>
                  </a:lnTo>
                  <a:lnTo>
                    <a:pt x="172411" y="400711"/>
                  </a:lnTo>
                  <a:lnTo>
                    <a:pt x="173523" y="404551"/>
                  </a:lnTo>
                  <a:lnTo>
                    <a:pt x="174636" y="408293"/>
                  </a:lnTo>
                  <a:lnTo>
                    <a:pt x="175748" y="411947"/>
                  </a:lnTo>
                  <a:lnTo>
                    <a:pt x="176860" y="415514"/>
                  </a:lnTo>
                  <a:lnTo>
                    <a:pt x="177973" y="418963"/>
                  </a:lnTo>
                  <a:lnTo>
                    <a:pt x="179085" y="422325"/>
                  </a:lnTo>
                  <a:lnTo>
                    <a:pt x="180197" y="425611"/>
                  </a:lnTo>
                  <a:lnTo>
                    <a:pt x="181310" y="428821"/>
                  </a:lnTo>
                  <a:lnTo>
                    <a:pt x="182422" y="431929"/>
                  </a:lnTo>
                  <a:lnTo>
                    <a:pt x="183534" y="434965"/>
                  </a:lnTo>
                  <a:lnTo>
                    <a:pt x="184647" y="437935"/>
                  </a:lnTo>
                  <a:lnTo>
                    <a:pt x="185759" y="440843"/>
                  </a:lnTo>
                  <a:lnTo>
                    <a:pt x="186871" y="443667"/>
                  </a:lnTo>
                  <a:lnTo>
                    <a:pt x="187984" y="446432"/>
                  </a:lnTo>
                  <a:lnTo>
                    <a:pt x="189096" y="449143"/>
                  </a:lnTo>
                  <a:lnTo>
                    <a:pt x="190208" y="451804"/>
                  </a:lnTo>
                  <a:lnTo>
                    <a:pt x="191321" y="454399"/>
                  </a:lnTo>
                  <a:lnTo>
                    <a:pt x="192433" y="456946"/>
                  </a:lnTo>
                  <a:lnTo>
                    <a:pt x="193545" y="459451"/>
                  </a:lnTo>
                  <a:lnTo>
                    <a:pt x="194658" y="461916"/>
                  </a:lnTo>
                  <a:lnTo>
                    <a:pt x="195770" y="464329"/>
                  </a:lnTo>
                  <a:lnTo>
                    <a:pt x="196882" y="466703"/>
                  </a:lnTo>
                  <a:lnTo>
                    <a:pt x="197995" y="469045"/>
                  </a:lnTo>
                  <a:lnTo>
                    <a:pt x="199107" y="471354"/>
                  </a:lnTo>
                  <a:lnTo>
                    <a:pt x="200219" y="473622"/>
                  </a:lnTo>
                  <a:lnTo>
                    <a:pt x="201332" y="475858"/>
                  </a:lnTo>
                  <a:lnTo>
                    <a:pt x="202444" y="478066"/>
                  </a:lnTo>
                  <a:lnTo>
                    <a:pt x="203556" y="480247"/>
                  </a:lnTo>
                  <a:lnTo>
                    <a:pt x="204669" y="482391"/>
                  </a:lnTo>
                  <a:lnTo>
                    <a:pt x="205781" y="484507"/>
                  </a:lnTo>
                  <a:lnTo>
                    <a:pt x="206893" y="486596"/>
                  </a:lnTo>
                  <a:lnTo>
                    <a:pt x="208006" y="488660"/>
                  </a:lnTo>
                  <a:lnTo>
                    <a:pt x="209118" y="490687"/>
                  </a:lnTo>
                  <a:lnTo>
                    <a:pt x="210230" y="492684"/>
                  </a:lnTo>
                  <a:lnTo>
                    <a:pt x="211343" y="494654"/>
                  </a:lnTo>
                  <a:lnTo>
                    <a:pt x="212455" y="496596"/>
                  </a:lnTo>
                  <a:lnTo>
                    <a:pt x="213567" y="498497"/>
                  </a:lnTo>
                  <a:lnTo>
                    <a:pt x="214680" y="500364"/>
                  </a:lnTo>
                  <a:lnTo>
                    <a:pt x="215792" y="502199"/>
                  </a:lnTo>
                  <a:lnTo>
                    <a:pt x="216904" y="504000"/>
                  </a:lnTo>
                  <a:lnTo>
                    <a:pt x="218017" y="505755"/>
                  </a:lnTo>
                  <a:lnTo>
                    <a:pt x="219129" y="507468"/>
                  </a:lnTo>
                  <a:lnTo>
                    <a:pt x="220241" y="509142"/>
                  </a:lnTo>
                  <a:lnTo>
                    <a:pt x="221354" y="510777"/>
                  </a:lnTo>
                  <a:lnTo>
                    <a:pt x="222466" y="512356"/>
                  </a:lnTo>
                  <a:lnTo>
                    <a:pt x="223578" y="513885"/>
                  </a:lnTo>
                  <a:lnTo>
                    <a:pt x="224691" y="515368"/>
                  </a:lnTo>
                  <a:lnTo>
                    <a:pt x="225803" y="516805"/>
                  </a:lnTo>
                  <a:lnTo>
                    <a:pt x="226915" y="518178"/>
                  </a:lnTo>
                  <a:lnTo>
                    <a:pt x="228028" y="519492"/>
                  </a:lnTo>
                  <a:lnTo>
                    <a:pt x="229140" y="520755"/>
                  </a:lnTo>
                  <a:lnTo>
                    <a:pt x="230252" y="521966"/>
                  </a:lnTo>
                  <a:lnTo>
                    <a:pt x="231365" y="523105"/>
                  </a:lnTo>
                  <a:lnTo>
                    <a:pt x="232477" y="524179"/>
                  </a:lnTo>
                  <a:lnTo>
                    <a:pt x="233589" y="525198"/>
                  </a:lnTo>
                  <a:lnTo>
                    <a:pt x="234702" y="526159"/>
                  </a:lnTo>
                  <a:lnTo>
                    <a:pt x="235814" y="527045"/>
                  </a:lnTo>
                  <a:lnTo>
                    <a:pt x="236926" y="527862"/>
                  </a:lnTo>
                  <a:lnTo>
                    <a:pt x="238039" y="528621"/>
                  </a:lnTo>
                  <a:lnTo>
                    <a:pt x="239151" y="529322"/>
                  </a:lnTo>
                  <a:lnTo>
                    <a:pt x="240263" y="529945"/>
                  </a:lnTo>
                  <a:lnTo>
                    <a:pt x="241376" y="530499"/>
                  </a:lnTo>
                  <a:lnTo>
                    <a:pt x="242488" y="530995"/>
                  </a:lnTo>
                  <a:lnTo>
                    <a:pt x="243600" y="531432"/>
                  </a:lnTo>
                  <a:lnTo>
                    <a:pt x="244713" y="531794"/>
                  </a:lnTo>
                  <a:lnTo>
                    <a:pt x="245825" y="532090"/>
                  </a:lnTo>
                  <a:lnTo>
                    <a:pt x="246937" y="532329"/>
                  </a:lnTo>
                  <a:lnTo>
                    <a:pt x="248049" y="532514"/>
                  </a:lnTo>
                  <a:lnTo>
                    <a:pt x="249162" y="532628"/>
                  </a:lnTo>
                  <a:lnTo>
                    <a:pt x="250274" y="532680"/>
                  </a:lnTo>
                  <a:lnTo>
                    <a:pt x="251386" y="532682"/>
                  </a:lnTo>
                  <a:lnTo>
                    <a:pt x="252499" y="532633"/>
                  </a:lnTo>
                  <a:lnTo>
                    <a:pt x="253611" y="532522"/>
                  </a:lnTo>
                  <a:lnTo>
                    <a:pt x="254723" y="532357"/>
                  </a:lnTo>
                  <a:lnTo>
                    <a:pt x="255836" y="532148"/>
                  </a:lnTo>
                  <a:lnTo>
                    <a:pt x="256948" y="531896"/>
                  </a:lnTo>
                  <a:lnTo>
                    <a:pt x="258060" y="531593"/>
                  </a:lnTo>
                  <a:lnTo>
                    <a:pt x="259173" y="531246"/>
                  </a:lnTo>
                  <a:lnTo>
                    <a:pt x="260285" y="530865"/>
                  </a:lnTo>
                  <a:lnTo>
                    <a:pt x="261397" y="530451"/>
                  </a:lnTo>
                  <a:lnTo>
                    <a:pt x="262510" y="529999"/>
                  </a:lnTo>
                  <a:lnTo>
                    <a:pt x="263622" y="529516"/>
                  </a:lnTo>
                  <a:lnTo>
                    <a:pt x="264734" y="529010"/>
                  </a:lnTo>
                  <a:lnTo>
                    <a:pt x="265847" y="528484"/>
                  </a:lnTo>
                  <a:lnTo>
                    <a:pt x="266959" y="527937"/>
                  </a:lnTo>
                  <a:lnTo>
                    <a:pt x="268071" y="527375"/>
                  </a:lnTo>
                  <a:lnTo>
                    <a:pt x="269184" y="526804"/>
                  </a:lnTo>
                  <a:lnTo>
                    <a:pt x="270296" y="526227"/>
                  </a:lnTo>
                  <a:lnTo>
                    <a:pt x="271408" y="525647"/>
                  </a:lnTo>
                  <a:lnTo>
                    <a:pt x="272521" y="525070"/>
                  </a:lnTo>
                  <a:lnTo>
                    <a:pt x="273633" y="524501"/>
                  </a:lnTo>
                  <a:lnTo>
                    <a:pt x="274745" y="523941"/>
                  </a:lnTo>
                  <a:lnTo>
                    <a:pt x="275858" y="523399"/>
                  </a:lnTo>
                  <a:lnTo>
                    <a:pt x="276970" y="522879"/>
                  </a:lnTo>
                  <a:lnTo>
                    <a:pt x="278082" y="522383"/>
                  </a:lnTo>
                  <a:lnTo>
                    <a:pt x="279195" y="521911"/>
                  </a:lnTo>
                  <a:lnTo>
                    <a:pt x="280307" y="521476"/>
                  </a:lnTo>
                  <a:lnTo>
                    <a:pt x="281419" y="521083"/>
                  </a:lnTo>
                  <a:lnTo>
                    <a:pt x="282532" y="520727"/>
                  </a:lnTo>
                  <a:lnTo>
                    <a:pt x="283644" y="520409"/>
                  </a:lnTo>
                  <a:lnTo>
                    <a:pt x="284756" y="520144"/>
                  </a:lnTo>
                  <a:lnTo>
                    <a:pt x="285869" y="519936"/>
                  </a:lnTo>
                  <a:lnTo>
                    <a:pt x="286981" y="519775"/>
                  </a:lnTo>
                  <a:lnTo>
                    <a:pt x="288093" y="519662"/>
                  </a:lnTo>
                  <a:lnTo>
                    <a:pt x="289206" y="519611"/>
                  </a:lnTo>
                  <a:lnTo>
                    <a:pt x="290318" y="519625"/>
                  </a:lnTo>
                  <a:lnTo>
                    <a:pt x="291430" y="519690"/>
                  </a:lnTo>
                  <a:lnTo>
                    <a:pt x="292543" y="519806"/>
                  </a:lnTo>
                  <a:lnTo>
                    <a:pt x="293655" y="519986"/>
                  </a:lnTo>
                  <a:lnTo>
                    <a:pt x="294767" y="520229"/>
                  </a:lnTo>
                  <a:lnTo>
                    <a:pt x="295880" y="520520"/>
                  </a:lnTo>
                  <a:lnTo>
                    <a:pt x="296992" y="520857"/>
                  </a:lnTo>
                  <a:lnTo>
                    <a:pt x="298104" y="521250"/>
                  </a:lnTo>
                  <a:lnTo>
                    <a:pt x="299217" y="521693"/>
                  </a:lnTo>
                  <a:lnTo>
                    <a:pt x="300329" y="522174"/>
                  </a:lnTo>
                  <a:lnTo>
                    <a:pt x="301441" y="522689"/>
                  </a:lnTo>
                  <a:lnTo>
                    <a:pt x="302554" y="523240"/>
                  </a:lnTo>
                  <a:lnTo>
                    <a:pt x="303666" y="523822"/>
                  </a:lnTo>
                  <a:lnTo>
                    <a:pt x="304778" y="524422"/>
                  </a:lnTo>
                  <a:lnTo>
                    <a:pt x="305891" y="525037"/>
                  </a:lnTo>
                  <a:lnTo>
                    <a:pt x="307003" y="525665"/>
                  </a:lnTo>
                  <a:lnTo>
                    <a:pt x="308115" y="526294"/>
                  </a:lnTo>
                  <a:lnTo>
                    <a:pt x="309228" y="526920"/>
                  </a:lnTo>
                  <a:lnTo>
                    <a:pt x="310340" y="527537"/>
                  </a:lnTo>
                  <a:lnTo>
                    <a:pt x="311452" y="528138"/>
                  </a:lnTo>
                  <a:lnTo>
                    <a:pt x="312565" y="528710"/>
                  </a:lnTo>
                  <a:lnTo>
                    <a:pt x="313677" y="529255"/>
                  </a:lnTo>
                  <a:lnTo>
                    <a:pt x="314789" y="529769"/>
                  </a:lnTo>
                  <a:lnTo>
                    <a:pt x="315902" y="530239"/>
                  </a:lnTo>
                  <a:lnTo>
                    <a:pt x="317014" y="530652"/>
                  </a:lnTo>
                  <a:lnTo>
                    <a:pt x="318126" y="531016"/>
                  </a:lnTo>
                  <a:lnTo>
                    <a:pt x="319239" y="531329"/>
                  </a:lnTo>
                  <a:lnTo>
                    <a:pt x="320351" y="531576"/>
                  </a:lnTo>
                  <a:lnTo>
                    <a:pt x="321463" y="531745"/>
                  </a:lnTo>
                  <a:lnTo>
                    <a:pt x="322576" y="531851"/>
                  </a:lnTo>
                  <a:lnTo>
                    <a:pt x="323688" y="531891"/>
                  </a:lnTo>
                  <a:lnTo>
                    <a:pt x="324800" y="531853"/>
                  </a:lnTo>
                  <a:lnTo>
                    <a:pt x="325913" y="531724"/>
                  </a:lnTo>
                  <a:lnTo>
                    <a:pt x="327025" y="531525"/>
                  </a:lnTo>
                  <a:lnTo>
                    <a:pt x="328137" y="531257"/>
                  </a:lnTo>
                  <a:lnTo>
                    <a:pt x="329250" y="530907"/>
                  </a:lnTo>
                  <a:lnTo>
                    <a:pt x="330362" y="530466"/>
                  </a:lnTo>
                  <a:lnTo>
                    <a:pt x="331474" y="529957"/>
                  </a:lnTo>
                  <a:lnTo>
                    <a:pt x="332587" y="529383"/>
                  </a:lnTo>
                  <a:lnTo>
                    <a:pt x="333699" y="528734"/>
                  </a:lnTo>
                  <a:lnTo>
                    <a:pt x="334811" y="528006"/>
                  </a:lnTo>
                  <a:lnTo>
                    <a:pt x="335924" y="527221"/>
                  </a:lnTo>
                  <a:lnTo>
                    <a:pt x="337036" y="526382"/>
                  </a:lnTo>
                  <a:lnTo>
                    <a:pt x="338148" y="525484"/>
                  </a:lnTo>
                  <a:lnTo>
                    <a:pt x="339261" y="524526"/>
                  </a:lnTo>
                  <a:lnTo>
                    <a:pt x="340373" y="523528"/>
                  </a:lnTo>
                  <a:lnTo>
                    <a:pt x="341485" y="522494"/>
                  </a:lnTo>
                  <a:lnTo>
                    <a:pt x="342598" y="521423"/>
                  </a:lnTo>
                  <a:lnTo>
                    <a:pt x="343710" y="520317"/>
                  </a:lnTo>
                  <a:lnTo>
                    <a:pt x="344822" y="519191"/>
                  </a:lnTo>
                  <a:lnTo>
                    <a:pt x="345935" y="518049"/>
                  </a:lnTo>
                  <a:lnTo>
                    <a:pt x="347047" y="516894"/>
                  </a:lnTo>
                  <a:lnTo>
                    <a:pt x="348159" y="515731"/>
                  </a:lnTo>
                  <a:lnTo>
                    <a:pt x="349272" y="514569"/>
                  </a:lnTo>
                  <a:lnTo>
                    <a:pt x="350384" y="513411"/>
                  </a:lnTo>
                  <a:lnTo>
                    <a:pt x="351496" y="512261"/>
                  </a:lnTo>
                  <a:lnTo>
                    <a:pt x="352609" y="511130"/>
                  </a:lnTo>
                  <a:lnTo>
                    <a:pt x="353721" y="510017"/>
                  </a:lnTo>
                  <a:lnTo>
                    <a:pt x="354833" y="508925"/>
                  </a:lnTo>
                  <a:lnTo>
                    <a:pt x="355946" y="507860"/>
                  </a:lnTo>
                  <a:lnTo>
                    <a:pt x="357058" y="506834"/>
                  </a:lnTo>
                  <a:lnTo>
                    <a:pt x="358170" y="505840"/>
                  </a:lnTo>
                  <a:lnTo>
                    <a:pt x="359283" y="504880"/>
                  </a:lnTo>
                  <a:lnTo>
                    <a:pt x="360395" y="503959"/>
                  </a:lnTo>
                  <a:lnTo>
                    <a:pt x="361507" y="503091"/>
                  </a:lnTo>
                  <a:lnTo>
                    <a:pt x="362620" y="502262"/>
                  </a:lnTo>
                  <a:lnTo>
                    <a:pt x="363732" y="501474"/>
                  </a:lnTo>
                  <a:lnTo>
                    <a:pt x="364844" y="500733"/>
                  </a:lnTo>
                  <a:lnTo>
                    <a:pt x="365957" y="500049"/>
                  </a:lnTo>
                  <a:lnTo>
                    <a:pt x="367069" y="499407"/>
                  </a:lnTo>
                  <a:lnTo>
                    <a:pt x="368181" y="498807"/>
                  </a:lnTo>
                  <a:lnTo>
                    <a:pt x="369294" y="498254"/>
                  </a:lnTo>
                  <a:lnTo>
                    <a:pt x="370406" y="497757"/>
                  </a:lnTo>
                  <a:lnTo>
                    <a:pt x="371518" y="497299"/>
                  </a:lnTo>
                  <a:lnTo>
                    <a:pt x="372631" y="496879"/>
                  </a:lnTo>
                  <a:lnTo>
                    <a:pt x="373743" y="496501"/>
                  </a:lnTo>
                  <a:lnTo>
                    <a:pt x="374855" y="496172"/>
                  </a:lnTo>
                  <a:lnTo>
                    <a:pt x="375968" y="495876"/>
                  </a:lnTo>
                  <a:lnTo>
                    <a:pt x="377080" y="495612"/>
                  </a:lnTo>
                  <a:lnTo>
                    <a:pt x="378192" y="495381"/>
                  </a:lnTo>
                  <a:lnTo>
                    <a:pt x="379305" y="495188"/>
                  </a:lnTo>
                  <a:lnTo>
                    <a:pt x="380417" y="495020"/>
                  </a:lnTo>
                  <a:lnTo>
                    <a:pt x="381529" y="494876"/>
                  </a:lnTo>
                  <a:lnTo>
                    <a:pt x="382642" y="494757"/>
                  </a:lnTo>
                  <a:lnTo>
                    <a:pt x="383754" y="494665"/>
                  </a:lnTo>
                  <a:lnTo>
                    <a:pt x="384866" y="494590"/>
                  </a:lnTo>
                  <a:lnTo>
                    <a:pt x="385979" y="494533"/>
                  </a:lnTo>
                  <a:lnTo>
                    <a:pt x="387091" y="494492"/>
                  </a:lnTo>
                  <a:lnTo>
                    <a:pt x="388203" y="494471"/>
                  </a:lnTo>
                  <a:lnTo>
                    <a:pt x="389316" y="494463"/>
                  </a:lnTo>
                  <a:lnTo>
                    <a:pt x="390428" y="494467"/>
                  </a:lnTo>
                  <a:lnTo>
                    <a:pt x="391540" y="494485"/>
                  </a:lnTo>
                  <a:lnTo>
                    <a:pt x="392653" y="494520"/>
                  </a:lnTo>
                  <a:lnTo>
                    <a:pt x="393765" y="494567"/>
                  </a:lnTo>
                  <a:lnTo>
                    <a:pt x="394877" y="494628"/>
                  </a:lnTo>
                  <a:lnTo>
                    <a:pt x="395990" y="494702"/>
                  </a:lnTo>
                  <a:lnTo>
                    <a:pt x="397102" y="494798"/>
                  </a:lnTo>
                  <a:lnTo>
                    <a:pt x="398214" y="494911"/>
                  </a:lnTo>
                  <a:lnTo>
                    <a:pt x="399327" y="495042"/>
                  </a:lnTo>
                  <a:lnTo>
                    <a:pt x="400439" y="495193"/>
                  </a:lnTo>
                  <a:lnTo>
                    <a:pt x="401551" y="495377"/>
                  </a:lnTo>
                  <a:lnTo>
                    <a:pt x="402664" y="495586"/>
                  </a:lnTo>
                  <a:lnTo>
                    <a:pt x="403776" y="495822"/>
                  </a:lnTo>
                  <a:lnTo>
                    <a:pt x="404888" y="496089"/>
                  </a:lnTo>
                  <a:lnTo>
                    <a:pt x="406001" y="496404"/>
                  </a:lnTo>
                  <a:lnTo>
                    <a:pt x="407113" y="496756"/>
                  </a:lnTo>
                  <a:lnTo>
                    <a:pt x="408225" y="497146"/>
                  </a:lnTo>
                  <a:lnTo>
                    <a:pt x="409338" y="497580"/>
                  </a:lnTo>
                  <a:lnTo>
                    <a:pt x="410450" y="498078"/>
                  </a:lnTo>
                  <a:lnTo>
                    <a:pt x="411562" y="498625"/>
                  </a:lnTo>
                  <a:lnTo>
                    <a:pt x="412675" y="499222"/>
                  </a:lnTo>
                  <a:lnTo>
                    <a:pt x="413787" y="499872"/>
                  </a:lnTo>
                  <a:lnTo>
                    <a:pt x="414899" y="500603"/>
                  </a:lnTo>
                  <a:lnTo>
                    <a:pt x="416012" y="501391"/>
                  </a:lnTo>
                  <a:lnTo>
                    <a:pt x="417124" y="502237"/>
                  </a:lnTo>
                  <a:lnTo>
                    <a:pt x="418236" y="503143"/>
                  </a:lnTo>
                  <a:lnTo>
                    <a:pt x="419349" y="504139"/>
                  </a:lnTo>
                  <a:lnTo>
                    <a:pt x="420461" y="505195"/>
                  </a:lnTo>
                  <a:lnTo>
                    <a:pt x="421573" y="506311"/>
                  </a:lnTo>
                  <a:lnTo>
                    <a:pt x="422686" y="507490"/>
                  </a:lnTo>
                  <a:lnTo>
                    <a:pt x="423798" y="508757"/>
                  </a:lnTo>
                  <a:lnTo>
                    <a:pt x="424910" y="510082"/>
                  </a:lnTo>
                  <a:lnTo>
                    <a:pt x="426023" y="511463"/>
                  </a:lnTo>
                  <a:lnTo>
                    <a:pt x="427135" y="512900"/>
                  </a:lnTo>
                  <a:lnTo>
                    <a:pt x="428247" y="514415"/>
                  </a:lnTo>
                  <a:lnTo>
                    <a:pt x="429360" y="515977"/>
                  </a:lnTo>
                  <a:lnTo>
                    <a:pt x="430472" y="517585"/>
                  </a:lnTo>
                  <a:lnTo>
                    <a:pt x="431584" y="519236"/>
                  </a:lnTo>
                  <a:lnTo>
                    <a:pt x="432697" y="520944"/>
                  </a:lnTo>
                  <a:lnTo>
                    <a:pt x="433809" y="522684"/>
                  </a:lnTo>
                  <a:lnTo>
                    <a:pt x="434921" y="524454"/>
                  </a:lnTo>
                  <a:lnTo>
                    <a:pt x="436034" y="526250"/>
                  </a:lnTo>
                  <a:lnTo>
                    <a:pt x="437146" y="528075"/>
                  </a:lnTo>
                  <a:lnTo>
                    <a:pt x="438258" y="529913"/>
                  </a:lnTo>
                  <a:lnTo>
                    <a:pt x="439371" y="531761"/>
                  </a:lnTo>
                  <a:lnTo>
                    <a:pt x="440483" y="533616"/>
                  </a:lnTo>
                  <a:lnTo>
                    <a:pt x="441595" y="535470"/>
                  </a:lnTo>
                  <a:lnTo>
                    <a:pt x="442708" y="537317"/>
                  </a:lnTo>
                  <a:lnTo>
                    <a:pt x="443820" y="539154"/>
                  </a:lnTo>
                  <a:lnTo>
                    <a:pt x="444932" y="540978"/>
                  </a:lnTo>
                  <a:lnTo>
                    <a:pt x="446045" y="542773"/>
                  </a:lnTo>
                  <a:lnTo>
                    <a:pt x="447157" y="544543"/>
                  </a:lnTo>
                  <a:lnTo>
                    <a:pt x="448269" y="546286"/>
                  </a:lnTo>
                  <a:lnTo>
                    <a:pt x="449382" y="547998"/>
                  </a:lnTo>
                  <a:lnTo>
                    <a:pt x="450494" y="549659"/>
                  </a:lnTo>
                  <a:lnTo>
                    <a:pt x="451606" y="551280"/>
                  </a:lnTo>
                  <a:lnTo>
                    <a:pt x="452719" y="552860"/>
                  </a:lnTo>
                  <a:lnTo>
                    <a:pt x="453831" y="554397"/>
                  </a:lnTo>
                  <a:lnTo>
                    <a:pt x="454943" y="555867"/>
                  </a:lnTo>
                  <a:lnTo>
                    <a:pt x="456056" y="557288"/>
                  </a:lnTo>
                  <a:lnTo>
                    <a:pt x="457168" y="558660"/>
                  </a:lnTo>
                  <a:lnTo>
                    <a:pt x="458280" y="559982"/>
                  </a:lnTo>
                  <a:lnTo>
                    <a:pt x="459393" y="561230"/>
                  </a:lnTo>
                  <a:lnTo>
                    <a:pt x="460505" y="562424"/>
                  </a:lnTo>
                  <a:lnTo>
                    <a:pt x="461617" y="563566"/>
                  </a:lnTo>
                  <a:lnTo>
                    <a:pt x="462730" y="564657"/>
                  </a:lnTo>
                  <a:lnTo>
                    <a:pt x="463842" y="565673"/>
                  </a:lnTo>
                  <a:lnTo>
                    <a:pt x="464954" y="566636"/>
                  </a:lnTo>
                  <a:lnTo>
                    <a:pt x="466067" y="567549"/>
                  </a:lnTo>
                  <a:lnTo>
                    <a:pt x="467179" y="568413"/>
                  </a:lnTo>
                  <a:lnTo>
                    <a:pt x="468291" y="569207"/>
                  </a:lnTo>
                  <a:lnTo>
                    <a:pt x="469404" y="569953"/>
                  </a:lnTo>
                  <a:lnTo>
                    <a:pt x="470516" y="570654"/>
                  </a:lnTo>
                  <a:lnTo>
                    <a:pt x="471628" y="571311"/>
                  </a:lnTo>
                  <a:lnTo>
                    <a:pt x="472741" y="571908"/>
                  </a:lnTo>
                  <a:lnTo>
                    <a:pt x="473853" y="572463"/>
                  </a:lnTo>
                  <a:lnTo>
                    <a:pt x="474965" y="572980"/>
                  </a:lnTo>
                  <a:lnTo>
                    <a:pt x="476078" y="573460"/>
                  </a:lnTo>
                  <a:lnTo>
                    <a:pt x="477190" y="573891"/>
                  </a:lnTo>
                  <a:lnTo>
                    <a:pt x="478302" y="574288"/>
                  </a:lnTo>
                  <a:lnTo>
                    <a:pt x="479415" y="574654"/>
                  </a:lnTo>
                  <a:lnTo>
                    <a:pt x="480527" y="574991"/>
                  </a:lnTo>
                  <a:lnTo>
                    <a:pt x="481639" y="575289"/>
                  </a:lnTo>
                  <a:lnTo>
                    <a:pt x="482752" y="575560"/>
                  </a:lnTo>
                  <a:lnTo>
                    <a:pt x="483864" y="575808"/>
                  </a:lnTo>
                  <a:lnTo>
                    <a:pt x="484976" y="576034"/>
                  </a:lnTo>
                  <a:lnTo>
                    <a:pt x="486089" y="576231"/>
                  </a:lnTo>
                  <a:lnTo>
                    <a:pt x="487201" y="576407"/>
                  </a:lnTo>
                  <a:lnTo>
                    <a:pt x="488313" y="576566"/>
                  </a:lnTo>
                  <a:lnTo>
                    <a:pt x="489426" y="576708"/>
                  </a:lnTo>
                  <a:lnTo>
                    <a:pt x="490538" y="576829"/>
                  </a:lnTo>
                  <a:lnTo>
                    <a:pt x="491650" y="576935"/>
                  </a:lnTo>
                  <a:lnTo>
                    <a:pt x="492762" y="577028"/>
                  </a:lnTo>
                  <a:lnTo>
                    <a:pt x="493875" y="577109"/>
                  </a:lnTo>
                  <a:lnTo>
                    <a:pt x="494987" y="577173"/>
                  </a:lnTo>
                  <a:lnTo>
                    <a:pt x="496099" y="577227"/>
                  </a:lnTo>
                  <a:lnTo>
                    <a:pt x="497212" y="577270"/>
                  </a:lnTo>
                  <a:lnTo>
                    <a:pt x="498324" y="577304"/>
                  </a:lnTo>
                  <a:lnTo>
                    <a:pt x="499436" y="577325"/>
                  </a:lnTo>
                  <a:lnTo>
                    <a:pt x="500549" y="577337"/>
                  </a:lnTo>
                  <a:lnTo>
                    <a:pt x="501661" y="577341"/>
                  </a:lnTo>
                  <a:lnTo>
                    <a:pt x="502773" y="577336"/>
                  </a:lnTo>
                  <a:lnTo>
                    <a:pt x="503886" y="577321"/>
                  </a:lnTo>
                  <a:lnTo>
                    <a:pt x="504998" y="577296"/>
                  </a:lnTo>
                  <a:lnTo>
                    <a:pt x="506110" y="577264"/>
                  </a:lnTo>
                  <a:lnTo>
                    <a:pt x="507223" y="577223"/>
                  </a:lnTo>
                  <a:lnTo>
                    <a:pt x="508335" y="577172"/>
                  </a:lnTo>
                  <a:lnTo>
                    <a:pt x="509447" y="577111"/>
                  </a:lnTo>
                  <a:lnTo>
                    <a:pt x="510560" y="577041"/>
                  </a:lnTo>
                  <a:lnTo>
                    <a:pt x="511672" y="576962"/>
                  </a:lnTo>
                  <a:lnTo>
                    <a:pt x="512784" y="576871"/>
                  </a:lnTo>
                  <a:lnTo>
                    <a:pt x="513897" y="576769"/>
                  </a:lnTo>
                  <a:lnTo>
                    <a:pt x="515009" y="576658"/>
                  </a:lnTo>
                  <a:lnTo>
                    <a:pt x="516121" y="576536"/>
                  </a:lnTo>
                  <a:lnTo>
                    <a:pt x="517234" y="576399"/>
                  </a:lnTo>
                  <a:lnTo>
                    <a:pt x="518346" y="576250"/>
                  </a:lnTo>
                  <a:lnTo>
                    <a:pt x="519458" y="576089"/>
                  </a:lnTo>
                  <a:lnTo>
                    <a:pt x="520571" y="575917"/>
                  </a:lnTo>
                  <a:lnTo>
                    <a:pt x="521683" y="575728"/>
                  </a:lnTo>
                  <a:lnTo>
                    <a:pt x="522795" y="575525"/>
                  </a:lnTo>
                  <a:lnTo>
                    <a:pt x="523908" y="575308"/>
                  </a:lnTo>
                  <a:lnTo>
                    <a:pt x="525020" y="575079"/>
                  </a:lnTo>
                  <a:lnTo>
                    <a:pt x="526132" y="574832"/>
                  </a:lnTo>
                  <a:lnTo>
                    <a:pt x="527245" y="574570"/>
                  </a:lnTo>
                  <a:lnTo>
                    <a:pt x="528357" y="574295"/>
                  </a:lnTo>
                  <a:lnTo>
                    <a:pt x="529469" y="574006"/>
                  </a:lnTo>
                  <a:lnTo>
                    <a:pt x="530582" y="573699"/>
                  </a:lnTo>
                  <a:lnTo>
                    <a:pt x="531694" y="573377"/>
                  </a:lnTo>
                  <a:lnTo>
                    <a:pt x="532806" y="573043"/>
                  </a:lnTo>
                  <a:lnTo>
                    <a:pt x="533919" y="572697"/>
                  </a:lnTo>
                  <a:lnTo>
                    <a:pt x="535031" y="572335"/>
                  </a:lnTo>
                  <a:lnTo>
                    <a:pt x="536143" y="571960"/>
                  </a:lnTo>
                  <a:lnTo>
                    <a:pt x="537256" y="571575"/>
                  </a:lnTo>
                  <a:lnTo>
                    <a:pt x="538368" y="571181"/>
                  </a:lnTo>
                  <a:lnTo>
                    <a:pt x="539480" y="570776"/>
                  </a:lnTo>
                  <a:lnTo>
                    <a:pt x="540593" y="570363"/>
                  </a:lnTo>
                  <a:lnTo>
                    <a:pt x="541705" y="569944"/>
                  </a:lnTo>
                  <a:lnTo>
                    <a:pt x="542817" y="569521"/>
                  </a:lnTo>
                  <a:lnTo>
                    <a:pt x="543930" y="569093"/>
                  </a:lnTo>
                  <a:lnTo>
                    <a:pt x="545042" y="568665"/>
                  </a:lnTo>
                  <a:lnTo>
                    <a:pt x="546154" y="568237"/>
                  </a:lnTo>
                  <a:lnTo>
                    <a:pt x="547267" y="567810"/>
                  </a:lnTo>
                  <a:lnTo>
                    <a:pt x="548379" y="567389"/>
                  </a:lnTo>
                  <a:lnTo>
                    <a:pt x="549491" y="566975"/>
                  </a:lnTo>
                  <a:lnTo>
                    <a:pt x="550604" y="566568"/>
                  </a:lnTo>
                  <a:lnTo>
                    <a:pt x="551716" y="566171"/>
                  </a:lnTo>
                  <a:lnTo>
                    <a:pt x="552828" y="565789"/>
                  </a:lnTo>
                  <a:lnTo>
                    <a:pt x="553941" y="565423"/>
                  </a:lnTo>
                  <a:lnTo>
                    <a:pt x="555053" y="565073"/>
                  </a:lnTo>
                  <a:lnTo>
                    <a:pt x="556165" y="564739"/>
                  </a:lnTo>
                  <a:lnTo>
                    <a:pt x="557278" y="564430"/>
                  </a:lnTo>
                  <a:lnTo>
                    <a:pt x="558390" y="564146"/>
                  </a:lnTo>
                  <a:lnTo>
                    <a:pt x="559502" y="563885"/>
                  </a:lnTo>
                  <a:lnTo>
                    <a:pt x="560615" y="563647"/>
                  </a:lnTo>
                  <a:lnTo>
                    <a:pt x="561727" y="563441"/>
                  </a:lnTo>
                  <a:lnTo>
                    <a:pt x="562839" y="563267"/>
                  </a:lnTo>
                  <a:lnTo>
                    <a:pt x="563952" y="563120"/>
                  </a:lnTo>
                  <a:lnTo>
                    <a:pt x="565064" y="563001"/>
                  </a:lnTo>
                  <a:lnTo>
                    <a:pt x="566176" y="562919"/>
                  </a:lnTo>
                  <a:lnTo>
                    <a:pt x="567289" y="562872"/>
                  </a:lnTo>
                  <a:lnTo>
                    <a:pt x="568401" y="56285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6" name="rc7886"/>
            <p:cNvSpPr/>
            <p:nvPr/>
          </p:nvSpPr>
          <p:spPr>
            <a:xfrm>
              <a:off x="7263972" y="5760843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7" name="pl7887"/>
            <p:cNvSpPr/>
            <p:nvPr/>
          </p:nvSpPr>
          <p:spPr>
            <a:xfrm>
              <a:off x="7263972" y="627910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8" name="pl7888"/>
            <p:cNvSpPr/>
            <p:nvPr/>
          </p:nvSpPr>
          <p:spPr>
            <a:xfrm>
              <a:off x="7263972" y="606539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9" name="pl7889"/>
            <p:cNvSpPr/>
            <p:nvPr/>
          </p:nvSpPr>
          <p:spPr>
            <a:xfrm>
              <a:off x="7263972" y="585167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0" name="pl7890"/>
            <p:cNvSpPr/>
            <p:nvPr/>
          </p:nvSpPr>
          <p:spPr>
            <a:xfrm>
              <a:off x="7384001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1" name="pl7891"/>
            <p:cNvSpPr/>
            <p:nvPr/>
          </p:nvSpPr>
          <p:spPr>
            <a:xfrm>
              <a:off x="7534840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2" name="pl7892"/>
            <p:cNvSpPr/>
            <p:nvPr/>
          </p:nvSpPr>
          <p:spPr>
            <a:xfrm>
              <a:off x="7685678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3" name="pl7893"/>
            <p:cNvSpPr/>
            <p:nvPr/>
          </p:nvSpPr>
          <p:spPr>
            <a:xfrm>
              <a:off x="7836516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4" name="pl7894"/>
            <p:cNvSpPr/>
            <p:nvPr/>
          </p:nvSpPr>
          <p:spPr>
            <a:xfrm>
              <a:off x="7263972" y="638596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5" name="pl7895"/>
            <p:cNvSpPr/>
            <p:nvPr/>
          </p:nvSpPr>
          <p:spPr>
            <a:xfrm>
              <a:off x="7263972" y="617224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6" name="pl7896"/>
            <p:cNvSpPr/>
            <p:nvPr/>
          </p:nvSpPr>
          <p:spPr>
            <a:xfrm>
              <a:off x="7263972" y="595853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7" name="pl7897"/>
            <p:cNvSpPr/>
            <p:nvPr/>
          </p:nvSpPr>
          <p:spPr>
            <a:xfrm>
              <a:off x="7308582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8" name="pl7898"/>
            <p:cNvSpPr/>
            <p:nvPr/>
          </p:nvSpPr>
          <p:spPr>
            <a:xfrm>
              <a:off x="7459420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9" name="pl7899"/>
            <p:cNvSpPr/>
            <p:nvPr/>
          </p:nvSpPr>
          <p:spPr>
            <a:xfrm>
              <a:off x="7610259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0" name="pl7900"/>
            <p:cNvSpPr/>
            <p:nvPr/>
          </p:nvSpPr>
          <p:spPr>
            <a:xfrm>
              <a:off x="7761097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1" name="pt7901"/>
            <p:cNvSpPr/>
            <p:nvPr/>
          </p:nvSpPr>
          <p:spPr>
            <a:xfrm>
              <a:off x="7344761" y="6306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2" name="pt7902"/>
            <p:cNvSpPr/>
            <p:nvPr/>
          </p:nvSpPr>
          <p:spPr>
            <a:xfrm>
              <a:off x="7472898" y="6237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3" name="pt7903"/>
            <p:cNvSpPr/>
            <p:nvPr/>
          </p:nvSpPr>
          <p:spPr>
            <a:xfrm>
              <a:off x="7281797" y="62829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4" name="pt7904"/>
            <p:cNvSpPr/>
            <p:nvPr/>
          </p:nvSpPr>
          <p:spPr>
            <a:xfrm>
              <a:off x="7347969" y="63030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5" name="pt7905"/>
            <p:cNvSpPr/>
            <p:nvPr/>
          </p:nvSpPr>
          <p:spPr>
            <a:xfrm>
              <a:off x="7275853" y="63199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6" name="pt7906"/>
            <p:cNvSpPr/>
            <p:nvPr/>
          </p:nvSpPr>
          <p:spPr>
            <a:xfrm>
              <a:off x="7333430" y="6341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7" name="pt7907"/>
            <p:cNvSpPr/>
            <p:nvPr/>
          </p:nvSpPr>
          <p:spPr>
            <a:xfrm>
              <a:off x="7329263" y="6316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8" name="pt7908"/>
            <p:cNvSpPr/>
            <p:nvPr/>
          </p:nvSpPr>
          <p:spPr>
            <a:xfrm>
              <a:off x="7355894" y="62837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9" name="pt7909"/>
            <p:cNvSpPr/>
            <p:nvPr/>
          </p:nvSpPr>
          <p:spPr>
            <a:xfrm>
              <a:off x="7614797" y="6151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0" name="pt7910"/>
            <p:cNvSpPr/>
            <p:nvPr/>
          </p:nvSpPr>
          <p:spPr>
            <a:xfrm>
              <a:off x="7697364" y="61626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1" name="pt7911"/>
            <p:cNvSpPr/>
            <p:nvPr/>
          </p:nvSpPr>
          <p:spPr>
            <a:xfrm>
              <a:off x="7348219" y="63011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2" name="pt7912"/>
            <p:cNvSpPr/>
            <p:nvPr/>
          </p:nvSpPr>
          <p:spPr>
            <a:xfrm>
              <a:off x="7411412" y="62830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3" name="pt7913"/>
            <p:cNvSpPr/>
            <p:nvPr/>
          </p:nvSpPr>
          <p:spPr>
            <a:xfrm>
              <a:off x="7297228" y="6292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4" name="pt7914"/>
            <p:cNvSpPr/>
            <p:nvPr/>
          </p:nvSpPr>
          <p:spPr>
            <a:xfrm>
              <a:off x="7372533" y="6306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5" name="pt7915"/>
            <p:cNvSpPr/>
            <p:nvPr/>
          </p:nvSpPr>
          <p:spPr>
            <a:xfrm>
              <a:off x="7335458" y="6299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6" name="pt7916"/>
            <p:cNvSpPr/>
            <p:nvPr/>
          </p:nvSpPr>
          <p:spPr>
            <a:xfrm>
              <a:off x="7386522" y="6327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7" name="pt7917"/>
            <p:cNvSpPr/>
            <p:nvPr/>
          </p:nvSpPr>
          <p:spPr>
            <a:xfrm>
              <a:off x="7319925" y="6288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8" name="pt7918"/>
            <p:cNvSpPr/>
            <p:nvPr/>
          </p:nvSpPr>
          <p:spPr>
            <a:xfrm>
              <a:off x="7358850" y="6316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9" name="pt7919"/>
            <p:cNvSpPr/>
            <p:nvPr/>
          </p:nvSpPr>
          <p:spPr>
            <a:xfrm>
              <a:off x="7337705" y="62888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0" name="pt7920"/>
            <p:cNvSpPr/>
            <p:nvPr/>
          </p:nvSpPr>
          <p:spPr>
            <a:xfrm>
              <a:off x="7300528" y="62741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1" name="pt7921"/>
            <p:cNvSpPr/>
            <p:nvPr/>
          </p:nvSpPr>
          <p:spPr>
            <a:xfrm>
              <a:off x="7395830" y="6275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2" name="pt7922"/>
            <p:cNvSpPr/>
            <p:nvPr/>
          </p:nvSpPr>
          <p:spPr>
            <a:xfrm>
              <a:off x="7393062" y="6307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3" name="pt7923"/>
            <p:cNvSpPr/>
            <p:nvPr/>
          </p:nvSpPr>
          <p:spPr>
            <a:xfrm>
              <a:off x="7396925" y="6299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4" name="pt7924"/>
            <p:cNvSpPr/>
            <p:nvPr/>
          </p:nvSpPr>
          <p:spPr>
            <a:xfrm>
              <a:off x="7410576" y="6277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5" name="pt7925"/>
            <p:cNvSpPr/>
            <p:nvPr/>
          </p:nvSpPr>
          <p:spPr>
            <a:xfrm>
              <a:off x="7635773" y="60248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6" name="pt7926"/>
            <p:cNvSpPr/>
            <p:nvPr/>
          </p:nvSpPr>
          <p:spPr>
            <a:xfrm>
              <a:off x="7332615" y="63018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7" name="pt7927"/>
            <p:cNvSpPr/>
            <p:nvPr/>
          </p:nvSpPr>
          <p:spPr>
            <a:xfrm>
              <a:off x="7362377" y="63044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8" name="pt7928"/>
            <p:cNvSpPr/>
            <p:nvPr/>
          </p:nvSpPr>
          <p:spPr>
            <a:xfrm>
              <a:off x="7514913" y="60650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9" name="pt7929"/>
            <p:cNvSpPr/>
            <p:nvPr/>
          </p:nvSpPr>
          <p:spPr>
            <a:xfrm>
              <a:off x="7461737" y="62372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0" name="pt7930"/>
            <p:cNvSpPr/>
            <p:nvPr/>
          </p:nvSpPr>
          <p:spPr>
            <a:xfrm>
              <a:off x="7359595" y="6289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1" name="pt7931"/>
            <p:cNvSpPr/>
            <p:nvPr/>
          </p:nvSpPr>
          <p:spPr>
            <a:xfrm>
              <a:off x="7289217" y="63164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2" name="pt7932"/>
            <p:cNvSpPr/>
            <p:nvPr/>
          </p:nvSpPr>
          <p:spPr>
            <a:xfrm>
              <a:off x="7400437" y="6314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3" name="pt7933"/>
            <p:cNvSpPr/>
            <p:nvPr/>
          </p:nvSpPr>
          <p:spPr>
            <a:xfrm>
              <a:off x="7650516" y="6030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4" name="pt7934"/>
            <p:cNvSpPr/>
            <p:nvPr/>
          </p:nvSpPr>
          <p:spPr>
            <a:xfrm>
              <a:off x="7396180" y="6313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5" name="pt7935"/>
            <p:cNvSpPr/>
            <p:nvPr/>
          </p:nvSpPr>
          <p:spPr>
            <a:xfrm>
              <a:off x="7308427" y="6294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6" name="pt7936"/>
            <p:cNvSpPr/>
            <p:nvPr/>
          </p:nvSpPr>
          <p:spPr>
            <a:xfrm>
              <a:off x="7422022" y="61079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7" name="pt7937"/>
            <p:cNvSpPr/>
            <p:nvPr/>
          </p:nvSpPr>
          <p:spPr>
            <a:xfrm>
              <a:off x="7366820" y="6295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8" name="pt7938"/>
            <p:cNvSpPr/>
            <p:nvPr/>
          </p:nvSpPr>
          <p:spPr>
            <a:xfrm>
              <a:off x="7381921" y="6296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9" name="pt7939"/>
            <p:cNvSpPr/>
            <p:nvPr/>
          </p:nvSpPr>
          <p:spPr>
            <a:xfrm>
              <a:off x="7307664" y="6295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0" name="pt7940"/>
            <p:cNvSpPr/>
            <p:nvPr/>
          </p:nvSpPr>
          <p:spPr>
            <a:xfrm>
              <a:off x="7422403" y="6267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1" name="pt7941"/>
            <p:cNvSpPr/>
            <p:nvPr/>
          </p:nvSpPr>
          <p:spPr>
            <a:xfrm>
              <a:off x="7679187" y="61056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2" name="pt7942"/>
            <p:cNvSpPr/>
            <p:nvPr/>
          </p:nvSpPr>
          <p:spPr>
            <a:xfrm>
              <a:off x="7314478" y="63106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3" name="pt7943"/>
            <p:cNvSpPr/>
            <p:nvPr/>
          </p:nvSpPr>
          <p:spPr>
            <a:xfrm>
              <a:off x="7383256" y="6316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4" name="pt7944"/>
            <p:cNvSpPr/>
            <p:nvPr/>
          </p:nvSpPr>
          <p:spPr>
            <a:xfrm>
              <a:off x="7283603" y="6265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5" name="pt7945"/>
            <p:cNvSpPr/>
            <p:nvPr/>
          </p:nvSpPr>
          <p:spPr>
            <a:xfrm>
              <a:off x="7267567" y="63177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6" name="pt7946"/>
            <p:cNvSpPr/>
            <p:nvPr/>
          </p:nvSpPr>
          <p:spPr>
            <a:xfrm>
              <a:off x="7281175" y="6280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7" name="pt7947"/>
            <p:cNvSpPr/>
            <p:nvPr/>
          </p:nvSpPr>
          <p:spPr>
            <a:xfrm>
              <a:off x="7339726" y="63060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8" name="pt7948"/>
            <p:cNvSpPr/>
            <p:nvPr/>
          </p:nvSpPr>
          <p:spPr>
            <a:xfrm>
              <a:off x="7301441" y="6328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9" name="pt7949"/>
            <p:cNvSpPr/>
            <p:nvPr/>
          </p:nvSpPr>
          <p:spPr>
            <a:xfrm>
              <a:off x="7325344" y="6292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0" name="pt7950"/>
            <p:cNvSpPr/>
            <p:nvPr/>
          </p:nvSpPr>
          <p:spPr>
            <a:xfrm>
              <a:off x="7306335" y="63131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1" name="pt7951"/>
            <p:cNvSpPr/>
            <p:nvPr/>
          </p:nvSpPr>
          <p:spPr>
            <a:xfrm>
              <a:off x="7322548" y="6332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2" name="pt7952"/>
            <p:cNvSpPr/>
            <p:nvPr/>
          </p:nvSpPr>
          <p:spPr>
            <a:xfrm>
              <a:off x="7371274" y="63160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3" name="pt7953"/>
            <p:cNvSpPr/>
            <p:nvPr/>
          </p:nvSpPr>
          <p:spPr>
            <a:xfrm>
              <a:off x="7373201" y="6296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4" name="pt7954"/>
            <p:cNvSpPr/>
            <p:nvPr/>
          </p:nvSpPr>
          <p:spPr>
            <a:xfrm>
              <a:off x="7376202" y="62828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5" name="pt7955"/>
            <p:cNvSpPr/>
            <p:nvPr/>
          </p:nvSpPr>
          <p:spPr>
            <a:xfrm>
              <a:off x="7395445" y="6265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6" name="pt7956"/>
            <p:cNvSpPr/>
            <p:nvPr/>
          </p:nvSpPr>
          <p:spPr>
            <a:xfrm>
              <a:off x="7313236" y="6282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7" name="pt7957"/>
            <p:cNvSpPr/>
            <p:nvPr/>
          </p:nvSpPr>
          <p:spPr>
            <a:xfrm>
              <a:off x="7303544" y="6292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8" name="pt7958"/>
            <p:cNvSpPr/>
            <p:nvPr/>
          </p:nvSpPr>
          <p:spPr>
            <a:xfrm>
              <a:off x="7359319" y="63004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9" name="pt7959"/>
            <p:cNvSpPr/>
            <p:nvPr/>
          </p:nvSpPr>
          <p:spPr>
            <a:xfrm>
              <a:off x="7291868" y="6301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0" name="pt7960"/>
            <p:cNvSpPr/>
            <p:nvPr/>
          </p:nvSpPr>
          <p:spPr>
            <a:xfrm>
              <a:off x="7391052" y="6190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1" name="pt7961"/>
            <p:cNvSpPr/>
            <p:nvPr/>
          </p:nvSpPr>
          <p:spPr>
            <a:xfrm>
              <a:off x="7299432" y="6303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2" name="pt7962"/>
            <p:cNvSpPr/>
            <p:nvPr/>
          </p:nvSpPr>
          <p:spPr>
            <a:xfrm>
              <a:off x="7276369" y="62998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3" name="pt7963"/>
            <p:cNvSpPr/>
            <p:nvPr/>
          </p:nvSpPr>
          <p:spPr>
            <a:xfrm>
              <a:off x="7291514" y="6286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4" name="pt7964"/>
            <p:cNvSpPr/>
            <p:nvPr/>
          </p:nvSpPr>
          <p:spPr>
            <a:xfrm>
              <a:off x="7471803" y="6244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5" name="pt7965"/>
            <p:cNvSpPr/>
            <p:nvPr/>
          </p:nvSpPr>
          <p:spPr>
            <a:xfrm>
              <a:off x="7337172" y="6307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6" name="pt7966"/>
            <p:cNvSpPr/>
            <p:nvPr/>
          </p:nvSpPr>
          <p:spPr>
            <a:xfrm>
              <a:off x="7315348" y="6306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7" name="pt7967"/>
            <p:cNvSpPr/>
            <p:nvPr/>
          </p:nvSpPr>
          <p:spPr>
            <a:xfrm>
              <a:off x="7284479" y="63025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8" name="pt7968"/>
            <p:cNvSpPr/>
            <p:nvPr/>
          </p:nvSpPr>
          <p:spPr>
            <a:xfrm>
              <a:off x="7325447" y="63024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9" name="pt7969"/>
            <p:cNvSpPr/>
            <p:nvPr/>
          </p:nvSpPr>
          <p:spPr>
            <a:xfrm>
              <a:off x="7352554" y="62321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0" name="pt7970"/>
            <p:cNvSpPr/>
            <p:nvPr/>
          </p:nvSpPr>
          <p:spPr>
            <a:xfrm>
              <a:off x="7425465" y="63112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1" name="pt7971"/>
            <p:cNvSpPr/>
            <p:nvPr/>
          </p:nvSpPr>
          <p:spPr>
            <a:xfrm>
              <a:off x="7380062" y="62923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2" name="pt7972"/>
            <p:cNvSpPr/>
            <p:nvPr/>
          </p:nvSpPr>
          <p:spPr>
            <a:xfrm>
              <a:off x="7638534" y="60483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3" name="pt7973"/>
            <p:cNvSpPr/>
            <p:nvPr/>
          </p:nvSpPr>
          <p:spPr>
            <a:xfrm>
              <a:off x="7537180" y="6229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4" name="pt7974"/>
            <p:cNvSpPr/>
            <p:nvPr/>
          </p:nvSpPr>
          <p:spPr>
            <a:xfrm>
              <a:off x="7487521" y="6242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5" name="pt7975"/>
            <p:cNvSpPr/>
            <p:nvPr/>
          </p:nvSpPr>
          <p:spPr>
            <a:xfrm>
              <a:off x="7443001" y="6271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6" name="pt7976"/>
            <p:cNvSpPr/>
            <p:nvPr/>
          </p:nvSpPr>
          <p:spPr>
            <a:xfrm>
              <a:off x="7373732" y="6295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7" name="pt7977"/>
            <p:cNvSpPr/>
            <p:nvPr/>
          </p:nvSpPr>
          <p:spPr>
            <a:xfrm>
              <a:off x="7367556" y="62864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8" name="pt7978"/>
            <p:cNvSpPr/>
            <p:nvPr/>
          </p:nvSpPr>
          <p:spPr>
            <a:xfrm>
              <a:off x="7368150" y="62756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9" name="pt7979"/>
            <p:cNvSpPr/>
            <p:nvPr/>
          </p:nvSpPr>
          <p:spPr>
            <a:xfrm>
              <a:off x="7299154" y="62958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0" name="pt7980"/>
            <p:cNvSpPr/>
            <p:nvPr/>
          </p:nvSpPr>
          <p:spPr>
            <a:xfrm>
              <a:off x="7278817" y="6248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1" name="pt7981"/>
            <p:cNvSpPr/>
            <p:nvPr/>
          </p:nvSpPr>
          <p:spPr>
            <a:xfrm>
              <a:off x="7835968" y="6028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2" name="pt7982"/>
            <p:cNvSpPr/>
            <p:nvPr/>
          </p:nvSpPr>
          <p:spPr>
            <a:xfrm>
              <a:off x="7334322" y="6324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3" name="pt7983"/>
            <p:cNvSpPr/>
            <p:nvPr/>
          </p:nvSpPr>
          <p:spPr>
            <a:xfrm>
              <a:off x="7564627" y="6205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4" name="pt7984"/>
            <p:cNvSpPr/>
            <p:nvPr/>
          </p:nvSpPr>
          <p:spPr>
            <a:xfrm>
              <a:off x="7389987" y="6316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5" name="pt7985"/>
            <p:cNvSpPr/>
            <p:nvPr/>
          </p:nvSpPr>
          <p:spPr>
            <a:xfrm>
              <a:off x="7689083" y="61026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6" name="pt7986"/>
            <p:cNvSpPr/>
            <p:nvPr/>
          </p:nvSpPr>
          <p:spPr>
            <a:xfrm>
              <a:off x="7347727" y="6297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7" name="pt7987"/>
            <p:cNvSpPr/>
            <p:nvPr/>
          </p:nvSpPr>
          <p:spPr>
            <a:xfrm>
              <a:off x="7408742" y="62251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8" name="pt7988"/>
            <p:cNvSpPr/>
            <p:nvPr/>
          </p:nvSpPr>
          <p:spPr>
            <a:xfrm>
              <a:off x="7659969" y="6005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9" name="pt7989"/>
            <p:cNvSpPr/>
            <p:nvPr/>
          </p:nvSpPr>
          <p:spPr>
            <a:xfrm>
              <a:off x="7370847" y="6307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0" name="pt7990"/>
            <p:cNvSpPr/>
            <p:nvPr/>
          </p:nvSpPr>
          <p:spPr>
            <a:xfrm>
              <a:off x="7325322" y="62928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1" name="pt7991"/>
            <p:cNvSpPr/>
            <p:nvPr/>
          </p:nvSpPr>
          <p:spPr>
            <a:xfrm>
              <a:off x="7355203" y="62953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2" name="pt7992"/>
            <p:cNvSpPr/>
            <p:nvPr/>
          </p:nvSpPr>
          <p:spPr>
            <a:xfrm>
              <a:off x="7296731" y="63068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3" name="pt7993"/>
            <p:cNvSpPr/>
            <p:nvPr/>
          </p:nvSpPr>
          <p:spPr>
            <a:xfrm>
              <a:off x="7448128" y="6244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4" name="pt7994"/>
            <p:cNvSpPr/>
            <p:nvPr/>
          </p:nvSpPr>
          <p:spPr>
            <a:xfrm>
              <a:off x="7323828" y="6278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5" name="pt7995"/>
            <p:cNvSpPr/>
            <p:nvPr/>
          </p:nvSpPr>
          <p:spPr>
            <a:xfrm>
              <a:off x="7345599" y="6318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6" name="pt7996"/>
            <p:cNvSpPr/>
            <p:nvPr/>
          </p:nvSpPr>
          <p:spPr>
            <a:xfrm>
              <a:off x="7565982" y="62369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7" name="pt7997"/>
            <p:cNvSpPr/>
            <p:nvPr/>
          </p:nvSpPr>
          <p:spPr>
            <a:xfrm>
              <a:off x="7354948" y="6289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8" name="rc7998"/>
            <p:cNvSpPr/>
            <p:nvPr/>
          </p:nvSpPr>
          <p:spPr>
            <a:xfrm>
              <a:off x="7263972" y="6466064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9" name="pl7999"/>
            <p:cNvSpPr/>
            <p:nvPr/>
          </p:nvSpPr>
          <p:spPr>
            <a:xfrm>
              <a:off x="7263972" y="708046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0" name="pl8000"/>
            <p:cNvSpPr/>
            <p:nvPr/>
          </p:nvSpPr>
          <p:spPr>
            <a:xfrm>
              <a:off x="7263972" y="692298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1" name="pl8001"/>
            <p:cNvSpPr/>
            <p:nvPr/>
          </p:nvSpPr>
          <p:spPr>
            <a:xfrm>
              <a:off x="7263972" y="676550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2" name="pl8002"/>
            <p:cNvSpPr/>
            <p:nvPr/>
          </p:nvSpPr>
          <p:spPr>
            <a:xfrm>
              <a:off x="7263972" y="660802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3" name="pl8003"/>
            <p:cNvSpPr/>
            <p:nvPr/>
          </p:nvSpPr>
          <p:spPr>
            <a:xfrm>
              <a:off x="7384001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4" name="pl8004"/>
            <p:cNvSpPr/>
            <p:nvPr/>
          </p:nvSpPr>
          <p:spPr>
            <a:xfrm>
              <a:off x="7534840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5" name="pl8005"/>
            <p:cNvSpPr/>
            <p:nvPr/>
          </p:nvSpPr>
          <p:spPr>
            <a:xfrm>
              <a:off x="7685678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6" name="pl8006"/>
            <p:cNvSpPr/>
            <p:nvPr/>
          </p:nvSpPr>
          <p:spPr>
            <a:xfrm>
              <a:off x="7836516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7" name="pl8007"/>
            <p:cNvSpPr/>
            <p:nvPr/>
          </p:nvSpPr>
          <p:spPr>
            <a:xfrm>
              <a:off x="7263972" y="700172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8" name="pl8008"/>
            <p:cNvSpPr/>
            <p:nvPr/>
          </p:nvSpPr>
          <p:spPr>
            <a:xfrm>
              <a:off x="7263972" y="684424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9" name="pl8009"/>
            <p:cNvSpPr/>
            <p:nvPr/>
          </p:nvSpPr>
          <p:spPr>
            <a:xfrm>
              <a:off x="7263972" y="668676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0" name="pl8010"/>
            <p:cNvSpPr/>
            <p:nvPr/>
          </p:nvSpPr>
          <p:spPr>
            <a:xfrm>
              <a:off x="7263972" y="652928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1" name="pl8011"/>
            <p:cNvSpPr/>
            <p:nvPr/>
          </p:nvSpPr>
          <p:spPr>
            <a:xfrm>
              <a:off x="7308582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2" name="pl8012"/>
            <p:cNvSpPr/>
            <p:nvPr/>
          </p:nvSpPr>
          <p:spPr>
            <a:xfrm>
              <a:off x="7459420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3" name="pl8013"/>
            <p:cNvSpPr/>
            <p:nvPr/>
          </p:nvSpPr>
          <p:spPr>
            <a:xfrm>
              <a:off x="7610259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4" name="pl8014"/>
            <p:cNvSpPr/>
            <p:nvPr/>
          </p:nvSpPr>
          <p:spPr>
            <a:xfrm>
              <a:off x="7761097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5" name="pt8015"/>
            <p:cNvSpPr/>
            <p:nvPr/>
          </p:nvSpPr>
          <p:spPr>
            <a:xfrm>
              <a:off x="7348219" y="69568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6" name="pt8016"/>
            <p:cNvSpPr/>
            <p:nvPr/>
          </p:nvSpPr>
          <p:spPr>
            <a:xfrm>
              <a:off x="7410576" y="6873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7" name="pt8017"/>
            <p:cNvSpPr/>
            <p:nvPr/>
          </p:nvSpPr>
          <p:spPr>
            <a:xfrm>
              <a:off x="7635773" y="6602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8" name="pt8018"/>
            <p:cNvSpPr/>
            <p:nvPr/>
          </p:nvSpPr>
          <p:spPr>
            <a:xfrm>
              <a:off x="7650516" y="6632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9" name="pt8019"/>
            <p:cNvSpPr/>
            <p:nvPr/>
          </p:nvSpPr>
          <p:spPr>
            <a:xfrm>
              <a:off x="7395445" y="6869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0" name="pt8020"/>
            <p:cNvSpPr/>
            <p:nvPr/>
          </p:nvSpPr>
          <p:spPr>
            <a:xfrm>
              <a:off x="7391052" y="6722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1" name="pt8021"/>
            <p:cNvSpPr/>
            <p:nvPr/>
          </p:nvSpPr>
          <p:spPr>
            <a:xfrm>
              <a:off x="7618567" y="67502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2" name="pt8022"/>
            <p:cNvSpPr/>
            <p:nvPr/>
          </p:nvSpPr>
          <p:spPr>
            <a:xfrm>
              <a:off x="7638534" y="6607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3" name="pt8023"/>
            <p:cNvSpPr/>
            <p:nvPr/>
          </p:nvSpPr>
          <p:spPr>
            <a:xfrm>
              <a:off x="7487521" y="6808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4" name="pt8024"/>
            <p:cNvSpPr/>
            <p:nvPr/>
          </p:nvSpPr>
          <p:spPr>
            <a:xfrm>
              <a:off x="7367556" y="6885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5" name="pt8025"/>
            <p:cNvSpPr/>
            <p:nvPr/>
          </p:nvSpPr>
          <p:spPr>
            <a:xfrm>
              <a:off x="7368150" y="66353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6" name="pt8026"/>
            <p:cNvSpPr/>
            <p:nvPr/>
          </p:nvSpPr>
          <p:spPr>
            <a:xfrm>
              <a:off x="7299154" y="6824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7" name="pt8027"/>
            <p:cNvSpPr/>
            <p:nvPr/>
          </p:nvSpPr>
          <p:spPr>
            <a:xfrm>
              <a:off x="7564627" y="6796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8" name="pt8028"/>
            <p:cNvSpPr/>
            <p:nvPr/>
          </p:nvSpPr>
          <p:spPr>
            <a:xfrm>
              <a:off x="7325322" y="6783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9" name="pt8029"/>
            <p:cNvSpPr/>
            <p:nvPr/>
          </p:nvSpPr>
          <p:spPr>
            <a:xfrm>
              <a:off x="7565982" y="6821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0" name="rc8030"/>
            <p:cNvSpPr/>
            <p:nvPr/>
          </p:nvSpPr>
          <p:spPr>
            <a:xfrm>
              <a:off x="7263972" y="7171286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1" name="pl8031"/>
            <p:cNvSpPr/>
            <p:nvPr/>
          </p:nvSpPr>
          <p:spPr>
            <a:xfrm>
              <a:off x="7263972" y="775367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2" name="pl8032"/>
            <p:cNvSpPr/>
            <p:nvPr/>
          </p:nvSpPr>
          <p:spPr>
            <a:xfrm>
              <a:off x="7263972" y="757340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3" name="pl8033"/>
            <p:cNvSpPr/>
            <p:nvPr/>
          </p:nvSpPr>
          <p:spPr>
            <a:xfrm>
              <a:off x="7263972" y="739314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4" name="pl8034"/>
            <p:cNvSpPr/>
            <p:nvPr/>
          </p:nvSpPr>
          <p:spPr>
            <a:xfrm>
              <a:off x="7263972" y="721288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5" name="pl8035"/>
            <p:cNvSpPr/>
            <p:nvPr/>
          </p:nvSpPr>
          <p:spPr>
            <a:xfrm>
              <a:off x="7384001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6" name="pl8036"/>
            <p:cNvSpPr/>
            <p:nvPr/>
          </p:nvSpPr>
          <p:spPr>
            <a:xfrm>
              <a:off x="7534840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7" name="pl8037"/>
            <p:cNvSpPr/>
            <p:nvPr/>
          </p:nvSpPr>
          <p:spPr>
            <a:xfrm>
              <a:off x="7685678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8" name="pl8038"/>
            <p:cNvSpPr/>
            <p:nvPr/>
          </p:nvSpPr>
          <p:spPr>
            <a:xfrm>
              <a:off x="7836516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9" name="pl8039"/>
            <p:cNvSpPr/>
            <p:nvPr/>
          </p:nvSpPr>
          <p:spPr>
            <a:xfrm>
              <a:off x="7263972" y="766353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0" name="pl8040"/>
            <p:cNvSpPr/>
            <p:nvPr/>
          </p:nvSpPr>
          <p:spPr>
            <a:xfrm>
              <a:off x="7263972" y="748327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1" name="pl8041"/>
            <p:cNvSpPr/>
            <p:nvPr/>
          </p:nvSpPr>
          <p:spPr>
            <a:xfrm>
              <a:off x="7263972" y="730301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2" name="pl8042"/>
            <p:cNvSpPr/>
            <p:nvPr/>
          </p:nvSpPr>
          <p:spPr>
            <a:xfrm>
              <a:off x="7308582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3" name="pl8043"/>
            <p:cNvSpPr/>
            <p:nvPr/>
          </p:nvSpPr>
          <p:spPr>
            <a:xfrm>
              <a:off x="7459420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4" name="pl8044"/>
            <p:cNvSpPr/>
            <p:nvPr/>
          </p:nvSpPr>
          <p:spPr>
            <a:xfrm>
              <a:off x="7610259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5" name="pl8045"/>
            <p:cNvSpPr/>
            <p:nvPr/>
          </p:nvSpPr>
          <p:spPr>
            <a:xfrm>
              <a:off x="7761097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6" name="pt8046"/>
            <p:cNvSpPr/>
            <p:nvPr/>
          </p:nvSpPr>
          <p:spPr>
            <a:xfrm>
              <a:off x="7348219" y="7679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7" name="pt8047"/>
            <p:cNvSpPr/>
            <p:nvPr/>
          </p:nvSpPr>
          <p:spPr>
            <a:xfrm>
              <a:off x="7410576" y="7608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8" name="pt8048"/>
            <p:cNvSpPr/>
            <p:nvPr/>
          </p:nvSpPr>
          <p:spPr>
            <a:xfrm>
              <a:off x="7635773" y="7282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9" name="pt8049"/>
            <p:cNvSpPr/>
            <p:nvPr/>
          </p:nvSpPr>
          <p:spPr>
            <a:xfrm>
              <a:off x="7650516" y="73558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0" name="pt8050"/>
            <p:cNvSpPr/>
            <p:nvPr/>
          </p:nvSpPr>
          <p:spPr>
            <a:xfrm>
              <a:off x="7395445" y="7582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1" name="pt8051"/>
            <p:cNvSpPr/>
            <p:nvPr/>
          </p:nvSpPr>
          <p:spPr>
            <a:xfrm>
              <a:off x="7391052" y="74138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2" name="pt8052"/>
            <p:cNvSpPr/>
            <p:nvPr/>
          </p:nvSpPr>
          <p:spPr>
            <a:xfrm>
              <a:off x="7618567" y="74858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3" name="pt8053"/>
            <p:cNvSpPr/>
            <p:nvPr/>
          </p:nvSpPr>
          <p:spPr>
            <a:xfrm>
              <a:off x="7638534" y="7276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4" name="pt8054"/>
            <p:cNvSpPr/>
            <p:nvPr/>
          </p:nvSpPr>
          <p:spPr>
            <a:xfrm>
              <a:off x="7487521" y="7541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5" name="pt8055"/>
            <p:cNvSpPr/>
            <p:nvPr/>
          </p:nvSpPr>
          <p:spPr>
            <a:xfrm>
              <a:off x="7367556" y="7617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6" name="pt8056"/>
            <p:cNvSpPr/>
            <p:nvPr/>
          </p:nvSpPr>
          <p:spPr>
            <a:xfrm>
              <a:off x="7368150" y="73721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7" name="pt8057"/>
            <p:cNvSpPr/>
            <p:nvPr/>
          </p:nvSpPr>
          <p:spPr>
            <a:xfrm>
              <a:off x="7299154" y="7602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8" name="pt8058"/>
            <p:cNvSpPr/>
            <p:nvPr/>
          </p:nvSpPr>
          <p:spPr>
            <a:xfrm>
              <a:off x="7564627" y="7537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9" name="pt8059"/>
            <p:cNvSpPr/>
            <p:nvPr/>
          </p:nvSpPr>
          <p:spPr>
            <a:xfrm>
              <a:off x="7325322" y="7590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0" name="pt8060"/>
            <p:cNvSpPr/>
            <p:nvPr/>
          </p:nvSpPr>
          <p:spPr>
            <a:xfrm>
              <a:off x="7565982" y="75181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1" name="rc8061"/>
            <p:cNvSpPr/>
            <p:nvPr/>
          </p:nvSpPr>
          <p:spPr>
            <a:xfrm>
              <a:off x="7263972" y="7876508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2" name="pl8062"/>
            <p:cNvSpPr/>
            <p:nvPr/>
          </p:nvSpPr>
          <p:spPr>
            <a:xfrm>
              <a:off x="7263972" y="845271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3" name="pl8063"/>
            <p:cNvSpPr/>
            <p:nvPr/>
          </p:nvSpPr>
          <p:spPr>
            <a:xfrm>
              <a:off x="7263972" y="833936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4" name="pl8064"/>
            <p:cNvSpPr/>
            <p:nvPr/>
          </p:nvSpPr>
          <p:spPr>
            <a:xfrm>
              <a:off x="7263972" y="822601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5" name="pl8065"/>
            <p:cNvSpPr/>
            <p:nvPr/>
          </p:nvSpPr>
          <p:spPr>
            <a:xfrm>
              <a:off x="7263972" y="811266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6" name="pl8066"/>
            <p:cNvSpPr/>
            <p:nvPr/>
          </p:nvSpPr>
          <p:spPr>
            <a:xfrm>
              <a:off x="7263972" y="799930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7" name="pl8067"/>
            <p:cNvSpPr/>
            <p:nvPr/>
          </p:nvSpPr>
          <p:spPr>
            <a:xfrm>
              <a:off x="7263972" y="788595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8" name="pl8068"/>
            <p:cNvSpPr/>
            <p:nvPr/>
          </p:nvSpPr>
          <p:spPr>
            <a:xfrm>
              <a:off x="7384001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9" name="pl8069"/>
            <p:cNvSpPr/>
            <p:nvPr/>
          </p:nvSpPr>
          <p:spPr>
            <a:xfrm>
              <a:off x="7534840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0" name="pl8070"/>
            <p:cNvSpPr/>
            <p:nvPr/>
          </p:nvSpPr>
          <p:spPr>
            <a:xfrm>
              <a:off x="7685678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1" name="pl8071"/>
            <p:cNvSpPr/>
            <p:nvPr/>
          </p:nvSpPr>
          <p:spPr>
            <a:xfrm>
              <a:off x="7836516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2" name="pl8072"/>
            <p:cNvSpPr/>
            <p:nvPr/>
          </p:nvSpPr>
          <p:spPr>
            <a:xfrm>
              <a:off x="7263972" y="850939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3" name="pl8073"/>
            <p:cNvSpPr/>
            <p:nvPr/>
          </p:nvSpPr>
          <p:spPr>
            <a:xfrm>
              <a:off x="7263972" y="839604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4" name="pl8074"/>
            <p:cNvSpPr/>
            <p:nvPr/>
          </p:nvSpPr>
          <p:spPr>
            <a:xfrm>
              <a:off x="7263972" y="828268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5" name="pl8075"/>
            <p:cNvSpPr/>
            <p:nvPr/>
          </p:nvSpPr>
          <p:spPr>
            <a:xfrm>
              <a:off x="7263972" y="816933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6" name="pl8076"/>
            <p:cNvSpPr/>
            <p:nvPr/>
          </p:nvSpPr>
          <p:spPr>
            <a:xfrm>
              <a:off x="7263972" y="805598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7" name="pl8077"/>
            <p:cNvSpPr/>
            <p:nvPr/>
          </p:nvSpPr>
          <p:spPr>
            <a:xfrm>
              <a:off x="7263972" y="794263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8" name="pl8078"/>
            <p:cNvSpPr/>
            <p:nvPr/>
          </p:nvSpPr>
          <p:spPr>
            <a:xfrm>
              <a:off x="7308582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9" name="pl8079"/>
            <p:cNvSpPr/>
            <p:nvPr/>
          </p:nvSpPr>
          <p:spPr>
            <a:xfrm>
              <a:off x="7459420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0" name="pl8080"/>
            <p:cNvSpPr/>
            <p:nvPr/>
          </p:nvSpPr>
          <p:spPr>
            <a:xfrm>
              <a:off x="7610259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1" name="pl8081"/>
            <p:cNvSpPr/>
            <p:nvPr/>
          </p:nvSpPr>
          <p:spPr>
            <a:xfrm>
              <a:off x="7761097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2" name="pt8082"/>
            <p:cNvSpPr/>
            <p:nvPr/>
          </p:nvSpPr>
          <p:spPr>
            <a:xfrm>
              <a:off x="7686199" y="8050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3" name="pt8083"/>
            <p:cNvSpPr/>
            <p:nvPr/>
          </p:nvSpPr>
          <p:spPr>
            <a:xfrm>
              <a:off x="7275853" y="81004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4" name="pt8084"/>
            <p:cNvSpPr/>
            <p:nvPr/>
          </p:nvSpPr>
          <p:spPr>
            <a:xfrm>
              <a:off x="7414975" y="81815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5" name="pt8085"/>
            <p:cNvSpPr/>
            <p:nvPr/>
          </p:nvSpPr>
          <p:spPr>
            <a:xfrm>
              <a:off x="7348219" y="82150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6" name="pt8086"/>
            <p:cNvSpPr/>
            <p:nvPr/>
          </p:nvSpPr>
          <p:spPr>
            <a:xfrm>
              <a:off x="7411412" y="8135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7" name="pt8087"/>
            <p:cNvSpPr/>
            <p:nvPr/>
          </p:nvSpPr>
          <p:spPr>
            <a:xfrm>
              <a:off x="7358850" y="8268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8" name="pt8088"/>
            <p:cNvSpPr/>
            <p:nvPr/>
          </p:nvSpPr>
          <p:spPr>
            <a:xfrm>
              <a:off x="7366771" y="7964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9" name="pt8089"/>
            <p:cNvSpPr/>
            <p:nvPr/>
          </p:nvSpPr>
          <p:spPr>
            <a:xfrm>
              <a:off x="7395830" y="79316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0" name="pt8090"/>
            <p:cNvSpPr/>
            <p:nvPr/>
          </p:nvSpPr>
          <p:spPr>
            <a:xfrm>
              <a:off x="7396925" y="8281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1" name="pt8091"/>
            <p:cNvSpPr/>
            <p:nvPr/>
          </p:nvSpPr>
          <p:spPr>
            <a:xfrm>
              <a:off x="7410576" y="8169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2" name="pt8092"/>
            <p:cNvSpPr/>
            <p:nvPr/>
          </p:nvSpPr>
          <p:spPr>
            <a:xfrm>
              <a:off x="7635773" y="80455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3" name="pt8093"/>
            <p:cNvSpPr/>
            <p:nvPr/>
          </p:nvSpPr>
          <p:spPr>
            <a:xfrm>
              <a:off x="7332615" y="8445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4" name="pt8094"/>
            <p:cNvSpPr/>
            <p:nvPr/>
          </p:nvSpPr>
          <p:spPr>
            <a:xfrm>
              <a:off x="7362377" y="8211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5" name="pt8095"/>
            <p:cNvSpPr/>
            <p:nvPr/>
          </p:nvSpPr>
          <p:spPr>
            <a:xfrm>
              <a:off x="7514913" y="8113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6" name="pt8096"/>
            <p:cNvSpPr/>
            <p:nvPr/>
          </p:nvSpPr>
          <p:spPr>
            <a:xfrm>
              <a:off x="7289217" y="8324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7" name="pt8097"/>
            <p:cNvSpPr/>
            <p:nvPr/>
          </p:nvSpPr>
          <p:spPr>
            <a:xfrm>
              <a:off x="7400437" y="8127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8" name="pt8098"/>
            <p:cNvSpPr/>
            <p:nvPr/>
          </p:nvSpPr>
          <p:spPr>
            <a:xfrm>
              <a:off x="7396180" y="8140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9" name="pt8099"/>
            <p:cNvSpPr/>
            <p:nvPr/>
          </p:nvSpPr>
          <p:spPr>
            <a:xfrm>
              <a:off x="7366820" y="7926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0" name="pt8100"/>
            <p:cNvSpPr/>
            <p:nvPr/>
          </p:nvSpPr>
          <p:spPr>
            <a:xfrm>
              <a:off x="7381921" y="8128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1" name="pt8101"/>
            <p:cNvSpPr/>
            <p:nvPr/>
          </p:nvSpPr>
          <p:spPr>
            <a:xfrm>
              <a:off x="7422403" y="8029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2" name="pt8102"/>
            <p:cNvSpPr/>
            <p:nvPr/>
          </p:nvSpPr>
          <p:spPr>
            <a:xfrm>
              <a:off x="7679187" y="80248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3" name="pt8103"/>
            <p:cNvSpPr/>
            <p:nvPr/>
          </p:nvSpPr>
          <p:spPr>
            <a:xfrm>
              <a:off x="7383256" y="8030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4" name="pt8104"/>
            <p:cNvSpPr/>
            <p:nvPr/>
          </p:nvSpPr>
          <p:spPr>
            <a:xfrm>
              <a:off x="7338171" y="82167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5" name="pt8105"/>
            <p:cNvSpPr/>
            <p:nvPr/>
          </p:nvSpPr>
          <p:spPr>
            <a:xfrm>
              <a:off x="7322548" y="8220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6" name="pt8106"/>
            <p:cNvSpPr/>
            <p:nvPr/>
          </p:nvSpPr>
          <p:spPr>
            <a:xfrm>
              <a:off x="7371274" y="8389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7" name="pt8107"/>
            <p:cNvSpPr/>
            <p:nvPr/>
          </p:nvSpPr>
          <p:spPr>
            <a:xfrm>
              <a:off x="7395445" y="8034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8" name="pt8108"/>
            <p:cNvSpPr/>
            <p:nvPr/>
          </p:nvSpPr>
          <p:spPr>
            <a:xfrm>
              <a:off x="7391052" y="7979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9" name="pt8109"/>
            <p:cNvSpPr/>
            <p:nvPr/>
          </p:nvSpPr>
          <p:spPr>
            <a:xfrm>
              <a:off x="7361812" y="81487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0" name="pt8110"/>
            <p:cNvSpPr/>
            <p:nvPr/>
          </p:nvSpPr>
          <p:spPr>
            <a:xfrm>
              <a:off x="7299432" y="8251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1" name="pt8111"/>
            <p:cNvSpPr/>
            <p:nvPr/>
          </p:nvSpPr>
          <p:spPr>
            <a:xfrm>
              <a:off x="7276369" y="8299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2" name="pt8112"/>
            <p:cNvSpPr/>
            <p:nvPr/>
          </p:nvSpPr>
          <p:spPr>
            <a:xfrm>
              <a:off x="7471803" y="8214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3" name="pt8113"/>
            <p:cNvSpPr/>
            <p:nvPr/>
          </p:nvSpPr>
          <p:spPr>
            <a:xfrm>
              <a:off x="7337172" y="8458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4" name="pt8114"/>
            <p:cNvSpPr/>
            <p:nvPr/>
          </p:nvSpPr>
          <p:spPr>
            <a:xfrm>
              <a:off x="7315348" y="8088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5" name="pt8115"/>
            <p:cNvSpPr/>
            <p:nvPr/>
          </p:nvSpPr>
          <p:spPr>
            <a:xfrm>
              <a:off x="7325447" y="8147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6" name="pt8116"/>
            <p:cNvSpPr/>
            <p:nvPr/>
          </p:nvSpPr>
          <p:spPr>
            <a:xfrm>
              <a:off x="7618567" y="8097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7" name="pt8117"/>
            <p:cNvSpPr/>
            <p:nvPr/>
          </p:nvSpPr>
          <p:spPr>
            <a:xfrm>
              <a:off x="7638534" y="7979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8" name="pt8118"/>
            <p:cNvSpPr/>
            <p:nvPr/>
          </p:nvSpPr>
          <p:spPr>
            <a:xfrm>
              <a:off x="7487521" y="80872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9" name="pt8119"/>
            <p:cNvSpPr/>
            <p:nvPr/>
          </p:nvSpPr>
          <p:spPr>
            <a:xfrm>
              <a:off x="7373732" y="81093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0" name="pt8120"/>
            <p:cNvSpPr/>
            <p:nvPr/>
          </p:nvSpPr>
          <p:spPr>
            <a:xfrm>
              <a:off x="7367556" y="8104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1" name="pt8121"/>
            <p:cNvSpPr/>
            <p:nvPr/>
          </p:nvSpPr>
          <p:spPr>
            <a:xfrm>
              <a:off x="7368150" y="8078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2" name="pt8122"/>
            <p:cNvSpPr/>
            <p:nvPr/>
          </p:nvSpPr>
          <p:spPr>
            <a:xfrm>
              <a:off x="7334322" y="8386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3" name="pt8123"/>
            <p:cNvSpPr/>
            <p:nvPr/>
          </p:nvSpPr>
          <p:spPr>
            <a:xfrm>
              <a:off x="7564627" y="8142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4" name="pt8124"/>
            <p:cNvSpPr/>
            <p:nvPr/>
          </p:nvSpPr>
          <p:spPr>
            <a:xfrm>
              <a:off x="7438705" y="8180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5" name="pt8125"/>
            <p:cNvSpPr/>
            <p:nvPr/>
          </p:nvSpPr>
          <p:spPr>
            <a:xfrm>
              <a:off x="7389987" y="81999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6" name="pt8126"/>
            <p:cNvSpPr/>
            <p:nvPr/>
          </p:nvSpPr>
          <p:spPr>
            <a:xfrm>
              <a:off x="7659969" y="8015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7" name="pt8127"/>
            <p:cNvSpPr/>
            <p:nvPr/>
          </p:nvSpPr>
          <p:spPr>
            <a:xfrm>
              <a:off x="7325322" y="8155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8" name="pt8128"/>
            <p:cNvSpPr/>
            <p:nvPr/>
          </p:nvSpPr>
          <p:spPr>
            <a:xfrm>
              <a:off x="7296731" y="8198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9" name="pt8129"/>
            <p:cNvSpPr/>
            <p:nvPr/>
          </p:nvSpPr>
          <p:spPr>
            <a:xfrm>
              <a:off x="7448128" y="80165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0" name="pt8130"/>
            <p:cNvSpPr/>
            <p:nvPr/>
          </p:nvSpPr>
          <p:spPr>
            <a:xfrm>
              <a:off x="7345599" y="8305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1" name="pt8131"/>
            <p:cNvSpPr/>
            <p:nvPr/>
          </p:nvSpPr>
          <p:spPr>
            <a:xfrm>
              <a:off x="7565982" y="8092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2" name="rc8132"/>
            <p:cNvSpPr/>
            <p:nvPr/>
          </p:nvSpPr>
          <p:spPr>
            <a:xfrm>
              <a:off x="7263972" y="8581729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3" name="pl8133"/>
            <p:cNvSpPr/>
            <p:nvPr/>
          </p:nvSpPr>
          <p:spPr>
            <a:xfrm>
              <a:off x="7263972" y="914161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4" name="pl8134"/>
            <p:cNvSpPr/>
            <p:nvPr/>
          </p:nvSpPr>
          <p:spPr>
            <a:xfrm>
              <a:off x="7263972" y="903186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5" name="pl8135"/>
            <p:cNvSpPr/>
            <p:nvPr/>
          </p:nvSpPr>
          <p:spPr>
            <a:xfrm>
              <a:off x="7263972" y="892211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6" name="pl8136"/>
            <p:cNvSpPr/>
            <p:nvPr/>
          </p:nvSpPr>
          <p:spPr>
            <a:xfrm>
              <a:off x="7263972" y="881236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7" name="pl8137"/>
            <p:cNvSpPr/>
            <p:nvPr/>
          </p:nvSpPr>
          <p:spPr>
            <a:xfrm>
              <a:off x="7263972" y="870261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8" name="pl8138"/>
            <p:cNvSpPr/>
            <p:nvPr/>
          </p:nvSpPr>
          <p:spPr>
            <a:xfrm>
              <a:off x="7263972" y="859285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9" name="pl8139"/>
            <p:cNvSpPr/>
            <p:nvPr/>
          </p:nvSpPr>
          <p:spPr>
            <a:xfrm>
              <a:off x="7384001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0" name="pl8140"/>
            <p:cNvSpPr/>
            <p:nvPr/>
          </p:nvSpPr>
          <p:spPr>
            <a:xfrm>
              <a:off x="7534840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1" name="pl8141"/>
            <p:cNvSpPr/>
            <p:nvPr/>
          </p:nvSpPr>
          <p:spPr>
            <a:xfrm>
              <a:off x="7685678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2" name="pl8142"/>
            <p:cNvSpPr/>
            <p:nvPr/>
          </p:nvSpPr>
          <p:spPr>
            <a:xfrm>
              <a:off x="7836516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3" name="pl8143"/>
            <p:cNvSpPr/>
            <p:nvPr/>
          </p:nvSpPr>
          <p:spPr>
            <a:xfrm>
              <a:off x="7263972" y="919649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4" name="pl8144"/>
            <p:cNvSpPr/>
            <p:nvPr/>
          </p:nvSpPr>
          <p:spPr>
            <a:xfrm>
              <a:off x="7263972" y="908674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5" name="pl8145"/>
            <p:cNvSpPr/>
            <p:nvPr/>
          </p:nvSpPr>
          <p:spPr>
            <a:xfrm>
              <a:off x="7263972" y="897698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6" name="pl8146"/>
            <p:cNvSpPr/>
            <p:nvPr/>
          </p:nvSpPr>
          <p:spPr>
            <a:xfrm>
              <a:off x="7263972" y="886723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7" name="pl8147"/>
            <p:cNvSpPr/>
            <p:nvPr/>
          </p:nvSpPr>
          <p:spPr>
            <a:xfrm>
              <a:off x="7263972" y="875748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8" name="pl8148"/>
            <p:cNvSpPr/>
            <p:nvPr/>
          </p:nvSpPr>
          <p:spPr>
            <a:xfrm>
              <a:off x="7263972" y="864773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9" name="pl8149"/>
            <p:cNvSpPr/>
            <p:nvPr/>
          </p:nvSpPr>
          <p:spPr>
            <a:xfrm>
              <a:off x="7308582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0" name="pl8150"/>
            <p:cNvSpPr/>
            <p:nvPr/>
          </p:nvSpPr>
          <p:spPr>
            <a:xfrm>
              <a:off x="7459420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1" name="pl8151"/>
            <p:cNvSpPr/>
            <p:nvPr/>
          </p:nvSpPr>
          <p:spPr>
            <a:xfrm>
              <a:off x="7610259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2" name="pl8152"/>
            <p:cNvSpPr/>
            <p:nvPr/>
          </p:nvSpPr>
          <p:spPr>
            <a:xfrm>
              <a:off x="7761097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3" name="pt8153"/>
            <p:cNvSpPr/>
            <p:nvPr/>
          </p:nvSpPr>
          <p:spPr>
            <a:xfrm>
              <a:off x="7686199" y="87308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4" name="pt8154"/>
            <p:cNvSpPr/>
            <p:nvPr/>
          </p:nvSpPr>
          <p:spPr>
            <a:xfrm>
              <a:off x="7275853" y="8889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5" name="pt8155"/>
            <p:cNvSpPr/>
            <p:nvPr/>
          </p:nvSpPr>
          <p:spPr>
            <a:xfrm>
              <a:off x="7414975" y="8911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6" name="pt8156"/>
            <p:cNvSpPr/>
            <p:nvPr/>
          </p:nvSpPr>
          <p:spPr>
            <a:xfrm>
              <a:off x="7348219" y="8961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7" name="pt8157"/>
            <p:cNvSpPr/>
            <p:nvPr/>
          </p:nvSpPr>
          <p:spPr>
            <a:xfrm>
              <a:off x="7411412" y="8835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8" name="pt8158"/>
            <p:cNvSpPr/>
            <p:nvPr/>
          </p:nvSpPr>
          <p:spPr>
            <a:xfrm>
              <a:off x="7358850" y="90092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9" name="pt8159"/>
            <p:cNvSpPr/>
            <p:nvPr/>
          </p:nvSpPr>
          <p:spPr>
            <a:xfrm>
              <a:off x="7366771" y="8698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0" name="pt8160"/>
            <p:cNvSpPr/>
            <p:nvPr/>
          </p:nvSpPr>
          <p:spPr>
            <a:xfrm>
              <a:off x="7395830" y="8663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1" name="pt8161"/>
            <p:cNvSpPr/>
            <p:nvPr/>
          </p:nvSpPr>
          <p:spPr>
            <a:xfrm>
              <a:off x="7396925" y="9020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2" name="pt8162"/>
            <p:cNvSpPr/>
            <p:nvPr/>
          </p:nvSpPr>
          <p:spPr>
            <a:xfrm>
              <a:off x="7410576" y="8910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3" name="pt8163"/>
            <p:cNvSpPr/>
            <p:nvPr/>
          </p:nvSpPr>
          <p:spPr>
            <a:xfrm>
              <a:off x="7635773" y="8765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4" name="pt8164"/>
            <p:cNvSpPr/>
            <p:nvPr/>
          </p:nvSpPr>
          <p:spPr>
            <a:xfrm>
              <a:off x="7332615" y="9139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5" name="pt8165"/>
            <p:cNvSpPr/>
            <p:nvPr/>
          </p:nvSpPr>
          <p:spPr>
            <a:xfrm>
              <a:off x="7362377" y="89676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6" name="pt8166"/>
            <p:cNvSpPr/>
            <p:nvPr/>
          </p:nvSpPr>
          <p:spPr>
            <a:xfrm>
              <a:off x="7514913" y="88592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7" name="pt8167"/>
            <p:cNvSpPr/>
            <p:nvPr/>
          </p:nvSpPr>
          <p:spPr>
            <a:xfrm>
              <a:off x="7289217" y="89825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8" name="pt8168"/>
            <p:cNvSpPr/>
            <p:nvPr/>
          </p:nvSpPr>
          <p:spPr>
            <a:xfrm>
              <a:off x="7400437" y="88425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9" name="pt8169"/>
            <p:cNvSpPr/>
            <p:nvPr/>
          </p:nvSpPr>
          <p:spPr>
            <a:xfrm>
              <a:off x="7396180" y="8897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0" name="pt8170"/>
            <p:cNvSpPr/>
            <p:nvPr/>
          </p:nvSpPr>
          <p:spPr>
            <a:xfrm>
              <a:off x="7366820" y="8722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1" name="pt8171"/>
            <p:cNvSpPr/>
            <p:nvPr/>
          </p:nvSpPr>
          <p:spPr>
            <a:xfrm>
              <a:off x="7381921" y="8877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2" name="pt8172"/>
            <p:cNvSpPr/>
            <p:nvPr/>
          </p:nvSpPr>
          <p:spPr>
            <a:xfrm>
              <a:off x="7422403" y="8759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3" name="pt8173"/>
            <p:cNvSpPr/>
            <p:nvPr/>
          </p:nvSpPr>
          <p:spPr>
            <a:xfrm>
              <a:off x="7679187" y="8683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4" name="pt8174"/>
            <p:cNvSpPr/>
            <p:nvPr/>
          </p:nvSpPr>
          <p:spPr>
            <a:xfrm>
              <a:off x="7383256" y="8840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5" name="pt8175"/>
            <p:cNvSpPr/>
            <p:nvPr/>
          </p:nvSpPr>
          <p:spPr>
            <a:xfrm>
              <a:off x="7338171" y="8922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6" name="pt8176"/>
            <p:cNvSpPr/>
            <p:nvPr/>
          </p:nvSpPr>
          <p:spPr>
            <a:xfrm>
              <a:off x="7322548" y="89507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7" name="pt8177"/>
            <p:cNvSpPr/>
            <p:nvPr/>
          </p:nvSpPr>
          <p:spPr>
            <a:xfrm>
              <a:off x="7371274" y="9118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8" name="pt8178"/>
            <p:cNvSpPr/>
            <p:nvPr/>
          </p:nvSpPr>
          <p:spPr>
            <a:xfrm>
              <a:off x="7395445" y="8795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9" name="pt8179"/>
            <p:cNvSpPr/>
            <p:nvPr/>
          </p:nvSpPr>
          <p:spPr>
            <a:xfrm>
              <a:off x="7391052" y="8706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0" name="pt8180"/>
            <p:cNvSpPr/>
            <p:nvPr/>
          </p:nvSpPr>
          <p:spPr>
            <a:xfrm>
              <a:off x="7361812" y="8856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1" name="pt8181"/>
            <p:cNvSpPr/>
            <p:nvPr/>
          </p:nvSpPr>
          <p:spPr>
            <a:xfrm>
              <a:off x="7299432" y="8962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2" name="pt8182"/>
            <p:cNvSpPr/>
            <p:nvPr/>
          </p:nvSpPr>
          <p:spPr>
            <a:xfrm>
              <a:off x="7276369" y="9061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3" name="pt8183"/>
            <p:cNvSpPr/>
            <p:nvPr/>
          </p:nvSpPr>
          <p:spPr>
            <a:xfrm>
              <a:off x="7471803" y="8927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4" name="pt8184"/>
            <p:cNvSpPr/>
            <p:nvPr/>
          </p:nvSpPr>
          <p:spPr>
            <a:xfrm>
              <a:off x="7337172" y="91636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5" name="pt8185"/>
            <p:cNvSpPr/>
            <p:nvPr/>
          </p:nvSpPr>
          <p:spPr>
            <a:xfrm>
              <a:off x="7315348" y="8834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6" name="pt8186"/>
            <p:cNvSpPr/>
            <p:nvPr/>
          </p:nvSpPr>
          <p:spPr>
            <a:xfrm>
              <a:off x="7325447" y="8898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7" name="pt8187"/>
            <p:cNvSpPr/>
            <p:nvPr/>
          </p:nvSpPr>
          <p:spPr>
            <a:xfrm>
              <a:off x="7618567" y="8838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8" name="pt8188"/>
            <p:cNvSpPr/>
            <p:nvPr/>
          </p:nvSpPr>
          <p:spPr>
            <a:xfrm>
              <a:off x="7638534" y="8727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9" name="pt8189"/>
            <p:cNvSpPr/>
            <p:nvPr/>
          </p:nvSpPr>
          <p:spPr>
            <a:xfrm>
              <a:off x="7487521" y="88173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0" name="pt8190"/>
            <p:cNvSpPr/>
            <p:nvPr/>
          </p:nvSpPr>
          <p:spPr>
            <a:xfrm>
              <a:off x="7373732" y="88346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1" name="pt8191"/>
            <p:cNvSpPr/>
            <p:nvPr/>
          </p:nvSpPr>
          <p:spPr>
            <a:xfrm>
              <a:off x="7367556" y="8818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2" name="pt8192"/>
            <p:cNvSpPr/>
            <p:nvPr/>
          </p:nvSpPr>
          <p:spPr>
            <a:xfrm>
              <a:off x="7368150" y="8815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3" name="pt8193"/>
            <p:cNvSpPr/>
            <p:nvPr/>
          </p:nvSpPr>
          <p:spPr>
            <a:xfrm>
              <a:off x="7334322" y="9092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4" name="pt8194"/>
            <p:cNvSpPr/>
            <p:nvPr/>
          </p:nvSpPr>
          <p:spPr>
            <a:xfrm>
              <a:off x="7564627" y="8871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5" name="pt8195"/>
            <p:cNvSpPr/>
            <p:nvPr/>
          </p:nvSpPr>
          <p:spPr>
            <a:xfrm>
              <a:off x="7438705" y="8878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6" name="pt8196"/>
            <p:cNvSpPr/>
            <p:nvPr/>
          </p:nvSpPr>
          <p:spPr>
            <a:xfrm>
              <a:off x="7389987" y="8932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7" name="pt8197"/>
            <p:cNvSpPr/>
            <p:nvPr/>
          </p:nvSpPr>
          <p:spPr>
            <a:xfrm>
              <a:off x="7659969" y="87403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8" name="pt8198"/>
            <p:cNvSpPr/>
            <p:nvPr/>
          </p:nvSpPr>
          <p:spPr>
            <a:xfrm>
              <a:off x="7325322" y="8879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9" name="pt8199"/>
            <p:cNvSpPr/>
            <p:nvPr/>
          </p:nvSpPr>
          <p:spPr>
            <a:xfrm>
              <a:off x="7296731" y="8979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0" name="pt8200"/>
            <p:cNvSpPr/>
            <p:nvPr/>
          </p:nvSpPr>
          <p:spPr>
            <a:xfrm>
              <a:off x="7448128" y="8700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1" name="pt8201"/>
            <p:cNvSpPr/>
            <p:nvPr/>
          </p:nvSpPr>
          <p:spPr>
            <a:xfrm>
              <a:off x="7345599" y="9092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2" name="pt8202"/>
            <p:cNvSpPr/>
            <p:nvPr/>
          </p:nvSpPr>
          <p:spPr>
            <a:xfrm>
              <a:off x="7565982" y="8805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3" name="rc8203"/>
            <p:cNvSpPr/>
            <p:nvPr/>
          </p:nvSpPr>
          <p:spPr>
            <a:xfrm>
              <a:off x="7958803" y="1529513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8204" name="tx8204"/>
            <p:cNvSpPr/>
            <p:nvPr/>
          </p:nvSpPr>
          <p:spPr>
            <a:xfrm>
              <a:off x="8115646" y="1692779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8205" name="tx8205"/>
            <p:cNvSpPr/>
            <p:nvPr/>
          </p:nvSpPr>
          <p:spPr>
            <a:xfrm>
              <a:off x="8014156" y="1894672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0.679***</a:t>
              </a:r>
            </a:p>
          </p:txBody>
        </p:sp>
        <p:sp>
          <p:nvSpPr>
            <p:cNvPr id="8206" name="rc8206"/>
            <p:cNvSpPr/>
            <p:nvPr/>
          </p:nvSpPr>
          <p:spPr>
            <a:xfrm>
              <a:off x="7958803" y="1529513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7" name="rc8207"/>
            <p:cNvSpPr/>
            <p:nvPr/>
          </p:nvSpPr>
          <p:spPr>
            <a:xfrm>
              <a:off x="7958803" y="2234734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8208" name="tx8208"/>
            <p:cNvSpPr/>
            <p:nvPr/>
          </p:nvSpPr>
          <p:spPr>
            <a:xfrm>
              <a:off x="8115646" y="2398000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8209" name="tx8209"/>
            <p:cNvSpPr/>
            <p:nvPr/>
          </p:nvSpPr>
          <p:spPr>
            <a:xfrm>
              <a:off x="8014156" y="2599894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0.707***</a:t>
              </a:r>
            </a:p>
          </p:txBody>
        </p:sp>
        <p:sp>
          <p:nvSpPr>
            <p:cNvPr id="8210" name="rc8210"/>
            <p:cNvSpPr/>
            <p:nvPr/>
          </p:nvSpPr>
          <p:spPr>
            <a:xfrm>
              <a:off x="7958803" y="2234734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1" name="rc8211"/>
            <p:cNvSpPr/>
            <p:nvPr/>
          </p:nvSpPr>
          <p:spPr>
            <a:xfrm>
              <a:off x="7958803" y="2939956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8212" name="tx8212"/>
            <p:cNvSpPr/>
            <p:nvPr/>
          </p:nvSpPr>
          <p:spPr>
            <a:xfrm>
              <a:off x="8115646" y="3103222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8213" name="tx8213"/>
            <p:cNvSpPr/>
            <p:nvPr/>
          </p:nvSpPr>
          <p:spPr>
            <a:xfrm>
              <a:off x="8014156" y="3305116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0.776***</a:t>
              </a:r>
            </a:p>
          </p:txBody>
        </p:sp>
        <p:sp>
          <p:nvSpPr>
            <p:cNvPr id="8214" name="rc8214"/>
            <p:cNvSpPr/>
            <p:nvPr/>
          </p:nvSpPr>
          <p:spPr>
            <a:xfrm>
              <a:off x="7958803" y="2939956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5" name="rc8215"/>
            <p:cNvSpPr/>
            <p:nvPr/>
          </p:nvSpPr>
          <p:spPr>
            <a:xfrm>
              <a:off x="7958803" y="3645178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8216" name="tx8216"/>
            <p:cNvSpPr/>
            <p:nvPr/>
          </p:nvSpPr>
          <p:spPr>
            <a:xfrm>
              <a:off x="8115646" y="3808444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8217" name="tx8217"/>
            <p:cNvSpPr/>
            <p:nvPr/>
          </p:nvSpPr>
          <p:spPr>
            <a:xfrm>
              <a:off x="8014156" y="4010269"/>
              <a:ext cx="514536" cy="1038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0.693***</a:t>
              </a:r>
            </a:p>
          </p:txBody>
        </p:sp>
        <p:sp>
          <p:nvSpPr>
            <p:cNvPr id="8218" name="rc8218"/>
            <p:cNvSpPr/>
            <p:nvPr/>
          </p:nvSpPr>
          <p:spPr>
            <a:xfrm>
              <a:off x="7958803" y="3645178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9" name="rc8219"/>
            <p:cNvSpPr/>
            <p:nvPr/>
          </p:nvSpPr>
          <p:spPr>
            <a:xfrm>
              <a:off x="7958803" y="4350399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8220" name="tx8220"/>
            <p:cNvSpPr/>
            <p:nvPr/>
          </p:nvSpPr>
          <p:spPr>
            <a:xfrm>
              <a:off x="8115646" y="4513665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8221" name="tx8221"/>
            <p:cNvSpPr/>
            <p:nvPr/>
          </p:nvSpPr>
          <p:spPr>
            <a:xfrm>
              <a:off x="8014156" y="4715559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0.941***</a:t>
              </a:r>
            </a:p>
          </p:txBody>
        </p:sp>
        <p:sp>
          <p:nvSpPr>
            <p:cNvPr id="8222" name="rc8222"/>
            <p:cNvSpPr/>
            <p:nvPr/>
          </p:nvSpPr>
          <p:spPr>
            <a:xfrm>
              <a:off x="7958803" y="4350399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3" name="rc8223"/>
            <p:cNvSpPr/>
            <p:nvPr/>
          </p:nvSpPr>
          <p:spPr>
            <a:xfrm>
              <a:off x="7958803" y="5055621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8224" name="tx8224"/>
            <p:cNvSpPr/>
            <p:nvPr/>
          </p:nvSpPr>
          <p:spPr>
            <a:xfrm>
              <a:off x="8115646" y="5218887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8225" name="tx8225"/>
            <p:cNvSpPr/>
            <p:nvPr/>
          </p:nvSpPr>
          <p:spPr>
            <a:xfrm>
              <a:off x="8014156" y="5420781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0.841***</a:t>
              </a:r>
            </a:p>
          </p:txBody>
        </p:sp>
        <p:sp>
          <p:nvSpPr>
            <p:cNvPr id="8226" name="rc8226"/>
            <p:cNvSpPr/>
            <p:nvPr/>
          </p:nvSpPr>
          <p:spPr>
            <a:xfrm>
              <a:off x="7958803" y="5055621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7" name="rc8227"/>
            <p:cNvSpPr/>
            <p:nvPr/>
          </p:nvSpPr>
          <p:spPr>
            <a:xfrm>
              <a:off x="7958803" y="5760843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8" name="pl8228"/>
            <p:cNvSpPr/>
            <p:nvPr/>
          </p:nvSpPr>
          <p:spPr>
            <a:xfrm>
              <a:off x="7958803" y="626153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9" name="pl8229"/>
            <p:cNvSpPr/>
            <p:nvPr/>
          </p:nvSpPr>
          <p:spPr>
            <a:xfrm>
              <a:off x="7958803" y="604944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0" name="pl8230"/>
            <p:cNvSpPr/>
            <p:nvPr/>
          </p:nvSpPr>
          <p:spPr>
            <a:xfrm>
              <a:off x="7958803" y="583735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1" name="pl8231"/>
            <p:cNvSpPr/>
            <p:nvPr/>
          </p:nvSpPr>
          <p:spPr>
            <a:xfrm>
              <a:off x="8074252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2" name="pl8232"/>
            <p:cNvSpPr/>
            <p:nvPr/>
          </p:nvSpPr>
          <p:spPr>
            <a:xfrm>
              <a:off x="8284475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3" name="pl8233"/>
            <p:cNvSpPr/>
            <p:nvPr/>
          </p:nvSpPr>
          <p:spPr>
            <a:xfrm>
              <a:off x="8494698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4" name="pl8234"/>
            <p:cNvSpPr/>
            <p:nvPr/>
          </p:nvSpPr>
          <p:spPr>
            <a:xfrm>
              <a:off x="7958803" y="636758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5" name="pl8235"/>
            <p:cNvSpPr/>
            <p:nvPr/>
          </p:nvSpPr>
          <p:spPr>
            <a:xfrm>
              <a:off x="7958803" y="615549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6" name="pl8236"/>
            <p:cNvSpPr/>
            <p:nvPr/>
          </p:nvSpPr>
          <p:spPr>
            <a:xfrm>
              <a:off x="7958803" y="594339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7" name="pl8237"/>
            <p:cNvSpPr/>
            <p:nvPr/>
          </p:nvSpPr>
          <p:spPr>
            <a:xfrm>
              <a:off x="7969141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8" name="pl8238"/>
            <p:cNvSpPr/>
            <p:nvPr/>
          </p:nvSpPr>
          <p:spPr>
            <a:xfrm>
              <a:off x="8179364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9" name="pl8239"/>
            <p:cNvSpPr/>
            <p:nvPr/>
          </p:nvSpPr>
          <p:spPr>
            <a:xfrm>
              <a:off x="8389587" y="5760843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0" name="pg8240"/>
            <p:cNvSpPr/>
            <p:nvPr/>
          </p:nvSpPr>
          <p:spPr>
            <a:xfrm>
              <a:off x="7987223" y="5789735"/>
              <a:ext cx="568401" cy="577847"/>
            </a:xfrm>
            <a:custGeom>
              <a:avLst/>
              <a:pathLst>
                <a:path w="568401" h="577847">
                  <a:moveTo>
                    <a:pt x="0" y="528942"/>
                  </a:moveTo>
                  <a:lnTo>
                    <a:pt x="1112" y="522069"/>
                  </a:lnTo>
                  <a:lnTo>
                    <a:pt x="2224" y="514466"/>
                  </a:lnTo>
                  <a:lnTo>
                    <a:pt x="3336" y="506091"/>
                  </a:lnTo>
                  <a:lnTo>
                    <a:pt x="4449" y="496901"/>
                  </a:lnTo>
                  <a:lnTo>
                    <a:pt x="5561" y="486856"/>
                  </a:lnTo>
                  <a:lnTo>
                    <a:pt x="6673" y="475748"/>
                  </a:lnTo>
                  <a:lnTo>
                    <a:pt x="7786" y="463697"/>
                  </a:lnTo>
                  <a:lnTo>
                    <a:pt x="8898" y="450699"/>
                  </a:lnTo>
                  <a:lnTo>
                    <a:pt x="10010" y="436745"/>
                  </a:lnTo>
                  <a:lnTo>
                    <a:pt x="11123" y="421835"/>
                  </a:lnTo>
                  <a:lnTo>
                    <a:pt x="12235" y="405982"/>
                  </a:lnTo>
                  <a:lnTo>
                    <a:pt x="13347" y="389206"/>
                  </a:lnTo>
                  <a:lnTo>
                    <a:pt x="14460" y="371388"/>
                  </a:lnTo>
                  <a:lnTo>
                    <a:pt x="15572" y="352765"/>
                  </a:lnTo>
                  <a:lnTo>
                    <a:pt x="16684" y="333418"/>
                  </a:lnTo>
                  <a:lnTo>
                    <a:pt x="17797" y="313438"/>
                  </a:lnTo>
                  <a:lnTo>
                    <a:pt x="18909" y="292928"/>
                  </a:lnTo>
                  <a:lnTo>
                    <a:pt x="20021" y="272005"/>
                  </a:lnTo>
                  <a:lnTo>
                    <a:pt x="21134" y="250796"/>
                  </a:lnTo>
                  <a:lnTo>
                    <a:pt x="22246" y="229459"/>
                  </a:lnTo>
                  <a:lnTo>
                    <a:pt x="23358" y="208206"/>
                  </a:lnTo>
                  <a:lnTo>
                    <a:pt x="24471" y="187195"/>
                  </a:lnTo>
                  <a:lnTo>
                    <a:pt x="25583" y="166590"/>
                  </a:lnTo>
                  <a:lnTo>
                    <a:pt x="26695" y="146549"/>
                  </a:lnTo>
                  <a:lnTo>
                    <a:pt x="27808" y="127231"/>
                  </a:lnTo>
                  <a:lnTo>
                    <a:pt x="28920" y="108802"/>
                  </a:lnTo>
                  <a:lnTo>
                    <a:pt x="30032" y="91631"/>
                  </a:lnTo>
                  <a:lnTo>
                    <a:pt x="31145" y="75673"/>
                  </a:lnTo>
                  <a:lnTo>
                    <a:pt x="32257" y="61038"/>
                  </a:lnTo>
                  <a:lnTo>
                    <a:pt x="33369" y="47819"/>
                  </a:lnTo>
                  <a:lnTo>
                    <a:pt x="34482" y="36093"/>
                  </a:lnTo>
                  <a:lnTo>
                    <a:pt x="35594" y="25918"/>
                  </a:lnTo>
                  <a:lnTo>
                    <a:pt x="36706" y="17372"/>
                  </a:lnTo>
                  <a:lnTo>
                    <a:pt x="37819" y="10735"/>
                  </a:lnTo>
                  <a:lnTo>
                    <a:pt x="38931" y="5709"/>
                  </a:lnTo>
                  <a:lnTo>
                    <a:pt x="40043" y="2271"/>
                  </a:lnTo>
                  <a:lnTo>
                    <a:pt x="41156" y="384"/>
                  </a:lnTo>
                  <a:lnTo>
                    <a:pt x="42268" y="0"/>
                  </a:lnTo>
                  <a:lnTo>
                    <a:pt x="43380" y="1058"/>
                  </a:lnTo>
                  <a:lnTo>
                    <a:pt x="44493" y="3530"/>
                  </a:lnTo>
                  <a:lnTo>
                    <a:pt x="45605" y="7501"/>
                  </a:lnTo>
                  <a:lnTo>
                    <a:pt x="46717" y="12654"/>
                  </a:lnTo>
                  <a:lnTo>
                    <a:pt x="47830" y="18907"/>
                  </a:lnTo>
                  <a:lnTo>
                    <a:pt x="48942" y="26180"/>
                  </a:lnTo>
                  <a:lnTo>
                    <a:pt x="50054" y="34394"/>
                  </a:lnTo>
                  <a:lnTo>
                    <a:pt x="51167" y="43472"/>
                  </a:lnTo>
                  <a:lnTo>
                    <a:pt x="52279" y="53366"/>
                  </a:lnTo>
                  <a:lnTo>
                    <a:pt x="53391" y="64074"/>
                  </a:lnTo>
                  <a:lnTo>
                    <a:pt x="54504" y="75402"/>
                  </a:lnTo>
                  <a:lnTo>
                    <a:pt x="55616" y="87288"/>
                  </a:lnTo>
                  <a:lnTo>
                    <a:pt x="56728" y="99675"/>
                  </a:lnTo>
                  <a:lnTo>
                    <a:pt x="57841" y="112502"/>
                  </a:lnTo>
                  <a:lnTo>
                    <a:pt x="58953" y="125714"/>
                  </a:lnTo>
                  <a:lnTo>
                    <a:pt x="60065" y="139267"/>
                  </a:lnTo>
                  <a:lnTo>
                    <a:pt x="61178" y="153112"/>
                  </a:lnTo>
                  <a:lnTo>
                    <a:pt x="62290" y="167141"/>
                  </a:lnTo>
                  <a:lnTo>
                    <a:pt x="63402" y="181293"/>
                  </a:lnTo>
                  <a:lnTo>
                    <a:pt x="64515" y="195507"/>
                  </a:lnTo>
                  <a:lnTo>
                    <a:pt x="65627" y="209719"/>
                  </a:lnTo>
                  <a:lnTo>
                    <a:pt x="66739" y="223865"/>
                  </a:lnTo>
                  <a:lnTo>
                    <a:pt x="67852" y="237868"/>
                  </a:lnTo>
                  <a:lnTo>
                    <a:pt x="68964" y="251623"/>
                  </a:lnTo>
                  <a:lnTo>
                    <a:pt x="70076" y="265084"/>
                  </a:lnTo>
                  <a:lnTo>
                    <a:pt x="71189" y="278193"/>
                  </a:lnTo>
                  <a:lnTo>
                    <a:pt x="72301" y="290890"/>
                  </a:lnTo>
                  <a:lnTo>
                    <a:pt x="73413" y="303124"/>
                  </a:lnTo>
                  <a:lnTo>
                    <a:pt x="74526" y="314846"/>
                  </a:lnTo>
                  <a:lnTo>
                    <a:pt x="75638" y="325976"/>
                  </a:lnTo>
                  <a:lnTo>
                    <a:pt x="76750" y="336427"/>
                  </a:lnTo>
                  <a:lnTo>
                    <a:pt x="77863" y="346256"/>
                  </a:lnTo>
                  <a:lnTo>
                    <a:pt x="78975" y="355450"/>
                  </a:lnTo>
                  <a:lnTo>
                    <a:pt x="80087" y="364007"/>
                  </a:lnTo>
                  <a:lnTo>
                    <a:pt x="81200" y="371932"/>
                  </a:lnTo>
                  <a:lnTo>
                    <a:pt x="82312" y="379237"/>
                  </a:lnTo>
                  <a:lnTo>
                    <a:pt x="83424" y="385903"/>
                  </a:lnTo>
                  <a:lnTo>
                    <a:pt x="84537" y="391943"/>
                  </a:lnTo>
                  <a:lnTo>
                    <a:pt x="85649" y="397473"/>
                  </a:lnTo>
                  <a:lnTo>
                    <a:pt x="86761" y="402539"/>
                  </a:lnTo>
                  <a:lnTo>
                    <a:pt x="87874" y="407193"/>
                  </a:lnTo>
                  <a:lnTo>
                    <a:pt x="88986" y="411485"/>
                  </a:lnTo>
                  <a:lnTo>
                    <a:pt x="90098" y="415471"/>
                  </a:lnTo>
                  <a:lnTo>
                    <a:pt x="91211" y="419192"/>
                  </a:lnTo>
                  <a:lnTo>
                    <a:pt x="92323" y="422715"/>
                  </a:lnTo>
                  <a:lnTo>
                    <a:pt x="93435" y="426119"/>
                  </a:lnTo>
                  <a:lnTo>
                    <a:pt x="94548" y="429452"/>
                  </a:lnTo>
                  <a:lnTo>
                    <a:pt x="95660" y="432757"/>
                  </a:lnTo>
                  <a:lnTo>
                    <a:pt x="96772" y="436071"/>
                  </a:lnTo>
                  <a:lnTo>
                    <a:pt x="97885" y="439427"/>
                  </a:lnTo>
                  <a:lnTo>
                    <a:pt x="98997" y="442861"/>
                  </a:lnTo>
                  <a:lnTo>
                    <a:pt x="100109" y="446397"/>
                  </a:lnTo>
                  <a:lnTo>
                    <a:pt x="101222" y="450035"/>
                  </a:lnTo>
                  <a:lnTo>
                    <a:pt x="102334" y="453779"/>
                  </a:lnTo>
                  <a:lnTo>
                    <a:pt x="103446" y="457624"/>
                  </a:lnTo>
                  <a:lnTo>
                    <a:pt x="104559" y="461563"/>
                  </a:lnTo>
                  <a:lnTo>
                    <a:pt x="105671" y="465581"/>
                  </a:lnTo>
                  <a:lnTo>
                    <a:pt x="106783" y="469666"/>
                  </a:lnTo>
                  <a:lnTo>
                    <a:pt x="107896" y="473786"/>
                  </a:lnTo>
                  <a:lnTo>
                    <a:pt x="109008" y="477910"/>
                  </a:lnTo>
                  <a:lnTo>
                    <a:pt x="110120" y="482012"/>
                  </a:lnTo>
                  <a:lnTo>
                    <a:pt x="111233" y="486064"/>
                  </a:lnTo>
                  <a:lnTo>
                    <a:pt x="112345" y="490040"/>
                  </a:lnTo>
                  <a:lnTo>
                    <a:pt x="113457" y="493914"/>
                  </a:lnTo>
                  <a:lnTo>
                    <a:pt x="114570" y="497642"/>
                  </a:lnTo>
                  <a:lnTo>
                    <a:pt x="115682" y="501197"/>
                  </a:lnTo>
                  <a:lnTo>
                    <a:pt x="116794" y="504571"/>
                  </a:lnTo>
                  <a:lnTo>
                    <a:pt x="117907" y="507748"/>
                  </a:lnTo>
                  <a:lnTo>
                    <a:pt x="119019" y="510716"/>
                  </a:lnTo>
                  <a:lnTo>
                    <a:pt x="120131" y="513463"/>
                  </a:lnTo>
                  <a:lnTo>
                    <a:pt x="121244" y="515982"/>
                  </a:lnTo>
                  <a:lnTo>
                    <a:pt x="122356" y="518242"/>
                  </a:lnTo>
                  <a:lnTo>
                    <a:pt x="123468" y="520251"/>
                  </a:lnTo>
                  <a:lnTo>
                    <a:pt x="124581" y="522032"/>
                  </a:lnTo>
                  <a:lnTo>
                    <a:pt x="125693" y="523590"/>
                  </a:lnTo>
                  <a:lnTo>
                    <a:pt x="126805" y="524933"/>
                  </a:lnTo>
                  <a:lnTo>
                    <a:pt x="127918" y="526072"/>
                  </a:lnTo>
                  <a:lnTo>
                    <a:pt x="129030" y="527015"/>
                  </a:lnTo>
                  <a:lnTo>
                    <a:pt x="130142" y="527754"/>
                  </a:lnTo>
                  <a:lnTo>
                    <a:pt x="131255" y="528314"/>
                  </a:lnTo>
                  <a:lnTo>
                    <a:pt x="132367" y="528721"/>
                  </a:lnTo>
                  <a:lnTo>
                    <a:pt x="133479" y="528987"/>
                  </a:lnTo>
                  <a:lnTo>
                    <a:pt x="134592" y="529123"/>
                  </a:lnTo>
                  <a:lnTo>
                    <a:pt x="135704" y="529142"/>
                  </a:lnTo>
                  <a:lnTo>
                    <a:pt x="136816" y="529052"/>
                  </a:lnTo>
                  <a:lnTo>
                    <a:pt x="137929" y="528855"/>
                  </a:lnTo>
                  <a:lnTo>
                    <a:pt x="139041" y="528568"/>
                  </a:lnTo>
                  <a:lnTo>
                    <a:pt x="140153" y="528209"/>
                  </a:lnTo>
                  <a:lnTo>
                    <a:pt x="141266" y="527786"/>
                  </a:lnTo>
                  <a:lnTo>
                    <a:pt x="142378" y="527309"/>
                  </a:lnTo>
                  <a:lnTo>
                    <a:pt x="143490" y="526788"/>
                  </a:lnTo>
                  <a:lnTo>
                    <a:pt x="144603" y="526233"/>
                  </a:lnTo>
                  <a:lnTo>
                    <a:pt x="145715" y="525654"/>
                  </a:lnTo>
                  <a:lnTo>
                    <a:pt x="146827" y="525069"/>
                  </a:lnTo>
                  <a:lnTo>
                    <a:pt x="147940" y="524490"/>
                  </a:lnTo>
                  <a:lnTo>
                    <a:pt x="149052" y="523932"/>
                  </a:lnTo>
                  <a:lnTo>
                    <a:pt x="150164" y="523406"/>
                  </a:lnTo>
                  <a:lnTo>
                    <a:pt x="151277" y="522926"/>
                  </a:lnTo>
                  <a:lnTo>
                    <a:pt x="152389" y="522504"/>
                  </a:lnTo>
                  <a:lnTo>
                    <a:pt x="153501" y="522166"/>
                  </a:lnTo>
                  <a:lnTo>
                    <a:pt x="154614" y="521920"/>
                  </a:lnTo>
                  <a:lnTo>
                    <a:pt x="155726" y="521772"/>
                  </a:lnTo>
                  <a:lnTo>
                    <a:pt x="156838" y="521729"/>
                  </a:lnTo>
                  <a:lnTo>
                    <a:pt x="157951" y="521798"/>
                  </a:lnTo>
                  <a:lnTo>
                    <a:pt x="159063" y="521983"/>
                  </a:lnTo>
                  <a:lnTo>
                    <a:pt x="160175" y="522288"/>
                  </a:lnTo>
                  <a:lnTo>
                    <a:pt x="161288" y="522732"/>
                  </a:lnTo>
                  <a:lnTo>
                    <a:pt x="162400" y="523297"/>
                  </a:lnTo>
                  <a:lnTo>
                    <a:pt x="163512" y="523973"/>
                  </a:lnTo>
                  <a:lnTo>
                    <a:pt x="164625" y="524752"/>
                  </a:lnTo>
                  <a:lnTo>
                    <a:pt x="165737" y="525627"/>
                  </a:lnTo>
                  <a:lnTo>
                    <a:pt x="166849" y="526586"/>
                  </a:lnTo>
                  <a:lnTo>
                    <a:pt x="167962" y="527618"/>
                  </a:lnTo>
                  <a:lnTo>
                    <a:pt x="169074" y="528718"/>
                  </a:lnTo>
                  <a:lnTo>
                    <a:pt x="170186" y="529858"/>
                  </a:lnTo>
                  <a:lnTo>
                    <a:pt x="171299" y="531024"/>
                  </a:lnTo>
                  <a:lnTo>
                    <a:pt x="172411" y="532200"/>
                  </a:lnTo>
                  <a:lnTo>
                    <a:pt x="173523" y="533372"/>
                  </a:lnTo>
                  <a:lnTo>
                    <a:pt x="174636" y="534526"/>
                  </a:lnTo>
                  <a:lnTo>
                    <a:pt x="175748" y="535650"/>
                  </a:lnTo>
                  <a:lnTo>
                    <a:pt x="176860" y="536721"/>
                  </a:lnTo>
                  <a:lnTo>
                    <a:pt x="177973" y="537732"/>
                  </a:lnTo>
                  <a:lnTo>
                    <a:pt x="179085" y="538676"/>
                  </a:lnTo>
                  <a:lnTo>
                    <a:pt x="180197" y="539547"/>
                  </a:lnTo>
                  <a:lnTo>
                    <a:pt x="181310" y="540339"/>
                  </a:lnTo>
                  <a:lnTo>
                    <a:pt x="182422" y="541051"/>
                  </a:lnTo>
                  <a:lnTo>
                    <a:pt x="183534" y="541680"/>
                  </a:lnTo>
                  <a:lnTo>
                    <a:pt x="184647" y="542212"/>
                  </a:lnTo>
                  <a:lnTo>
                    <a:pt x="185759" y="542666"/>
                  </a:lnTo>
                  <a:lnTo>
                    <a:pt x="186871" y="543047"/>
                  </a:lnTo>
                  <a:lnTo>
                    <a:pt x="187984" y="543363"/>
                  </a:lnTo>
                  <a:lnTo>
                    <a:pt x="189096" y="543620"/>
                  </a:lnTo>
                  <a:lnTo>
                    <a:pt x="190208" y="543826"/>
                  </a:lnTo>
                  <a:lnTo>
                    <a:pt x="191321" y="543989"/>
                  </a:lnTo>
                  <a:lnTo>
                    <a:pt x="192433" y="544113"/>
                  </a:lnTo>
                  <a:lnTo>
                    <a:pt x="193545" y="544213"/>
                  </a:lnTo>
                  <a:lnTo>
                    <a:pt x="194658" y="544296"/>
                  </a:lnTo>
                  <a:lnTo>
                    <a:pt x="195770" y="544365"/>
                  </a:lnTo>
                  <a:lnTo>
                    <a:pt x="196882" y="544425"/>
                  </a:lnTo>
                  <a:lnTo>
                    <a:pt x="197995" y="544478"/>
                  </a:lnTo>
                  <a:lnTo>
                    <a:pt x="199107" y="544523"/>
                  </a:lnTo>
                  <a:lnTo>
                    <a:pt x="200219" y="544556"/>
                  </a:lnTo>
                  <a:lnTo>
                    <a:pt x="201332" y="544574"/>
                  </a:lnTo>
                  <a:lnTo>
                    <a:pt x="202444" y="544571"/>
                  </a:lnTo>
                  <a:lnTo>
                    <a:pt x="203556" y="544542"/>
                  </a:lnTo>
                  <a:lnTo>
                    <a:pt x="204669" y="544479"/>
                  </a:lnTo>
                  <a:lnTo>
                    <a:pt x="205781" y="544376"/>
                  </a:lnTo>
                  <a:lnTo>
                    <a:pt x="206893" y="544224"/>
                  </a:lnTo>
                  <a:lnTo>
                    <a:pt x="208006" y="544006"/>
                  </a:lnTo>
                  <a:lnTo>
                    <a:pt x="209118" y="543727"/>
                  </a:lnTo>
                  <a:lnTo>
                    <a:pt x="210230" y="543384"/>
                  </a:lnTo>
                  <a:lnTo>
                    <a:pt x="211343" y="542974"/>
                  </a:lnTo>
                  <a:lnTo>
                    <a:pt x="212455" y="542500"/>
                  </a:lnTo>
                  <a:lnTo>
                    <a:pt x="213567" y="541964"/>
                  </a:lnTo>
                  <a:lnTo>
                    <a:pt x="214680" y="541368"/>
                  </a:lnTo>
                  <a:lnTo>
                    <a:pt x="215792" y="540714"/>
                  </a:lnTo>
                  <a:lnTo>
                    <a:pt x="216904" y="540021"/>
                  </a:lnTo>
                  <a:lnTo>
                    <a:pt x="218017" y="539299"/>
                  </a:lnTo>
                  <a:lnTo>
                    <a:pt x="219129" y="538560"/>
                  </a:lnTo>
                  <a:lnTo>
                    <a:pt x="220241" y="537815"/>
                  </a:lnTo>
                  <a:lnTo>
                    <a:pt x="221354" y="537077"/>
                  </a:lnTo>
                  <a:lnTo>
                    <a:pt x="222466" y="536357"/>
                  </a:lnTo>
                  <a:lnTo>
                    <a:pt x="223578" y="535677"/>
                  </a:lnTo>
                  <a:lnTo>
                    <a:pt x="224691" y="535041"/>
                  </a:lnTo>
                  <a:lnTo>
                    <a:pt x="225803" y="534458"/>
                  </a:lnTo>
                  <a:lnTo>
                    <a:pt x="226915" y="533937"/>
                  </a:lnTo>
                  <a:lnTo>
                    <a:pt x="228028" y="533482"/>
                  </a:lnTo>
                  <a:lnTo>
                    <a:pt x="229140" y="533098"/>
                  </a:lnTo>
                  <a:lnTo>
                    <a:pt x="230252" y="532790"/>
                  </a:lnTo>
                  <a:lnTo>
                    <a:pt x="231365" y="532568"/>
                  </a:lnTo>
                  <a:lnTo>
                    <a:pt x="232477" y="532417"/>
                  </a:lnTo>
                  <a:lnTo>
                    <a:pt x="233589" y="532334"/>
                  </a:lnTo>
                  <a:lnTo>
                    <a:pt x="234702" y="532315"/>
                  </a:lnTo>
                  <a:lnTo>
                    <a:pt x="235814" y="532354"/>
                  </a:lnTo>
                  <a:lnTo>
                    <a:pt x="236926" y="532444"/>
                  </a:lnTo>
                  <a:lnTo>
                    <a:pt x="238039" y="532582"/>
                  </a:lnTo>
                  <a:lnTo>
                    <a:pt x="239151" y="532760"/>
                  </a:lnTo>
                  <a:lnTo>
                    <a:pt x="240263" y="532967"/>
                  </a:lnTo>
                  <a:lnTo>
                    <a:pt x="241376" y="533194"/>
                  </a:lnTo>
                  <a:lnTo>
                    <a:pt x="242488" y="533437"/>
                  </a:lnTo>
                  <a:lnTo>
                    <a:pt x="243600" y="533690"/>
                  </a:lnTo>
                  <a:lnTo>
                    <a:pt x="244713" y="533950"/>
                  </a:lnTo>
                  <a:lnTo>
                    <a:pt x="245825" y="534213"/>
                  </a:lnTo>
                  <a:lnTo>
                    <a:pt x="246937" y="534478"/>
                  </a:lnTo>
                  <a:lnTo>
                    <a:pt x="248049" y="534743"/>
                  </a:lnTo>
                  <a:lnTo>
                    <a:pt x="249162" y="535010"/>
                  </a:lnTo>
                  <a:lnTo>
                    <a:pt x="250274" y="535281"/>
                  </a:lnTo>
                  <a:lnTo>
                    <a:pt x="251386" y="535557"/>
                  </a:lnTo>
                  <a:lnTo>
                    <a:pt x="252499" y="535842"/>
                  </a:lnTo>
                  <a:lnTo>
                    <a:pt x="253611" y="536141"/>
                  </a:lnTo>
                  <a:lnTo>
                    <a:pt x="254723" y="536459"/>
                  </a:lnTo>
                  <a:lnTo>
                    <a:pt x="255836" y="536798"/>
                  </a:lnTo>
                  <a:lnTo>
                    <a:pt x="256948" y="537163"/>
                  </a:lnTo>
                  <a:lnTo>
                    <a:pt x="258060" y="537557"/>
                  </a:lnTo>
                  <a:lnTo>
                    <a:pt x="259173" y="537982"/>
                  </a:lnTo>
                  <a:lnTo>
                    <a:pt x="260285" y="538442"/>
                  </a:lnTo>
                  <a:lnTo>
                    <a:pt x="261397" y="538941"/>
                  </a:lnTo>
                  <a:lnTo>
                    <a:pt x="262510" y="539483"/>
                  </a:lnTo>
                  <a:lnTo>
                    <a:pt x="263622" y="540066"/>
                  </a:lnTo>
                  <a:lnTo>
                    <a:pt x="264734" y="540688"/>
                  </a:lnTo>
                  <a:lnTo>
                    <a:pt x="265847" y="541349"/>
                  </a:lnTo>
                  <a:lnTo>
                    <a:pt x="266959" y="542047"/>
                  </a:lnTo>
                  <a:lnTo>
                    <a:pt x="268071" y="542782"/>
                  </a:lnTo>
                  <a:lnTo>
                    <a:pt x="269184" y="543553"/>
                  </a:lnTo>
                  <a:lnTo>
                    <a:pt x="270296" y="544356"/>
                  </a:lnTo>
                  <a:lnTo>
                    <a:pt x="271408" y="545183"/>
                  </a:lnTo>
                  <a:lnTo>
                    <a:pt x="272521" y="546030"/>
                  </a:lnTo>
                  <a:lnTo>
                    <a:pt x="273633" y="546890"/>
                  </a:lnTo>
                  <a:lnTo>
                    <a:pt x="274745" y="547758"/>
                  </a:lnTo>
                  <a:lnTo>
                    <a:pt x="275858" y="548629"/>
                  </a:lnTo>
                  <a:lnTo>
                    <a:pt x="276970" y="549495"/>
                  </a:lnTo>
                  <a:lnTo>
                    <a:pt x="278082" y="550347"/>
                  </a:lnTo>
                  <a:lnTo>
                    <a:pt x="279195" y="551180"/>
                  </a:lnTo>
                  <a:lnTo>
                    <a:pt x="280307" y="551989"/>
                  </a:lnTo>
                  <a:lnTo>
                    <a:pt x="281419" y="552769"/>
                  </a:lnTo>
                  <a:lnTo>
                    <a:pt x="282532" y="553516"/>
                  </a:lnTo>
                  <a:lnTo>
                    <a:pt x="283644" y="554227"/>
                  </a:lnTo>
                  <a:lnTo>
                    <a:pt x="284756" y="554894"/>
                  </a:lnTo>
                  <a:lnTo>
                    <a:pt x="285869" y="555516"/>
                  </a:lnTo>
                  <a:lnTo>
                    <a:pt x="286981" y="556095"/>
                  </a:lnTo>
                  <a:lnTo>
                    <a:pt x="288093" y="556631"/>
                  </a:lnTo>
                  <a:lnTo>
                    <a:pt x="289206" y="557126"/>
                  </a:lnTo>
                  <a:lnTo>
                    <a:pt x="290318" y="557578"/>
                  </a:lnTo>
                  <a:lnTo>
                    <a:pt x="291430" y="557990"/>
                  </a:lnTo>
                  <a:lnTo>
                    <a:pt x="292543" y="558359"/>
                  </a:lnTo>
                  <a:lnTo>
                    <a:pt x="293655" y="558685"/>
                  </a:lnTo>
                  <a:lnTo>
                    <a:pt x="294767" y="558976"/>
                  </a:lnTo>
                  <a:lnTo>
                    <a:pt x="295880" y="559230"/>
                  </a:lnTo>
                  <a:lnTo>
                    <a:pt x="296992" y="559450"/>
                  </a:lnTo>
                  <a:lnTo>
                    <a:pt x="298104" y="559637"/>
                  </a:lnTo>
                  <a:lnTo>
                    <a:pt x="299217" y="559791"/>
                  </a:lnTo>
                  <a:lnTo>
                    <a:pt x="300329" y="559911"/>
                  </a:lnTo>
                  <a:lnTo>
                    <a:pt x="301441" y="559999"/>
                  </a:lnTo>
                  <a:lnTo>
                    <a:pt x="302554" y="560060"/>
                  </a:lnTo>
                  <a:lnTo>
                    <a:pt x="303666" y="560095"/>
                  </a:lnTo>
                  <a:lnTo>
                    <a:pt x="304778" y="560107"/>
                  </a:lnTo>
                  <a:lnTo>
                    <a:pt x="305891" y="560098"/>
                  </a:lnTo>
                  <a:lnTo>
                    <a:pt x="307003" y="560072"/>
                  </a:lnTo>
                  <a:lnTo>
                    <a:pt x="308115" y="560031"/>
                  </a:lnTo>
                  <a:lnTo>
                    <a:pt x="309228" y="559979"/>
                  </a:lnTo>
                  <a:lnTo>
                    <a:pt x="310340" y="559921"/>
                  </a:lnTo>
                  <a:lnTo>
                    <a:pt x="311452" y="559862"/>
                  </a:lnTo>
                  <a:lnTo>
                    <a:pt x="312565" y="559803"/>
                  </a:lnTo>
                  <a:lnTo>
                    <a:pt x="313677" y="559750"/>
                  </a:lnTo>
                  <a:lnTo>
                    <a:pt x="314789" y="559704"/>
                  </a:lnTo>
                  <a:lnTo>
                    <a:pt x="315902" y="559671"/>
                  </a:lnTo>
                  <a:lnTo>
                    <a:pt x="317014" y="559653"/>
                  </a:lnTo>
                  <a:lnTo>
                    <a:pt x="318126" y="559651"/>
                  </a:lnTo>
                  <a:lnTo>
                    <a:pt x="319239" y="559667"/>
                  </a:lnTo>
                  <a:lnTo>
                    <a:pt x="320351" y="559702"/>
                  </a:lnTo>
                  <a:lnTo>
                    <a:pt x="321463" y="559757"/>
                  </a:lnTo>
                  <a:lnTo>
                    <a:pt x="322576" y="559834"/>
                  </a:lnTo>
                  <a:lnTo>
                    <a:pt x="323688" y="559936"/>
                  </a:lnTo>
                  <a:lnTo>
                    <a:pt x="324800" y="560063"/>
                  </a:lnTo>
                  <a:lnTo>
                    <a:pt x="325913" y="560213"/>
                  </a:lnTo>
                  <a:lnTo>
                    <a:pt x="327025" y="560387"/>
                  </a:lnTo>
                  <a:lnTo>
                    <a:pt x="328137" y="560587"/>
                  </a:lnTo>
                  <a:lnTo>
                    <a:pt x="329250" y="560812"/>
                  </a:lnTo>
                  <a:lnTo>
                    <a:pt x="330362" y="561064"/>
                  </a:lnTo>
                  <a:lnTo>
                    <a:pt x="331474" y="561347"/>
                  </a:lnTo>
                  <a:lnTo>
                    <a:pt x="332587" y="561661"/>
                  </a:lnTo>
                  <a:lnTo>
                    <a:pt x="333699" y="562004"/>
                  </a:lnTo>
                  <a:lnTo>
                    <a:pt x="334811" y="562376"/>
                  </a:lnTo>
                  <a:lnTo>
                    <a:pt x="335924" y="562779"/>
                  </a:lnTo>
                  <a:lnTo>
                    <a:pt x="337036" y="563212"/>
                  </a:lnTo>
                  <a:lnTo>
                    <a:pt x="338148" y="563675"/>
                  </a:lnTo>
                  <a:lnTo>
                    <a:pt x="339261" y="564172"/>
                  </a:lnTo>
                  <a:lnTo>
                    <a:pt x="340373" y="564697"/>
                  </a:lnTo>
                  <a:lnTo>
                    <a:pt x="341485" y="565246"/>
                  </a:lnTo>
                  <a:lnTo>
                    <a:pt x="342598" y="565817"/>
                  </a:lnTo>
                  <a:lnTo>
                    <a:pt x="343710" y="566406"/>
                  </a:lnTo>
                  <a:lnTo>
                    <a:pt x="344822" y="567009"/>
                  </a:lnTo>
                  <a:lnTo>
                    <a:pt x="345935" y="567621"/>
                  </a:lnTo>
                  <a:lnTo>
                    <a:pt x="347047" y="568236"/>
                  </a:lnTo>
                  <a:lnTo>
                    <a:pt x="348159" y="568846"/>
                  </a:lnTo>
                  <a:lnTo>
                    <a:pt x="349272" y="569444"/>
                  </a:lnTo>
                  <a:lnTo>
                    <a:pt x="350384" y="570023"/>
                  </a:lnTo>
                  <a:lnTo>
                    <a:pt x="351496" y="570578"/>
                  </a:lnTo>
                  <a:lnTo>
                    <a:pt x="352609" y="571100"/>
                  </a:lnTo>
                  <a:lnTo>
                    <a:pt x="353721" y="571584"/>
                  </a:lnTo>
                  <a:lnTo>
                    <a:pt x="354833" y="572014"/>
                  </a:lnTo>
                  <a:lnTo>
                    <a:pt x="355946" y="572390"/>
                  </a:lnTo>
                  <a:lnTo>
                    <a:pt x="357058" y="572707"/>
                  </a:lnTo>
                  <a:lnTo>
                    <a:pt x="358170" y="572962"/>
                  </a:lnTo>
                  <a:lnTo>
                    <a:pt x="359283" y="573151"/>
                  </a:lnTo>
                  <a:lnTo>
                    <a:pt x="360395" y="573272"/>
                  </a:lnTo>
                  <a:lnTo>
                    <a:pt x="361507" y="573323"/>
                  </a:lnTo>
                  <a:lnTo>
                    <a:pt x="362620" y="573289"/>
                  </a:lnTo>
                  <a:lnTo>
                    <a:pt x="363732" y="573185"/>
                  </a:lnTo>
                  <a:lnTo>
                    <a:pt x="364844" y="573013"/>
                  </a:lnTo>
                  <a:lnTo>
                    <a:pt x="365957" y="572775"/>
                  </a:lnTo>
                  <a:lnTo>
                    <a:pt x="367069" y="572477"/>
                  </a:lnTo>
                  <a:lnTo>
                    <a:pt x="368181" y="572121"/>
                  </a:lnTo>
                  <a:lnTo>
                    <a:pt x="369294" y="571714"/>
                  </a:lnTo>
                  <a:lnTo>
                    <a:pt x="370406" y="571255"/>
                  </a:lnTo>
                  <a:lnTo>
                    <a:pt x="371518" y="570760"/>
                  </a:lnTo>
                  <a:lnTo>
                    <a:pt x="372631" y="570238"/>
                  </a:lnTo>
                  <a:lnTo>
                    <a:pt x="373743" y="569696"/>
                  </a:lnTo>
                  <a:lnTo>
                    <a:pt x="374855" y="569142"/>
                  </a:lnTo>
                  <a:lnTo>
                    <a:pt x="375968" y="568585"/>
                  </a:lnTo>
                  <a:lnTo>
                    <a:pt x="377080" y="568033"/>
                  </a:lnTo>
                  <a:lnTo>
                    <a:pt x="378192" y="567497"/>
                  </a:lnTo>
                  <a:lnTo>
                    <a:pt x="379305" y="566985"/>
                  </a:lnTo>
                  <a:lnTo>
                    <a:pt x="380417" y="566503"/>
                  </a:lnTo>
                  <a:lnTo>
                    <a:pt x="381529" y="566057"/>
                  </a:lnTo>
                  <a:lnTo>
                    <a:pt x="382642" y="565653"/>
                  </a:lnTo>
                  <a:lnTo>
                    <a:pt x="383754" y="565296"/>
                  </a:lnTo>
                  <a:lnTo>
                    <a:pt x="384866" y="564989"/>
                  </a:lnTo>
                  <a:lnTo>
                    <a:pt x="385979" y="564748"/>
                  </a:lnTo>
                  <a:lnTo>
                    <a:pt x="387091" y="564562"/>
                  </a:lnTo>
                  <a:lnTo>
                    <a:pt x="388203" y="564433"/>
                  </a:lnTo>
                  <a:lnTo>
                    <a:pt x="389316" y="564360"/>
                  </a:lnTo>
                  <a:lnTo>
                    <a:pt x="390428" y="564343"/>
                  </a:lnTo>
                  <a:lnTo>
                    <a:pt x="391540" y="564378"/>
                  </a:lnTo>
                  <a:lnTo>
                    <a:pt x="392653" y="564464"/>
                  </a:lnTo>
                  <a:lnTo>
                    <a:pt x="393765" y="564604"/>
                  </a:lnTo>
                  <a:lnTo>
                    <a:pt x="394877" y="564782"/>
                  </a:lnTo>
                  <a:lnTo>
                    <a:pt x="395990" y="564994"/>
                  </a:lnTo>
                  <a:lnTo>
                    <a:pt x="397102" y="565233"/>
                  </a:lnTo>
                  <a:lnTo>
                    <a:pt x="398214" y="565494"/>
                  </a:lnTo>
                  <a:lnTo>
                    <a:pt x="399327" y="565769"/>
                  </a:lnTo>
                  <a:lnTo>
                    <a:pt x="400439" y="566052"/>
                  </a:lnTo>
                  <a:lnTo>
                    <a:pt x="401551" y="566334"/>
                  </a:lnTo>
                  <a:lnTo>
                    <a:pt x="402664" y="566609"/>
                  </a:lnTo>
                  <a:lnTo>
                    <a:pt x="403776" y="566870"/>
                  </a:lnTo>
                  <a:lnTo>
                    <a:pt x="404888" y="567113"/>
                  </a:lnTo>
                  <a:lnTo>
                    <a:pt x="406001" y="567333"/>
                  </a:lnTo>
                  <a:lnTo>
                    <a:pt x="407113" y="567527"/>
                  </a:lnTo>
                  <a:lnTo>
                    <a:pt x="408225" y="567691"/>
                  </a:lnTo>
                  <a:lnTo>
                    <a:pt x="409338" y="567820"/>
                  </a:lnTo>
                  <a:lnTo>
                    <a:pt x="410450" y="567919"/>
                  </a:lnTo>
                  <a:lnTo>
                    <a:pt x="411562" y="567991"/>
                  </a:lnTo>
                  <a:lnTo>
                    <a:pt x="412675" y="568036"/>
                  </a:lnTo>
                  <a:lnTo>
                    <a:pt x="413787" y="568060"/>
                  </a:lnTo>
                  <a:lnTo>
                    <a:pt x="414899" y="568065"/>
                  </a:lnTo>
                  <a:lnTo>
                    <a:pt x="416012" y="568057"/>
                  </a:lnTo>
                  <a:lnTo>
                    <a:pt x="417124" y="568041"/>
                  </a:lnTo>
                  <a:lnTo>
                    <a:pt x="418236" y="568025"/>
                  </a:lnTo>
                  <a:lnTo>
                    <a:pt x="419349" y="568015"/>
                  </a:lnTo>
                  <a:lnTo>
                    <a:pt x="420461" y="568015"/>
                  </a:lnTo>
                  <a:lnTo>
                    <a:pt x="421573" y="568030"/>
                  </a:lnTo>
                  <a:lnTo>
                    <a:pt x="422686" y="568064"/>
                  </a:lnTo>
                  <a:lnTo>
                    <a:pt x="423798" y="568123"/>
                  </a:lnTo>
                  <a:lnTo>
                    <a:pt x="424910" y="568211"/>
                  </a:lnTo>
                  <a:lnTo>
                    <a:pt x="426023" y="568328"/>
                  </a:lnTo>
                  <a:lnTo>
                    <a:pt x="427135" y="568472"/>
                  </a:lnTo>
                  <a:lnTo>
                    <a:pt x="428247" y="568643"/>
                  </a:lnTo>
                  <a:lnTo>
                    <a:pt x="429360" y="568841"/>
                  </a:lnTo>
                  <a:lnTo>
                    <a:pt x="430472" y="569064"/>
                  </a:lnTo>
                  <a:lnTo>
                    <a:pt x="431584" y="569311"/>
                  </a:lnTo>
                  <a:lnTo>
                    <a:pt x="432697" y="569579"/>
                  </a:lnTo>
                  <a:lnTo>
                    <a:pt x="433809" y="569862"/>
                  </a:lnTo>
                  <a:lnTo>
                    <a:pt x="434921" y="570157"/>
                  </a:lnTo>
                  <a:lnTo>
                    <a:pt x="436034" y="570460"/>
                  </a:lnTo>
                  <a:lnTo>
                    <a:pt x="437146" y="570769"/>
                  </a:lnTo>
                  <a:lnTo>
                    <a:pt x="438258" y="571079"/>
                  </a:lnTo>
                  <a:lnTo>
                    <a:pt x="439371" y="571389"/>
                  </a:lnTo>
                  <a:lnTo>
                    <a:pt x="440483" y="571693"/>
                  </a:lnTo>
                  <a:lnTo>
                    <a:pt x="441595" y="571989"/>
                  </a:lnTo>
                  <a:lnTo>
                    <a:pt x="442708" y="572275"/>
                  </a:lnTo>
                  <a:lnTo>
                    <a:pt x="443820" y="572548"/>
                  </a:lnTo>
                  <a:lnTo>
                    <a:pt x="444932" y="572806"/>
                  </a:lnTo>
                  <a:lnTo>
                    <a:pt x="446045" y="573047"/>
                  </a:lnTo>
                  <a:lnTo>
                    <a:pt x="447157" y="573268"/>
                  </a:lnTo>
                  <a:lnTo>
                    <a:pt x="448269" y="573464"/>
                  </a:lnTo>
                  <a:lnTo>
                    <a:pt x="449382" y="573637"/>
                  </a:lnTo>
                  <a:lnTo>
                    <a:pt x="450494" y="573786"/>
                  </a:lnTo>
                  <a:lnTo>
                    <a:pt x="451606" y="573909"/>
                  </a:lnTo>
                  <a:lnTo>
                    <a:pt x="452719" y="574005"/>
                  </a:lnTo>
                  <a:lnTo>
                    <a:pt x="453831" y="574075"/>
                  </a:lnTo>
                  <a:lnTo>
                    <a:pt x="454943" y="574116"/>
                  </a:lnTo>
                  <a:lnTo>
                    <a:pt x="456056" y="574127"/>
                  </a:lnTo>
                  <a:lnTo>
                    <a:pt x="457168" y="574113"/>
                  </a:lnTo>
                  <a:lnTo>
                    <a:pt x="458280" y="574075"/>
                  </a:lnTo>
                  <a:lnTo>
                    <a:pt x="459393" y="574015"/>
                  </a:lnTo>
                  <a:lnTo>
                    <a:pt x="460505" y="573935"/>
                  </a:lnTo>
                  <a:lnTo>
                    <a:pt x="461617" y="573838"/>
                  </a:lnTo>
                  <a:lnTo>
                    <a:pt x="462730" y="573725"/>
                  </a:lnTo>
                  <a:lnTo>
                    <a:pt x="463842" y="573600"/>
                  </a:lnTo>
                  <a:lnTo>
                    <a:pt x="464954" y="573468"/>
                  </a:lnTo>
                  <a:lnTo>
                    <a:pt x="466067" y="573333"/>
                  </a:lnTo>
                  <a:lnTo>
                    <a:pt x="467179" y="573195"/>
                  </a:lnTo>
                  <a:lnTo>
                    <a:pt x="468291" y="573060"/>
                  </a:lnTo>
                  <a:lnTo>
                    <a:pt x="469404" y="572929"/>
                  </a:lnTo>
                  <a:lnTo>
                    <a:pt x="470516" y="572805"/>
                  </a:lnTo>
                  <a:lnTo>
                    <a:pt x="471628" y="572692"/>
                  </a:lnTo>
                  <a:lnTo>
                    <a:pt x="472741" y="572590"/>
                  </a:lnTo>
                  <a:lnTo>
                    <a:pt x="473853" y="572500"/>
                  </a:lnTo>
                  <a:lnTo>
                    <a:pt x="474965" y="572423"/>
                  </a:lnTo>
                  <a:lnTo>
                    <a:pt x="476078" y="572360"/>
                  </a:lnTo>
                  <a:lnTo>
                    <a:pt x="477190" y="572311"/>
                  </a:lnTo>
                  <a:lnTo>
                    <a:pt x="478302" y="572278"/>
                  </a:lnTo>
                  <a:lnTo>
                    <a:pt x="479415" y="572260"/>
                  </a:lnTo>
                  <a:lnTo>
                    <a:pt x="480527" y="572255"/>
                  </a:lnTo>
                  <a:lnTo>
                    <a:pt x="481639" y="572264"/>
                  </a:lnTo>
                  <a:lnTo>
                    <a:pt x="482752" y="572286"/>
                  </a:lnTo>
                  <a:lnTo>
                    <a:pt x="483864" y="572321"/>
                  </a:lnTo>
                  <a:lnTo>
                    <a:pt x="484976" y="572368"/>
                  </a:lnTo>
                  <a:lnTo>
                    <a:pt x="486089" y="572429"/>
                  </a:lnTo>
                  <a:lnTo>
                    <a:pt x="487201" y="572503"/>
                  </a:lnTo>
                  <a:lnTo>
                    <a:pt x="488313" y="572588"/>
                  </a:lnTo>
                  <a:lnTo>
                    <a:pt x="489426" y="572686"/>
                  </a:lnTo>
                  <a:lnTo>
                    <a:pt x="490538" y="572795"/>
                  </a:lnTo>
                  <a:lnTo>
                    <a:pt x="491650" y="572915"/>
                  </a:lnTo>
                  <a:lnTo>
                    <a:pt x="492762" y="573048"/>
                  </a:lnTo>
                  <a:lnTo>
                    <a:pt x="493875" y="573193"/>
                  </a:lnTo>
                  <a:lnTo>
                    <a:pt x="494987" y="573349"/>
                  </a:lnTo>
                  <a:lnTo>
                    <a:pt x="496099" y="573515"/>
                  </a:lnTo>
                  <a:lnTo>
                    <a:pt x="497212" y="573690"/>
                  </a:lnTo>
                  <a:lnTo>
                    <a:pt x="498324" y="573872"/>
                  </a:lnTo>
                  <a:lnTo>
                    <a:pt x="499436" y="574060"/>
                  </a:lnTo>
                  <a:lnTo>
                    <a:pt x="500549" y="574252"/>
                  </a:lnTo>
                  <a:lnTo>
                    <a:pt x="501661" y="574446"/>
                  </a:lnTo>
                  <a:lnTo>
                    <a:pt x="502773" y="574638"/>
                  </a:lnTo>
                  <a:lnTo>
                    <a:pt x="503886" y="574826"/>
                  </a:lnTo>
                  <a:lnTo>
                    <a:pt x="504998" y="575007"/>
                  </a:lnTo>
                  <a:lnTo>
                    <a:pt x="506110" y="575177"/>
                  </a:lnTo>
                  <a:lnTo>
                    <a:pt x="507223" y="575335"/>
                  </a:lnTo>
                  <a:lnTo>
                    <a:pt x="508335" y="575477"/>
                  </a:lnTo>
                  <a:lnTo>
                    <a:pt x="509447" y="575598"/>
                  </a:lnTo>
                  <a:lnTo>
                    <a:pt x="510560" y="575697"/>
                  </a:lnTo>
                  <a:lnTo>
                    <a:pt x="511672" y="575773"/>
                  </a:lnTo>
                  <a:lnTo>
                    <a:pt x="512784" y="575824"/>
                  </a:lnTo>
                  <a:lnTo>
                    <a:pt x="513897" y="575851"/>
                  </a:lnTo>
                  <a:lnTo>
                    <a:pt x="515009" y="575853"/>
                  </a:lnTo>
                  <a:lnTo>
                    <a:pt x="516121" y="575829"/>
                  </a:lnTo>
                  <a:lnTo>
                    <a:pt x="517234" y="575776"/>
                  </a:lnTo>
                  <a:lnTo>
                    <a:pt x="518346" y="575700"/>
                  </a:lnTo>
                  <a:lnTo>
                    <a:pt x="519458" y="575602"/>
                  </a:lnTo>
                  <a:lnTo>
                    <a:pt x="520571" y="575486"/>
                  </a:lnTo>
                  <a:lnTo>
                    <a:pt x="521683" y="575353"/>
                  </a:lnTo>
                  <a:lnTo>
                    <a:pt x="522795" y="575206"/>
                  </a:lnTo>
                  <a:lnTo>
                    <a:pt x="523908" y="575048"/>
                  </a:lnTo>
                  <a:lnTo>
                    <a:pt x="525020" y="574882"/>
                  </a:lnTo>
                  <a:lnTo>
                    <a:pt x="526132" y="574711"/>
                  </a:lnTo>
                  <a:lnTo>
                    <a:pt x="527245" y="574541"/>
                  </a:lnTo>
                  <a:lnTo>
                    <a:pt x="528357" y="574372"/>
                  </a:lnTo>
                  <a:lnTo>
                    <a:pt x="529469" y="574208"/>
                  </a:lnTo>
                  <a:lnTo>
                    <a:pt x="530582" y="574051"/>
                  </a:lnTo>
                  <a:lnTo>
                    <a:pt x="531694" y="573904"/>
                  </a:lnTo>
                  <a:lnTo>
                    <a:pt x="532806" y="573769"/>
                  </a:lnTo>
                  <a:lnTo>
                    <a:pt x="533919" y="573647"/>
                  </a:lnTo>
                  <a:lnTo>
                    <a:pt x="535031" y="573539"/>
                  </a:lnTo>
                  <a:lnTo>
                    <a:pt x="536143" y="573444"/>
                  </a:lnTo>
                  <a:lnTo>
                    <a:pt x="537256" y="573364"/>
                  </a:lnTo>
                  <a:lnTo>
                    <a:pt x="538368" y="573299"/>
                  </a:lnTo>
                  <a:lnTo>
                    <a:pt x="539480" y="573248"/>
                  </a:lnTo>
                  <a:lnTo>
                    <a:pt x="540593" y="573212"/>
                  </a:lnTo>
                  <a:lnTo>
                    <a:pt x="541705" y="573190"/>
                  </a:lnTo>
                  <a:lnTo>
                    <a:pt x="542817" y="573180"/>
                  </a:lnTo>
                  <a:lnTo>
                    <a:pt x="543930" y="573181"/>
                  </a:lnTo>
                  <a:lnTo>
                    <a:pt x="545042" y="573192"/>
                  </a:lnTo>
                  <a:lnTo>
                    <a:pt x="546154" y="573211"/>
                  </a:lnTo>
                  <a:lnTo>
                    <a:pt x="547267" y="573239"/>
                  </a:lnTo>
                  <a:lnTo>
                    <a:pt x="548379" y="573273"/>
                  </a:lnTo>
                  <a:lnTo>
                    <a:pt x="549491" y="573313"/>
                  </a:lnTo>
                  <a:lnTo>
                    <a:pt x="550604" y="573356"/>
                  </a:lnTo>
                  <a:lnTo>
                    <a:pt x="551716" y="573401"/>
                  </a:lnTo>
                  <a:lnTo>
                    <a:pt x="552828" y="573448"/>
                  </a:lnTo>
                  <a:lnTo>
                    <a:pt x="553941" y="573497"/>
                  </a:lnTo>
                  <a:lnTo>
                    <a:pt x="555053" y="573546"/>
                  </a:lnTo>
                  <a:lnTo>
                    <a:pt x="556165" y="573595"/>
                  </a:lnTo>
                  <a:lnTo>
                    <a:pt x="557278" y="573644"/>
                  </a:lnTo>
                  <a:lnTo>
                    <a:pt x="558390" y="573695"/>
                  </a:lnTo>
                  <a:lnTo>
                    <a:pt x="559502" y="573747"/>
                  </a:lnTo>
                  <a:lnTo>
                    <a:pt x="560615" y="573801"/>
                  </a:lnTo>
                  <a:lnTo>
                    <a:pt x="561727" y="573858"/>
                  </a:lnTo>
                  <a:lnTo>
                    <a:pt x="562839" y="573920"/>
                  </a:lnTo>
                  <a:lnTo>
                    <a:pt x="563952" y="573990"/>
                  </a:lnTo>
                  <a:lnTo>
                    <a:pt x="565064" y="574067"/>
                  </a:lnTo>
                  <a:lnTo>
                    <a:pt x="566176" y="574153"/>
                  </a:lnTo>
                  <a:lnTo>
                    <a:pt x="567289" y="574250"/>
                  </a:lnTo>
                  <a:lnTo>
                    <a:pt x="568401" y="574356"/>
                  </a:lnTo>
                  <a:lnTo>
                    <a:pt x="568401" y="577847"/>
                  </a:lnTo>
                  <a:lnTo>
                    <a:pt x="567289" y="577847"/>
                  </a:lnTo>
                  <a:lnTo>
                    <a:pt x="566176" y="577847"/>
                  </a:lnTo>
                  <a:lnTo>
                    <a:pt x="565064" y="577847"/>
                  </a:lnTo>
                  <a:lnTo>
                    <a:pt x="563952" y="577847"/>
                  </a:lnTo>
                  <a:lnTo>
                    <a:pt x="562839" y="577847"/>
                  </a:lnTo>
                  <a:lnTo>
                    <a:pt x="561727" y="577847"/>
                  </a:lnTo>
                  <a:lnTo>
                    <a:pt x="560615" y="577847"/>
                  </a:lnTo>
                  <a:lnTo>
                    <a:pt x="559502" y="577847"/>
                  </a:lnTo>
                  <a:lnTo>
                    <a:pt x="558390" y="577847"/>
                  </a:lnTo>
                  <a:lnTo>
                    <a:pt x="557278" y="577847"/>
                  </a:lnTo>
                  <a:lnTo>
                    <a:pt x="556165" y="577847"/>
                  </a:lnTo>
                  <a:lnTo>
                    <a:pt x="555053" y="577847"/>
                  </a:lnTo>
                  <a:lnTo>
                    <a:pt x="553941" y="577847"/>
                  </a:lnTo>
                  <a:lnTo>
                    <a:pt x="552828" y="577847"/>
                  </a:lnTo>
                  <a:lnTo>
                    <a:pt x="551716" y="577847"/>
                  </a:lnTo>
                  <a:lnTo>
                    <a:pt x="550604" y="577847"/>
                  </a:lnTo>
                  <a:lnTo>
                    <a:pt x="549491" y="577847"/>
                  </a:lnTo>
                  <a:lnTo>
                    <a:pt x="548379" y="577847"/>
                  </a:lnTo>
                  <a:lnTo>
                    <a:pt x="547267" y="577847"/>
                  </a:lnTo>
                  <a:lnTo>
                    <a:pt x="546154" y="577847"/>
                  </a:lnTo>
                  <a:lnTo>
                    <a:pt x="545042" y="577847"/>
                  </a:lnTo>
                  <a:lnTo>
                    <a:pt x="543930" y="577847"/>
                  </a:lnTo>
                  <a:lnTo>
                    <a:pt x="542817" y="577847"/>
                  </a:lnTo>
                  <a:lnTo>
                    <a:pt x="541705" y="577847"/>
                  </a:lnTo>
                  <a:lnTo>
                    <a:pt x="540593" y="577847"/>
                  </a:lnTo>
                  <a:lnTo>
                    <a:pt x="539480" y="577847"/>
                  </a:lnTo>
                  <a:lnTo>
                    <a:pt x="538368" y="577847"/>
                  </a:lnTo>
                  <a:lnTo>
                    <a:pt x="537256" y="577847"/>
                  </a:lnTo>
                  <a:lnTo>
                    <a:pt x="536143" y="577847"/>
                  </a:lnTo>
                  <a:lnTo>
                    <a:pt x="535031" y="577847"/>
                  </a:lnTo>
                  <a:lnTo>
                    <a:pt x="533919" y="577847"/>
                  </a:lnTo>
                  <a:lnTo>
                    <a:pt x="532806" y="577847"/>
                  </a:lnTo>
                  <a:lnTo>
                    <a:pt x="531694" y="577847"/>
                  </a:lnTo>
                  <a:lnTo>
                    <a:pt x="530582" y="577847"/>
                  </a:lnTo>
                  <a:lnTo>
                    <a:pt x="529469" y="577847"/>
                  </a:lnTo>
                  <a:lnTo>
                    <a:pt x="528357" y="577847"/>
                  </a:lnTo>
                  <a:lnTo>
                    <a:pt x="527245" y="577847"/>
                  </a:lnTo>
                  <a:lnTo>
                    <a:pt x="526132" y="577847"/>
                  </a:lnTo>
                  <a:lnTo>
                    <a:pt x="525020" y="577847"/>
                  </a:lnTo>
                  <a:lnTo>
                    <a:pt x="523908" y="577847"/>
                  </a:lnTo>
                  <a:lnTo>
                    <a:pt x="522795" y="577847"/>
                  </a:lnTo>
                  <a:lnTo>
                    <a:pt x="521683" y="577847"/>
                  </a:lnTo>
                  <a:lnTo>
                    <a:pt x="520571" y="577847"/>
                  </a:lnTo>
                  <a:lnTo>
                    <a:pt x="519458" y="577847"/>
                  </a:lnTo>
                  <a:lnTo>
                    <a:pt x="518346" y="577847"/>
                  </a:lnTo>
                  <a:lnTo>
                    <a:pt x="517234" y="577847"/>
                  </a:lnTo>
                  <a:lnTo>
                    <a:pt x="516121" y="577847"/>
                  </a:lnTo>
                  <a:lnTo>
                    <a:pt x="515009" y="577847"/>
                  </a:lnTo>
                  <a:lnTo>
                    <a:pt x="513897" y="577847"/>
                  </a:lnTo>
                  <a:lnTo>
                    <a:pt x="512784" y="577847"/>
                  </a:lnTo>
                  <a:lnTo>
                    <a:pt x="511672" y="577847"/>
                  </a:lnTo>
                  <a:lnTo>
                    <a:pt x="510560" y="577847"/>
                  </a:lnTo>
                  <a:lnTo>
                    <a:pt x="509447" y="577847"/>
                  </a:lnTo>
                  <a:lnTo>
                    <a:pt x="508335" y="577847"/>
                  </a:lnTo>
                  <a:lnTo>
                    <a:pt x="507223" y="577847"/>
                  </a:lnTo>
                  <a:lnTo>
                    <a:pt x="506110" y="577847"/>
                  </a:lnTo>
                  <a:lnTo>
                    <a:pt x="504998" y="577847"/>
                  </a:lnTo>
                  <a:lnTo>
                    <a:pt x="503886" y="577847"/>
                  </a:lnTo>
                  <a:lnTo>
                    <a:pt x="502773" y="577847"/>
                  </a:lnTo>
                  <a:lnTo>
                    <a:pt x="501661" y="577847"/>
                  </a:lnTo>
                  <a:lnTo>
                    <a:pt x="500549" y="577847"/>
                  </a:lnTo>
                  <a:lnTo>
                    <a:pt x="499436" y="577847"/>
                  </a:lnTo>
                  <a:lnTo>
                    <a:pt x="498324" y="577847"/>
                  </a:lnTo>
                  <a:lnTo>
                    <a:pt x="497212" y="577847"/>
                  </a:lnTo>
                  <a:lnTo>
                    <a:pt x="496099" y="577847"/>
                  </a:lnTo>
                  <a:lnTo>
                    <a:pt x="494987" y="577847"/>
                  </a:lnTo>
                  <a:lnTo>
                    <a:pt x="493875" y="577847"/>
                  </a:lnTo>
                  <a:lnTo>
                    <a:pt x="492762" y="577847"/>
                  </a:lnTo>
                  <a:lnTo>
                    <a:pt x="491650" y="577847"/>
                  </a:lnTo>
                  <a:lnTo>
                    <a:pt x="490538" y="577847"/>
                  </a:lnTo>
                  <a:lnTo>
                    <a:pt x="489426" y="577847"/>
                  </a:lnTo>
                  <a:lnTo>
                    <a:pt x="488313" y="577847"/>
                  </a:lnTo>
                  <a:lnTo>
                    <a:pt x="487201" y="577847"/>
                  </a:lnTo>
                  <a:lnTo>
                    <a:pt x="486089" y="577847"/>
                  </a:lnTo>
                  <a:lnTo>
                    <a:pt x="484976" y="577847"/>
                  </a:lnTo>
                  <a:lnTo>
                    <a:pt x="483864" y="577847"/>
                  </a:lnTo>
                  <a:lnTo>
                    <a:pt x="482752" y="577847"/>
                  </a:lnTo>
                  <a:lnTo>
                    <a:pt x="481639" y="577847"/>
                  </a:lnTo>
                  <a:lnTo>
                    <a:pt x="480527" y="577847"/>
                  </a:lnTo>
                  <a:lnTo>
                    <a:pt x="479415" y="577847"/>
                  </a:lnTo>
                  <a:lnTo>
                    <a:pt x="478302" y="577847"/>
                  </a:lnTo>
                  <a:lnTo>
                    <a:pt x="477190" y="577847"/>
                  </a:lnTo>
                  <a:lnTo>
                    <a:pt x="476078" y="577847"/>
                  </a:lnTo>
                  <a:lnTo>
                    <a:pt x="474965" y="577847"/>
                  </a:lnTo>
                  <a:lnTo>
                    <a:pt x="473853" y="577847"/>
                  </a:lnTo>
                  <a:lnTo>
                    <a:pt x="472741" y="577847"/>
                  </a:lnTo>
                  <a:lnTo>
                    <a:pt x="471628" y="577847"/>
                  </a:lnTo>
                  <a:lnTo>
                    <a:pt x="470516" y="577847"/>
                  </a:lnTo>
                  <a:lnTo>
                    <a:pt x="469404" y="577847"/>
                  </a:lnTo>
                  <a:lnTo>
                    <a:pt x="468291" y="577847"/>
                  </a:lnTo>
                  <a:lnTo>
                    <a:pt x="467179" y="577847"/>
                  </a:lnTo>
                  <a:lnTo>
                    <a:pt x="466067" y="577847"/>
                  </a:lnTo>
                  <a:lnTo>
                    <a:pt x="464954" y="577847"/>
                  </a:lnTo>
                  <a:lnTo>
                    <a:pt x="463842" y="577847"/>
                  </a:lnTo>
                  <a:lnTo>
                    <a:pt x="462730" y="577847"/>
                  </a:lnTo>
                  <a:lnTo>
                    <a:pt x="461617" y="577847"/>
                  </a:lnTo>
                  <a:lnTo>
                    <a:pt x="460505" y="577847"/>
                  </a:lnTo>
                  <a:lnTo>
                    <a:pt x="459393" y="577847"/>
                  </a:lnTo>
                  <a:lnTo>
                    <a:pt x="458280" y="577847"/>
                  </a:lnTo>
                  <a:lnTo>
                    <a:pt x="457168" y="577847"/>
                  </a:lnTo>
                  <a:lnTo>
                    <a:pt x="456056" y="577847"/>
                  </a:lnTo>
                  <a:lnTo>
                    <a:pt x="454943" y="577847"/>
                  </a:lnTo>
                  <a:lnTo>
                    <a:pt x="453831" y="577847"/>
                  </a:lnTo>
                  <a:lnTo>
                    <a:pt x="452719" y="577847"/>
                  </a:lnTo>
                  <a:lnTo>
                    <a:pt x="451606" y="577847"/>
                  </a:lnTo>
                  <a:lnTo>
                    <a:pt x="450494" y="577847"/>
                  </a:lnTo>
                  <a:lnTo>
                    <a:pt x="449382" y="577847"/>
                  </a:lnTo>
                  <a:lnTo>
                    <a:pt x="448269" y="577847"/>
                  </a:lnTo>
                  <a:lnTo>
                    <a:pt x="447157" y="577847"/>
                  </a:lnTo>
                  <a:lnTo>
                    <a:pt x="446045" y="577847"/>
                  </a:lnTo>
                  <a:lnTo>
                    <a:pt x="444932" y="577847"/>
                  </a:lnTo>
                  <a:lnTo>
                    <a:pt x="443820" y="577847"/>
                  </a:lnTo>
                  <a:lnTo>
                    <a:pt x="442708" y="577847"/>
                  </a:lnTo>
                  <a:lnTo>
                    <a:pt x="441595" y="577847"/>
                  </a:lnTo>
                  <a:lnTo>
                    <a:pt x="440483" y="577847"/>
                  </a:lnTo>
                  <a:lnTo>
                    <a:pt x="439371" y="577847"/>
                  </a:lnTo>
                  <a:lnTo>
                    <a:pt x="438258" y="577847"/>
                  </a:lnTo>
                  <a:lnTo>
                    <a:pt x="437146" y="577847"/>
                  </a:lnTo>
                  <a:lnTo>
                    <a:pt x="436034" y="577847"/>
                  </a:lnTo>
                  <a:lnTo>
                    <a:pt x="434921" y="577847"/>
                  </a:lnTo>
                  <a:lnTo>
                    <a:pt x="433809" y="577847"/>
                  </a:lnTo>
                  <a:lnTo>
                    <a:pt x="432697" y="577847"/>
                  </a:lnTo>
                  <a:lnTo>
                    <a:pt x="431584" y="577847"/>
                  </a:lnTo>
                  <a:lnTo>
                    <a:pt x="430472" y="577847"/>
                  </a:lnTo>
                  <a:lnTo>
                    <a:pt x="429360" y="577847"/>
                  </a:lnTo>
                  <a:lnTo>
                    <a:pt x="428247" y="577847"/>
                  </a:lnTo>
                  <a:lnTo>
                    <a:pt x="427135" y="577847"/>
                  </a:lnTo>
                  <a:lnTo>
                    <a:pt x="426023" y="577847"/>
                  </a:lnTo>
                  <a:lnTo>
                    <a:pt x="424910" y="577847"/>
                  </a:lnTo>
                  <a:lnTo>
                    <a:pt x="423798" y="577847"/>
                  </a:lnTo>
                  <a:lnTo>
                    <a:pt x="422686" y="577847"/>
                  </a:lnTo>
                  <a:lnTo>
                    <a:pt x="421573" y="577847"/>
                  </a:lnTo>
                  <a:lnTo>
                    <a:pt x="420461" y="577847"/>
                  </a:lnTo>
                  <a:lnTo>
                    <a:pt x="419349" y="577847"/>
                  </a:lnTo>
                  <a:lnTo>
                    <a:pt x="418236" y="577847"/>
                  </a:lnTo>
                  <a:lnTo>
                    <a:pt x="417124" y="577847"/>
                  </a:lnTo>
                  <a:lnTo>
                    <a:pt x="416012" y="577847"/>
                  </a:lnTo>
                  <a:lnTo>
                    <a:pt x="414899" y="577847"/>
                  </a:lnTo>
                  <a:lnTo>
                    <a:pt x="413787" y="577847"/>
                  </a:lnTo>
                  <a:lnTo>
                    <a:pt x="412675" y="577847"/>
                  </a:lnTo>
                  <a:lnTo>
                    <a:pt x="411562" y="577847"/>
                  </a:lnTo>
                  <a:lnTo>
                    <a:pt x="410450" y="577847"/>
                  </a:lnTo>
                  <a:lnTo>
                    <a:pt x="409338" y="577847"/>
                  </a:lnTo>
                  <a:lnTo>
                    <a:pt x="408225" y="577847"/>
                  </a:lnTo>
                  <a:lnTo>
                    <a:pt x="407113" y="577847"/>
                  </a:lnTo>
                  <a:lnTo>
                    <a:pt x="406001" y="577847"/>
                  </a:lnTo>
                  <a:lnTo>
                    <a:pt x="404888" y="577847"/>
                  </a:lnTo>
                  <a:lnTo>
                    <a:pt x="403776" y="577847"/>
                  </a:lnTo>
                  <a:lnTo>
                    <a:pt x="402664" y="577847"/>
                  </a:lnTo>
                  <a:lnTo>
                    <a:pt x="401551" y="577847"/>
                  </a:lnTo>
                  <a:lnTo>
                    <a:pt x="400439" y="577847"/>
                  </a:lnTo>
                  <a:lnTo>
                    <a:pt x="399327" y="577847"/>
                  </a:lnTo>
                  <a:lnTo>
                    <a:pt x="398214" y="577847"/>
                  </a:lnTo>
                  <a:lnTo>
                    <a:pt x="397102" y="577847"/>
                  </a:lnTo>
                  <a:lnTo>
                    <a:pt x="395990" y="577847"/>
                  </a:lnTo>
                  <a:lnTo>
                    <a:pt x="394877" y="577847"/>
                  </a:lnTo>
                  <a:lnTo>
                    <a:pt x="393765" y="577847"/>
                  </a:lnTo>
                  <a:lnTo>
                    <a:pt x="392653" y="577847"/>
                  </a:lnTo>
                  <a:lnTo>
                    <a:pt x="391540" y="577847"/>
                  </a:lnTo>
                  <a:lnTo>
                    <a:pt x="390428" y="577847"/>
                  </a:lnTo>
                  <a:lnTo>
                    <a:pt x="389316" y="577847"/>
                  </a:lnTo>
                  <a:lnTo>
                    <a:pt x="388203" y="577847"/>
                  </a:lnTo>
                  <a:lnTo>
                    <a:pt x="387091" y="577847"/>
                  </a:lnTo>
                  <a:lnTo>
                    <a:pt x="385979" y="577847"/>
                  </a:lnTo>
                  <a:lnTo>
                    <a:pt x="384866" y="577847"/>
                  </a:lnTo>
                  <a:lnTo>
                    <a:pt x="383754" y="577847"/>
                  </a:lnTo>
                  <a:lnTo>
                    <a:pt x="382642" y="577847"/>
                  </a:lnTo>
                  <a:lnTo>
                    <a:pt x="381529" y="577847"/>
                  </a:lnTo>
                  <a:lnTo>
                    <a:pt x="380417" y="577847"/>
                  </a:lnTo>
                  <a:lnTo>
                    <a:pt x="379305" y="577847"/>
                  </a:lnTo>
                  <a:lnTo>
                    <a:pt x="378192" y="577847"/>
                  </a:lnTo>
                  <a:lnTo>
                    <a:pt x="377080" y="577847"/>
                  </a:lnTo>
                  <a:lnTo>
                    <a:pt x="375968" y="577847"/>
                  </a:lnTo>
                  <a:lnTo>
                    <a:pt x="374855" y="577847"/>
                  </a:lnTo>
                  <a:lnTo>
                    <a:pt x="373743" y="577847"/>
                  </a:lnTo>
                  <a:lnTo>
                    <a:pt x="372631" y="577847"/>
                  </a:lnTo>
                  <a:lnTo>
                    <a:pt x="371518" y="577847"/>
                  </a:lnTo>
                  <a:lnTo>
                    <a:pt x="370406" y="577847"/>
                  </a:lnTo>
                  <a:lnTo>
                    <a:pt x="369294" y="577847"/>
                  </a:lnTo>
                  <a:lnTo>
                    <a:pt x="368181" y="577847"/>
                  </a:lnTo>
                  <a:lnTo>
                    <a:pt x="367069" y="577847"/>
                  </a:lnTo>
                  <a:lnTo>
                    <a:pt x="365957" y="577847"/>
                  </a:lnTo>
                  <a:lnTo>
                    <a:pt x="364844" y="577847"/>
                  </a:lnTo>
                  <a:lnTo>
                    <a:pt x="363732" y="577847"/>
                  </a:lnTo>
                  <a:lnTo>
                    <a:pt x="362620" y="577847"/>
                  </a:lnTo>
                  <a:lnTo>
                    <a:pt x="361507" y="577847"/>
                  </a:lnTo>
                  <a:lnTo>
                    <a:pt x="360395" y="577847"/>
                  </a:lnTo>
                  <a:lnTo>
                    <a:pt x="359283" y="577847"/>
                  </a:lnTo>
                  <a:lnTo>
                    <a:pt x="358170" y="577847"/>
                  </a:lnTo>
                  <a:lnTo>
                    <a:pt x="357058" y="577847"/>
                  </a:lnTo>
                  <a:lnTo>
                    <a:pt x="355946" y="577847"/>
                  </a:lnTo>
                  <a:lnTo>
                    <a:pt x="354833" y="577847"/>
                  </a:lnTo>
                  <a:lnTo>
                    <a:pt x="353721" y="577847"/>
                  </a:lnTo>
                  <a:lnTo>
                    <a:pt x="352609" y="577847"/>
                  </a:lnTo>
                  <a:lnTo>
                    <a:pt x="351496" y="577847"/>
                  </a:lnTo>
                  <a:lnTo>
                    <a:pt x="350384" y="577847"/>
                  </a:lnTo>
                  <a:lnTo>
                    <a:pt x="349272" y="577847"/>
                  </a:lnTo>
                  <a:lnTo>
                    <a:pt x="348159" y="577847"/>
                  </a:lnTo>
                  <a:lnTo>
                    <a:pt x="347047" y="577847"/>
                  </a:lnTo>
                  <a:lnTo>
                    <a:pt x="345935" y="577847"/>
                  </a:lnTo>
                  <a:lnTo>
                    <a:pt x="344822" y="577847"/>
                  </a:lnTo>
                  <a:lnTo>
                    <a:pt x="343710" y="577847"/>
                  </a:lnTo>
                  <a:lnTo>
                    <a:pt x="342598" y="577847"/>
                  </a:lnTo>
                  <a:lnTo>
                    <a:pt x="341485" y="577847"/>
                  </a:lnTo>
                  <a:lnTo>
                    <a:pt x="340373" y="577847"/>
                  </a:lnTo>
                  <a:lnTo>
                    <a:pt x="339261" y="577847"/>
                  </a:lnTo>
                  <a:lnTo>
                    <a:pt x="338148" y="577847"/>
                  </a:lnTo>
                  <a:lnTo>
                    <a:pt x="337036" y="577847"/>
                  </a:lnTo>
                  <a:lnTo>
                    <a:pt x="335924" y="577847"/>
                  </a:lnTo>
                  <a:lnTo>
                    <a:pt x="334811" y="577847"/>
                  </a:lnTo>
                  <a:lnTo>
                    <a:pt x="333699" y="577847"/>
                  </a:lnTo>
                  <a:lnTo>
                    <a:pt x="332587" y="577847"/>
                  </a:lnTo>
                  <a:lnTo>
                    <a:pt x="331474" y="577847"/>
                  </a:lnTo>
                  <a:lnTo>
                    <a:pt x="330362" y="577847"/>
                  </a:lnTo>
                  <a:lnTo>
                    <a:pt x="329250" y="577847"/>
                  </a:lnTo>
                  <a:lnTo>
                    <a:pt x="328137" y="577847"/>
                  </a:lnTo>
                  <a:lnTo>
                    <a:pt x="327025" y="577847"/>
                  </a:lnTo>
                  <a:lnTo>
                    <a:pt x="325913" y="577847"/>
                  </a:lnTo>
                  <a:lnTo>
                    <a:pt x="324800" y="577847"/>
                  </a:lnTo>
                  <a:lnTo>
                    <a:pt x="323688" y="577847"/>
                  </a:lnTo>
                  <a:lnTo>
                    <a:pt x="322576" y="577847"/>
                  </a:lnTo>
                  <a:lnTo>
                    <a:pt x="321463" y="577847"/>
                  </a:lnTo>
                  <a:lnTo>
                    <a:pt x="320351" y="577847"/>
                  </a:lnTo>
                  <a:lnTo>
                    <a:pt x="319239" y="577847"/>
                  </a:lnTo>
                  <a:lnTo>
                    <a:pt x="318126" y="577847"/>
                  </a:lnTo>
                  <a:lnTo>
                    <a:pt x="317014" y="577847"/>
                  </a:lnTo>
                  <a:lnTo>
                    <a:pt x="315902" y="577847"/>
                  </a:lnTo>
                  <a:lnTo>
                    <a:pt x="314789" y="577847"/>
                  </a:lnTo>
                  <a:lnTo>
                    <a:pt x="313677" y="577847"/>
                  </a:lnTo>
                  <a:lnTo>
                    <a:pt x="312565" y="577847"/>
                  </a:lnTo>
                  <a:lnTo>
                    <a:pt x="311452" y="577847"/>
                  </a:lnTo>
                  <a:lnTo>
                    <a:pt x="310340" y="577847"/>
                  </a:lnTo>
                  <a:lnTo>
                    <a:pt x="309228" y="577847"/>
                  </a:lnTo>
                  <a:lnTo>
                    <a:pt x="308115" y="577847"/>
                  </a:lnTo>
                  <a:lnTo>
                    <a:pt x="307003" y="577847"/>
                  </a:lnTo>
                  <a:lnTo>
                    <a:pt x="305891" y="577847"/>
                  </a:lnTo>
                  <a:lnTo>
                    <a:pt x="304778" y="577847"/>
                  </a:lnTo>
                  <a:lnTo>
                    <a:pt x="303666" y="577847"/>
                  </a:lnTo>
                  <a:lnTo>
                    <a:pt x="302554" y="577847"/>
                  </a:lnTo>
                  <a:lnTo>
                    <a:pt x="301441" y="577847"/>
                  </a:lnTo>
                  <a:lnTo>
                    <a:pt x="300329" y="577847"/>
                  </a:lnTo>
                  <a:lnTo>
                    <a:pt x="299217" y="577847"/>
                  </a:lnTo>
                  <a:lnTo>
                    <a:pt x="298104" y="577847"/>
                  </a:lnTo>
                  <a:lnTo>
                    <a:pt x="296992" y="577847"/>
                  </a:lnTo>
                  <a:lnTo>
                    <a:pt x="295880" y="577847"/>
                  </a:lnTo>
                  <a:lnTo>
                    <a:pt x="294767" y="577847"/>
                  </a:lnTo>
                  <a:lnTo>
                    <a:pt x="293655" y="577847"/>
                  </a:lnTo>
                  <a:lnTo>
                    <a:pt x="292543" y="577847"/>
                  </a:lnTo>
                  <a:lnTo>
                    <a:pt x="291430" y="577847"/>
                  </a:lnTo>
                  <a:lnTo>
                    <a:pt x="290318" y="577847"/>
                  </a:lnTo>
                  <a:lnTo>
                    <a:pt x="289206" y="577847"/>
                  </a:lnTo>
                  <a:lnTo>
                    <a:pt x="288093" y="577847"/>
                  </a:lnTo>
                  <a:lnTo>
                    <a:pt x="286981" y="577847"/>
                  </a:lnTo>
                  <a:lnTo>
                    <a:pt x="285869" y="577847"/>
                  </a:lnTo>
                  <a:lnTo>
                    <a:pt x="284756" y="577847"/>
                  </a:lnTo>
                  <a:lnTo>
                    <a:pt x="283644" y="577847"/>
                  </a:lnTo>
                  <a:lnTo>
                    <a:pt x="282532" y="577847"/>
                  </a:lnTo>
                  <a:lnTo>
                    <a:pt x="281419" y="577847"/>
                  </a:lnTo>
                  <a:lnTo>
                    <a:pt x="280307" y="577847"/>
                  </a:lnTo>
                  <a:lnTo>
                    <a:pt x="279195" y="577847"/>
                  </a:lnTo>
                  <a:lnTo>
                    <a:pt x="278082" y="577847"/>
                  </a:lnTo>
                  <a:lnTo>
                    <a:pt x="276970" y="577847"/>
                  </a:lnTo>
                  <a:lnTo>
                    <a:pt x="275858" y="577847"/>
                  </a:lnTo>
                  <a:lnTo>
                    <a:pt x="274745" y="577847"/>
                  </a:lnTo>
                  <a:lnTo>
                    <a:pt x="273633" y="577847"/>
                  </a:lnTo>
                  <a:lnTo>
                    <a:pt x="272521" y="577847"/>
                  </a:lnTo>
                  <a:lnTo>
                    <a:pt x="271408" y="577847"/>
                  </a:lnTo>
                  <a:lnTo>
                    <a:pt x="270296" y="577847"/>
                  </a:lnTo>
                  <a:lnTo>
                    <a:pt x="269184" y="577847"/>
                  </a:lnTo>
                  <a:lnTo>
                    <a:pt x="268071" y="577847"/>
                  </a:lnTo>
                  <a:lnTo>
                    <a:pt x="266959" y="577847"/>
                  </a:lnTo>
                  <a:lnTo>
                    <a:pt x="265847" y="577847"/>
                  </a:lnTo>
                  <a:lnTo>
                    <a:pt x="264734" y="577847"/>
                  </a:lnTo>
                  <a:lnTo>
                    <a:pt x="263622" y="577847"/>
                  </a:lnTo>
                  <a:lnTo>
                    <a:pt x="262510" y="577847"/>
                  </a:lnTo>
                  <a:lnTo>
                    <a:pt x="261397" y="577847"/>
                  </a:lnTo>
                  <a:lnTo>
                    <a:pt x="260285" y="577847"/>
                  </a:lnTo>
                  <a:lnTo>
                    <a:pt x="259173" y="577847"/>
                  </a:lnTo>
                  <a:lnTo>
                    <a:pt x="258060" y="577847"/>
                  </a:lnTo>
                  <a:lnTo>
                    <a:pt x="256948" y="577847"/>
                  </a:lnTo>
                  <a:lnTo>
                    <a:pt x="255836" y="577847"/>
                  </a:lnTo>
                  <a:lnTo>
                    <a:pt x="254723" y="577847"/>
                  </a:lnTo>
                  <a:lnTo>
                    <a:pt x="253611" y="577847"/>
                  </a:lnTo>
                  <a:lnTo>
                    <a:pt x="252499" y="577847"/>
                  </a:lnTo>
                  <a:lnTo>
                    <a:pt x="251386" y="577847"/>
                  </a:lnTo>
                  <a:lnTo>
                    <a:pt x="250274" y="577847"/>
                  </a:lnTo>
                  <a:lnTo>
                    <a:pt x="249162" y="577847"/>
                  </a:lnTo>
                  <a:lnTo>
                    <a:pt x="248049" y="577847"/>
                  </a:lnTo>
                  <a:lnTo>
                    <a:pt x="246937" y="577847"/>
                  </a:lnTo>
                  <a:lnTo>
                    <a:pt x="245825" y="577847"/>
                  </a:lnTo>
                  <a:lnTo>
                    <a:pt x="244713" y="577847"/>
                  </a:lnTo>
                  <a:lnTo>
                    <a:pt x="243600" y="577847"/>
                  </a:lnTo>
                  <a:lnTo>
                    <a:pt x="242488" y="577847"/>
                  </a:lnTo>
                  <a:lnTo>
                    <a:pt x="241376" y="577847"/>
                  </a:lnTo>
                  <a:lnTo>
                    <a:pt x="240263" y="577847"/>
                  </a:lnTo>
                  <a:lnTo>
                    <a:pt x="239151" y="577847"/>
                  </a:lnTo>
                  <a:lnTo>
                    <a:pt x="238039" y="577847"/>
                  </a:lnTo>
                  <a:lnTo>
                    <a:pt x="236926" y="577847"/>
                  </a:lnTo>
                  <a:lnTo>
                    <a:pt x="235814" y="577847"/>
                  </a:lnTo>
                  <a:lnTo>
                    <a:pt x="234702" y="577847"/>
                  </a:lnTo>
                  <a:lnTo>
                    <a:pt x="233589" y="577847"/>
                  </a:lnTo>
                  <a:lnTo>
                    <a:pt x="232477" y="577847"/>
                  </a:lnTo>
                  <a:lnTo>
                    <a:pt x="231365" y="577847"/>
                  </a:lnTo>
                  <a:lnTo>
                    <a:pt x="230252" y="577847"/>
                  </a:lnTo>
                  <a:lnTo>
                    <a:pt x="229140" y="577847"/>
                  </a:lnTo>
                  <a:lnTo>
                    <a:pt x="228028" y="577847"/>
                  </a:lnTo>
                  <a:lnTo>
                    <a:pt x="226915" y="577847"/>
                  </a:lnTo>
                  <a:lnTo>
                    <a:pt x="225803" y="577847"/>
                  </a:lnTo>
                  <a:lnTo>
                    <a:pt x="224691" y="577847"/>
                  </a:lnTo>
                  <a:lnTo>
                    <a:pt x="223578" y="577847"/>
                  </a:lnTo>
                  <a:lnTo>
                    <a:pt x="222466" y="577847"/>
                  </a:lnTo>
                  <a:lnTo>
                    <a:pt x="221354" y="577847"/>
                  </a:lnTo>
                  <a:lnTo>
                    <a:pt x="220241" y="577847"/>
                  </a:lnTo>
                  <a:lnTo>
                    <a:pt x="219129" y="577847"/>
                  </a:lnTo>
                  <a:lnTo>
                    <a:pt x="218017" y="577847"/>
                  </a:lnTo>
                  <a:lnTo>
                    <a:pt x="216904" y="577847"/>
                  </a:lnTo>
                  <a:lnTo>
                    <a:pt x="215792" y="577847"/>
                  </a:lnTo>
                  <a:lnTo>
                    <a:pt x="214680" y="577847"/>
                  </a:lnTo>
                  <a:lnTo>
                    <a:pt x="213567" y="577847"/>
                  </a:lnTo>
                  <a:lnTo>
                    <a:pt x="212455" y="577847"/>
                  </a:lnTo>
                  <a:lnTo>
                    <a:pt x="211343" y="577847"/>
                  </a:lnTo>
                  <a:lnTo>
                    <a:pt x="210230" y="577847"/>
                  </a:lnTo>
                  <a:lnTo>
                    <a:pt x="209118" y="577847"/>
                  </a:lnTo>
                  <a:lnTo>
                    <a:pt x="208006" y="577847"/>
                  </a:lnTo>
                  <a:lnTo>
                    <a:pt x="206893" y="577847"/>
                  </a:lnTo>
                  <a:lnTo>
                    <a:pt x="205781" y="577847"/>
                  </a:lnTo>
                  <a:lnTo>
                    <a:pt x="204669" y="577847"/>
                  </a:lnTo>
                  <a:lnTo>
                    <a:pt x="203556" y="577847"/>
                  </a:lnTo>
                  <a:lnTo>
                    <a:pt x="202444" y="577847"/>
                  </a:lnTo>
                  <a:lnTo>
                    <a:pt x="201332" y="577847"/>
                  </a:lnTo>
                  <a:lnTo>
                    <a:pt x="200219" y="577847"/>
                  </a:lnTo>
                  <a:lnTo>
                    <a:pt x="199107" y="577847"/>
                  </a:lnTo>
                  <a:lnTo>
                    <a:pt x="197995" y="577847"/>
                  </a:lnTo>
                  <a:lnTo>
                    <a:pt x="196882" y="577847"/>
                  </a:lnTo>
                  <a:lnTo>
                    <a:pt x="195770" y="577847"/>
                  </a:lnTo>
                  <a:lnTo>
                    <a:pt x="194658" y="577847"/>
                  </a:lnTo>
                  <a:lnTo>
                    <a:pt x="193545" y="577847"/>
                  </a:lnTo>
                  <a:lnTo>
                    <a:pt x="192433" y="577847"/>
                  </a:lnTo>
                  <a:lnTo>
                    <a:pt x="191321" y="577847"/>
                  </a:lnTo>
                  <a:lnTo>
                    <a:pt x="190208" y="577847"/>
                  </a:lnTo>
                  <a:lnTo>
                    <a:pt x="189096" y="577847"/>
                  </a:lnTo>
                  <a:lnTo>
                    <a:pt x="187984" y="577847"/>
                  </a:lnTo>
                  <a:lnTo>
                    <a:pt x="186871" y="577847"/>
                  </a:lnTo>
                  <a:lnTo>
                    <a:pt x="185759" y="577847"/>
                  </a:lnTo>
                  <a:lnTo>
                    <a:pt x="184647" y="577847"/>
                  </a:lnTo>
                  <a:lnTo>
                    <a:pt x="183534" y="577847"/>
                  </a:lnTo>
                  <a:lnTo>
                    <a:pt x="182422" y="577847"/>
                  </a:lnTo>
                  <a:lnTo>
                    <a:pt x="181310" y="577847"/>
                  </a:lnTo>
                  <a:lnTo>
                    <a:pt x="180197" y="577847"/>
                  </a:lnTo>
                  <a:lnTo>
                    <a:pt x="179085" y="577847"/>
                  </a:lnTo>
                  <a:lnTo>
                    <a:pt x="177973" y="577847"/>
                  </a:lnTo>
                  <a:lnTo>
                    <a:pt x="176860" y="577847"/>
                  </a:lnTo>
                  <a:lnTo>
                    <a:pt x="175748" y="577847"/>
                  </a:lnTo>
                  <a:lnTo>
                    <a:pt x="174636" y="577847"/>
                  </a:lnTo>
                  <a:lnTo>
                    <a:pt x="173523" y="577847"/>
                  </a:lnTo>
                  <a:lnTo>
                    <a:pt x="172411" y="577847"/>
                  </a:lnTo>
                  <a:lnTo>
                    <a:pt x="171299" y="577847"/>
                  </a:lnTo>
                  <a:lnTo>
                    <a:pt x="170186" y="577847"/>
                  </a:lnTo>
                  <a:lnTo>
                    <a:pt x="169074" y="577847"/>
                  </a:lnTo>
                  <a:lnTo>
                    <a:pt x="167962" y="577847"/>
                  </a:lnTo>
                  <a:lnTo>
                    <a:pt x="166849" y="577847"/>
                  </a:lnTo>
                  <a:lnTo>
                    <a:pt x="165737" y="577847"/>
                  </a:lnTo>
                  <a:lnTo>
                    <a:pt x="164625" y="577847"/>
                  </a:lnTo>
                  <a:lnTo>
                    <a:pt x="163512" y="577847"/>
                  </a:lnTo>
                  <a:lnTo>
                    <a:pt x="162400" y="577847"/>
                  </a:lnTo>
                  <a:lnTo>
                    <a:pt x="161288" y="577847"/>
                  </a:lnTo>
                  <a:lnTo>
                    <a:pt x="160175" y="577847"/>
                  </a:lnTo>
                  <a:lnTo>
                    <a:pt x="159063" y="577847"/>
                  </a:lnTo>
                  <a:lnTo>
                    <a:pt x="157951" y="577847"/>
                  </a:lnTo>
                  <a:lnTo>
                    <a:pt x="156838" y="577847"/>
                  </a:lnTo>
                  <a:lnTo>
                    <a:pt x="155726" y="577847"/>
                  </a:lnTo>
                  <a:lnTo>
                    <a:pt x="154614" y="577847"/>
                  </a:lnTo>
                  <a:lnTo>
                    <a:pt x="153501" y="577847"/>
                  </a:lnTo>
                  <a:lnTo>
                    <a:pt x="152389" y="577847"/>
                  </a:lnTo>
                  <a:lnTo>
                    <a:pt x="151277" y="577847"/>
                  </a:lnTo>
                  <a:lnTo>
                    <a:pt x="150164" y="577847"/>
                  </a:lnTo>
                  <a:lnTo>
                    <a:pt x="149052" y="577847"/>
                  </a:lnTo>
                  <a:lnTo>
                    <a:pt x="147940" y="577847"/>
                  </a:lnTo>
                  <a:lnTo>
                    <a:pt x="146827" y="577847"/>
                  </a:lnTo>
                  <a:lnTo>
                    <a:pt x="145715" y="577847"/>
                  </a:lnTo>
                  <a:lnTo>
                    <a:pt x="144603" y="577847"/>
                  </a:lnTo>
                  <a:lnTo>
                    <a:pt x="143490" y="577847"/>
                  </a:lnTo>
                  <a:lnTo>
                    <a:pt x="142378" y="577847"/>
                  </a:lnTo>
                  <a:lnTo>
                    <a:pt x="141266" y="577847"/>
                  </a:lnTo>
                  <a:lnTo>
                    <a:pt x="140153" y="577847"/>
                  </a:lnTo>
                  <a:lnTo>
                    <a:pt x="139041" y="577847"/>
                  </a:lnTo>
                  <a:lnTo>
                    <a:pt x="137929" y="577847"/>
                  </a:lnTo>
                  <a:lnTo>
                    <a:pt x="136816" y="577847"/>
                  </a:lnTo>
                  <a:lnTo>
                    <a:pt x="135704" y="577847"/>
                  </a:lnTo>
                  <a:lnTo>
                    <a:pt x="134592" y="577847"/>
                  </a:lnTo>
                  <a:lnTo>
                    <a:pt x="133479" y="577847"/>
                  </a:lnTo>
                  <a:lnTo>
                    <a:pt x="132367" y="577847"/>
                  </a:lnTo>
                  <a:lnTo>
                    <a:pt x="131255" y="577847"/>
                  </a:lnTo>
                  <a:lnTo>
                    <a:pt x="130142" y="577847"/>
                  </a:lnTo>
                  <a:lnTo>
                    <a:pt x="129030" y="577847"/>
                  </a:lnTo>
                  <a:lnTo>
                    <a:pt x="127918" y="577847"/>
                  </a:lnTo>
                  <a:lnTo>
                    <a:pt x="126805" y="577847"/>
                  </a:lnTo>
                  <a:lnTo>
                    <a:pt x="125693" y="577847"/>
                  </a:lnTo>
                  <a:lnTo>
                    <a:pt x="124581" y="577847"/>
                  </a:lnTo>
                  <a:lnTo>
                    <a:pt x="123468" y="577847"/>
                  </a:lnTo>
                  <a:lnTo>
                    <a:pt x="122356" y="577847"/>
                  </a:lnTo>
                  <a:lnTo>
                    <a:pt x="121244" y="577847"/>
                  </a:lnTo>
                  <a:lnTo>
                    <a:pt x="120131" y="577847"/>
                  </a:lnTo>
                  <a:lnTo>
                    <a:pt x="119019" y="577847"/>
                  </a:lnTo>
                  <a:lnTo>
                    <a:pt x="117907" y="577847"/>
                  </a:lnTo>
                  <a:lnTo>
                    <a:pt x="116794" y="577847"/>
                  </a:lnTo>
                  <a:lnTo>
                    <a:pt x="115682" y="577847"/>
                  </a:lnTo>
                  <a:lnTo>
                    <a:pt x="114570" y="577847"/>
                  </a:lnTo>
                  <a:lnTo>
                    <a:pt x="113457" y="577847"/>
                  </a:lnTo>
                  <a:lnTo>
                    <a:pt x="112345" y="577847"/>
                  </a:lnTo>
                  <a:lnTo>
                    <a:pt x="111233" y="577847"/>
                  </a:lnTo>
                  <a:lnTo>
                    <a:pt x="110120" y="577847"/>
                  </a:lnTo>
                  <a:lnTo>
                    <a:pt x="109008" y="577847"/>
                  </a:lnTo>
                  <a:lnTo>
                    <a:pt x="107896" y="577847"/>
                  </a:lnTo>
                  <a:lnTo>
                    <a:pt x="106783" y="577847"/>
                  </a:lnTo>
                  <a:lnTo>
                    <a:pt x="105671" y="577847"/>
                  </a:lnTo>
                  <a:lnTo>
                    <a:pt x="104559" y="577847"/>
                  </a:lnTo>
                  <a:lnTo>
                    <a:pt x="103446" y="577847"/>
                  </a:lnTo>
                  <a:lnTo>
                    <a:pt x="102334" y="577847"/>
                  </a:lnTo>
                  <a:lnTo>
                    <a:pt x="101222" y="577847"/>
                  </a:lnTo>
                  <a:lnTo>
                    <a:pt x="100109" y="577847"/>
                  </a:lnTo>
                  <a:lnTo>
                    <a:pt x="98997" y="577847"/>
                  </a:lnTo>
                  <a:lnTo>
                    <a:pt x="97885" y="577847"/>
                  </a:lnTo>
                  <a:lnTo>
                    <a:pt x="96772" y="577847"/>
                  </a:lnTo>
                  <a:lnTo>
                    <a:pt x="95660" y="577847"/>
                  </a:lnTo>
                  <a:lnTo>
                    <a:pt x="94548" y="577847"/>
                  </a:lnTo>
                  <a:lnTo>
                    <a:pt x="93435" y="577847"/>
                  </a:lnTo>
                  <a:lnTo>
                    <a:pt x="92323" y="577847"/>
                  </a:lnTo>
                  <a:lnTo>
                    <a:pt x="91211" y="577847"/>
                  </a:lnTo>
                  <a:lnTo>
                    <a:pt x="90098" y="577847"/>
                  </a:lnTo>
                  <a:lnTo>
                    <a:pt x="88986" y="577847"/>
                  </a:lnTo>
                  <a:lnTo>
                    <a:pt x="87874" y="577847"/>
                  </a:lnTo>
                  <a:lnTo>
                    <a:pt x="86761" y="577847"/>
                  </a:lnTo>
                  <a:lnTo>
                    <a:pt x="85649" y="577847"/>
                  </a:lnTo>
                  <a:lnTo>
                    <a:pt x="84537" y="577847"/>
                  </a:lnTo>
                  <a:lnTo>
                    <a:pt x="83424" y="577847"/>
                  </a:lnTo>
                  <a:lnTo>
                    <a:pt x="82312" y="577847"/>
                  </a:lnTo>
                  <a:lnTo>
                    <a:pt x="81200" y="577847"/>
                  </a:lnTo>
                  <a:lnTo>
                    <a:pt x="80087" y="577847"/>
                  </a:lnTo>
                  <a:lnTo>
                    <a:pt x="78975" y="577847"/>
                  </a:lnTo>
                  <a:lnTo>
                    <a:pt x="77863" y="577847"/>
                  </a:lnTo>
                  <a:lnTo>
                    <a:pt x="76750" y="577847"/>
                  </a:lnTo>
                  <a:lnTo>
                    <a:pt x="75638" y="577847"/>
                  </a:lnTo>
                  <a:lnTo>
                    <a:pt x="74526" y="577847"/>
                  </a:lnTo>
                  <a:lnTo>
                    <a:pt x="73413" y="577847"/>
                  </a:lnTo>
                  <a:lnTo>
                    <a:pt x="72301" y="577847"/>
                  </a:lnTo>
                  <a:lnTo>
                    <a:pt x="71189" y="577847"/>
                  </a:lnTo>
                  <a:lnTo>
                    <a:pt x="70076" y="577847"/>
                  </a:lnTo>
                  <a:lnTo>
                    <a:pt x="68964" y="577847"/>
                  </a:lnTo>
                  <a:lnTo>
                    <a:pt x="67852" y="577847"/>
                  </a:lnTo>
                  <a:lnTo>
                    <a:pt x="66739" y="577847"/>
                  </a:lnTo>
                  <a:lnTo>
                    <a:pt x="65627" y="577847"/>
                  </a:lnTo>
                  <a:lnTo>
                    <a:pt x="64515" y="577847"/>
                  </a:lnTo>
                  <a:lnTo>
                    <a:pt x="63402" y="577847"/>
                  </a:lnTo>
                  <a:lnTo>
                    <a:pt x="62290" y="577847"/>
                  </a:lnTo>
                  <a:lnTo>
                    <a:pt x="61178" y="577847"/>
                  </a:lnTo>
                  <a:lnTo>
                    <a:pt x="60065" y="577847"/>
                  </a:lnTo>
                  <a:lnTo>
                    <a:pt x="58953" y="577847"/>
                  </a:lnTo>
                  <a:lnTo>
                    <a:pt x="57841" y="577847"/>
                  </a:lnTo>
                  <a:lnTo>
                    <a:pt x="56728" y="577847"/>
                  </a:lnTo>
                  <a:lnTo>
                    <a:pt x="55616" y="577847"/>
                  </a:lnTo>
                  <a:lnTo>
                    <a:pt x="54504" y="577847"/>
                  </a:lnTo>
                  <a:lnTo>
                    <a:pt x="53391" y="577847"/>
                  </a:lnTo>
                  <a:lnTo>
                    <a:pt x="52279" y="577847"/>
                  </a:lnTo>
                  <a:lnTo>
                    <a:pt x="51167" y="577847"/>
                  </a:lnTo>
                  <a:lnTo>
                    <a:pt x="50054" y="577847"/>
                  </a:lnTo>
                  <a:lnTo>
                    <a:pt x="48942" y="577847"/>
                  </a:lnTo>
                  <a:lnTo>
                    <a:pt x="47830" y="577847"/>
                  </a:lnTo>
                  <a:lnTo>
                    <a:pt x="46717" y="577847"/>
                  </a:lnTo>
                  <a:lnTo>
                    <a:pt x="45605" y="577847"/>
                  </a:lnTo>
                  <a:lnTo>
                    <a:pt x="44493" y="577847"/>
                  </a:lnTo>
                  <a:lnTo>
                    <a:pt x="43380" y="577847"/>
                  </a:lnTo>
                  <a:lnTo>
                    <a:pt x="42268" y="577847"/>
                  </a:lnTo>
                  <a:lnTo>
                    <a:pt x="41156" y="577847"/>
                  </a:lnTo>
                  <a:lnTo>
                    <a:pt x="40043" y="577847"/>
                  </a:lnTo>
                  <a:lnTo>
                    <a:pt x="38931" y="577847"/>
                  </a:lnTo>
                  <a:lnTo>
                    <a:pt x="37819" y="577847"/>
                  </a:lnTo>
                  <a:lnTo>
                    <a:pt x="36706" y="577847"/>
                  </a:lnTo>
                  <a:lnTo>
                    <a:pt x="35594" y="577847"/>
                  </a:lnTo>
                  <a:lnTo>
                    <a:pt x="34482" y="577847"/>
                  </a:lnTo>
                  <a:lnTo>
                    <a:pt x="33369" y="577847"/>
                  </a:lnTo>
                  <a:lnTo>
                    <a:pt x="32257" y="577847"/>
                  </a:lnTo>
                  <a:lnTo>
                    <a:pt x="31145" y="577847"/>
                  </a:lnTo>
                  <a:lnTo>
                    <a:pt x="30032" y="577847"/>
                  </a:lnTo>
                  <a:lnTo>
                    <a:pt x="28920" y="577847"/>
                  </a:lnTo>
                  <a:lnTo>
                    <a:pt x="27808" y="577847"/>
                  </a:lnTo>
                  <a:lnTo>
                    <a:pt x="26695" y="577847"/>
                  </a:lnTo>
                  <a:lnTo>
                    <a:pt x="25583" y="577847"/>
                  </a:lnTo>
                  <a:lnTo>
                    <a:pt x="24471" y="577847"/>
                  </a:lnTo>
                  <a:lnTo>
                    <a:pt x="23358" y="577847"/>
                  </a:lnTo>
                  <a:lnTo>
                    <a:pt x="22246" y="577847"/>
                  </a:lnTo>
                  <a:lnTo>
                    <a:pt x="21134" y="577847"/>
                  </a:lnTo>
                  <a:lnTo>
                    <a:pt x="20021" y="577847"/>
                  </a:lnTo>
                  <a:lnTo>
                    <a:pt x="18909" y="577847"/>
                  </a:lnTo>
                  <a:lnTo>
                    <a:pt x="17797" y="577847"/>
                  </a:lnTo>
                  <a:lnTo>
                    <a:pt x="16684" y="577847"/>
                  </a:lnTo>
                  <a:lnTo>
                    <a:pt x="15572" y="577847"/>
                  </a:lnTo>
                  <a:lnTo>
                    <a:pt x="14460" y="577847"/>
                  </a:lnTo>
                  <a:lnTo>
                    <a:pt x="13347" y="577847"/>
                  </a:lnTo>
                  <a:lnTo>
                    <a:pt x="12235" y="577847"/>
                  </a:lnTo>
                  <a:lnTo>
                    <a:pt x="11123" y="577847"/>
                  </a:lnTo>
                  <a:lnTo>
                    <a:pt x="10010" y="577847"/>
                  </a:lnTo>
                  <a:lnTo>
                    <a:pt x="8898" y="577847"/>
                  </a:lnTo>
                  <a:lnTo>
                    <a:pt x="7786" y="577847"/>
                  </a:lnTo>
                  <a:lnTo>
                    <a:pt x="6673" y="577847"/>
                  </a:lnTo>
                  <a:lnTo>
                    <a:pt x="5561" y="577847"/>
                  </a:lnTo>
                  <a:lnTo>
                    <a:pt x="4449" y="577847"/>
                  </a:lnTo>
                  <a:lnTo>
                    <a:pt x="3336" y="577847"/>
                  </a:lnTo>
                  <a:lnTo>
                    <a:pt x="2224" y="577847"/>
                  </a:lnTo>
                  <a:lnTo>
                    <a:pt x="1112" y="577847"/>
                  </a:lnTo>
                  <a:lnTo>
                    <a:pt x="0" y="57784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241" name="pl8241"/>
            <p:cNvSpPr/>
            <p:nvPr/>
          </p:nvSpPr>
          <p:spPr>
            <a:xfrm>
              <a:off x="7987223" y="5789735"/>
              <a:ext cx="568401" cy="575853"/>
            </a:xfrm>
            <a:custGeom>
              <a:avLst/>
              <a:pathLst>
                <a:path w="568401" h="575853">
                  <a:moveTo>
                    <a:pt x="0" y="528942"/>
                  </a:moveTo>
                  <a:lnTo>
                    <a:pt x="1112" y="522069"/>
                  </a:lnTo>
                  <a:lnTo>
                    <a:pt x="2224" y="514466"/>
                  </a:lnTo>
                  <a:lnTo>
                    <a:pt x="3336" y="506091"/>
                  </a:lnTo>
                  <a:lnTo>
                    <a:pt x="4449" y="496901"/>
                  </a:lnTo>
                  <a:lnTo>
                    <a:pt x="5561" y="486856"/>
                  </a:lnTo>
                  <a:lnTo>
                    <a:pt x="6673" y="475748"/>
                  </a:lnTo>
                  <a:lnTo>
                    <a:pt x="7786" y="463697"/>
                  </a:lnTo>
                  <a:lnTo>
                    <a:pt x="8898" y="450699"/>
                  </a:lnTo>
                  <a:lnTo>
                    <a:pt x="10010" y="436745"/>
                  </a:lnTo>
                  <a:lnTo>
                    <a:pt x="11123" y="421835"/>
                  </a:lnTo>
                  <a:lnTo>
                    <a:pt x="12235" y="405982"/>
                  </a:lnTo>
                  <a:lnTo>
                    <a:pt x="13347" y="389206"/>
                  </a:lnTo>
                  <a:lnTo>
                    <a:pt x="14460" y="371388"/>
                  </a:lnTo>
                  <a:lnTo>
                    <a:pt x="15572" y="352765"/>
                  </a:lnTo>
                  <a:lnTo>
                    <a:pt x="16684" y="333418"/>
                  </a:lnTo>
                  <a:lnTo>
                    <a:pt x="17797" y="313438"/>
                  </a:lnTo>
                  <a:lnTo>
                    <a:pt x="18909" y="292928"/>
                  </a:lnTo>
                  <a:lnTo>
                    <a:pt x="20021" y="272005"/>
                  </a:lnTo>
                  <a:lnTo>
                    <a:pt x="21134" y="250796"/>
                  </a:lnTo>
                  <a:lnTo>
                    <a:pt x="22246" y="229459"/>
                  </a:lnTo>
                  <a:lnTo>
                    <a:pt x="23358" y="208206"/>
                  </a:lnTo>
                  <a:lnTo>
                    <a:pt x="24471" y="187195"/>
                  </a:lnTo>
                  <a:lnTo>
                    <a:pt x="25583" y="166590"/>
                  </a:lnTo>
                  <a:lnTo>
                    <a:pt x="26695" y="146549"/>
                  </a:lnTo>
                  <a:lnTo>
                    <a:pt x="27808" y="127231"/>
                  </a:lnTo>
                  <a:lnTo>
                    <a:pt x="28920" y="108802"/>
                  </a:lnTo>
                  <a:lnTo>
                    <a:pt x="30032" y="91631"/>
                  </a:lnTo>
                  <a:lnTo>
                    <a:pt x="31145" y="75673"/>
                  </a:lnTo>
                  <a:lnTo>
                    <a:pt x="32257" y="61038"/>
                  </a:lnTo>
                  <a:lnTo>
                    <a:pt x="33369" y="47819"/>
                  </a:lnTo>
                  <a:lnTo>
                    <a:pt x="34482" y="36093"/>
                  </a:lnTo>
                  <a:lnTo>
                    <a:pt x="35594" y="25918"/>
                  </a:lnTo>
                  <a:lnTo>
                    <a:pt x="36706" y="17372"/>
                  </a:lnTo>
                  <a:lnTo>
                    <a:pt x="37819" y="10735"/>
                  </a:lnTo>
                  <a:lnTo>
                    <a:pt x="38931" y="5709"/>
                  </a:lnTo>
                  <a:lnTo>
                    <a:pt x="40043" y="2271"/>
                  </a:lnTo>
                  <a:lnTo>
                    <a:pt x="41156" y="384"/>
                  </a:lnTo>
                  <a:lnTo>
                    <a:pt x="42268" y="0"/>
                  </a:lnTo>
                  <a:lnTo>
                    <a:pt x="43380" y="1058"/>
                  </a:lnTo>
                  <a:lnTo>
                    <a:pt x="44493" y="3530"/>
                  </a:lnTo>
                  <a:lnTo>
                    <a:pt x="45605" y="7501"/>
                  </a:lnTo>
                  <a:lnTo>
                    <a:pt x="46717" y="12654"/>
                  </a:lnTo>
                  <a:lnTo>
                    <a:pt x="47830" y="18907"/>
                  </a:lnTo>
                  <a:lnTo>
                    <a:pt x="48942" y="26180"/>
                  </a:lnTo>
                  <a:lnTo>
                    <a:pt x="50054" y="34394"/>
                  </a:lnTo>
                  <a:lnTo>
                    <a:pt x="51167" y="43472"/>
                  </a:lnTo>
                  <a:lnTo>
                    <a:pt x="52279" y="53366"/>
                  </a:lnTo>
                  <a:lnTo>
                    <a:pt x="53391" y="64074"/>
                  </a:lnTo>
                  <a:lnTo>
                    <a:pt x="54504" y="75402"/>
                  </a:lnTo>
                  <a:lnTo>
                    <a:pt x="55616" y="87288"/>
                  </a:lnTo>
                  <a:lnTo>
                    <a:pt x="56728" y="99675"/>
                  </a:lnTo>
                  <a:lnTo>
                    <a:pt x="57841" y="112502"/>
                  </a:lnTo>
                  <a:lnTo>
                    <a:pt x="58953" y="125714"/>
                  </a:lnTo>
                  <a:lnTo>
                    <a:pt x="60065" y="139267"/>
                  </a:lnTo>
                  <a:lnTo>
                    <a:pt x="61178" y="153112"/>
                  </a:lnTo>
                  <a:lnTo>
                    <a:pt x="62290" y="167141"/>
                  </a:lnTo>
                  <a:lnTo>
                    <a:pt x="63402" y="181293"/>
                  </a:lnTo>
                  <a:lnTo>
                    <a:pt x="64515" y="195507"/>
                  </a:lnTo>
                  <a:lnTo>
                    <a:pt x="65627" y="209719"/>
                  </a:lnTo>
                  <a:lnTo>
                    <a:pt x="66739" y="223865"/>
                  </a:lnTo>
                  <a:lnTo>
                    <a:pt x="67852" y="237868"/>
                  </a:lnTo>
                  <a:lnTo>
                    <a:pt x="68964" y="251623"/>
                  </a:lnTo>
                  <a:lnTo>
                    <a:pt x="70076" y="265084"/>
                  </a:lnTo>
                  <a:lnTo>
                    <a:pt x="71189" y="278193"/>
                  </a:lnTo>
                  <a:lnTo>
                    <a:pt x="72301" y="290890"/>
                  </a:lnTo>
                  <a:lnTo>
                    <a:pt x="73413" y="303124"/>
                  </a:lnTo>
                  <a:lnTo>
                    <a:pt x="74526" y="314846"/>
                  </a:lnTo>
                  <a:lnTo>
                    <a:pt x="75638" y="325976"/>
                  </a:lnTo>
                  <a:lnTo>
                    <a:pt x="76750" y="336427"/>
                  </a:lnTo>
                  <a:lnTo>
                    <a:pt x="77863" y="346256"/>
                  </a:lnTo>
                  <a:lnTo>
                    <a:pt x="78975" y="355450"/>
                  </a:lnTo>
                  <a:lnTo>
                    <a:pt x="80087" y="364007"/>
                  </a:lnTo>
                  <a:lnTo>
                    <a:pt x="81200" y="371932"/>
                  </a:lnTo>
                  <a:lnTo>
                    <a:pt x="82312" y="379237"/>
                  </a:lnTo>
                  <a:lnTo>
                    <a:pt x="83424" y="385903"/>
                  </a:lnTo>
                  <a:lnTo>
                    <a:pt x="84537" y="391943"/>
                  </a:lnTo>
                  <a:lnTo>
                    <a:pt x="85649" y="397473"/>
                  </a:lnTo>
                  <a:lnTo>
                    <a:pt x="86761" y="402539"/>
                  </a:lnTo>
                  <a:lnTo>
                    <a:pt x="87874" y="407193"/>
                  </a:lnTo>
                  <a:lnTo>
                    <a:pt x="88986" y="411485"/>
                  </a:lnTo>
                  <a:lnTo>
                    <a:pt x="90098" y="415471"/>
                  </a:lnTo>
                  <a:lnTo>
                    <a:pt x="91211" y="419192"/>
                  </a:lnTo>
                  <a:lnTo>
                    <a:pt x="92323" y="422715"/>
                  </a:lnTo>
                  <a:lnTo>
                    <a:pt x="93435" y="426119"/>
                  </a:lnTo>
                  <a:lnTo>
                    <a:pt x="94548" y="429452"/>
                  </a:lnTo>
                  <a:lnTo>
                    <a:pt x="95660" y="432757"/>
                  </a:lnTo>
                  <a:lnTo>
                    <a:pt x="96772" y="436071"/>
                  </a:lnTo>
                  <a:lnTo>
                    <a:pt x="97885" y="439427"/>
                  </a:lnTo>
                  <a:lnTo>
                    <a:pt x="98997" y="442861"/>
                  </a:lnTo>
                  <a:lnTo>
                    <a:pt x="100109" y="446397"/>
                  </a:lnTo>
                  <a:lnTo>
                    <a:pt x="101222" y="450035"/>
                  </a:lnTo>
                  <a:lnTo>
                    <a:pt x="102334" y="453779"/>
                  </a:lnTo>
                  <a:lnTo>
                    <a:pt x="103446" y="457624"/>
                  </a:lnTo>
                  <a:lnTo>
                    <a:pt x="104559" y="461563"/>
                  </a:lnTo>
                  <a:lnTo>
                    <a:pt x="105671" y="465581"/>
                  </a:lnTo>
                  <a:lnTo>
                    <a:pt x="106783" y="469666"/>
                  </a:lnTo>
                  <a:lnTo>
                    <a:pt x="107896" y="473786"/>
                  </a:lnTo>
                  <a:lnTo>
                    <a:pt x="109008" y="477910"/>
                  </a:lnTo>
                  <a:lnTo>
                    <a:pt x="110120" y="482012"/>
                  </a:lnTo>
                  <a:lnTo>
                    <a:pt x="111233" y="486064"/>
                  </a:lnTo>
                  <a:lnTo>
                    <a:pt x="112345" y="490040"/>
                  </a:lnTo>
                  <a:lnTo>
                    <a:pt x="113457" y="493914"/>
                  </a:lnTo>
                  <a:lnTo>
                    <a:pt x="114570" y="497642"/>
                  </a:lnTo>
                  <a:lnTo>
                    <a:pt x="115682" y="501197"/>
                  </a:lnTo>
                  <a:lnTo>
                    <a:pt x="116794" y="504571"/>
                  </a:lnTo>
                  <a:lnTo>
                    <a:pt x="117907" y="507748"/>
                  </a:lnTo>
                  <a:lnTo>
                    <a:pt x="119019" y="510716"/>
                  </a:lnTo>
                  <a:lnTo>
                    <a:pt x="120131" y="513463"/>
                  </a:lnTo>
                  <a:lnTo>
                    <a:pt x="121244" y="515982"/>
                  </a:lnTo>
                  <a:lnTo>
                    <a:pt x="122356" y="518242"/>
                  </a:lnTo>
                  <a:lnTo>
                    <a:pt x="123468" y="520251"/>
                  </a:lnTo>
                  <a:lnTo>
                    <a:pt x="124581" y="522032"/>
                  </a:lnTo>
                  <a:lnTo>
                    <a:pt x="125693" y="523590"/>
                  </a:lnTo>
                  <a:lnTo>
                    <a:pt x="126805" y="524933"/>
                  </a:lnTo>
                  <a:lnTo>
                    <a:pt x="127918" y="526072"/>
                  </a:lnTo>
                  <a:lnTo>
                    <a:pt x="129030" y="527015"/>
                  </a:lnTo>
                  <a:lnTo>
                    <a:pt x="130142" y="527754"/>
                  </a:lnTo>
                  <a:lnTo>
                    <a:pt x="131255" y="528314"/>
                  </a:lnTo>
                  <a:lnTo>
                    <a:pt x="132367" y="528721"/>
                  </a:lnTo>
                  <a:lnTo>
                    <a:pt x="133479" y="528987"/>
                  </a:lnTo>
                  <a:lnTo>
                    <a:pt x="134592" y="529123"/>
                  </a:lnTo>
                  <a:lnTo>
                    <a:pt x="135704" y="529142"/>
                  </a:lnTo>
                  <a:lnTo>
                    <a:pt x="136816" y="529052"/>
                  </a:lnTo>
                  <a:lnTo>
                    <a:pt x="137929" y="528855"/>
                  </a:lnTo>
                  <a:lnTo>
                    <a:pt x="139041" y="528568"/>
                  </a:lnTo>
                  <a:lnTo>
                    <a:pt x="140153" y="528209"/>
                  </a:lnTo>
                  <a:lnTo>
                    <a:pt x="141266" y="527786"/>
                  </a:lnTo>
                  <a:lnTo>
                    <a:pt x="142378" y="527309"/>
                  </a:lnTo>
                  <a:lnTo>
                    <a:pt x="143490" y="526788"/>
                  </a:lnTo>
                  <a:lnTo>
                    <a:pt x="144603" y="526233"/>
                  </a:lnTo>
                  <a:lnTo>
                    <a:pt x="145715" y="525654"/>
                  </a:lnTo>
                  <a:lnTo>
                    <a:pt x="146827" y="525069"/>
                  </a:lnTo>
                  <a:lnTo>
                    <a:pt x="147940" y="524490"/>
                  </a:lnTo>
                  <a:lnTo>
                    <a:pt x="149052" y="523932"/>
                  </a:lnTo>
                  <a:lnTo>
                    <a:pt x="150164" y="523406"/>
                  </a:lnTo>
                  <a:lnTo>
                    <a:pt x="151277" y="522926"/>
                  </a:lnTo>
                  <a:lnTo>
                    <a:pt x="152389" y="522504"/>
                  </a:lnTo>
                  <a:lnTo>
                    <a:pt x="153501" y="522166"/>
                  </a:lnTo>
                  <a:lnTo>
                    <a:pt x="154614" y="521920"/>
                  </a:lnTo>
                  <a:lnTo>
                    <a:pt x="155726" y="521772"/>
                  </a:lnTo>
                  <a:lnTo>
                    <a:pt x="156838" y="521729"/>
                  </a:lnTo>
                  <a:lnTo>
                    <a:pt x="157951" y="521798"/>
                  </a:lnTo>
                  <a:lnTo>
                    <a:pt x="159063" y="521983"/>
                  </a:lnTo>
                  <a:lnTo>
                    <a:pt x="160175" y="522288"/>
                  </a:lnTo>
                  <a:lnTo>
                    <a:pt x="161288" y="522732"/>
                  </a:lnTo>
                  <a:lnTo>
                    <a:pt x="162400" y="523297"/>
                  </a:lnTo>
                  <a:lnTo>
                    <a:pt x="163512" y="523973"/>
                  </a:lnTo>
                  <a:lnTo>
                    <a:pt x="164625" y="524752"/>
                  </a:lnTo>
                  <a:lnTo>
                    <a:pt x="165737" y="525627"/>
                  </a:lnTo>
                  <a:lnTo>
                    <a:pt x="166849" y="526586"/>
                  </a:lnTo>
                  <a:lnTo>
                    <a:pt x="167962" y="527618"/>
                  </a:lnTo>
                  <a:lnTo>
                    <a:pt x="169074" y="528718"/>
                  </a:lnTo>
                  <a:lnTo>
                    <a:pt x="170186" y="529858"/>
                  </a:lnTo>
                  <a:lnTo>
                    <a:pt x="171299" y="531024"/>
                  </a:lnTo>
                  <a:lnTo>
                    <a:pt x="172411" y="532200"/>
                  </a:lnTo>
                  <a:lnTo>
                    <a:pt x="173523" y="533372"/>
                  </a:lnTo>
                  <a:lnTo>
                    <a:pt x="174636" y="534526"/>
                  </a:lnTo>
                  <a:lnTo>
                    <a:pt x="175748" y="535650"/>
                  </a:lnTo>
                  <a:lnTo>
                    <a:pt x="176860" y="536721"/>
                  </a:lnTo>
                  <a:lnTo>
                    <a:pt x="177973" y="537732"/>
                  </a:lnTo>
                  <a:lnTo>
                    <a:pt x="179085" y="538676"/>
                  </a:lnTo>
                  <a:lnTo>
                    <a:pt x="180197" y="539547"/>
                  </a:lnTo>
                  <a:lnTo>
                    <a:pt x="181310" y="540339"/>
                  </a:lnTo>
                  <a:lnTo>
                    <a:pt x="182422" y="541051"/>
                  </a:lnTo>
                  <a:lnTo>
                    <a:pt x="183534" y="541680"/>
                  </a:lnTo>
                  <a:lnTo>
                    <a:pt x="184647" y="542212"/>
                  </a:lnTo>
                  <a:lnTo>
                    <a:pt x="185759" y="542666"/>
                  </a:lnTo>
                  <a:lnTo>
                    <a:pt x="186871" y="543047"/>
                  </a:lnTo>
                  <a:lnTo>
                    <a:pt x="187984" y="543363"/>
                  </a:lnTo>
                  <a:lnTo>
                    <a:pt x="189096" y="543620"/>
                  </a:lnTo>
                  <a:lnTo>
                    <a:pt x="190208" y="543826"/>
                  </a:lnTo>
                  <a:lnTo>
                    <a:pt x="191321" y="543989"/>
                  </a:lnTo>
                  <a:lnTo>
                    <a:pt x="192433" y="544113"/>
                  </a:lnTo>
                  <a:lnTo>
                    <a:pt x="193545" y="544213"/>
                  </a:lnTo>
                  <a:lnTo>
                    <a:pt x="194658" y="544296"/>
                  </a:lnTo>
                  <a:lnTo>
                    <a:pt x="195770" y="544365"/>
                  </a:lnTo>
                  <a:lnTo>
                    <a:pt x="196882" y="544425"/>
                  </a:lnTo>
                  <a:lnTo>
                    <a:pt x="197995" y="544478"/>
                  </a:lnTo>
                  <a:lnTo>
                    <a:pt x="199107" y="544523"/>
                  </a:lnTo>
                  <a:lnTo>
                    <a:pt x="200219" y="544556"/>
                  </a:lnTo>
                  <a:lnTo>
                    <a:pt x="201332" y="544574"/>
                  </a:lnTo>
                  <a:lnTo>
                    <a:pt x="202444" y="544571"/>
                  </a:lnTo>
                  <a:lnTo>
                    <a:pt x="203556" y="544542"/>
                  </a:lnTo>
                  <a:lnTo>
                    <a:pt x="204669" y="544479"/>
                  </a:lnTo>
                  <a:lnTo>
                    <a:pt x="205781" y="544376"/>
                  </a:lnTo>
                  <a:lnTo>
                    <a:pt x="206893" y="544224"/>
                  </a:lnTo>
                  <a:lnTo>
                    <a:pt x="208006" y="544006"/>
                  </a:lnTo>
                  <a:lnTo>
                    <a:pt x="209118" y="543727"/>
                  </a:lnTo>
                  <a:lnTo>
                    <a:pt x="210230" y="543384"/>
                  </a:lnTo>
                  <a:lnTo>
                    <a:pt x="211343" y="542974"/>
                  </a:lnTo>
                  <a:lnTo>
                    <a:pt x="212455" y="542500"/>
                  </a:lnTo>
                  <a:lnTo>
                    <a:pt x="213567" y="541964"/>
                  </a:lnTo>
                  <a:lnTo>
                    <a:pt x="214680" y="541368"/>
                  </a:lnTo>
                  <a:lnTo>
                    <a:pt x="215792" y="540714"/>
                  </a:lnTo>
                  <a:lnTo>
                    <a:pt x="216904" y="540021"/>
                  </a:lnTo>
                  <a:lnTo>
                    <a:pt x="218017" y="539299"/>
                  </a:lnTo>
                  <a:lnTo>
                    <a:pt x="219129" y="538560"/>
                  </a:lnTo>
                  <a:lnTo>
                    <a:pt x="220241" y="537815"/>
                  </a:lnTo>
                  <a:lnTo>
                    <a:pt x="221354" y="537077"/>
                  </a:lnTo>
                  <a:lnTo>
                    <a:pt x="222466" y="536357"/>
                  </a:lnTo>
                  <a:lnTo>
                    <a:pt x="223578" y="535677"/>
                  </a:lnTo>
                  <a:lnTo>
                    <a:pt x="224691" y="535041"/>
                  </a:lnTo>
                  <a:lnTo>
                    <a:pt x="225803" y="534458"/>
                  </a:lnTo>
                  <a:lnTo>
                    <a:pt x="226915" y="533937"/>
                  </a:lnTo>
                  <a:lnTo>
                    <a:pt x="228028" y="533482"/>
                  </a:lnTo>
                  <a:lnTo>
                    <a:pt x="229140" y="533098"/>
                  </a:lnTo>
                  <a:lnTo>
                    <a:pt x="230252" y="532790"/>
                  </a:lnTo>
                  <a:lnTo>
                    <a:pt x="231365" y="532568"/>
                  </a:lnTo>
                  <a:lnTo>
                    <a:pt x="232477" y="532417"/>
                  </a:lnTo>
                  <a:lnTo>
                    <a:pt x="233589" y="532334"/>
                  </a:lnTo>
                  <a:lnTo>
                    <a:pt x="234702" y="532315"/>
                  </a:lnTo>
                  <a:lnTo>
                    <a:pt x="235814" y="532354"/>
                  </a:lnTo>
                  <a:lnTo>
                    <a:pt x="236926" y="532444"/>
                  </a:lnTo>
                  <a:lnTo>
                    <a:pt x="238039" y="532582"/>
                  </a:lnTo>
                  <a:lnTo>
                    <a:pt x="239151" y="532760"/>
                  </a:lnTo>
                  <a:lnTo>
                    <a:pt x="240263" y="532967"/>
                  </a:lnTo>
                  <a:lnTo>
                    <a:pt x="241376" y="533194"/>
                  </a:lnTo>
                  <a:lnTo>
                    <a:pt x="242488" y="533437"/>
                  </a:lnTo>
                  <a:lnTo>
                    <a:pt x="243600" y="533690"/>
                  </a:lnTo>
                  <a:lnTo>
                    <a:pt x="244713" y="533950"/>
                  </a:lnTo>
                  <a:lnTo>
                    <a:pt x="245825" y="534213"/>
                  </a:lnTo>
                  <a:lnTo>
                    <a:pt x="246937" y="534478"/>
                  </a:lnTo>
                  <a:lnTo>
                    <a:pt x="248049" y="534743"/>
                  </a:lnTo>
                  <a:lnTo>
                    <a:pt x="249162" y="535010"/>
                  </a:lnTo>
                  <a:lnTo>
                    <a:pt x="250274" y="535281"/>
                  </a:lnTo>
                  <a:lnTo>
                    <a:pt x="251386" y="535557"/>
                  </a:lnTo>
                  <a:lnTo>
                    <a:pt x="252499" y="535842"/>
                  </a:lnTo>
                  <a:lnTo>
                    <a:pt x="253611" y="536141"/>
                  </a:lnTo>
                  <a:lnTo>
                    <a:pt x="254723" y="536459"/>
                  </a:lnTo>
                  <a:lnTo>
                    <a:pt x="255836" y="536798"/>
                  </a:lnTo>
                  <a:lnTo>
                    <a:pt x="256948" y="537163"/>
                  </a:lnTo>
                  <a:lnTo>
                    <a:pt x="258060" y="537557"/>
                  </a:lnTo>
                  <a:lnTo>
                    <a:pt x="259173" y="537982"/>
                  </a:lnTo>
                  <a:lnTo>
                    <a:pt x="260285" y="538442"/>
                  </a:lnTo>
                  <a:lnTo>
                    <a:pt x="261397" y="538941"/>
                  </a:lnTo>
                  <a:lnTo>
                    <a:pt x="262510" y="539483"/>
                  </a:lnTo>
                  <a:lnTo>
                    <a:pt x="263622" y="540066"/>
                  </a:lnTo>
                  <a:lnTo>
                    <a:pt x="264734" y="540688"/>
                  </a:lnTo>
                  <a:lnTo>
                    <a:pt x="265847" y="541349"/>
                  </a:lnTo>
                  <a:lnTo>
                    <a:pt x="266959" y="542047"/>
                  </a:lnTo>
                  <a:lnTo>
                    <a:pt x="268071" y="542782"/>
                  </a:lnTo>
                  <a:lnTo>
                    <a:pt x="269184" y="543553"/>
                  </a:lnTo>
                  <a:lnTo>
                    <a:pt x="270296" y="544356"/>
                  </a:lnTo>
                  <a:lnTo>
                    <a:pt x="271408" y="545183"/>
                  </a:lnTo>
                  <a:lnTo>
                    <a:pt x="272521" y="546030"/>
                  </a:lnTo>
                  <a:lnTo>
                    <a:pt x="273633" y="546890"/>
                  </a:lnTo>
                  <a:lnTo>
                    <a:pt x="274745" y="547758"/>
                  </a:lnTo>
                  <a:lnTo>
                    <a:pt x="275858" y="548629"/>
                  </a:lnTo>
                  <a:lnTo>
                    <a:pt x="276970" y="549495"/>
                  </a:lnTo>
                  <a:lnTo>
                    <a:pt x="278082" y="550347"/>
                  </a:lnTo>
                  <a:lnTo>
                    <a:pt x="279195" y="551180"/>
                  </a:lnTo>
                  <a:lnTo>
                    <a:pt x="280307" y="551989"/>
                  </a:lnTo>
                  <a:lnTo>
                    <a:pt x="281419" y="552769"/>
                  </a:lnTo>
                  <a:lnTo>
                    <a:pt x="282532" y="553516"/>
                  </a:lnTo>
                  <a:lnTo>
                    <a:pt x="283644" y="554227"/>
                  </a:lnTo>
                  <a:lnTo>
                    <a:pt x="284756" y="554894"/>
                  </a:lnTo>
                  <a:lnTo>
                    <a:pt x="285869" y="555516"/>
                  </a:lnTo>
                  <a:lnTo>
                    <a:pt x="286981" y="556095"/>
                  </a:lnTo>
                  <a:lnTo>
                    <a:pt x="288093" y="556631"/>
                  </a:lnTo>
                  <a:lnTo>
                    <a:pt x="289206" y="557126"/>
                  </a:lnTo>
                  <a:lnTo>
                    <a:pt x="290318" y="557578"/>
                  </a:lnTo>
                  <a:lnTo>
                    <a:pt x="291430" y="557990"/>
                  </a:lnTo>
                  <a:lnTo>
                    <a:pt x="292543" y="558359"/>
                  </a:lnTo>
                  <a:lnTo>
                    <a:pt x="293655" y="558685"/>
                  </a:lnTo>
                  <a:lnTo>
                    <a:pt x="294767" y="558976"/>
                  </a:lnTo>
                  <a:lnTo>
                    <a:pt x="295880" y="559230"/>
                  </a:lnTo>
                  <a:lnTo>
                    <a:pt x="296992" y="559450"/>
                  </a:lnTo>
                  <a:lnTo>
                    <a:pt x="298104" y="559637"/>
                  </a:lnTo>
                  <a:lnTo>
                    <a:pt x="299217" y="559791"/>
                  </a:lnTo>
                  <a:lnTo>
                    <a:pt x="300329" y="559911"/>
                  </a:lnTo>
                  <a:lnTo>
                    <a:pt x="301441" y="559999"/>
                  </a:lnTo>
                  <a:lnTo>
                    <a:pt x="302554" y="560060"/>
                  </a:lnTo>
                  <a:lnTo>
                    <a:pt x="303666" y="560095"/>
                  </a:lnTo>
                  <a:lnTo>
                    <a:pt x="304778" y="560107"/>
                  </a:lnTo>
                  <a:lnTo>
                    <a:pt x="305891" y="560098"/>
                  </a:lnTo>
                  <a:lnTo>
                    <a:pt x="307003" y="560072"/>
                  </a:lnTo>
                  <a:lnTo>
                    <a:pt x="308115" y="560031"/>
                  </a:lnTo>
                  <a:lnTo>
                    <a:pt x="309228" y="559979"/>
                  </a:lnTo>
                  <a:lnTo>
                    <a:pt x="310340" y="559921"/>
                  </a:lnTo>
                  <a:lnTo>
                    <a:pt x="311452" y="559862"/>
                  </a:lnTo>
                  <a:lnTo>
                    <a:pt x="312565" y="559803"/>
                  </a:lnTo>
                  <a:lnTo>
                    <a:pt x="313677" y="559750"/>
                  </a:lnTo>
                  <a:lnTo>
                    <a:pt x="314789" y="559704"/>
                  </a:lnTo>
                  <a:lnTo>
                    <a:pt x="315902" y="559671"/>
                  </a:lnTo>
                  <a:lnTo>
                    <a:pt x="317014" y="559653"/>
                  </a:lnTo>
                  <a:lnTo>
                    <a:pt x="318126" y="559651"/>
                  </a:lnTo>
                  <a:lnTo>
                    <a:pt x="319239" y="559667"/>
                  </a:lnTo>
                  <a:lnTo>
                    <a:pt x="320351" y="559702"/>
                  </a:lnTo>
                  <a:lnTo>
                    <a:pt x="321463" y="559757"/>
                  </a:lnTo>
                  <a:lnTo>
                    <a:pt x="322576" y="559834"/>
                  </a:lnTo>
                  <a:lnTo>
                    <a:pt x="323688" y="559936"/>
                  </a:lnTo>
                  <a:lnTo>
                    <a:pt x="324800" y="560063"/>
                  </a:lnTo>
                  <a:lnTo>
                    <a:pt x="325913" y="560213"/>
                  </a:lnTo>
                  <a:lnTo>
                    <a:pt x="327025" y="560387"/>
                  </a:lnTo>
                  <a:lnTo>
                    <a:pt x="328137" y="560587"/>
                  </a:lnTo>
                  <a:lnTo>
                    <a:pt x="329250" y="560812"/>
                  </a:lnTo>
                  <a:lnTo>
                    <a:pt x="330362" y="561064"/>
                  </a:lnTo>
                  <a:lnTo>
                    <a:pt x="331474" y="561347"/>
                  </a:lnTo>
                  <a:lnTo>
                    <a:pt x="332587" y="561661"/>
                  </a:lnTo>
                  <a:lnTo>
                    <a:pt x="333699" y="562004"/>
                  </a:lnTo>
                  <a:lnTo>
                    <a:pt x="334811" y="562376"/>
                  </a:lnTo>
                  <a:lnTo>
                    <a:pt x="335924" y="562779"/>
                  </a:lnTo>
                  <a:lnTo>
                    <a:pt x="337036" y="563212"/>
                  </a:lnTo>
                  <a:lnTo>
                    <a:pt x="338148" y="563675"/>
                  </a:lnTo>
                  <a:lnTo>
                    <a:pt x="339261" y="564172"/>
                  </a:lnTo>
                  <a:lnTo>
                    <a:pt x="340373" y="564697"/>
                  </a:lnTo>
                  <a:lnTo>
                    <a:pt x="341485" y="565246"/>
                  </a:lnTo>
                  <a:lnTo>
                    <a:pt x="342598" y="565817"/>
                  </a:lnTo>
                  <a:lnTo>
                    <a:pt x="343710" y="566406"/>
                  </a:lnTo>
                  <a:lnTo>
                    <a:pt x="344822" y="567009"/>
                  </a:lnTo>
                  <a:lnTo>
                    <a:pt x="345935" y="567621"/>
                  </a:lnTo>
                  <a:lnTo>
                    <a:pt x="347047" y="568236"/>
                  </a:lnTo>
                  <a:lnTo>
                    <a:pt x="348159" y="568846"/>
                  </a:lnTo>
                  <a:lnTo>
                    <a:pt x="349272" y="569444"/>
                  </a:lnTo>
                  <a:lnTo>
                    <a:pt x="350384" y="570023"/>
                  </a:lnTo>
                  <a:lnTo>
                    <a:pt x="351496" y="570578"/>
                  </a:lnTo>
                  <a:lnTo>
                    <a:pt x="352609" y="571100"/>
                  </a:lnTo>
                  <a:lnTo>
                    <a:pt x="353721" y="571584"/>
                  </a:lnTo>
                  <a:lnTo>
                    <a:pt x="354833" y="572014"/>
                  </a:lnTo>
                  <a:lnTo>
                    <a:pt x="355946" y="572390"/>
                  </a:lnTo>
                  <a:lnTo>
                    <a:pt x="357058" y="572707"/>
                  </a:lnTo>
                  <a:lnTo>
                    <a:pt x="358170" y="572962"/>
                  </a:lnTo>
                  <a:lnTo>
                    <a:pt x="359283" y="573151"/>
                  </a:lnTo>
                  <a:lnTo>
                    <a:pt x="360395" y="573272"/>
                  </a:lnTo>
                  <a:lnTo>
                    <a:pt x="361507" y="573323"/>
                  </a:lnTo>
                  <a:lnTo>
                    <a:pt x="362620" y="573289"/>
                  </a:lnTo>
                  <a:lnTo>
                    <a:pt x="363732" y="573185"/>
                  </a:lnTo>
                  <a:lnTo>
                    <a:pt x="364844" y="573013"/>
                  </a:lnTo>
                  <a:lnTo>
                    <a:pt x="365957" y="572775"/>
                  </a:lnTo>
                  <a:lnTo>
                    <a:pt x="367069" y="572477"/>
                  </a:lnTo>
                  <a:lnTo>
                    <a:pt x="368181" y="572121"/>
                  </a:lnTo>
                  <a:lnTo>
                    <a:pt x="369294" y="571714"/>
                  </a:lnTo>
                  <a:lnTo>
                    <a:pt x="370406" y="571255"/>
                  </a:lnTo>
                  <a:lnTo>
                    <a:pt x="371518" y="570760"/>
                  </a:lnTo>
                  <a:lnTo>
                    <a:pt x="372631" y="570238"/>
                  </a:lnTo>
                  <a:lnTo>
                    <a:pt x="373743" y="569696"/>
                  </a:lnTo>
                  <a:lnTo>
                    <a:pt x="374855" y="569142"/>
                  </a:lnTo>
                  <a:lnTo>
                    <a:pt x="375968" y="568585"/>
                  </a:lnTo>
                  <a:lnTo>
                    <a:pt x="377080" y="568033"/>
                  </a:lnTo>
                  <a:lnTo>
                    <a:pt x="378192" y="567497"/>
                  </a:lnTo>
                  <a:lnTo>
                    <a:pt x="379305" y="566985"/>
                  </a:lnTo>
                  <a:lnTo>
                    <a:pt x="380417" y="566503"/>
                  </a:lnTo>
                  <a:lnTo>
                    <a:pt x="381529" y="566057"/>
                  </a:lnTo>
                  <a:lnTo>
                    <a:pt x="382642" y="565653"/>
                  </a:lnTo>
                  <a:lnTo>
                    <a:pt x="383754" y="565296"/>
                  </a:lnTo>
                  <a:lnTo>
                    <a:pt x="384866" y="564989"/>
                  </a:lnTo>
                  <a:lnTo>
                    <a:pt x="385979" y="564748"/>
                  </a:lnTo>
                  <a:lnTo>
                    <a:pt x="387091" y="564562"/>
                  </a:lnTo>
                  <a:lnTo>
                    <a:pt x="388203" y="564433"/>
                  </a:lnTo>
                  <a:lnTo>
                    <a:pt x="389316" y="564360"/>
                  </a:lnTo>
                  <a:lnTo>
                    <a:pt x="390428" y="564343"/>
                  </a:lnTo>
                  <a:lnTo>
                    <a:pt x="391540" y="564378"/>
                  </a:lnTo>
                  <a:lnTo>
                    <a:pt x="392653" y="564464"/>
                  </a:lnTo>
                  <a:lnTo>
                    <a:pt x="393765" y="564604"/>
                  </a:lnTo>
                  <a:lnTo>
                    <a:pt x="394877" y="564782"/>
                  </a:lnTo>
                  <a:lnTo>
                    <a:pt x="395990" y="564994"/>
                  </a:lnTo>
                  <a:lnTo>
                    <a:pt x="397102" y="565233"/>
                  </a:lnTo>
                  <a:lnTo>
                    <a:pt x="398214" y="565494"/>
                  </a:lnTo>
                  <a:lnTo>
                    <a:pt x="399327" y="565769"/>
                  </a:lnTo>
                  <a:lnTo>
                    <a:pt x="400439" y="566052"/>
                  </a:lnTo>
                  <a:lnTo>
                    <a:pt x="401551" y="566334"/>
                  </a:lnTo>
                  <a:lnTo>
                    <a:pt x="402664" y="566609"/>
                  </a:lnTo>
                  <a:lnTo>
                    <a:pt x="403776" y="566870"/>
                  </a:lnTo>
                  <a:lnTo>
                    <a:pt x="404888" y="567113"/>
                  </a:lnTo>
                  <a:lnTo>
                    <a:pt x="406001" y="567333"/>
                  </a:lnTo>
                  <a:lnTo>
                    <a:pt x="407113" y="567527"/>
                  </a:lnTo>
                  <a:lnTo>
                    <a:pt x="408225" y="567691"/>
                  </a:lnTo>
                  <a:lnTo>
                    <a:pt x="409338" y="567820"/>
                  </a:lnTo>
                  <a:lnTo>
                    <a:pt x="410450" y="567919"/>
                  </a:lnTo>
                  <a:lnTo>
                    <a:pt x="411562" y="567991"/>
                  </a:lnTo>
                  <a:lnTo>
                    <a:pt x="412675" y="568036"/>
                  </a:lnTo>
                  <a:lnTo>
                    <a:pt x="413787" y="568060"/>
                  </a:lnTo>
                  <a:lnTo>
                    <a:pt x="414899" y="568065"/>
                  </a:lnTo>
                  <a:lnTo>
                    <a:pt x="416012" y="568057"/>
                  </a:lnTo>
                  <a:lnTo>
                    <a:pt x="417124" y="568041"/>
                  </a:lnTo>
                  <a:lnTo>
                    <a:pt x="418236" y="568025"/>
                  </a:lnTo>
                  <a:lnTo>
                    <a:pt x="419349" y="568015"/>
                  </a:lnTo>
                  <a:lnTo>
                    <a:pt x="420461" y="568015"/>
                  </a:lnTo>
                  <a:lnTo>
                    <a:pt x="421573" y="568030"/>
                  </a:lnTo>
                  <a:lnTo>
                    <a:pt x="422686" y="568064"/>
                  </a:lnTo>
                  <a:lnTo>
                    <a:pt x="423798" y="568123"/>
                  </a:lnTo>
                  <a:lnTo>
                    <a:pt x="424910" y="568211"/>
                  </a:lnTo>
                  <a:lnTo>
                    <a:pt x="426023" y="568328"/>
                  </a:lnTo>
                  <a:lnTo>
                    <a:pt x="427135" y="568472"/>
                  </a:lnTo>
                  <a:lnTo>
                    <a:pt x="428247" y="568643"/>
                  </a:lnTo>
                  <a:lnTo>
                    <a:pt x="429360" y="568841"/>
                  </a:lnTo>
                  <a:lnTo>
                    <a:pt x="430472" y="569064"/>
                  </a:lnTo>
                  <a:lnTo>
                    <a:pt x="431584" y="569311"/>
                  </a:lnTo>
                  <a:lnTo>
                    <a:pt x="432697" y="569579"/>
                  </a:lnTo>
                  <a:lnTo>
                    <a:pt x="433809" y="569862"/>
                  </a:lnTo>
                  <a:lnTo>
                    <a:pt x="434921" y="570157"/>
                  </a:lnTo>
                  <a:lnTo>
                    <a:pt x="436034" y="570460"/>
                  </a:lnTo>
                  <a:lnTo>
                    <a:pt x="437146" y="570769"/>
                  </a:lnTo>
                  <a:lnTo>
                    <a:pt x="438258" y="571079"/>
                  </a:lnTo>
                  <a:lnTo>
                    <a:pt x="439371" y="571389"/>
                  </a:lnTo>
                  <a:lnTo>
                    <a:pt x="440483" y="571693"/>
                  </a:lnTo>
                  <a:lnTo>
                    <a:pt x="441595" y="571989"/>
                  </a:lnTo>
                  <a:lnTo>
                    <a:pt x="442708" y="572275"/>
                  </a:lnTo>
                  <a:lnTo>
                    <a:pt x="443820" y="572548"/>
                  </a:lnTo>
                  <a:lnTo>
                    <a:pt x="444932" y="572806"/>
                  </a:lnTo>
                  <a:lnTo>
                    <a:pt x="446045" y="573047"/>
                  </a:lnTo>
                  <a:lnTo>
                    <a:pt x="447157" y="573268"/>
                  </a:lnTo>
                  <a:lnTo>
                    <a:pt x="448269" y="573464"/>
                  </a:lnTo>
                  <a:lnTo>
                    <a:pt x="449382" y="573637"/>
                  </a:lnTo>
                  <a:lnTo>
                    <a:pt x="450494" y="573786"/>
                  </a:lnTo>
                  <a:lnTo>
                    <a:pt x="451606" y="573909"/>
                  </a:lnTo>
                  <a:lnTo>
                    <a:pt x="452719" y="574005"/>
                  </a:lnTo>
                  <a:lnTo>
                    <a:pt x="453831" y="574075"/>
                  </a:lnTo>
                  <a:lnTo>
                    <a:pt x="454943" y="574116"/>
                  </a:lnTo>
                  <a:lnTo>
                    <a:pt x="456056" y="574127"/>
                  </a:lnTo>
                  <a:lnTo>
                    <a:pt x="457168" y="574113"/>
                  </a:lnTo>
                  <a:lnTo>
                    <a:pt x="458280" y="574075"/>
                  </a:lnTo>
                  <a:lnTo>
                    <a:pt x="459393" y="574015"/>
                  </a:lnTo>
                  <a:lnTo>
                    <a:pt x="460505" y="573935"/>
                  </a:lnTo>
                  <a:lnTo>
                    <a:pt x="461617" y="573838"/>
                  </a:lnTo>
                  <a:lnTo>
                    <a:pt x="462730" y="573725"/>
                  </a:lnTo>
                  <a:lnTo>
                    <a:pt x="463842" y="573600"/>
                  </a:lnTo>
                  <a:lnTo>
                    <a:pt x="464954" y="573468"/>
                  </a:lnTo>
                  <a:lnTo>
                    <a:pt x="466067" y="573333"/>
                  </a:lnTo>
                  <a:lnTo>
                    <a:pt x="467179" y="573195"/>
                  </a:lnTo>
                  <a:lnTo>
                    <a:pt x="468291" y="573060"/>
                  </a:lnTo>
                  <a:lnTo>
                    <a:pt x="469404" y="572929"/>
                  </a:lnTo>
                  <a:lnTo>
                    <a:pt x="470516" y="572805"/>
                  </a:lnTo>
                  <a:lnTo>
                    <a:pt x="471628" y="572692"/>
                  </a:lnTo>
                  <a:lnTo>
                    <a:pt x="472741" y="572590"/>
                  </a:lnTo>
                  <a:lnTo>
                    <a:pt x="473853" y="572500"/>
                  </a:lnTo>
                  <a:lnTo>
                    <a:pt x="474965" y="572423"/>
                  </a:lnTo>
                  <a:lnTo>
                    <a:pt x="476078" y="572360"/>
                  </a:lnTo>
                  <a:lnTo>
                    <a:pt x="477190" y="572311"/>
                  </a:lnTo>
                  <a:lnTo>
                    <a:pt x="478302" y="572278"/>
                  </a:lnTo>
                  <a:lnTo>
                    <a:pt x="479415" y="572260"/>
                  </a:lnTo>
                  <a:lnTo>
                    <a:pt x="480527" y="572255"/>
                  </a:lnTo>
                  <a:lnTo>
                    <a:pt x="481639" y="572264"/>
                  </a:lnTo>
                  <a:lnTo>
                    <a:pt x="482752" y="572286"/>
                  </a:lnTo>
                  <a:lnTo>
                    <a:pt x="483864" y="572321"/>
                  </a:lnTo>
                  <a:lnTo>
                    <a:pt x="484976" y="572368"/>
                  </a:lnTo>
                  <a:lnTo>
                    <a:pt x="486089" y="572429"/>
                  </a:lnTo>
                  <a:lnTo>
                    <a:pt x="487201" y="572503"/>
                  </a:lnTo>
                  <a:lnTo>
                    <a:pt x="488313" y="572588"/>
                  </a:lnTo>
                  <a:lnTo>
                    <a:pt x="489426" y="572686"/>
                  </a:lnTo>
                  <a:lnTo>
                    <a:pt x="490538" y="572795"/>
                  </a:lnTo>
                  <a:lnTo>
                    <a:pt x="491650" y="572915"/>
                  </a:lnTo>
                  <a:lnTo>
                    <a:pt x="492762" y="573048"/>
                  </a:lnTo>
                  <a:lnTo>
                    <a:pt x="493875" y="573193"/>
                  </a:lnTo>
                  <a:lnTo>
                    <a:pt x="494987" y="573349"/>
                  </a:lnTo>
                  <a:lnTo>
                    <a:pt x="496099" y="573515"/>
                  </a:lnTo>
                  <a:lnTo>
                    <a:pt x="497212" y="573690"/>
                  </a:lnTo>
                  <a:lnTo>
                    <a:pt x="498324" y="573872"/>
                  </a:lnTo>
                  <a:lnTo>
                    <a:pt x="499436" y="574060"/>
                  </a:lnTo>
                  <a:lnTo>
                    <a:pt x="500549" y="574252"/>
                  </a:lnTo>
                  <a:lnTo>
                    <a:pt x="501661" y="574446"/>
                  </a:lnTo>
                  <a:lnTo>
                    <a:pt x="502773" y="574638"/>
                  </a:lnTo>
                  <a:lnTo>
                    <a:pt x="503886" y="574826"/>
                  </a:lnTo>
                  <a:lnTo>
                    <a:pt x="504998" y="575007"/>
                  </a:lnTo>
                  <a:lnTo>
                    <a:pt x="506110" y="575177"/>
                  </a:lnTo>
                  <a:lnTo>
                    <a:pt x="507223" y="575335"/>
                  </a:lnTo>
                  <a:lnTo>
                    <a:pt x="508335" y="575477"/>
                  </a:lnTo>
                  <a:lnTo>
                    <a:pt x="509447" y="575598"/>
                  </a:lnTo>
                  <a:lnTo>
                    <a:pt x="510560" y="575697"/>
                  </a:lnTo>
                  <a:lnTo>
                    <a:pt x="511672" y="575773"/>
                  </a:lnTo>
                  <a:lnTo>
                    <a:pt x="512784" y="575824"/>
                  </a:lnTo>
                  <a:lnTo>
                    <a:pt x="513897" y="575851"/>
                  </a:lnTo>
                  <a:lnTo>
                    <a:pt x="515009" y="575853"/>
                  </a:lnTo>
                  <a:lnTo>
                    <a:pt x="516121" y="575829"/>
                  </a:lnTo>
                  <a:lnTo>
                    <a:pt x="517234" y="575776"/>
                  </a:lnTo>
                  <a:lnTo>
                    <a:pt x="518346" y="575700"/>
                  </a:lnTo>
                  <a:lnTo>
                    <a:pt x="519458" y="575602"/>
                  </a:lnTo>
                  <a:lnTo>
                    <a:pt x="520571" y="575486"/>
                  </a:lnTo>
                  <a:lnTo>
                    <a:pt x="521683" y="575353"/>
                  </a:lnTo>
                  <a:lnTo>
                    <a:pt x="522795" y="575206"/>
                  </a:lnTo>
                  <a:lnTo>
                    <a:pt x="523908" y="575048"/>
                  </a:lnTo>
                  <a:lnTo>
                    <a:pt x="525020" y="574882"/>
                  </a:lnTo>
                  <a:lnTo>
                    <a:pt x="526132" y="574711"/>
                  </a:lnTo>
                  <a:lnTo>
                    <a:pt x="527245" y="574541"/>
                  </a:lnTo>
                  <a:lnTo>
                    <a:pt x="528357" y="574372"/>
                  </a:lnTo>
                  <a:lnTo>
                    <a:pt x="529469" y="574208"/>
                  </a:lnTo>
                  <a:lnTo>
                    <a:pt x="530582" y="574051"/>
                  </a:lnTo>
                  <a:lnTo>
                    <a:pt x="531694" y="573904"/>
                  </a:lnTo>
                  <a:lnTo>
                    <a:pt x="532806" y="573769"/>
                  </a:lnTo>
                  <a:lnTo>
                    <a:pt x="533919" y="573647"/>
                  </a:lnTo>
                  <a:lnTo>
                    <a:pt x="535031" y="573539"/>
                  </a:lnTo>
                  <a:lnTo>
                    <a:pt x="536143" y="573444"/>
                  </a:lnTo>
                  <a:lnTo>
                    <a:pt x="537256" y="573364"/>
                  </a:lnTo>
                  <a:lnTo>
                    <a:pt x="538368" y="573299"/>
                  </a:lnTo>
                  <a:lnTo>
                    <a:pt x="539480" y="573248"/>
                  </a:lnTo>
                  <a:lnTo>
                    <a:pt x="540593" y="573212"/>
                  </a:lnTo>
                  <a:lnTo>
                    <a:pt x="541705" y="573190"/>
                  </a:lnTo>
                  <a:lnTo>
                    <a:pt x="542817" y="573180"/>
                  </a:lnTo>
                  <a:lnTo>
                    <a:pt x="543930" y="573181"/>
                  </a:lnTo>
                  <a:lnTo>
                    <a:pt x="545042" y="573192"/>
                  </a:lnTo>
                  <a:lnTo>
                    <a:pt x="546154" y="573211"/>
                  </a:lnTo>
                  <a:lnTo>
                    <a:pt x="547267" y="573239"/>
                  </a:lnTo>
                  <a:lnTo>
                    <a:pt x="548379" y="573273"/>
                  </a:lnTo>
                  <a:lnTo>
                    <a:pt x="549491" y="573313"/>
                  </a:lnTo>
                  <a:lnTo>
                    <a:pt x="550604" y="573356"/>
                  </a:lnTo>
                  <a:lnTo>
                    <a:pt x="551716" y="573401"/>
                  </a:lnTo>
                  <a:lnTo>
                    <a:pt x="552828" y="573448"/>
                  </a:lnTo>
                  <a:lnTo>
                    <a:pt x="553941" y="573497"/>
                  </a:lnTo>
                  <a:lnTo>
                    <a:pt x="555053" y="573546"/>
                  </a:lnTo>
                  <a:lnTo>
                    <a:pt x="556165" y="573595"/>
                  </a:lnTo>
                  <a:lnTo>
                    <a:pt x="557278" y="573644"/>
                  </a:lnTo>
                  <a:lnTo>
                    <a:pt x="558390" y="573695"/>
                  </a:lnTo>
                  <a:lnTo>
                    <a:pt x="559502" y="573747"/>
                  </a:lnTo>
                  <a:lnTo>
                    <a:pt x="560615" y="573801"/>
                  </a:lnTo>
                  <a:lnTo>
                    <a:pt x="561727" y="573858"/>
                  </a:lnTo>
                  <a:lnTo>
                    <a:pt x="562839" y="573920"/>
                  </a:lnTo>
                  <a:lnTo>
                    <a:pt x="563952" y="573990"/>
                  </a:lnTo>
                  <a:lnTo>
                    <a:pt x="565064" y="574067"/>
                  </a:lnTo>
                  <a:lnTo>
                    <a:pt x="566176" y="574153"/>
                  </a:lnTo>
                  <a:lnTo>
                    <a:pt x="567289" y="574250"/>
                  </a:lnTo>
                  <a:lnTo>
                    <a:pt x="568401" y="57435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2" name="rc8242"/>
            <p:cNvSpPr/>
            <p:nvPr/>
          </p:nvSpPr>
          <p:spPr>
            <a:xfrm>
              <a:off x="7958803" y="6466064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3" name="pl8243"/>
            <p:cNvSpPr/>
            <p:nvPr/>
          </p:nvSpPr>
          <p:spPr>
            <a:xfrm>
              <a:off x="7958803" y="708046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4" name="pl8244"/>
            <p:cNvSpPr/>
            <p:nvPr/>
          </p:nvSpPr>
          <p:spPr>
            <a:xfrm>
              <a:off x="7958803" y="692298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5" name="pl8245"/>
            <p:cNvSpPr/>
            <p:nvPr/>
          </p:nvSpPr>
          <p:spPr>
            <a:xfrm>
              <a:off x="7958803" y="676550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6" name="pl8246"/>
            <p:cNvSpPr/>
            <p:nvPr/>
          </p:nvSpPr>
          <p:spPr>
            <a:xfrm>
              <a:off x="7958803" y="660802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7" name="pl8247"/>
            <p:cNvSpPr/>
            <p:nvPr/>
          </p:nvSpPr>
          <p:spPr>
            <a:xfrm>
              <a:off x="8074252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8" name="pl8248"/>
            <p:cNvSpPr/>
            <p:nvPr/>
          </p:nvSpPr>
          <p:spPr>
            <a:xfrm>
              <a:off x="8284475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9" name="pl8249"/>
            <p:cNvSpPr/>
            <p:nvPr/>
          </p:nvSpPr>
          <p:spPr>
            <a:xfrm>
              <a:off x="8494698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0" name="pl8250"/>
            <p:cNvSpPr/>
            <p:nvPr/>
          </p:nvSpPr>
          <p:spPr>
            <a:xfrm>
              <a:off x="7958803" y="700172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1" name="pl8251"/>
            <p:cNvSpPr/>
            <p:nvPr/>
          </p:nvSpPr>
          <p:spPr>
            <a:xfrm>
              <a:off x="7958803" y="684424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2" name="pl8252"/>
            <p:cNvSpPr/>
            <p:nvPr/>
          </p:nvSpPr>
          <p:spPr>
            <a:xfrm>
              <a:off x="7958803" y="668676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3" name="pl8253"/>
            <p:cNvSpPr/>
            <p:nvPr/>
          </p:nvSpPr>
          <p:spPr>
            <a:xfrm>
              <a:off x="7958803" y="652928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4" name="pl8254"/>
            <p:cNvSpPr/>
            <p:nvPr/>
          </p:nvSpPr>
          <p:spPr>
            <a:xfrm>
              <a:off x="7969141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5" name="pl8255"/>
            <p:cNvSpPr/>
            <p:nvPr/>
          </p:nvSpPr>
          <p:spPr>
            <a:xfrm>
              <a:off x="8179364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6" name="pl8256"/>
            <p:cNvSpPr/>
            <p:nvPr/>
          </p:nvSpPr>
          <p:spPr>
            <a:xfrm>
              <a:off x="8389587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7" name="pt8257"/>
            <p:cNvSpPr/>
            <p:nvPr/>
          </p:nvSpPr>
          <p:spPr>
            <a:xfrm>
              <a:off x="7993133" y="6762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8" name="pt8258"/>
            <p:cNvSpPr/>
            <p:nvPr/>
          </p:nvSpPr>
          <p:spPr>
            <a:xfrm>
              <a:off x="8015355" y="6711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9" name="pt8259"/>
            <p:cNvSpPr/>
            <p:nvPr/>
          </p:nvSpPr>
          <p:spPr>
            <a:xfrm>
              <a:off x="8158427" y="66636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0" name="pt8260"/>
            <p:cNvSpPr/>
            <p:nvPr/>
          </p:nvSpPr>
          <p:spPr>
            <a:xfrm>
              <a:off x="8061681" y="6789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1" name="pt8261"/>
            <p:cNvSpPr/>
            <p:nvPr/>
          </p:nvSpPr>
          <p:spPr>
            <a:xfrm>
              <a:off x="8059235" y="68642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2" name="pt8262"/>
            <p:cNvSpPr/>
            <p:nvPr/>
          </p:nvSpPr>
          <p:spPr>
            <a:xfrm>
              <a:off x="8002026" y="6851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3" name="pt8263"/>
            <p:cNvSpPr/>
            <p:nvPr/>
          </p:nvSpPr>
          <p:spPr>
            <a:xfrm>
              <a:off x="8033092" y="6668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4" name="pt8264"/>
            <p:cNvSpPr/>
            <p:nvPr/>
          </p:nvSpPr>
          <p:spPr>
            <a:xfrm>
              <a:off x="8003355" y="69568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5" name="pt8265"/>
            <p:cNvSpPr/>
            <p:nvPr/>
          </p:nvSpPr>
          <p:spPr>
            <a:xfrm>
              <a:off x="8184733" y="6637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6" name="pt8266"/>
            <p:cNvSpPr/>
            <p:nvPr/>
          </p:nvSpPr>
          <p:spPr>
            <a:xfrm>
              <a:off x="8045912" y="6824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7" name="pt8267"/>
            <p:cNvSpPr/>
            <p:nvPr/>
          </p:nvSpPr>
          <p:spPr>
            <a:xfrm>
              <a:off x="8430699" y="6492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8" name="pt8268"/>
            <p:cNvSpPr/>
            <p:nvPr/>
          </p:nvSpPr>
          <p:spPr>
            <a:xfrm>
              <a:off x="8195593" y="6682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9" name="pt8269"/>
            <p:cNvSpPr/>
            <p:nvPr/>
          </p:nvSpPr>
          <p:spPr>
            <a:xfrm>
              <a:off x="8082965" y="6752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0" name="pt8270"/>
            <p:cNvSpPr/>
            <p:nvPr/>
          </p:nvSpPr>
          <p:spPr>
            <a:xfrm>
              <a:off x="8026577" y="6873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1" name="pt8271"/>
            <p:cNvSpPr/>
            <p:nvPr/>
          </p:nvSpPr>
          <p:spPr>
            <a:xfrm>
              <a:off x="8275062" y="66026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2" name="pt8272"/>
            <p:cNvSpPr/>
            <p:nvPr/>
          </p:nvSpPr>
          <p:spPr>
            <a:xfrm>
              <a:off x="8020531" y="68710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3" name="pt8273"/>
            <p:cNvSpPr/>
            <p:nvPr/>
          </p:nvSpPr>
          <p:spPr>
            <a:xfrm>
              <a:off x="8118586" y="66326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4" name="pt8274"/>
            <p:cNvSpPr/>
            <p:nvPr/>
          </p:nvSpPr>
          <p:spPr>
            <a:xfrm>
              <a:off x="8025314" y="67631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5" name="pt8275"/>
            <p:cNvSpPr/>
            <p:nvPr/>
          </p:nvSpPr>
          <p:spPr>
            <a:xfrm>
              <a:off x="8162334" y="6706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6" name="pt8276"/>
            <p:cNvSpPr/>
            <p:nvPr/>
          </p:nvSpPr>
          <p:spPr>
            <a:xfrm>
              <a:off x="8459033" y="65310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7" name="pt8277"/>
            <p:cNvSpPr/>
            <p:nvPr/>
          </p:nvSpPr>
          <p:spPr>
            <a:xfrm>
              <a:off x="8269961" y="66324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8" name="pt8278"/>
            <p:cNvSpPr/>
            <p:nvPr/>
          </p:nvSpPr>
          <p:spPr>
            <a:xfrm>
              <a:off x="7972872" y="7047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9" name="pt8279"/>
            <p:cNvSpPr/>
            <p:nvPr/>
          </p:nvSpPr>
          <p:spPr>
            <a:xfrm>
              <a:off x="7994577" y="6746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0" name="pt8280"/>
            <p:cNvSpPr/>
            <p:nvPr/>
          </p:nvSpPr>
          <p:spPr>
            <a:xfrm>
              <a:off x="8132981" y="66661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1" name="pt8281"/>
            <p:cNvSpPr/>
            <p:nvPr/>
          </p:nvSpPr>
          <p:spPr>
            <a:xfrm>
              <a:off x="8006212" y="6800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2" name="pt8282"/>
            <p:cNvSpPr/>
            <p:nvPr/>
          </p:nvSpPr>
          <p:spPr>
            <a:xfrm>
              <a:off x="8062912" y="6781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3" name="pt8283"/>
            <p:cNvSpPr/>
            <p:nvPr/>
          </p:nvSpPr>
          <p:spPr>
            <a:xfrm>
              <a:off x="8045924" y="6808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4" name="pt8284"/>
            <p:cNvSpPr/>
            <p:nvPr/>
          </p:nvSpPr>
          <p:spPr>
            <a:xfrm>
              <a:off x="8252335" y="6592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5" name="pt8285"/>
            <p:cNvSpPr/>
            <p:nvPr/>
          </p:nvSpPr>
          <p:spPr>
            <a:xfrm>
              <a:off x="8184001" y="67020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6" name="pt8286"/>
            <p:cNvSpPr/>
            <p:nvPr/>
          </p:nvSpPr>
          <p:spPr>
            <a:xfrm>
              <a:off x="8029180" y="67982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7" name="pt8287"/>
            <p:cNvSpPr/>
            <p:nvPr/>
          </p:nvSpPr>
          <p:spPr>
            <a:xfrm>
              <a:off x="8080181" y="6843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8" name="pt8288"/>
            <p:cNvSpPr/>
            <p:nvPr/>
          </p:nvSpPr>
          <p:spPr>
            <a:xfrm>
              <a:off x="8022182" y="67105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9" name="pt8289"/>
            <p:cNvSpPr/>
            <p:nvPr/>
          </p:nvSpPr>
          <p:spPr>
            <a:xfrm>
              <a:off x="8038430" y="6869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0" name="pt8290"/>
            <p:cNvSpPr/>
            <p:nvPr/>
          </p:nvSpPr>
          <p:spPr>
            <a:xfrm>
              <a:off x="8220785" y="6757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1" name="pt8291"/>
            <p:cNvSpPr/>
            <p:nvPr/>
          </p:nvSpPr>
          <p:spPr>
            <a:xfrm>
              <a:off x="8164329" y="66792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2" name="pt8292"/>
            <p:cNvSpPr/>
            <p:nvPr/>
          </p:nvSpPr>
          <p:spPr>
            <a:xfrm>
              <a:off x="8198965" y="6647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3" name="pt8293"/>
            <p:cNvSpPr/>
            <p:nvPr/>
          </p:nvSpPr>
          <p:spPr>
            <a:xfrm>
              <a:off x="8125782" y="67193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4" name="pt8294"/>
            <p:cNvSpPr/>
            <p:nvPr/>
          </p:nvSpPr>
          <p:spPr>
            <a:xfrm>
              <a:off x="8112282" y="67221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5" name="pt8295"/>
            <p:cNvSpPr/>
            <p:nvPr/>
          </p:nvSpPr>
          <p:spPr>
            <a:xfrm>
              <a:off x="8235280" y="6628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6" name="pt8296"/>
            <p:cNvSpPr/>
            <p:nvPr/>
          </p:nvSpPr>
          <p:spPr>
            <a:xfrm>
              <a:off x="8051995" y="68358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7" name="pt8297"/>
            <p:cNvSpPr/>
            <p:nvPr/>
          </p:nvSpPr>
          <p:spPr>
            <a:xfrm>
              <a:off x="8062190" y="6788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8" name="pt8298"/>
            <p:cNvSpPr/>
            <p:nvPr/>
          </p:nvSpPr>
          <p:spPr>
            <a:xfrm>
              <a:off x="8069480" y="6536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9" name="pt8299"/>
            <p:cNvSpPr/>
            <p:nvPr/>
          </p:nvSpPr>
          <p:spPr>
            <a:xfrm>
              <a:off x="8074088" y="6812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0" name="pt8300"/>
            <p:cNvSpPr/>
            <p:nvPr/>
          </p:nvSpPr>
          <p:spPr>
            <a:xfrm>
              <a:off x="8115262" y="67008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1" name="pt8301"/>
            <p:cNvSpPr/>
            <p:nvPr/>
          </p:nvSpPr>
          <p:spPr>
            <a:xfrm>
              <a:off x="8019720" y="6890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2" name="pt8302"/>
            <p:cNvSpPr/>
            <p:nvPr/>
          </p:nvSpPr>
          <p:spPr>
            <a:xfrm>
              <a:off x="8180929" y="66566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3" name="pt8303"/>
            <p:cNvSpPr/>
            <p:nvPr/>
          </p:nvSpPr>
          <p:spPr>
            <a:xfrm>
              <a:off x="8027418" y="6924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4" name="pt8304"/>
            <p:cNvSpPr/>
            <p:nvPr/>
          </p:nvSpPr>
          <p:spPr>
            <a:xfrm>
              <a:off x="8306526" y="65749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5" name="pt8305"/>
            <p:cNvSpPr/>
            <p:nvPr/>
          </p:nvSpPr>
          <p:spPr>
            <a:xfrm>
              <a:off x="7998309" y="67733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6" name="pt8306"/>
            <p:cNvSpPr/>
            <p:nvPr/>
          </p:nvSpPr>
          <p:spPr>
            <a:xfrm>
              <a:off x="8356858" y="6568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7" name="pt8307"/>
            <p:cNvSpPr/>
            <p:nvPr/>
          </p:nvSpPr>
          <p:spPr>
            <a:xfrm>
              <a:off x="8002746" y="68285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8" name="pt8308"/>
            <p:cNvSpPr/>
            <p:nvPr/>
          </p:nvSpPr>
          <p:spPr>
            <a:xfrm>
              <a:off x="8001581" y="6708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9" name="pt8309"/>
            <p:cNvSpPr/>
            <p:nvPr/>
          </p:nvSpPr>
          <p:spPr>
            <a:xfrm>
              <a:off x="8099175" y="67404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0" name="pt8310"/>
            <p:cNvSpPr/>
            <p:nvPr/>
          </p:nvSpPr>
          <p:spPr>
            <a:xfrm>
              <a:off x="8125829" y="6702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1" name="pt8311"/>
            <p:cNvSpPr/>
            <p:nvPr/>
          </p:nvSpPr>
          <p:spPr>
            <a:xfrm>
              <a:off x="8027531" y="6864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2" name="pt8312"/>
            <p:cNvSpPr/>
            <p:nvPr/>
          </p:nvSpPr>
          <p:spPr>
            <a:xfrm>
              <a:off x="8026326" y="6831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3" name="pt8313"/>
            <p:cNvSpPr/>
            <p:nvPr/>
          </p:nvSpPr>
          <p:spPr>
            <a:xfrm>
              <a:off x="7994826" y="6843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4" name="pt8314"/>
            <p:cNvSpPr/>
            <p:nvPr/>
          </p:nvSpPr>
          <p:spPr>
            <a:xfrm>
              <a:off x="8163803" y="6698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5" name="pt8315"/>
            <p:cNvSpPr/>
            <p:nvPr/>
          </p:nvSpPr>
          <p:spPr>
            <a:xfrm>
              <a:off x="8251963" y="66072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6" name="pt8316"/>
            <p:cNvSpPr/>
            <p:nvPr/>
          </p:nvSpPr>
          <p:spPr>
            <a:xfrm>
              <a:off x="8061017" y="6808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7" name="pt8317"/>
            <p:cNvSpPr/>
            <p:nvPr/>
          </p:nvSpPr>
          <p:spPr>
            <a:xfrm>
              <a:off x="8022036" y="6692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8" name="pt8318"/>
            <p:cNvSpPr/>
            <p:nvPr/>
          </p:nvSpPr>
          <p:spPr>
            <a:xfrm>
              <a:off x="8116255" y="6749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9" name="pt8319"/>
            <p:cNvSpPr/>
            <p:nvPr/>
          </p:nvSpPr>
          <p:spPr>
            <a:xfrm>
              <a:off x="8017775" y="68856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0" name="pt8320"/>
            <p:cNvSpPr/>
            <p:nvPr/>
          </p:nvSpPr>
          <p:spPr>
            <a:xfrm>
              <a:off x="8120554" y="67113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1" name="pt8321"/>
            <p:cNvSpPr/>
            <p:nvPr/>
          </p:nvSpPr>
          <p:spPr>
            <a:xfrm>
              <a:off x="8058690" y="6842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2" name="pt8322"/>
            <p:cNvSpPr/>
            <p:nvPr/>
          </p:nvSpPr>
          <p:spPr>
            <a:xfrm>
              <a:off x="8028368" y="66353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3" name="pt8323"/>
            <p:cNvSpPr/>
            <p:nvPr/>
          </p:nvSpPr>
          <p:spPr>
            <a:xfrm>
              <a:off x="8008552" y="6824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4" name="pt8324"/>
            <p:cNvSpPr/>
            <p:nvPr/>
          </p:nvSpPr>
          <p:spPr>
            <a:xfrm>
              <a:off x="8020114" y="68867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5" name="pt8325"/>
            <p:cNvSpPr/>
            <p:nvPr/>
          </p:nvSpPr>
          <p:spPr>
            <a:xfrm>
              <a:off x="8052465" y="68211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6" name="pt8326"/>
            <p:cNvSpPr/>
            <p:nvPr/>
          </p:nvSpPr>
          <p:spPr>
            <a:xfrm>
              <a:off x="8494364" y="6470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7" name="pt8327"/>
            <p:cNvSpPr/>
            <p:nvPr/>
          </p:nvSpPr>
          <p:spPr>
            <a:xfrm>
              <a:off x="8058875" y="6768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8" name="pt8328"/>
            <p:cNvSpPr/>
            <p:nvPr/>
          </p:nvSpPr>
          <p:spPr>
            <a:xfrm>
              <a:off x="8001439" y="68713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9" name="pt8329"/>
            <p:cNvSpPr/>
            <p:nvPr/>
          </p:nvSpPr>
          <p:spPr>
            <a:xfrm>
              <a:off x="8148908" y="66635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0" name="pt8330"/>
            <p:cNvSpPr/>
            <p:nvPr/>
          </p:nvSpPr>
          <p:spPr>
            <a:xfrm>
              <a:off x="8234425" y="66177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1" name="pt8331"/>
            <p:cNvSpPr/>
            <p:nvPr/>
          </p:nvSpPr>
          <p:spPr>
            <a:xfrm>
              <a:off x="8097118" y="6796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2" name="pt8332"/>
            <p:cNvSpPr/>
            <p:nvPr/>
          </p:nvSpPr>
          <p:spPr>
            <a:xfrm>
              <a:off x="8079535" y="67893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3" name="pt8333"/>
            <p:cNvSpPr/>
            <p:nvPr/>
          </p:nvSpPr>
          <p:spPr>
            <a:xfrm>
              <a:off x="8050706" y="6536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4" name="pt8334"/>
            <p:cNvSpPr/>
            <p:nvPr/>
          </p:nvSpPr>
          <p:spPr>
            <a:xfrm>
              <a:off x="8044208" y="66315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5" name="pt8335"/>
            <p:cNvSpPr/>
            <p:nvPr/>
          </p:nvSpPr>
          <p:spPr>
            <a:xfrm>
              <a:off x="8074867" y="6794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6" name="pt8336"/>
            <p:cNvSpPr/>
            <p:nvPr/>
          </p:nvSpPr>
          <p:spPr>
            <a:xfrm>
              <a:off x="8214164" y="6678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7" name="pt8337"/>
            <p:cNvSpPr/>
            <p:nvPr/>
          </p:nvSpPr>
          <p:spPr>
            <a:xfrm>
              <a:off x="8022025" y="6676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8" name="pt8338"/>
            <p:cNvSpPr/>
            <p:nvPr/>
          </p:nvSpPr>
          <p:spPr>
            <a:xfrm>
              <a:off x="8138248" y="6684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9" name="pt8339"/>
            <p:cNvSpPr/>
            <p:nvPr/>
          </p:nvSpPr>
          <p:spPr>
            <a:xfrm>
              <a:off x="8346156" y="65880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0" name="pt8340"/>
            <p:cNvSpPr/>
            <p:nvPr/>
          </p:nvSpPr>
          <p:spPr>
            <a:xfrm>
              <a:off x="8011447" y="6783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1" name="pt8341"/>
            <p:cNvSpPr/>
            <p:nvPr/>
          </p:nvSpPr>
          <p:spPr>
            <a:xfrm>
              <a:off x="8025251" y="6887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2" name="pt8342"/>
            <p:cNvSpPr/>
            <p:nvPr/>
          </p:nvSpPr>
          <p:spPr>
            <a:xfrm>
              <a:off x="8102978" y="6794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3" name="pt8343"/>
            <p:cNvSpPr/>
            <p:nvPr/>
          </p:nvSpPr>
          <p:spPr>
            <a:xfrm>
              <a:off x="8066483" y="6821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4" name="pt8344"/>
            <p:cNvSpPr/>
            <p:nvPr/>
          </p:nvSpPr>
          <p:spPr>
            <a:xfrm>
              <a:off x="8054688" y="69067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5" name="pt8345"/>
            <p:cNvSpPr/>
            <p:nvPr/>
          </p:nvSpPr>
          <p:spPr>
            <a:xfrm>
              <a:off x="8054523" y="6874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6" name="rc8346"/>
            <p:cNvSpPr/>
            <p:nvPr/>
          </p:nvSpPr>
          <p:spPr>
            <a:xfrm>
              <a:off x="7958803" y="7171286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7" name="pl8347"/>
            <p:cNvSpPr/>
            <p:nvPr/>
          </p:nvSpPr>
          <p:spPr>
            <a:xfrm>
              <a:off x="7958803" y="775367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8" name="pl8348"/>
            <p:cNvSpPr/>
            <p:nvPr/>
          </p:nvSpPr>
          <p:spPr>
            <a:xfrm>
              <a:off x="7958803" y="757340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9" name="pl8349"/>
            <p:cNvSpPr/>
            <p:nvPr/>
          </p:nvSpPr>
          <p:spPr>
            <a:xfrm>
              <a:off x="7958803" y="739314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0" name="pl8350"/>
            <p:cNvSpPr/>
            <p:nvPr/>
          </p:nvSpPr>
          <p:spPr>
            <a:xfrm>
              <a:off x="7958803" y="721288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1" name="pl8351"/>
            <p:cNvSpPr/>
            <p:nvPr/>
          </p:nvSpPr>
          <p:spPr>
            <a:xfrm>
              <a:off x="8074252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2" name="pl8352"/>
            <p:cNvSpPr/>
            <p:nvPr/>
          </p:nvSpPr>
          <p:spPr>
            <a:xfrm>
              <a:off x="8284475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3" name="pl8353"/>
            <p:cNvSpPr/>
            <p:nvPr/>
          </p:nvSpPr>
          <p:spPr>
            <a:xfrm>
              <a:off x="8494698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4" name="pl8354"/>
            <p:cNvSpPr/>
            <p:nvPr/>
          </p:nvSpPr>
          <p:spPr>
            <a:xfrm>
              <a:off x="7958803" y="766353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5" name="pl8355"/>
            <p:cNvSpPr/>
            <p:nvPr/>
          </p:nvSpPr>
          <p:spPr>
            <a:xfrm>
              <a:off x="7958803" y="748327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6" name="pl8356"/>
            <p:cNvSpPr/>
            <p:nvPr/>
          </p:nvSpPr>
          <p:spPr>
            <a:xfrm>
              <a:off x="7958803" y="730301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7" name="pl8357"/>
            <p:cNvSpPr/>
            <p:nvPr/>
          </p:nvSpPr>
          <p:spPr>
            <a:xfrm>
              <a:off x="7969141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8" name="pl8358"/>
            <p:cNvSpPr/>
            <p:nvPr/>
          </p:nvSpPr>
          <p:spPr>
            <a:xfrm>
              <a:off x="8179364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9" name="pl8359"/>
            <p:cNvSpPr/>
            <p:nvPr/>
          </p:nvSpPr>
          <p:spPr>
            <a:xfrm>
              <a:off x="8389587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0" name="pt8360"/>
            <p:cNvSpPr/>
            <p:nvPr/>
          </p:nvSpPr>
          <p:spPr>
            <a:xfrm>
              <a:off x="7993133" y="7445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1" name="pt8361"/>
            <p:cNvSpPr/>
            <p:nvPr/>
          </p:nvSpPr>
          <p:spPr>
            <a:xfrm>
              <a:off x="8015355" y="7357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2" name="pt8362"/>
            <p:cNvSpPr/>
            <p:nvPr/>
          </p:nvSpPr>
          <p:spPr>
            <a:xfrm>
              <a:off x="8158427" y="7417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3" name="pt8363"/>
            <p:cNvSpPr/>
            <p:nvPr/>
          </p:nvSpPr>
          <p:spPr>
            <a:xfrm>
              <a:off x="8061681" y="7506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4" name="pt8364"/>
            <p:cNvSpPr/>
            <p:nvPr/>
          </p:nvSpPr>
          <p:spPr>
            <a:xfrm>
              <a:off x="8059235" y="76017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5" name="pt8365"/>
            <p:cNvSpPr/>
            <p:nvPr/>
          </p:nvSpPr>
          <p:spPr>
            <a:xfrm>
              <a:off x="8002026" y="7528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6" name="pt8366"/>
            <p:cNvSpPr/>
            <p:nvPr/>
          </p:nvSpPr>
          <p:spPr>
            <a:xfrm>
              <a:off x="8033092" y="7315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7" name="pt8367"/>
            <p:cNvSpPr/>
            <p:nvPr/>
          </p:nvSpPr>
          <p:spPr>
            <a:xfrm>
              <a:off x="8003355" y="7679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8" name="pt8368"/>
            <p:cNvSpPr/>
            <p:nvPr/>
          </p:nvSpPr>
          <p:spPr>
            <a:xfrm>
              <a:off x="8184733" y="73143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9" name="pt8369"/>
            <p:cNvSpPr/>
            <p:nvPr/>
          </p:nvSpPr>
          <p:spPr>
            <a:xfrm>
              <a:off x="8045912" y="7554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0" name="pt8370"/>
            <p:cNvSpPr/>
            <p:nvPr/>
          </p:nvSpPr>
          <p:spPr>
            <a:xfrm>
              <a:off x="8430699" y="72868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1" name="pt8371"/>
            <p:cNvSpPr/>
            <p:nvPr/>
          </p:nvSpPr>
          <p:spPr>
            <a:xfrm>
              <a:off x="8195593" y="7362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2" name="pt8372"/>
            <p:cNvSpPr/>
            <p:nvPr/>
          </p:nvSpPr>
          <p:spPr>
            <a:xfrm>
              <a:off x="8082965" y="7493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3" name="pt8373"/>
            <p:cNvSpPr/>
            <p:nvPr/>
          </p:nvSpPr>
          <p:spPr>
            <a:xfrm>
              <a:off x="8026577" y="7608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4" name="pt8374"/>
            <p:cNvSpPr/>
            <p:nvPr/>
          </p:nvSpPr>
          <p:spPr>
            <a:xfrm>
              <a:off x="8275062" y="7282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5" name="pt8375"/>
            <p:cNvSpPr/>
            <p:nvPr/>
          </p:nvSpPr>
          <p:spPr>
            <a:xfrm>
              <a:off x="8020531" y="75813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6" name="pt8376"/>
            <p:cNvSpPr/>
            <p:nvPr/>
          </p:nvSpPr>
          <p:spPr>
            <a:xfrm>
              <a:off x="8118586" y="7352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7" name="pt8377"/>
            <p:cNvSpPr/>
            <p:nvPr/>
          </p:nvSpPr>
          <p:spPr>
            <a:xfrm>
              <a:off x="8025314" y="73969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8" name="pt8378"/>
            <p:cNvSpPr/>
            <p:nvPr/>
          </p:nvSpPr>
          <p:spPr>
            <a:xfrm>
              <a:off x="8162334" y="7396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9" name="pt8379"/>
            <p:cNvSpPr/>
            <p:nvPr/>
          </p:nvSpPr>
          <p:spPr>
            <a:xfrm>
              <a:off x="8459033" y="72127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0" name="pt8380"/>
            <p:cNvSpPr/>
            <p:nvPr/>
          </p:nvSpPr>
          <p:spPr>
            <a:xfrm>
              <a:off x="8269961" y="73558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1" name="pt8381"/>
            <p:cNvSpPr/>
            <p:nvPr/>
          </p:nvSpPr>
          <p:spPr>
            <a:xfrm>
              <a:off x="7972872" y="7729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2" name="pt8382"/>
            <p:cNvSpPr/>
            <p:nvPr/>
          </p:nvSpPr>
          <p:spPr>
            <a:xfrm>
              <a:off x="7994577" y="7497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3" name="pt8383"/>
            <p:cNvSpPr/>
            <p:nvPr/>
          </p:nvSpPr>
          <p:spPr>
            <a:xfrm>
              <a:off x="8132981" y="74310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4" name="pt8384"/>
            <p:cNvSpPr/>
            <p:nvPr/>
          </p:nvSpPr>
          <p:spPr>
            <a:xfrm>
              <a:off x="8006212" y="75358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5" name="pt8385"/>
            <p:cNvSpPr/>
            <p:nvPr/>
          </p:nvSpPr>
          <p:spPr>
            <a:xfrm>
              <a:off x="8062912" y="75369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6" name="pt8386"/>
            <p:cNvSpPr/>
            <p:nvPr/>
          </p:nvSpPr>
          <p:spPr>
            <a:xfrm>
              <a:off x="8045924" y="7575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7" name="pt8387"/>
            <p:cNvSpPr/>
            <p:nvPr/>
          </p:nvSpPr>
          <p:spPr>
            <a:xfrm>
              <a:off x="8252335" y="7273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8" name="pt8388"/>
            <p:cNvSpPr/>
            <p:nvPr/>
          </p:nvSpPr>
          <p:spPr>
            <a:xfrm>
              <a:off x="8184001" y="73801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9" name="pt8389"/>
            <p:cNvSpPr/>
            <p:nvPr/>
          </p:nvSpPr>
          <p:spPr>
            <a:xfrm>
              <a:off x="8029180" y="7417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0" name="pt8390"/>
            <p:cNvSpPr/>
            <p:nvPr/>
          </p:nvSpPr>
          <p:spPr>
            <a:xfrm>
              <a:off x="8080181" y="7623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1" name="pt8391"/>
            <p:cNvSpPr/>
            <p:nvPr/>
          </p:nvSpPr>
          <p:spPr>
            <a:xfrm>
              <a:off x="8022182" y="72917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2" name="pt8392"/>
            <p:cNvSpPr/>
            <p:nvPr/>
          </p:nvSpPr>
          <p:spPr>
            <a:xfrm>
              <a:off x="8038430" y="7582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3" name="pt8393"/>
            <p:cNvSpPr/>
            <p:nvPr/>
          </p:nvSpPr>
          <p:spPr>
            <a:xfrm>
              <a:off x="8220785" y="75533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4" name="pt8394"/>
            <p:cNvSpPr/>
            <p:nvPr/>
          </p:nvSpPr>
          <p:spPr>
            <a:xfrm>
              <a:off x="8164329" y="7432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5" name="pt8395"/>
            <p:cNvSpPr/>
            <p:nvPr/>
          </p:nvSpPr>
          <p:spPr>
            <a:xfrm>
              <a:off x="8198965" y="73272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6" name="pt8396"/>
            <p:cNvSpPr/>
            <p:nvPr/>
          </p:nvSpPr>
          <p:spPr>
            <a:xfrm>
              <a:off x="8125782" y="7496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7" name="pt8397"/>
            <p:cNvSpPr/>
            <p:nvPr/>
          </p:nvSpPr>
          <p:spPr>
            <a:xfrm>
              <a:off x="8112282" y="74138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8" name="pt8398"/>
            <p:cNvSpPr/>
            <p:nvPr/>
          </p:nvSpPr>
          <p:spPr>
            <a:xfrm>
              <a:off x="8235280" y="7301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9" name="pt8399"/>
            <p:cNvSpPr/>
            <p:nvPr/>
          </p:nvSpPr>
          <p:spPr>
            <a:xfrm>
              <a:off x="8051995" y="7619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0" name="pt8400"/>
            <p:cNvSpPr/>
            <p:nvPr/>
          </p:nvSpPr>
          <p:spPr>
            <a:xfrm>
              <a:off x="8062190" y="7550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1" name="pt8401"/>
            <p:cNvSpPr/>
            <p:nvPr/>
          </p:nvSpPr>
          <p:spPr>
            <a:xfrm>
              <a:off x="8069480" y="7270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2" name="pt8402"/>
            <p:cNvSpPr/>
            <p:nvPr/>
          </p:nvSpPr>
          <p:spPr>
            <a:xfrm>
              <a:off x="8074088" y="7614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3" name="pt8403"/>
            <p:cNvSpPr/>
            <p:nvPr/>
          </p:nvSpPr>
          <p:spPr>
            <a:xfrm>
              <a:off x="8115262" y="73998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4" name="pt8404"/>
            <p:cNvSpPr/>
            <p:nvPr/>
          </p:nvSpPr>
          <p:spPr>
            <a:xfrm>
              <a:off x="8019720" y="7618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5" name="pt8405"/>
            <p:cNvSpPr/>
            <p:nvPr/>
          </p:nvSpPr>
          <p:spPr>
            <a:xfrm>
              <a:off x="8180929" y="73898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6" name="pt8406"/>
            <p:cNvSpPr/>
            <p:nvPr/>
          </p:nvSpPr>
          <p:spPr>
            <a:xfrm>
              <a:off x="8027418" y="7626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7" name="pt8407"/>
            <p:cNvSpPr/>
            <p:nvPr/>
          </p:nvSpPr>
          <p:spPr>
            <a:xfrm>
              <a:off x="8306526" y="7277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8" name="pt8408"/>
            <p:cNvSpPr/>
            <p:nvPr/>
          </p:nvSpPr>
          <p:spPr>
            <a:xfrm>
              <a:off x="7998309" y="74427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9" name="pt8409"/>
            <p:cNvSpPr/>
            <p:nvPr/>
          </p:nvSpPr>
          <p:spPr>
            <a:xfrm>
              <a:off x="8356858" y="71753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0" name="pt8410"/>
            <p:cNvSpPr/>
            <p:nvPr/>
          </p:nvSpPr>
          <p:spPr>
            <a:xfrm>
              <a:off x="8002746" y="77532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1" name="pt8411"/>
            <p:cNvSpPr/>
            <p:nvPr/>
          </p:nvSpPr>
          <p:spPr>
            <a:xfrm>
              <a:off x="8001581" y="7511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2" name="pt8412"/>
            <p:cNvSpPr/>
            <p:nvPr/>
          </p:nvSpPr>
          <p:spPr>
            <a:xfrm>
              <a:off x="8099175" y="7384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3" name="pt8413"/>
            <p:cNvSpPr/>
            <p:nvPr/>
          </p:nvSpPr>
          <p:spPr>
            <a:xfrm>
              <a:off x="8125829" y="73391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4" name="pt8414"/>
            <p:cNvSpPr/>
            <p:nvPr/>
          </p:nvSpPr>
          <p:spPr>
            <a:xfrm>
              <a:off x="8027531" y="7662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5" name="pt8415"/>
            <p:cNvSpPr/>
            <p:nvPr/>
          </p:nvSpPr>
          <p:spPr>
            <a:xfrm>
              <a:off x="8026326" y="7553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6" name="pt8416"/>
            <p:cNvSpPr/>
            <p:nvPr/>
          </p:nvSpPr>
          <p:spPr>
            <a:xfrm>
              <a:off x="7994826" y="76189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7" name="pt8417"/>
            <p:cNvSpPr/>
            <p:nvPr/>
          </p:nvSpPr>
          <p:spPr>
            <a:xfrm>
              <a:off x="8163803" y="7411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8" name="pt8418"/>
            <p:cNvSpPr/>
            <p:nvPr/>
          </p:nvSpPr>
          <p:spPr>
            <a:xfrm>
              <a:off x="8251963" y="7276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9" name="pt8419"/>
            <p:cNvSpPr/>
            <p:nvPr/>
          </p:nvSpPr>
          <p:spPr>
            <a:xfrm>
              <a:off x="8061017" y="7541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0" name="pt8420"/>
            <p:cNvSpPr/>
            <p:nvPr/>
          </p:nvSpPr>
          <p:spPr>
            <a:xfrm>
              <a:off x="8022036" y="7366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1" name="pt8421"/>
            <p:cNvSpPr/>
            <p:nvPr/>
          </p:nvSpPr>
          <p:spPr>
            <a:xfrm>
              <a:off x="8116255" y="7500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2" name="pt8422"/>
            <p:cNvSpPr/>
            <p:nvPr/>
          </p:nvSpPr>
          <p:spPr>
            <a:xfrm>
              <a:off x="8017775" y="7617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3" name="pt8423"/>
            <p:cNvSpPr/>
            <p:nvPr/>
          </p:nvSpPr>
          <p:spPr>
            <a:xfrm>
              <a:off x="8120554" y="7422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4" name="pt8424"/>
            <p:cNvSpPr/>
            <p:nvPr/>
          </p:nvSpPr>
          <p:spPr>
            <a:xfrm>
              <a:off x="8058690" y="7639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5" name="pt8425"/>
            <p:cNvSpPr/>
            <p:nvPr/>
          </p:nvSpPr>
          <p:spPr>
            <a:xfrm>
              <a:off x="8028368" y="73721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6" name="pt8426"/>
            <p:cNvSpPr/>
            <p:nvPr/>
          </p:nvSpPr>
          <p:spPr>
            <a:xfrm>
              <a:off x="8008552" y="7602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7" name="pt8427"/>
            <p:cNvSpPr/>
            <p:nvPr/>
          </p:nvSpPr>
          <p:spPr>
            <a:xfrm>
              <a:off x="8020114" y="76381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8" name="pt8428"/>
            <p:cNvSpPr/>
            <p:nvPr/>
          </p:nvSpPr>
          <p:spPr>
            <a:xfrm>
              <a:off x="8052465" y="75588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9" name="pt8429"/>
            <p:cNvSpPr/>
            <p:nvPr/>
          </p:nvSpPr>
          <p:spPr>
            <a:xfrm>
              <a:off x="8494364" y="72482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0" name="pt8430"/>
            <p:cNvSpPr/>
            <p:nvPr/>
          </p:nvSpPr>
          <p:spPr>
            <a:xfrm>
              <a:off x="8058875" y="7562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1" name="pt8431"/>
            <p:cNvSpPr/>
            <p:nvPr/>
          </p:nvSpPr>
          <p:spPr>
            <a:xfrm>
              <a:off x="8001439" y="7517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2" name="pt8432"/>
            <p:cNvSpPr/>
            <p:nvPr/>
          </p:nvSpPr>
          <p:spPr>
            <a:xfrm>
              <a:off x="8148908" y="73978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3" name="pt8433"/>
            <p:cNvSpPr/>
            <p:nvPr/>
          </p:nvSpPr>
          <p:spPr>
            <a:xfrm>
              <a:off x="8234425" y="7327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4" name="pt8434"/>
            <p:cNvSpPr/>
            <p:nvPr/>
          </p:nvSpPr>
          <p:spPr>
            <a:xfrm>
              <a:off x="8097118" y="7537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5" name="pt8435"/>
            <p:cNvSpPr/>
            <p:nvPr/>
          </p:nvSpPr>
          <p:spPr>
            <a:xfrm>
              <a:off x="8079535" y="75351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6" name="pt8436"/>
            <p:cNvSpPr/>
            <p:nvPr/>
          </p:nvSpPr>
          <p:spPr>
            <a:xfrm>
              <a:off x="8050706" y="7229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7" name="pt8437"/>
            <p:cNvSpPr/>
            <p:nvPr/>
          </p:nvSpPr>
          <p:spPr>
            <a:xfrm>
              <a:off x="8044208" y="7370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8" name="pt8438"/>
            <p:cNvSpPr/>
            <p:nvPr/>
          </p:nvSpPr>
          <p:spPr>
            <a:xfrm>
              <a:off x="8074867" y="7492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9" name="pt8439"/>
            <p:cNvSpPr/>
            <p:nvPr/>
          </p:nvSpPr>
          <p:spPr>
            <a:xfrm>
              <a:off x="8214164" y="74280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0" name="pt8440"/>
            <p:cNvSpPr/>
            <p:nvPr/>
          </p:nvSpPr>
          <p:spPr>
            <a:xfrm>
              <a:off x="8022025" y="7523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1" name="pt8441"/>
            <p:cNvSpPr/>
            <p:nvPr/>
          </p:nvSpPr>
          <p:spPr>
            <a:xfrm>
              <a:off x="8138248" y="7380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2" name="pt8442"/>
            <p:cNvSpPr/>
            <p:nvPr/>
          </p:nvSpPr>
          <p:spPr>
            <a:xfrm>
              <a:off x="8346156" y="72351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3" name="pt8443"/>
            <p:cNvSpPr/>
            <p:nvPr/>
          </p:nvSpPr>
          <p:spPr>
            <a:xfrm>
              <a:off x="8011447" y="7590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4" name="pt8444"/>
            <p:cNvSpPr/>
            <p:nvPr/>
          </p:nvSpPr>
          <p:spPr>
            <a:xfrm>
              <a:off x="8025251" y="7636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5" name="pt8445"/>
            <p:cNvSpPr/>
            <p:nvPr/>
          </p:nvSpPr>
          <p:spPr>
            <a:xfrm>
              <a:off x="8102978" y="7554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6" name="pt8446"/>
            <p:cNvSpPr/>
            <p:nvPr/>
          </p:nvSpPr>
          <p:spPr>
            <a:xfrm>
              <a:off x="8066483" y="75181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7" name="pt8447"/>
            <p:cNvSpPr/>
            <p:nvPr/>
          </p:nvSpPr>
          <p:spPr>
            <a:xfrm>
              <a:off x="8054688" y="7647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8" name="pt8448"/>
            <p:cNvSpPr/>
            <p:nvPr/>
          </p:nvSpPr>
          <p:spPr>
            <a:xfrm>
              <a:off x="8054523" y="7645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9" name="rc8449"/>
            <p:cNvSpPr/>
            <p:nvPr/>
          </p:nvSpPr>
          <p:spPr>
            <a:xfrm>
              <a:off x="7958803" y="7876508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0" name="pl8450"/>
            <p:cNvSpPr/>
            <p:nvPr/>
          </p:nvSpPr>
          <p:spPr>
            <a:xfrm>
              <a:off x="7958803" y="845271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1" name="pl8451"/>
            <p:cNvSpPr/>
            <p:nvPr/>
          </p:nvSpPr>
          <p:spPr>
            <a:xfrm>
              <a:off x="7958803" y="833936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2" name="pl8452"/>
            <p:cNvSpPr/>
            <p:nvPr/>
          </p:nvSpPr>
          <p:spPr>
            <a:xfrm>
              <a:off x="7958803" y="822601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3" name="pl8453"/>
            <p:cNvSpPr/>
            <p:nvPr/>
          </p:nvSpPr>
          <p:spPr>
            <a:xfrm>
              <a:off x="7958803" y="811266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4" name="pl8454"/>
            <p:cNvSpPr/>
            <p:nvPr/>
          </p:nvSpPr>
          <p:spPr>
            <a:xfrm>
              <a:off x="7958803" y="799930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5" name="pl8455"/>
            <p:cNvSpPr/>
            <p:nvPr/>
          </p:nvSpPr>
          <p:spPr>
            <a:xfrm>
              <a:off x="7958803" y="788595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6" name="pl8456"/>
            <p:cNvSpPr/>
            <p:nvPr/>
          </p:nvSpPr>
          <p:spPr>
            <a:xfrm>
              <a:off x="8074252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7" name="pl8457"/>
            <p:cNvSpPr/>
            <p:nvPr/>
          </p:nvSpPr>
          <p:spPr>
            <a:xfrm>
              <a:off x="8284475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8" name="pl8458"/>
            <p:cNvSpPr/>
            <p:nvPr/>
          </p:nvSpPr>
          <p:spPr>
            <a:xfrm>
              <a:off x="8494698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9" name="pl8459"/>
            <p:cNvSpPr/>
            <p:nvPr/>
          </p:nvSpPr>
          <p:spPr>
            <a:xfrm>
              <a:off x="7958803" y="850939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0" name="pl8460"/>
            <p:cNvSpPr/>
            <p:nvPr/>
          </p:nvSpPr>
          <p:spPr>
            <a:xfrm>
              <a:off x="7958803" y="839604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1" name="pl8461"/>
            <p:cNvSpPr/>
            <p:nvPr/>
          </p:nvSpPr>
          <p:spPr>
            <a:xfrm>
              <a:off x="7958803" y="828268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2" name="pl8462"/>
            <p:cNvSpPr/>
            <p:nvPr/>
          </p:nvSpPr>
          <p:spPr>
            <a:xfrm>
              <a:off x="7958803" y="816933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3" name="pl8463"/>
            <p:cNvSpPr/>
            <p:nvPr/>
          </p:nvSpPr>
          <p:spPr>
            <a:xfrm>
              <a:off x="7958803" y="805598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4" name="pl8464"/>
            <p:cNvSpPr/>
            <p:nvPr/>
          </p:nvSpPr>
          <p:spPr>
            <a:xfrm>
              <a:off x="7958803" y="794263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5" name="pl8465"/>
            <p:cNvSpPr/>
            <p:nvPr/>
          </p:nvSpPr>
          <p:spPr>
            <a:xfrm>
              <a:off x="7969141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6" name="pl8466"/>
            <p:cNvSpPr/>
            <p:nvPr/>
          </p:nvSpPr>
          <p:spPr>
            <a:xfrm>
              <a:off x="8179364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7" name="pl8467"/>
            <p:cNvSpPr/>
            <p:nvPr/>
          </p:nvSpPr>
          <p:spPr>
            <a:xfrm>
              <a:off x="8389587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8" name="pt8468"/>
            <p:cNvSpPr/>
            <p:nvPr/>
          </p:nvSpPr>
          <p:spPr>
            <a:xfrm>
              <a:off x="8011804" y="80353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9" name="pt8469"/>
            <p:cNvSpPr/>
            <p:nvPr/>
          </p:nvSpPr>
          <p:spPr>
            <a:xfrm>
              <a:off x="7993133" y="8107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0" name="pt8470"/>
            <p:cNvSpPr/>
            <p:nvPr/>
          </p:nvSpPr>
          <p:spPr>
            <a:xfrm>
              <a:off x="8202231" y="81619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1" name="pt8471"/>
            <p:cNvSpPr/>
            <p:nvPr/>
          </p:nvSpPr>
          <p:spPr>
            <a:xfrm>
              <a:off x="8015355" y="7957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2" name="pt8472"/>
            <p:cNvSpPr/>
            <p:nvPr/>
          </p:nvSpPr>
          <p:spPr>
            <a:xfrm>
              <a:off x="8004781" y="7980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3" name="pt8473"/>
            <p:cNvSpPr/>
            <p:nvPr/>
          </p:nvSpPr>
          <p:spPr>
            <a:xfrm>
              <a:off x="8010123" y="81304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4" name="pt8474"/>
            <p:cNvSpPr/>
            <p:nvPr/>
          </p:nvSpPr>
          <p:spPr>
            <a:xfrm>
              <a:off x="8158427" y="7967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5" name="pt8475"/>
            <p:cNvSpPr/>
            <p:nvPr/>
          </p:nvSpPr>
          <p:spPr>
            <a:xfrm>
              <a:off x="8061681" y="7922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6" name="pt8476"/>
            <p:cNvSpPr/>
            <p:nvPr/>
          </p:nvSpPr>
          <p:spPr>
            <a:xfrm>
              <a:off x="8059235" y="8196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7" name="pt8477"/>
            <p:cNvSpPr/>
            <p:nvPr/>
          </p:nvSpPr>
          <p:spPr>
            <a:xfrm>
              <a:off x="7984784" y="81004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8" name="pt8478"/>
            <p:cNvSpPr/>
            <p:nvPr/>
          </p:nvSpPr>
          <p:spPr>
            <a:xfrm>
              <a:off x="7978341" y="81279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9" name="pt8479"/>
            <p:cNvSpPr/>
            <p:nvPr/>
          </p:nvSpPr>
          <p:spPr>
            <a:xfrm>
              <a:off x="7971547" y="82316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0" name="pt8480"/>
            <p:cNvSpPr/>
            <p:nvPr/>
          </p:nvSpPr>
          <p:spPr>
            <a:xfrm>
              <a:off x="8000636" y="8108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1" name="pt8481"/>
            <p:cNvSpPr/>
            <p:nvPr/>
          </p:nvSpPr>
          <p:spPr>
            <a:xfrm>
              <a:off x="7989763" y="8021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2" name="pt8482"/>
            <p:cNvSpPr/>
            <p:nvPr/>
          </p:nvSpPr>
          <p:spPr>
            <a:xfrm>
              <a:off x="8002026" y="7885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3" name="pt8483"/>
            <p:cNvSpPr/>
            <p:nvPr/>
          </p:nvSpPr>
          <p:spPr>
            <a:xfrm>
              <a:off x="8033092" y="8250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4" name="pt8484"/>
            <p:cNvSpPr/>
            <p:nvPr/>
          </p:nvSpPr>
          <p:spPr>
            <a:xfrm>
              <a:off x="8003355" y="82150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5" name="pt8485"/>
            <p:cNvSpPr/>
            <p:nvPr/>
          </p:nvSpPr>
          <p:spPr>
            <a:xfrm>
              <a:off x="7990517" y="79858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6" name="pt8486"/>
            <p:cNvSpPr/>
            <p:nvPr/>
          </p:nvSpPr>
          <p:spPr>
            <a:xfrm>
              <a:off x="8021164" y="8135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7" name="pt8487"/>
            <p:cNvSpPr/>
            <p:nvPr/>
          </p:nvSpPr>
          <p:spPr>
            <a:xfrm>
              <a:off x="7991540" y="80418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8" name="pt8488"/>
            <p:cNvSpPr/>
            <p:nvPr/>
          </p:nvSpPr>
          <p:spPr>
            <a:xfrm>
              <a:off x="8012056" y="8298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9" name="pt8489"/>
            <p:cNvSpPr/>
            <p:nvPr/>
          </p:nvSpPr>
          <p:spPr>
            <a:xfrm>
              <a:off x="8184733" y="79627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0" name="pt8490"/>
            <p:cNvSpPr/>
            <p:nvPr/>
          </p:nvSpPr>
          <p:spPr>
            <a:xfrm>
              <a:off x="7990283" y="8164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1" name="pt8491"/>
            <p:cNvSpPr/>
            <p:nvPr/>
          </p:nvSpPr>
          <p:spPr>
            <a:xfrm>
              <a:off x="8009414" y="8022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2" name="pt8492"/>
            <p:cNvSpPr/>
            <p:nvPr/>
          </p:nvSpPr>
          <p:spPr>
            <a:xfrm>
              <a:off x="7988302" y="8268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3" name="pt8493"/>
            <p:cNvSpPr/>
            <p:nvPr/>
          </p:nvSpPr>
          <p:spPr>
            <a:xfrm>
              <a:off x="8013141" y="81483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4" name="pt8494"/>
            <p:cNvSpPr/>
            <p:nvPr/>
          </p:nvSpPr>
          <p:spPr>
            <a:xfrm>
              <a:off x="8035151" y="8195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5" name="pt8495"/>
            <p:cNvSpPr/>
            <p:nvPr/>
          </p:nvSpPr>
          <p:spPr>
            <a:xfrm>
              <a:off x="8045912" y="8170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6" name="pt8496"/>
            <p:cNvSpPr/>
            <p:nvPr/>
          </p:nvSpPr>
          <p:spPr>
            <a:xfrm>
              <a:off x="8430699" y="80333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7" name="pt8497"/>
            <p:cNvSpPr/>
            <p:nvPr/>
          </p:nvSpPr>
          <p:spPr>
            <a:xfrm>
              <a:off x="8195593" y="8131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8" name="pt8498"/>
            <p:cNvSpPr/>
            <p:nvPr/>
          </p:nvSpPr>
          <p:spPr>
            <a:xfrm>
              <a:off x="8028416" y="79316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9" name="pt8499"/>
            <p:cNvSpPr/>
            <p:nvPr/>
          </p:nvSpPr>
          <p:spPr>
            <a:xfrm>
              <a:off x="8082965" y="8090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0" name="pt8500"/>
            <p:cNvSpPr/>
            <p:nvPr/>
          </p:nvSpPr>
          <p:spPr>
            <a:xfrm>
              <a:off x="8102237" y="80918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1" name="pt8501"/>
            <p:cNvSpPr/>
            <p:nvPr/>
          </p:nvSpPr>
          <p:spPr>
            <a:xfrm>
              <a:off x="8005247" y="8281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2" name="pt8502"/>
            <p:cNvSpPr/>
            <p:nvPr/>
          </p:nvSpPr>
          <p:spPr>
            <a:xfrm>
              <a:off x="8026577" y="8169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3" name="pt8503"/>
            <p:cNvSpPr/>
            <p:nvPr/>
          </p:nvSpPr>
          <p:spPr>
            <a:xfrm>
              <a:off x="8275062" y="80455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4" name="pt8504"/>
            <p:cNvSpPr/>
            <p:nvPr/>
          </p:nvSpPr>
          <p:spPr>
            <a:xfrm>
              <a:off x="8002811" y="8092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5" name="pt8505"/>
            <p:cNvSpPr/>
            <p:nvPr/>
          </p:nvSpPr>
          <p:spPr>
            <a:xfrm>
              <a:off x="8020531" y="8216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6" name="pt8506"/>
            <p:cNvSpPr/>
            <p:nvPr/>
          </p:nvSpPr>
          <p:spPr>
            <a:xfrm>
              <a:off x="8381214" y="81033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7" name="pt8507"/>
            <p:cNvSpPr/>
            <p:nvPr/>
          </p:nvSpPr>
          <p:spPr>
            <a:xfrm>
              <a:off x="8002672" y="84451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8" name="pt8508"/>
            <p:cNvSpPr/>
            <p:nvPr/>
          </p:nvSpPr>
          <p:spPr>
            <a:xfrm>
              <a:off x="8000093" y="82117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9" name="pt8509"/>
            <p:cNvSpPr/>
            <p:nvPr/>
          </p:nvSpPr>
          <p:spPr>
            <a:xfrm>
              <a:off x="8235609" y="8113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0" name="pt8510"/>
            <p:cNvSpPr/>
            <p:nvPr/>
          </p:nvSpPr>
          <p:spPr>
            <a:xfrm>
              <a:off x="8025314" y="8163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1" name="pt8511"/>
            <p:cNvSpPr/>
            <p:nvPr/>
          </p:nvSpPr>
          <p:spPr>
            <a:xfrm>
              <a:off x="8162334" y="7983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2" name="pt8512"/>
            <p:cNvSpPr/>
            <p:nvPr/>
          </p:nvSpPr>
          <p:spPr>
            <a:xfrm>
              <a:off x="7988294" y="8324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3" name="pt8513"/>
            <p:cNvSpPr/>
            <p:nvPr/>
          </p:nvSpPr>
          <p:spPr>
            <a:xfrm>
              <a:off x="7994620" y="82052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4" name="pt8514"/>
            <p:cNvSpPr/>
            <p:nvPr/>
          </p:nvSpPr>
          <p:spPr>
            <a:xfrm>
              <a:off x="8036285" y="8151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5" name="pt8515"/>
            <p:cNvSpPr/>
            <p:nvPr/>
          </p:nvSpPr>
          <p:spPr>
            <a:xfrm>
              <a:off x="7990648" y="8127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6" name="pt8516"/>
            <p:cNvSpPr/>
            <p:nvPr/>
          </p:nvSpPr>
          <p:spPr>
            <a:xfrm>
              <a:off x="8459033" y="8072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7" name="pt8517"/>
            <p:cNvSpPr/>
            <p:nvPr/>
          </p:nvSpPr>
          <p:spPr>
            <a:xfrm>
              <a:off x="8003170" y="80942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8" name="pt8518"/>
            <p:cNvSpPr/>
            <p:nvPr/>
          </p:nvSpPr>
          <p:spPr>
            <a:xfrm>
              <a:off x="8000336" y="8026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9" name="pt8519"/>
            <p:cNvSpPr/>
            <p:nvPr/>
          </p:nvSpPr>
          <p:spPr>
            <a:xfrm>
              <a:off x="7972872" y="82182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0" name="pt8520"/>
            <p:cNvSpPr/>
            <p:nvPr/>
          </p:nvSpPr>
          <p:spPr>
            <a:xfrm>
              <a:off x="7991559" y="81406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1" name="pt8521"/>
            <p:cNvSpPr/>
            <p:nvPr/>
          </p:nvSpPr>
          <p:spPr>
            <a:xfrm>
              <a:off x="8014534" y="8211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2" name="pt8522"/>
            <p:cNvSpPr/>
            <p:nvPr/>
          </p:nvSpPr>
          <p:spPr>
            <a:xfrm>
              <a:off x="8009063" y="7926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3" name="pt8523"/>
            <p:cNvSpPr/>
            <p:nvPr/>
          </p:nvSpPr>
          <p:spPr>
            <a:xfrm>
              <a:off x="8061069" y="8166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4" name="pt8524"/>
            <p:cNvSpPr/>
            <p:nvPr/>
          </p:nvSpPr>
          <p:spPr>
            <a:xfrm>
              <a:off x="8132981" y="81636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5" name="pt8525"/>
            <p:cNvSpPr/>
            <p:nvPr/>
          </p:nvSpPr>
          <p:spPr>
            <a:xfrm>
              <a:off x="8008317" y="8128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6" name="pt8526"/>
            <p:cNvSpPr/>
            <p:nvPr/>
          </p:nvSpPr>
          <p:spPr>
            <a:xfrm>
              <a:off x="8007102" y="81630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7" name="pt8527"/>
            <p:cNvSpPr/>
            <p:nvPr/>
          </p:nvSpPr>
          <p:spPr>
            <a:xfrm>
              <a:off x="8062912" y="8213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8" name="pt8528"/>
            <p:cNvSpPr/>
            <p:nvPr/>
          </p:nvSpPr>
          <p:spPr>
            <a:xfrm>
              <a:off x="8036735" y="8029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9" name="pt8529"/>
            <p:cNvSpPr/>
            <p:nvPr/>
          </p:nvSpPr>
          <p:spPr>
            <a:xfrm>
              <a:off x="8285380" y="8059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0" name="pt8530"/>
            <p:cNvSpPr/>
            <p:nvPr/>
          </p:nvSpPr>
          <p:spPr>
            <a:xfrm>
              <a:off x="8045924" y="80982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1" name="pt8531"/>
            <p:cNvSpPr/>
            <p:nvPr/>
          </p:nvSpPr>
          <p:spPr>
            <a:xfrm>
              <a:off x="8008468" y="80653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2" name="pt8532"/>
            <p:cNvSpPr/>
            <p:nvPr/>
          </p:nvSpPr>
          <p:spPr>
            <a:xfrm>
              <a:off x="8195656" y="80248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3" name="pt8533"/>
            <p:cNvSpPr/>
            <p:nvPr/>
          </p:nvSpPr>
          <p:spPr>
            <a:xfrm>
              <a:off x="8252335" y="7921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4" name="pt8534"/>
            <p:cNvSpPr/>
            <p:nvPr/>
          </p:nvSpPr>
          <p:spPr>
            <a:xfrm>
              <a:off x="7988644" y="80309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5" name="pt8535"/>
            <p:cNvSpPr/>
            <p:nvPr/>
          </p:nvSpPr>
          <p:spPr>
            <a:xfrm>
              <a:off x="8184001" y="80847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6" name="pt8536"/>
            <p:cNvSpPr/>
            <p:nvPr/>
          </p:nvSpPr>
          <p:spPr>
            <a:xfrm>
              <a:off x="8080181" y="8064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7" name="pt8537"/>
            <p:cNvSpPr/>
            <p:nvPr/>
          </p:nvSpPr>
          <p:spPr>
            <a:xfrm>
              <a:off x="8027942" y="8206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8" name="pt8538"/>
            <p:cNvSpPr/>
            <p:nvPr/>
          </p:nvSpPr>
          <p:spPr>
            <a:xfrm>
              <a:off x="8022182" y="8311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9" name="pt8539"/>
            <p:cNvSpPr/>
            <p:nvPr/>
          </p:nvSpPr>
          <p:spPr>
            <a:xfrm>
              <a:off x="8033458" y="80884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0" name="pt8540"/>
            <p:cNvSpPr/>
            <p:nvPr/>
          </p:nvSpPr>
          <p:spPr>
            <a:xfrm>
              <a:off x="7972416" y="8220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1" name="pt8541"/>
            <p:cNvSpPr/>
            <p:nvPr/>
          </p:nvSpPr>
          <p:spPr>
            <a:xfrm>
              <a:off x="7990257" y="8182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2" name="pt8542"/>
            <p:cNvSpPr/>
            <p:nvPr/>
          </p:nvSpPr>
          <p:spPr>
            <a:xfrm>
              <a:off x="8000660" y="82682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3" name="pt8543"/>
            <p:cNvSpPr/>
            <p:nvPr/>
          </p:nvSpPr>
          <p:spPr>
            <a:xfrm>
              <a:off x="7990490" y="82534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4" name="pt8544"/>
            <p:cNvSpPr/>
            <p:nvPr/>
          </p:nvSpPr>
          <p:spPr>
            <a:xfrm>
              <a:off x="7988711" y="8389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5" name="pt8545"/>
            <p:cNvSpPr/>
            <p:nvPr/>
          </p:nvSpPr>
          <p:spPr>
            <a:xfrm>
              <a:off x="8004842" y="81033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6" name="pt8546"/>
            <p:cNvSpPr/>
            <p:nvPr/>
          </p:nvSpPr>
          <p:spPr>
            <a:xfrm>
              <a:off x="8038430" y="8034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7" name="pt8547"/>
            <p:cNvSpPr/>
            <p:nvPr/>
          </p:nvSpPr>
          <p:spPr>
            <a:xfrm>
              <a:off x="8031665" y="82085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8" name="pt8548"/>
            <p:cNvSpPr/>
            <p:nvPr/>
          </p:nvSpPr>
          <p:spPr>
            <a:xfrm>
              <a:off x="8220785" y="79903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9" name="pt8549"/>
            <p:cNvSpPr/>
            <p:nvPr/>
          </p:nvSpPr>
          <p:spPr>
            <a:xfrm>
              <a:off x="8198965" y="8012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0" name="pt8550"/>
            <p:cNvSpPr/>
            <p:nvPr/>
          </p:nvSpPr>
          <p:spPr>
            <a:xfrm>
              <a:off x="8112282" y="7979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1" name="pt8551"/>
            <p:cNvSpPr/>
            <p:nvPr/>
          </p:nvSpPr>
          <p:spPr>
            <a:xfrm>
              <a:off x="7996546" y="81930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2" name="pt8552"/>
            <p:cNvSpPr/>
            <p:nvPr/>
          </p:nvSpPr>
          <p:spPr>
            <a:xfrm>
              <a:off x="8235280" y="7975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3" name="pt8553"/>
            <p:cNvSpPr/>
            <p:nvPr/>
          </p:nvSpPr>
          <p:spPr>
            <a:xfrm>
              <a:off x="8051995" y="8125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4" name="pt8554"/>
            <p:cNvSpPr/>
            <p:nvPr/>
          </p:nvSpPr>
          <p:spPr>
            <a:xfrm>
              <a:off x="8032655" y="8339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5" name="pt8555"/>
            <p:cNvSpPr/>
            <p:nvPr/>
          </p:nvSpPr>
          <p:spPr>
            <a:xfrm>
              <a:off x="8001227" y="8251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6" name="pt8556"/>
            <p:cNvSpPr/>
            <p:nvPr/>
          </p:nvSpPr>
          <p:spPr>
            <a:xfrm>
              <a:off x="8000315" y="80231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7" name="pt8557"/>
            <p:cNvSpPr/>
            <p:nvPr/>
          </p:nvSpPr>
          <p:spPr>
            <a:xfrm>
              <a:off x="8004641" y="8299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8" name="pt8558"/>
            <p:cNvSpPr/>
            <p:nvPr/>
          </p:nvSpPr>
          <p:spPr>
            <a:xfrm>
              <a:off x="8024099" y="8132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9" name="pt8559"/>
            <p:cNvSpPr/>
            <p:nvPr/>
          </p:nvSpPr>
          <p:spPr>
            <a:xfrm>
              <a:off x="8021083" y="7989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0" name="pt8560"/>
            <p:cNvSpPr/>
            <p:nvPr/>
          </p:nvSpPr>
          <p:spPr>
            <a:xfrm>
              <a:off x="8062190" y="8205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1" name="pt8561"/>
            <p:cNvSpPr/>
            <p:nvPr/>
          </p:nvSpPr>
          <p:spPr>
            <a:xfrm>
              <a:off x="8004219" y="8168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2" name="pt8562"/>
            <p:cNvSpPr/>
            <p:nvPr/>
          </p:nvSpPr>
          <p:spPr>
            <a:xfrm>
              <a:off x="8059217" y="8214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3" name="pt8563"/>
            <p:cNvSpPr/>
            <p:nvPr/>
          </p:nvSpPr>
          <p:spPr>
            <a:xfrm>
              <a:off x="7996978" y="8458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4" name="pt8564"/>
            <p:cNvSpPr/>
            <p:nvPr/>
          </p:nvSpPr>
          <p:spPr>
            <a:xfrm>
              <a:off x="8115262" y="8037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5" name="pt8565"/>
            <p:cNvSpPr/>
            <p:nvPr/>
          </p:nvSpPr>
          <p:spPr>
            <a:xfrm>
              <a:off x="8149702" y="8083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6" name="pt8566"/>
            <p:cNvSpPr/>
            <p:nvPr/>
          </p:nvSpPr>
          <p:spPr>
            <a:xfrm>
              <a:off x="7997979" y="8088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7" name="pt8567"/>
            <p:cNvSpPr/>
            <p:nvPr/>
          </p:nvSpPr>
          <p:spPr>
            <a:xfrm>
              <a:off x="8024696" y="83282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8" name="pt8568"/>
            <p:cNvSpPr/>
            <p:nvPr/>
          </p:nvSpPr>
          <p:spPr>
            <a:xfrm>
              <a:off x="8002083" y="8147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9" name="pt8569"/>
            <p:cNvSpPr/>
            <p:nvPr/>
          </p:nvSpPr>
          <p:spPr>
            <a:xfrm>
              <a:off x="8019720" y="8248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0" name="pt8570"/>
            <p:cNvSpPr/>
            <p:nvPr/>
          </p:nvSpPr>
          <p:spPr>
            <a:xfrm>
              <a:off x="8180929" y="80393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1" name="pt8571"/>
            <p:cNvSpPr/>
            <p:nvPr/>
          </p:nvSpPr>
          <p:spPr>
            <a:xfrm>
              <a:off x="8306526" y="80168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2" name="pt8572"/>
            <p:cNvSpPr/>
            <p:nvPr/>
          </p:nvSpPr>
          <p:spPr>
            <a:xfrm>
              <a:off x="7998309" y="8262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3" name="pt8573"/>
            <p:cNvSpPr/>
            <p:nvPr/>
          </p:nvSpPr>
          <p:spPr>
            <a:xfrm>
              <a:off x="8356858" y="7986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4" name="pt8574"/>
            <p:cNvSpPr/>
            <p:nvPr/>
          </p:nvSpPr>
          <p:spPr>
            <a:xfrm>
              <a:off x="8001581" y="80610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5" name="pt8575"/>
            <p:cNvSpPr/>
            <p:nvPr/>
          </p:nvSpPr>
          <p:spPr>
            <a:xfrm>
              <a:off x="8005533" y="80923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6" name="pt8576"/>
            <p:cNvSpPr/>
            <p:nvPr/>
          </p:nvSpPr>
          <p:spPr>
            <a:xfrm>
              <a:off x="8014238" y="8342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7" name="pt8577"/>
            <p:cNvSpPr/>
            <p:nvPr/>
          </p:nvSpPr>
          <p:spPr>
            <a:xfrm>
              <a:off x="8125829" y="8076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8" name="pt8578"/>
            <p:cNvSpPr/>
            <p:nvPr/>
          </p:nvSpPr>
          <p:spPr>
            <a:xfrm>
              <a:off x="8027531" y="8083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9" name="pt8579"/>
            <p:cNvSpPr/>
            <p:nvPr/>
          </p:nvSpPr>
          <p:spPr>
            <a:xfrm>
              <a:off x="8026420" y="81111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0" name="pt8580"/>
            <p:cNvSpPr/>
            <p:nvPr/>
          </p:nvSpPr>
          <p:spPr>
            <a:xfrm>
              <a:off x="8026326" y="8053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1" name="pt8581"/>
            <p:cNvSpPr/>
            <p:nvPr/>
          </p:nvSpPr>
          <p:spPr>
            <a:xfrm>
              <a:off x="7997012" y="8122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2" name="pt8582"/>
            <p:cNvSpPr/>
            <p:nvPr/>
          </p:nvSpPr>
          <p:spPr>
            <a:xfrm>
              <a:off x="7994826" y="8274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3" name="pt8583"/>
            <p:cNvSpPr/>
            <p:nvPr/>
          </p:nvSpPr>
          <p:spPr>
            <a:xfrm>
              <a:off x="8163803" y="8010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4" name="pt8584"/>
            <p:cNvSpPr/>
            <p:nvPr/>
          </p:nvSpPr>
          <p:spPr>
            <a:xfrm>
              <a:off x="8251963" y="7979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5" name="pt8585"/>
            <p:cNvSpPr/>
            <p:nvPr/>
          </p:nvSpPr>
          <p:spPr>
            <a:xfrm>
              <a:off x="8061017" y="80872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6" name="pt8586"/>
            <p:cNvSpPr/>
            <p:nvPr/>
          </p:nvSpPr>
          <p:spPr>
            <a:xfrm>
              <a:off x="8022036" y="8059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7" name="pt8587"/>
            <p:cNvSpPr/>
            <p:nvPr/>
          </p:nvSpPr>
          <p:spPr>
            <a:xfrm>
              <a:off x="7995743" y="82265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8" name="pt8588"/>
            <p:cNvSpPr/>
            <p:nvPr/>
          </p:nvSpPr>
          <p:spPr>
            <a:xfrm>
              <a:off x="8009088" y="81093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9" name="pt8589"/>
            <p:cNvSpPr/>
            <p:nvPr/>
          </p:nvSpPr>
          <p:spPr>
            <a:xfrm>
              <a:off x="8017775" y="8104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0" name="pt8590"/>
            <p:cNvSpPr/>
            <p:nvPr/>
          </p:nvSpPr>
          <p:spPr>
            <a:xfrm>
              <a:off x="8120554" y="80488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1" name="pt8591"/>
            <p:cNvSpPr/>
            <p:nvPr/>
          </p:nvSpPr>
          <p:spPr>
            <a:xfrm>
              <a:off x="8028368" y="8078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2" name="pt8592"/>
            <p:cNvSpPr/>
            <p:nvPr/>
          </p:nvSpPr>
          <p:spPr>
            <a:xfrm>
              <a:off x="8020114" y="8199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3" name="pt8593"/>
            <p:cNvSpPr/>
            <p:nvPr/>
          </p:nvSpPr>
          <p:spPr>
            <a:xfrm>
              <a:off x="8052465" y="8138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4" name="pt8594"/>
            <p:cNvSpPr/>
            <p:nvPr/>
          </p:nvSpPr>
          <p:spPr>
            <a:xfrm>
              <a:off x="8047489" y="8304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5" name="pt8595"/>
            <p:cNvSpPr/>
            <p:nvPr/>
          </p:nvSpPr>
          <p:spPr>
            <a:xfrm>
              <a:off x="8128016" y="80839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6" name="pt8596"/>
            <p:cNvSpPr/>
            <p:nvPr/>
          </p:nvSpPr>
          <p:spPr>
            <a:xfrm>
              <a:off x="8494364" y="7889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7" name="pt8597"/>
            <p:cNvSpPr/>
            <p:nvPr/>
          </p:nvSpPr>
          <p:spPr>
            <a:xfrm>
              <a:off x="8058875" y="80604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8" name="pt8598"/>
            <p:cNvSpPr/>
            <p:nvPr/>
          </p:nvSpPr>
          <p:spPr>
            <a:xfrm>
              <a:off x="8001439" y="8107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9" name="pt8599"/>
            <p:cNvSpPr/>
            <p:nvPr/>
          </p:nvSpPr>
          <p:spPr>
            <a:xfrm>
              <a:off x="7980414" y="8386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0" name="pt8600"/>
            <p:cNvSpPr/>
            <p:nvPr/>
          </p:nvSpPr>
          <p:spPr>
            <a:xfrm>
              <a:off x="8234425" y="8090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1" name="pt8601"/>
            <p:cNvSpPr/>
            <p:nvPr/>
          </p:nvSpPr>
          <p:spPr>
            <a:xfrm>
              <a:off x="8000623" y="8071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2" name="pt8602"/>
            <p:cNvSpPr/>
            <p:nvPr/>
          </p:nvSpPr>
          <p:spPr>
            <a:xfrm>
              <a:off x="8097118" y="8142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3" name="pt8603"/>
            <p:cNvSpPr/>
            <p:nvPr/>
          </p:nvSpPr>
          <p:spPr>
            <a:xfrm>
              <a:off x="7988283" y="81999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4" name="pt8604"/>
            <p:cNvSpPr/>
            <p:nvPr/>
          </p:nvSpPr>
          <p:spPr>
            <a:xfrm>
              <a:off x="8079535" y="8007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5" name="pt8605"/>
            <p:cNvSpPr/>
            <p:nvPr/>
          </p:nvSpPr>
          <p:spPr>
            <a:xfrm>
              <a:off x="8305806" y="82412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6" name="pt8606"/>
            <p:cNvSpPr/>
            <p:nvPr/>
          </p:nvSpPr>
          <p:spPr>
            <a:xfrm>
              <a:off x="8021505" y="81301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7" name="pt8607"/>
            <p:cNvSpPr/>
            <p:nvPr/>
          </p:nvSpPr>
          <p:spPr>
            <a:xfrm>
              <a:off x="7994134" y="80538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8" name="pt8608"/>
            <p:cNvSpPr/>
            <p:nvPr/>
          </p:nvSpPr>
          <p:spPr>
            <a:xfrm>
              <a:off x="8044208" y="7887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9" name="pt8609"/>
            <p:cNvSpPr/>
            <p:nvPr/>
          </p:nvSpPr>
          <p:spPr>
            <a:xfrm>
              <a:off x="8002332" y="81751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0" name="pt8610"/>
            <p:cNvSpPr/>
            <p:nvPr/>
          </p:nvSpPr>
          <p:spPr>
            <a:xfrm>
              <a:off x="8074867" y="8036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1" name="pt8611"/>
            <p:cNvSpPr/>
            <p:nvPr/>
          </p:nvSpPr>
          <p:spPr>
            <a:xfrm>
              <a:off x="8214164" y="8007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2" name="pt8612"/>
            <p:cNvSpPr/>
            <p:nvPr/>
          </p:nvSpPr>
          <p:spPr>
            <a:xfrm>
              <a:off x="8022025" y="8125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3" name="pt8613"/>
            <p:cNvSpPr/>
            <p:nvPr/>
          </p:nvSpPr>
          <p:spPr>
            <a:xfrm>
              <a:off x="8042959" y="81462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4" name="pt8614"/>
            <p:cNvSpPr/>
            <p:nvPr/>
          </p:nvSpPr>
          <p:spPr>
            <a:xfrm>
              <a:off x="8138248" y="8194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5" name="pt8615"/>
            <p:cNvSpPr/>
            <p:nvPr/>
          </p:nvSpPr>
          <p:spPr>
            <a:xfrm>
              <a:off x="8346156" y="80678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6" name="pt8616"/>
            <p:cNvSpPr/>
            <p:nvPr/>
          </p:nvSpPr>
          <p:spPr>
            <a:xfrm>
              <a:off x="7993650" y="7913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7" name="pt8617"/>
            <p:cNvSpPr/>
            <p:nvPr/>
          </p:nvSpPr>
          <p:spPr>
            <a:xfrm>
              <a:off x="8294632" y="80155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8" name="pt8618"/>
            <p:cNvSpPr/>
            <p:nvPr/>
          </p:nvSpPr>
          <p:spPr>
            <a:xfrm>
              <a:off x="8011447" y="8155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9" name="pt8619"/>
            <p:cNvSpPr/>
            <p:nvPr/>
          </p:nvSpPr>
          <p:spPr>
            <a:xfrm>
              <a:off x="8206904" y="81415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0" name="pt8620"/>
            <p:cNvSpPr/>
            <p:nvPr/>
          </p:nvSpPr>
          <p:spPr>
            <a:xfrm>
              <a:off x="8008561" y="80987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1" name="pt8621"/>
            <p:cNvSpPr/>
            <p:nvPr/>
          </p:nvSpPr>
          <p:spPr>
            <a:xfrm>
              <a:off x="7997720" y="81987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2" name="pt8622"/>
            <p:cNvSpPr/>
            <p:nvPr/>
          </p:nvSpPr>
          <p:spPr>
            <a:xfrm>
              <a:off x="7976149" y="82751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3" name="pt8623"/>
            <p:cNvSpPr/>
            <p:nvPr/>
          </p:nvSpPr>
          <p:spPr>
            <a:xfrm>
              <a:off x="8059447" y="80165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4" name="pt8624"/>
            <p:cNvSpPr/>
            <p:nvPr/>
          </p:nvSpPr>
          <p:spPr>
            <a:xfrm>
              <a:off x="7991946" y="81256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5" name="pt8625"/>
            <p:cNvSpPr/>
            <p:nvPr/>
          </p:nvSpPr>
          <p:spPr>
            <a:xfrm>
              <a:off x="7986229" y="8305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6" name="pt8626"/>
            <p:cNvSpPr/>
            <p:nvPr/>
          </p:nvSpPr>
          <p:spPr>
            <a:xfrm>
              <a:off x="8066483" y="8092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7" name="pt8627"/>
            <p:cNvSpPr/>
            <p:nvPr/>
          </p:nvSpPr>
          <p:spPr>
            <a:xfrm>
              <a:off x="7998486" y="80058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8" name="pt8628"/>
            <p:cNvSpPr/>
            <p:nvPr/>
          </p:nvSpPr>
          <p:spPr>
            <a:xfrm>
              <a:off x="8054688" y="81414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9" name="pt8629"/>
            <p:cNvSpPr/>
            <p:nvPr/>
          </p:nvSpPr>
          <p:spPr>
            <a:xfrm>
              <a:off x="8054523" y="8064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0" name="rc8630"/>
            <p:cNvSpPr/>
            <p:nvPr/>
          </p:nvSpPr>
          <p:spPr>
            <a:xfrm>
              <a:off x="7958803" y="8581729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1" name="pl8631"/>
            <p:cNvSpPr/>
            <p:nvPr/>
          </p:nvSpPr>
          <p:spPr>
            <a:xfrm>
              <a:off x="7958803" y="914161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2" name="pl8632"/>
            <p:cNvSpPr/>
            <p:nvPr/>
          </p:nvSpPr>
          <p:spPr>
            <a:xfrm>
              <a:off x="7958803" y="903186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3" name="pl8633"/>
            <p:cNvSpPr/>
            <p:nvPr/>
          </p:nvSpPr>
          <p:spPr>
            <a:xfrm>
              <a:off x="7958803" y="892211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4" name="pl8634"/>
            <p:cNvSpPr/>
            <p:nvPr/>
          </p:nvSpPr>
          <p:spPr>
            <a:xfrm>
              <a:off x="7958803" y="881236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5" name="pl8635"/>
            <p:cNvSpPr/>
            <p:nvPr/>
          </p:nvSpPr>
          <p:spPr>
            <a:xfrm>
              <a:off x="7958803" y="870261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6" name="pl8636"/>
            <p:cNvSpPr/>
            <p:nvPr/>
          </p:nvSpPr>
          <p:spPr>
            <a:xfrm>
              <a:off x="7958803" y="859285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7" name="pl8637"/>
            <p:cNvSpPr/>
            <p:nvPr/>
          </p:nvSpPr>
          <p:spPr>
            <a:xfrm>
              <a:off x="8074252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8" name="pl8638"/>
            <p:cNvSpPr/>
            <p:nvPr/>
          </p:nvSpPr>
          <p:spPr>
            <a:xfrm>
              <a:off x="8284475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9" name="pl8639"/>
            <p:cNvSpPr/>
            <p:nvPr/>
          </p:nvSpPr>
          <p:spPr>
            <a:xfrm>
              <a:off x="8494698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0" name="pl8640"/>
            <p:cNvSpPr/>
            <p:nvPr/>
          </p:nvSpPr>
          <p:spPr>
            <a:xfrm>
              <a:off x="7958803" y="919649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1" name="pl8641"/>
            <p:cNvSpPr/>
            <p:nvPr/>
          </p:nvSpPr>
          <p:spPr>
            <a:xfrm>
              <a:off x="7958803" y="908674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2" name="pl8642"/>
            <p:cNvSpPr/>
            <p:nvPr/>
          </p:nvSpPr>
          <p:spPr>
            <a:xfrm>
              <a:off x="7958803" y="897698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3" name="pl8643"/>
            <p:cNvSpPr/>
            <p:nvPr/>
          </p:nvSpPr>
          <p:spPr>
            <a:xfrm>
              <a:off x="7958803" y="886723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4" name="pl8644"/>
            <p:cNvSpPr/>
            <p:nvPr/>
          </p:nvSpPr>
          <p:spPr>
            <a:xfrm>
              <a:off x="7958803" y="875748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5" name="pl8645"/>
            <p:cNvSpPr/>
            <p:nvPr/>
          </p:nvSpPr>
          <p:spPr>
            <a:xfrm>
              <a:off x="7958803" y="864773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6" name="pl8646"/>
            <p:cNvSpPr/>
            <p:nvPr/>
          </p:nvSpPr>
          <p:spPr>
            <a:xfrm>
              <a:off x="7969141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7" name="pl8647"/>
            <p:cNvSpPr/>
            <p:nvPr/>
          </p:nvSpPr>
          <p:spPr>
            <a:xfrm>
              <a:off x="8179364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8" name="pl8648"/>
            <p:cNvSpPr/>
            <p:nvPr/>
          </p:nvSpPr>
          <p:spPr>
            <a:xfrm>
              <a:off x="8389587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9" name="pt8649"/>
            <p:cNvSpPr/>
            <p:nvPr/>
          </p:nvSpPr>
          <p:spPr>
            <a:xfrm>
              <a:off x="8011804" y="8755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0" name="pt8650"/>
            <p:cNvSpPr/>
            <p:nvPr/>
          </p:nvSpPr>
          <p:spPr>
            <a:xfrm>
              <a:off x="7993133" y="8741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1" name="pt8651"/>
            <p:cNvSpPr/>
            <p:nvPr/>
          </p:nvSpPr>
          <p:spPr>
            <a:xfrm>
              <a:off x="8202231" y="8899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2" name="pt8652"/>
            <p:cNvSpPr/>
            <p:nvPr/>
          </p:nvSpPr>
          <p:spPr>
            <a:xfrm>
              <a:off x="8015355" y="86404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3" name="pt8653"/>
            <p:cNvSpPr/>
            <p:nvPr/>
          </p:nvSpPr>
          <p:spPr>
            <a:xfrm>
              <a:off x="8004781" y="8714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4" name="pt8654"/>
            <p:cNvSpPr/>
            <p:nvPr/>
          </p:nvSpPr>
          <p:spPr>
            <a:xfrm>
              <a:off x="8010123" y="88646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5" name="pt8655"/>
            <p:cNvSpPr/>
            <p:nvPr/>
          </p:nvSpPr>
          <p:spPr>
            <a:xfrm>
              <a:off x="8158427" y="8699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6" name="pt8656"/>
            <p:cNvSpPr/>
            <p:nvPr/>
          </p:nvSpPr>
          <p:spPr>
            <a:xfrm>
              <a:off x="8061681" y="8636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7" name="pt8657"/>
            <p:cNvSpPr/>
            <p:nvPr/>
          </p:nvSpPr>
          <p:spPr>
            <a:xfrm>
              <a:off x="8059235" y="8931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8" name="pt8658"/>
            <p:cNvSpPr/>
            <p:nvPr/>
          </p:nvSpPr>
          <p:spPr>
            <a:xfrm>
              <a:off x="7984784" y="8889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9" name="pt8659"/>
            <p:cNvSpPr/>
            <p:nvPr/>
          </p:nvSpPr>
          <p:spPr>
            <a:xfrm>
              <a:off x="7978341" y="88744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0" name="pt8660"/>
            <p:cNvSpPr/>
            <p:nvPr/>
          </p:nvSpPr>
          <p:spPr>
            <a:xfrm>
              <a:off x="7971547" y="8934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1" name="pt8661"/>
            <p:cNvSpPr/>
            <p:nvPr/>
          </p:nvSpPr>
          <p:spPr>
            <a:xfrm>
              <a:off x="8000636" y="87444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2" name="pt8662"/>
            <p:cNvSpPr/>
            <p:nvPr/>
          </p:nvSpPr>
          <p:spPr>
            <a:xfrm>
              <a:off x="7989763" y="8751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3" name="pt8663"/>
            <p:cNvSpPr/>
            <p:nvPr/>
          </p:nvSpPr>
          <p:spPr>
            <a:xfrm>
              <a:off x="8002026" y="8671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4" name="pt8664"/>
            <p:cNvSpPr/>
            <p:nvPr/>
          </p:nvSpPr>
          <p:spPr>
            <a:xfrm>
              <a:off x="8033092" y="89575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5" name="pt8665"/>
            <p:cNvSpPr/>
            <p:nvPr/>
          </p:nvSpPr>
          <p:spPr>
            <a:xfrm>
              <a:off x="8003355" y="8961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6" name="pt8666"/>
            <p:cNvSpPr/>
            <p:nvPr/>
          </p:nvSpPr>
          <p:spPr>
            <a:xfrm>
              <a:off x="7990517" y="8719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7" name="pt8667"/>
            <p:cNvSpPr/>
            <p:nvPr/>
          </p:nvSpPr>
          <p:spPr>
            <a:xfrm>
              <a:off x="8021164" y="8835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8" name="pt8668"/>
            <p:cNvSpPr/>
            <p:nvPr/>
          </p:nvSpPr>
          <p:spPr>
            <a:xfrm>
              <a:off x="7991540" y="88133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9" name="pt8669"/>
            <p:cNvSpPr/>
            <p:nvPr/>
          </p:nvSpPr>
          <p:spPr>
            <a:xfrm>
              <a:off x="8012056" y="8926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0" name="pt8670"/>
            <p:cNvSpPr/>
            <p:nvPr/>
          </p:nvSpPr>
          <p:spPr>
            <a:xfrm>
              <a:off x="8184733" y="8685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1" name="pt8671"/>
            <p:cNvSpPr/>
            <p:nvPr/>
          </p:nvSpPr>
          <p:spPr>
            <a:xfrm>
              <a:off x="7990283" y="88158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2" name="pt8672"/>
            <p:cNvSpPr/>
            <p:nvPr/>
          </p:nvSpPr>
          <p:spPr>
            <a:xfrm>
              <a:off x="8009414" y="87599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3" name="pt8673"/>
            <p:cNvSpPr/>
            <p:nvPr/>
          </p:nvSpPr>
          <p:spPr>
            <a:xfrm>
              <a:off x="7988302" y="90092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4" name="pt8674"/>
            <p:cNvSpPr/>
            <p:nvPr/>
          </p:nvSpPr>
          <p:spPr>
            <a:xfrm>
              <a:off x="8013141" y="8916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5" name="pt8675"/>
            <p:cNvSpPr/>
            <p:nvPr/>
          </p:nvSpPr>
          <p:spPr>
            <a:xfrm>
              <a:off x="8035151" y="8920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6" name="pt8676"/>
            <p:cNvSpPr/>
            <p:nvPr/>
          </p:nvSpPr>
          <p:spPr>
            <a:xfrm>
              <a:off x="8045912" y="8899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7" name="pt8677"/>
            <p:cNvSpPr/>
            <p:nvPr/>
          </p:nvSpPr>
          <p:spPr>
            <a:xfrm>
              <a:off x="8430699" y="8757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8" name="pt8678"/>
            <p:cNvSpPr/>
            <p:nvPr/>
          </p:nvSpPr>
          <p:spPr>
            <a:xfrm>
              <a:off x="8195593" y="88788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9" name="pt8679"/>
            <p:cNvSpPr/>
            <p:nvPr/>
          </p:nvSpPr>
          <p:spPr>
            <a:xfrm>
              <a:off x="8028416" y="8663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0" name="pt8680"/>
            <p:cNvSpPr/>
            <p:nvPr/>
          </p:nvSpPr>
          <p:spPr>
            <a:xfrm>
              <a:off x="8082965" y="8830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1" name="pt8681"/>
            <p:cNvSpPr/>
            <p:nvPr/>
          </p:nvSpPr>
          <p:spPr>
            <a:xfrm>
              <a:off x="8102237" y="87573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2" name="pt8682"/>
            <p:cNvSpPr/>
            <p:nvPr/>
          </p:nvSpPr>
          <p:spPr>
            <a:xfrm>
              <a:off x="8005247" y="9020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3" name="pt8683"/>
            <p:cNvSpPr/>
            <p:nvPr/>
          </p:nvSpPr>
          <p:spPr>
            <a:xfrm>
              <a:off x="8026577" y="8910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4" name="pt8684"/>
            <p:cNvSpPr/>
            <p:nvPr/>
          </p:nvSpPr>
          <p:spPr>
            <a:xfrm>
              <a:off x="8275062" y="8765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5" name="pt8685"/>
            <p:cNvSpPr/>
            <p:nvPr/>
          </p:nvSpPr>
          <p:spPr>
            <a:xfrm>
              <a:off x="8002811" y="88028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6" name="pt8686"/>
            <p:cNvSpPr/>
            <p:nvPr/>
          </p:nvSpPr>
          <p:spPr>
            <a:xfrm>
              <a:off x="8020531" y="8961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7" name="pt8687"/>
            <p:cNvSpPr/>
            <p:nvPr/>
          </p:nvSpPr>
          <p:spPr>
            <a:xfrm>
              <a:off x="8381214" y="8833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8" name="pt8688"/>
            <p:cNvSpPr/>
            <p:nvPr/>
          </p:nvSpPr>
          <p:spPr>
            <a:xfrm>
              <a:off x="8002672" y="9139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9" name="pt8689"/>
            <p:cNvSpPr/>
            <p:nvPr/>
          </p:nvSpPr>
          <p:spPr>
            <a:xfrm>
              <a:off x="8000093" y="89676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0" name="pt8690"/>
            <p:cNvSpPr/>
            <p:nvPr/>
          </p:nvSpPr>
          <p:spPr>
            <a:xfrm>
              <a:off x="8235609" y="88592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1" name="pt8691"/>
            <p:cNvSpPr/>
            <p:nvPr/>
          </p:nvSpPr>
          <p:spPr>
            <a:xfrm>
              <a:off x="8025314" y="8868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2" name="pt8692"/>
            <p:cNvSpPr/>
            <p:nvPr/>
          </p:nvSpPr>
          <p:spPr>
            <a:xfrm>
              <a:off x="8162334" y="8650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3" name="pt8693"/>
            <p:cNvSpPr/>
            <p:nvPr/>
          </p:nvSpPr>
          <p:spPr>
            <a:xfrm>
              <a:off x="7988294" y="89825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4" name="pt8694"/>
            <p:cNvSpPr/>
            <p:nvPr/>
          </p:nvSpPr>
          <p:spPr>
            <a:xfrm>
              <a:off x="7994620" y="8863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5" name="pt8695"/>
            <p:cNvSpPr/>
            <p:nvPr/>
          </p:nvSpPr>
          <p:spPr>
            <a:xfrm>
              <a:off x="8036285" y="88723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6" name="pt8696"/>
            <p:cNvSpPr/>
            <p:nvPr/>
          </p:nvSpPr>
          <p:spPr>
            <a:xfrm>
              <a:off x="7990648" y="88425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7" name="pt8697"/>
            <p:cNvSpPr/>
            <p:nvPr/>
          </p:nvSpPr>
          <p:spPr>
            <a:xfrm>
              <a:off x="8459033" y="8803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8" name="pt8698"/>
            <p:cNvSpPr/>
            <p:nvPr/>
          </p:nvSpPr>
          <p:spPr>
            <a:xfrm>
              <a:off x="8003170" y="8863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9" name="pt8699"/>
            <p:cNvSpPr/>
            <p:nvPr/>
          </p:nvSpPr>
          <p:spPr>
            <a:xfrm>
              <a:off x="8000336" y="8699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0" name="pt8700"/>
            <p:cNvSpPr/>
            <p:nvPr/>
          </p:nvSpPr>
          <p:spPr>
            <a:xfrm>
              <a:off x="7972872" y="89528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1" name="pt8701"/>
            <p:cNvSpPr/>
            <p:nvPr/>
          </p:nvSpPr>
          <p:spPr>
            <a:xfrm>
              <a:off x="7991559" y="8897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2" name="pt8702"/>
            <p:cNvSpPr/>
            <p:nvPr/>
          </p:nvSpPr>
          <p:spPr>
            <a:xfrm>
              <a:off x="8014534" y="8855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3" name="pt8703"/>
            <p:cNvSpPr/>
            <p:nvPr/>
          </p:nvSpPr>
          <p:spPr>
            <a:xfrm>
              <a:off x="8009063" y="8722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4" name="pt8704"/>
            <p:cNvSpPr/>
            <p:nvPr/>
          </p:nvSpPr>
          <p:spPr>
            <a:xfrm>
              <a:off x="8061069" y="89265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5" name="pt8705"/>
            <p:cNvSpPr/>
            <p:nvPr/>
          </p:nvSpPr>
          <p:spPr>
            <a:xfrm>
              <a:off x="8132981" y="8911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6" name="pt8706"/>
            <p:cNvSpPr/>
            <p:nvPr/>
          </p:nvSpPr>
          <p:spPr>
            <a:xfrm>
              <a:off x="8008317" y="8877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7" name="pt8707"/>
            <p:cNvSpPr/>
            <p:nvPr/>
          </p:nvSpPr>
          <p:spPr>
            <a:xfrm>
              <a:off x="8007102" y="88400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8" name="pt8708"/>
            <p:cNvSpPr/>
            <p:nvPr/>
          </p:nvSpPr>
          <p:spPr>
            <a:xfrm>
              <a:off x="8062912" y="8950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9" name="pt8709"/>
            <p:cNvSpPr/>
            <p:nvPr/>
          </p:nvSpPr>
          <p:spPr>
            <a:xfrm>
              <a:off x="8036735" y="8759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0" name="pt8710"/>
            <p:cNvSpPr/>
            <p:nvPr/>
          </p:nvSpPr>
          <p:spPr>
            <a:xfrm>
              <a:off x="8285380" y="8789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1" name="pt8711"/>
            <p:cNvSpPr/>
            <p:nvPr/>
          </p:nvSpPr>
          <p:spPr>
            <a:xfrm>
              <a:off x="8045924" y="8804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2" name="pt8712"/>
            <p:cNvSpPr/>
            <p:nvPr/>
          </p:nvSpPr>
          <p:spPr>
            <a:xfrm>
              <a:off x="8008468" y="8751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3" name="pt8713"/>
            <p:cNvSpPr/>
            <p:nvPr/>
          </p:nvSpPr>
          <p:spPr>
            <a:xfrm>
              <a:off x="8195656" y="8683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4" name="pt8714"/>
            <p:cNvSpPr/>
            <p:nvPr/>
          </p:nvSpPr>
          <p:spPr>
            <a:xfrm>
              <a:off x="8252335" y="8632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5" name="pt8715"/>
            <p:cNvSpPr/>
            <p:nvPr/>
          </p:nvSpPr>
          <p:spPr>
            <a:xfrm>
              <a:off x="7988644" y="8840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6" name="pt8716"/>
            <p:cNvSpPr/>
            <p:nvPr/>
          </p:nvSpPr>
          <p:spPr>
            <a:xfrm>
              <a:off x="8184001" y="8832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7" name="pt8717"/>
            <p:cNvSpPr/>
            <p:nvPr/>
          </p:nvSpPr>
          <p:spPr>
            <a:xfrm>
              <a:off x="8080181" y="8798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8" name="pt8718"/>
            <p:cNvSpPr/>
            <p:nvPr/>
          </p:nvSpPr>
          <p:spPr>
            <a:xfrm>
              <a:off x="8027942" y="8942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9" name="pt8719"/>
            <p:cNvSpPr/>
            <p:nvPr/>
          </p:nvSpPr>
          <p:spPr>
            <a:xfrm>
              <a:off x="8022182" y="9030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0" name="pt8720"/>
            <p:cNvSpPr/>
            <p:nvPr/>
          </p:nvSpPr>
          <p:spPr>
            <a:xfrm>
              <a:off x="8033458" y="87564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1" name="pt8721"/>
            <p:cNvSpPr/>
            <p:nvPr/>
          </p:nvSpPr>
          <p:spPr>
            <a:xfrm>
              <a:off x="7972416" y="89507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2" name="pt8722"/>
            <p:cNvSpPr/>
            <p:nvPr/>
          </p:nvSpPr>
          <p:spPr>
            <a:xfrm>
              <a:off x="7990257" y="8923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3" name="pt8723"/>
            <p:cNvSpPr/>
            <p:nvPr/>
          </p:nvSpPr>
          <p:spPr>
            <a:xfrm>
              <a:off x="8000660" y="9009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4" name="pt8724"/>
            <p:cNvSpPr/>
            <p:nvPr/>
          </p:nvSpPr>
          <p:spPr>
            <a:xfrm>
              <a:off x="7990490" y="8990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5" name="pt8725"/>
            <p:cNvSpPr/>
            <p:nvPr/>
          </p:nvSpPr>
          <p:spPr>
            <a:xfrm>
              <a:off x="7988711" y="9118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6" name="pt8726"/>
            <p:cNvSpPr/>
            <p:nvPr/>
          </p:nvSpPr>
          <p:spPr>
            <a:xfrm>
              <a:off x="8004842" y="8784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7" name="pt8727"/>
            <p:cNvSpPr/>
            <p:nvPr/>
          </p:nvSpPr>
          <p:spPr>
            <a:xfrm>
              <a:off x="8038430" y="8795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8" name="pt8728"/>
            <p:cNvSpPr/>
            <p:nvPr/>
          </p:nvSpPr>
          <p:spPr>
            <a:xfrm>
              <a:off x="8031665" y="8946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9" name="pt8729"/>
            <p:cNvSpPr/>
            <p:nvPr/>
          </p:nvSpPr>
          <p:spPr>
            <a:xfrm>
              <a:off x="8220785" y="87022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0" name="pt8730"/>
            <p:cNvSpPr/>
            <p:nvPr/>
          </p:nvSpPr>
          <p:spPr>
            <a:xfrm>
              <a:off x="8198965" y="87288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1" name="pt8731"/>
            <p:cNvSpPr/>
            <p:nvPr/>
          </p:nvSpPr>
          <p:spPr>
            <a:xfrm>
              <a:off x="8112282" y="8706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2" name="pt8732"/>
            <p:cNvSpPr/>
            <p:nvPr/>
          </p:nvSpPr>
          <p:spPr>
            <a:xfrm>
              <a:off x="7996546" y="8968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3" name="pt8733"/>
            <p:cNvSpPr/>
            <p:nvPr/>
          </p:nvSpPr>
          <p:spPr>
            <a:xfrm>
              <a:off x="8235280" y="8650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4" name="pt8734"/>
            <p:cNvSpPr/>
            <p:nvPr/>
          </p:nvSpPr>
          <p:spPr>
            <a:xfrm>
              <a:off x="8051995" y="8843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5" name="pt8735"/>
            <p:cNvSpPr/>
            <p:nvPr/>
          </p:nvSpPr>
          <p:spPr>
            <a:xfrm>
              <a:off x="8032655" y="9067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6" name="pt8736"/>
            <p:cNvSpPr/>
            <p:nvPr/>
          </p:nvSpPr>
          <p:spPr>
            <a:xfrm>
              <a:off x="8001227" y="8962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7" name="pt8737"/>
            <p:cNvSpPr/>
            <p:nvPr/>
          </p:nvSpPr>
          <p:spPr>
            <a:xfrm>
              <a:off x="8000315" y="8838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8" name="pt8738"/>
            <p:cNvSpPr/>
            <p:nvPr/>
          </p:nvSpPr>
          <p:spPr>
            <a:xfrm>
              <a:off x="8004641" y="9061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9" name="pt8739"/>
            <p:cNvSpPr/>
            <p:nvPr/>
          </p:nvSpPr>
          <p:spPr>
            <a:xfrm>
              <a:off x="8024099" y="89029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0" name="pt8740"/>
            <p:cNvSpPr/>
            <p:nvPr/>
          </p:nvSpPr>
          <p:spPr>
            <a:xfrm>
              <a:off x="8021083" y="8707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1" name="pt8741"/>
            <p:cNvSpPr/>
            <p:nvPr/>
          </p:nvSpPr>
          <p:spPr>
            <a:xfrm>
              <a:off x="8062190" y="8928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2" name="pt8742"/>
            <p:cNvSpPr/>
            <p:nvPr/>
          </p:nvSpPr>
          <p:spPr>
            <a:xfrm>
              <a:off x="8004219" y="89326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3" name="pt8743"/>
            <p:cNvSpPr/>
            <p:nvPr/>
          </p:nvSpPr>
          <p:spPr>
            <a:xfrm>
              <a:off x="8059217" y="8927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4" name="pt8744"/>
            <p:cNvSpPr/>
            <p:nvPr/>
          </p:nvSpPr>
          <p:spPr>
            <a:xfrm>
              <a:off x="7996978" y="91636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5" name="pt8745"/>
            <p:cNvSpPr/>
            <p:nvPr/>
          </p:nvSpPr>
          <p:spPr>
            <a:xfrm>
              <a:off x="8115262" y="87556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6" name="pt8746"/>
            <p:cNvSpPr/>
            <p:nvPr/>
          </p:nvSpPr>
          <p:spPr>
            <a:xfrm>
              <a:off x="8149702" y="8850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7" name="pt8747"/>
            <p:cNvSpPr/>
            <p:nvPr/>
          </p:nvSpPr>
          <p:spPr>
            <a:xfrm>
              <a:off x="7997979" y="8834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8" name="pt8748"/>
            <p:cNvSpPr/>
            <p:nvPr/>
          </p:nvSpPr>
          <p:spPr>
            <a:xfrm>
              <a:off x="8024696" y="90705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9" name="pt8749"/>
            <p:cNvSpPr/>
            <p:nvPr/>
          </p:nvSpPr>
          <p:spPr>
            <a:xfrm>
              <a:off x="8002083" y="8898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0" name="pt8750"/>
            <p:cNvSpPr/>
            <p:nvPr/>
          </p:nvSpPr>
          <p:spPr>
            <a:xfrm>
              <a:off x="8019720" y="8939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1" name="pt8751"/>
            <p:cNvSpPr/>
            <p:nvPr/>
          </p:nvSpPr>
          <p:spPr>
            <a:xfrm>
              <a:off x="8180929" y="8768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2" name="pt8752"/>
            <p:cNvSpPr/>
            <p:nvPr/>
          </p:nvSpPr>
          <p:spPr>
            <a:xfrm>
              <a:off x="8306526" y="8747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3" name="pt8753"/>
            <p:cNvSpPr/>
            <p:nvPr/>
          </p:nvSpPr>
          <p:spPr>
            <a:xfrm>
              <a:off x="7998309" y="89825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4" name="pt8754"/>
            <p:cNvSpPr/>
            <p:nvPr/>
          </p:nvSpPr>
          <p:spPr>
            <a:xfrm>
              <a:off x="8356858" y="8722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5" name="pt8755"/>
            <p:cNvSpPr/>
            <p:nvPr/>
          </p:nvSpPr>
          <p:spPr>
            <a:xfrm>
              <a:off x="8001581" y="87156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6" name="pt8756"/>
            <p:cNvSpPr/>
            <p:nvPr/>
          </p:nvSpPr>
          <p:spPr>
            <a:xfrm>
              <a:off x="8005533" y="8827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7" name="pt8757"/>
            <p:cNvSpPr/>
            <p:nvPr/>
          </p:nvSpPr>
          <p:spPr>
            <a:xfrm>
              <a:off x="8014238" y="90564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8" name="pt8758"/>
            <p:cNvSpPr/>
            <p:nvPr/>
          </p:nvSpPr>
          <p:spPr>
            <a:xfrm>
              <a:off x="8125829" y="8789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9" name="pt8759"/>
            <p:cNvSpPr/>
            <p:nvPr/>
          </p:nvSpPr>
          <p:spPr>
            <a:xfrm>
              <a:off x="8027531" y="8811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0" name="pt8760"/>
            <p:cNvSpPr/>
            <p:nvPr/>
          </p:nvSpPr>
          <p:spPr>
            <a:xfrm>
              <a:off x="8026420" y="88961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1" name="pt8761"/>
            <p:cNvSpPr/>
            <p:nvPr/>
          </p:nvSpPr>
          <p:spPr>
            <a:xfrm>
              <a:off x="8026326" y="8791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2" name="pt8762"/>
            <p:cNvSpPr/>
            <p:nvPr/>
          </p:nvSpPr>
          <p:spPr>
            <a:xfrm>
              <a:off x="7997012" y="8836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3" name="pt8763"/>
            <p:cNvSpPr/>
            <p:nvPr/>
          </p:nvSpPr>
          <p:spPr>
            <a:xfrm>
              <a:off x="7994826" y="8972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4" name="pt8764"/>
            <p:cNvSpPr/>
            <p:nvPr/>
          </p:nvSpPr>
          <p:spPr>
            <a:xfrm>
              <a:off x="8163803" y="87618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5" name="pt8765"/>
            <p:cNvSpPr/>
            <p:nvPr/>
          </p:nvSpPr>
          <p:spPr>
            <a:xfrm>
              <a:off x="8251963" y="8727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6" name="pt8766"/>
            <p:cNvSpPr/>
            <p:nvPr/>
          </p:nvSpPr>
          <p:spPr>
            <a:xfrm>
              <a:off x="8061017" y="88173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7" name="pt8767"/>
            <p:cNvSpPr/>
            <p:nvPr/>
          </p:nvSpPr>
          <p:spPr>
            <a:xfrm>
              <a:off x="8022036" y="8711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8" name="pt8768"/>
            <p:cNvSpPr/>
            <p:nvPr/>
          </p:nvSpPr>
          <p:spPr>
            <a:xfrm>
              <a:off x="7995743" y="89409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9" name="pt8769"/>
            <p:cNvSpPr/>
            <p:nvPr/>
          </p:nvSpPr>
          <p:spPr>
            <a:xfrm>
              <a:off x="8009088" y="88346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0" name="pt8770"/>
            <p:cNvSpPr/>
            <p:nvPr/>
          </p:nvSpPr>
          <p:spPr>
            <a:xfrm>
              <a:off x="8017775" y="8818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1" name="pt8771"/>
            <p:cNvSpPr/>
            <p:nvPr/>
          </p:nvSpPr>
          <p:spPr>
            <a:xfrm>
              <a:off x="8120554" y="8766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2" name="pt8772"/>
            <p:cNvSpPr/>
            <p:nvPr/>
          </p:nvSpPr>
          <p:spPr>
            <a:xfrm>
              <a:off x="8028368" y="8815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3" name="pt8773"/>
            <p:cNvSpPr/>
            <p:nvPr/>
          </p:nvSpPr>
          <p:spPr>
            <a:xfrm>
              <a:off x="8020114" y="8897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4" name="pt8774"/>
            <p:cNvSpPr/>
            <p:nvPr/>
          </p:nvSpPr>
          <p:spPr>
            <a:xfrm>
              <a:off x="8052465" y="8843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5" name="pt8775"/>
            <p:cNvSpPr/>
            <p:nvPr/>
          </p:nvSpPr>
          <p:spPr>
            <a:xfrm>
              <a:off x="8047489" y="9027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6" name="pt8776"/>
            <p:cNvSpPr/>
            <p:nvPr/>
          </p:nvSpPr>
          <p:spPr>
            <a:xfrm>
              <a:off x="8128016" y="8843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7" name="pt8777"/>
            <p:cNvSpPr/>
            <p:nvPr/>
          </p:nvSpPr>
          <p:spPr>
            <a:xfrm>
              <a:off x="8494364" y="8643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8" name="pt8778"/>
            <p:cNvSpPr/>
            <p:nvPr/>
          </p:nvSpPr>
          <p:spPr>
            <a:xfrm>
              <a:off x="8058875" y="8792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9" name="pt8779"/>
            <p:cNvSpPr/>
            <p:nvPr/>
          </p:nvSpPr>
          <p:spPr>
            <a:xfrm>
              <a:off x="8001439" y="8883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0" name="pt8780"/>
            <p:cNvSpPr/>
            <p:nvPr/>
          </p:nvSpPr>
          <p:spPr>
            <a:xfrm>
              <a:off x="7980414" y="9092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1" name="pt8781"/>
            <p:cNvSpPr/>
            <p:nvPr/>
          </p:nvSpPr>
          <p:spPr>
            <a:xfrm>
              <a:off x="8234425" y="8790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2" name="pt8782"/>
            <p:cNvSpPr/>
            <p:nvPr/>
          </p:nvSpPr>
          <p:spPr>
            <a:xfrm>
              <a:off x="8000623" y="8810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3" name="pt8783"/>
            <p:cNvSpPr/>
            <p:nvPr/>
          </p:nvSpPr>
          <p:spPr>
            <a:xfrm>
              <a:off x="8097118" y="8871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4" name="pt8784"/>
            <p:cNvSpPr/>
            <p:nvPr/>
          </p:nvSpPr>
          <p:spPr>
            <a:xfrm>
              <a:off x="7988283" y="8932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5" name="pt8785"/>
            <p:cNvSpPr/>
            <p:nvPr/>
          </p:nvSpPr>
          <p:spPr>
            <a:xfrm>
              <a:off x="8079535" y="8729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6" name="pt8786"/>
            <p:cNvSpPr/>
            <p:nvPr/>
          </p:nvSpPr>
          <p:spPr>
            <a:xfrm>
              <a:off x="8305806" y="8960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7" name="pt8787"/>
            <p:cNvSpPr/>
            <p:nvPr/>
          </p:nvSpPr>
          <p:spPr>
            <a:xfrm>
              <a:off x="8021505" y="8783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8" name="pt8788"/>
            <p:cNvSpPr/>
            <p:nvPr/>
          </p:nvSpPr>
          <p:spPr>
            <a:xfrm>
              <a:off x="7994134" y="88096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9" name="pt8789"/>
            <p:cNvSpPr/>
            <p:nvPr/>
          </p:nvSpPr>
          <p:spPr>
            <a:xfrm>
              <a:off x="8044208" y="8635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0" name="pt8790"/>
            <p:cNvSpPr/>
            <p:nvPr/>
          </p:nvSpPr>
          <p:spPr>
            <a:xfrm>
              <a:off x="8002332" y="8906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1" name="pt8791"/>
            <p:cNvSpPr/>
            <p:nvPr/>
          </p:nvSpPr>
          <p:spPr>
            <a:xfrm>
              <a:off x="8074867" y="87432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2" name="pt8792"/>
            <p:cNvSpPr/>
            <p:nvPr/>
          </p:nvSpPr>
          <p:spPr>
            <a:xfrm>
              <a:off x="8214164" y="8741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3" name="pt8793"/>
            <p:cNvSpPr/>
            <p:nvPr/>
          </p:nvSpPr>
          <p:spPr>
            <a:xfrm>
              <a:off x="8022025" y="8907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4" name="pt8794"/>
            <p:cNvSpPr/>
            <p:nvPr/>
          </p:nvSpPr>
          <p:spPr>
            <a:xfrm>
              <a:off x="8042959" y="8789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5" name="pt8795"/>
            <p:cNvSpPr/>
            <p:nvPr/>
          </p:nvSpPr>
          <p:spPr>
            <a:xfrm>
              <a:off x="8138248" y="89045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6" name="pt8796"/>
            <p:cNvSpPr/>
            <p:nvPr/>
          </p:nvSpPr>
          <p:spPr>
            <a:xfrm>
              <a:off x="8346156" y="8757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7" name="pt8797"/>
            <p:cNvSpPr/>
            <p:nvPr/>
          </p:nvSpPr>
          <p:spPr>
            <a:xfrm>
              <a:off x="7993650" y="86214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8" name="pt8798"/>
            <p:cNvSpPr/>
            <p:nvPr/>
          </p:nvSpPr>
          <p:spPr>
            <a:xfrm>
              <a:off x="8294632" y="87403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9" name="pt8799"/>
            <p:cNvSpPr/>
            <p:nvPr/>
          </p:nvSpPr>
          <p:spPr>
            <a:xfrm>
              <a:off x="8011447" y="8879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0" name="pt8800"/>
            <p:cNvSpPr/>
            <p:nvPr/>
          </p:nvSpPr>
          <p:spPr>
            <a:xfrm>
              <a:off x="8206904" y="8850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1" name="pt8801"/>
            <p:cNvSpPr/>
            <p:nvPr/>
          </p:nvSpPr>
          <p:spPr>
            <a:xfrm>
              <a:off x="8008561" y="8908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2" name="pt8802"/>
            <p:cNvSpPr/>
            <p:nvPr/>
          </p:nvSpPr>
          <p:spPr>
            <a:xfrm>
              <a:off x="7997720" y="8979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3" name="pt8803"/>
            <p:cNvSpPr/>
            <p:nvPr/>
          </p:nvSpPr>
          <p:spPr>
            <a:xfrm>
              <a:off x="7976149" y="90528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4" name="pt8804"/>
            <p:cNvSpPr/>
            <p:nvPr/>
          </p:nvSpPr>
          <p:spPr>
            <a:xfrm>
              <a:off x="8059447" y="8700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5" name="pt8805"/>
            <p:cNvSpPr/>
            <p:nvPr/>
          </p:nvSpPr>
          <p:spPr>
            <a:xfrm>
              <a:off x="7991946" y="8824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6" name="pt8806"/>
            <p:cNvSpPr/>
            <p:nvPr/>
          </p:nvSpPr>
          <p:spPr>
            <a:xfrm>
              <a:off x="7986229" y="9092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7" name="pt8807"/>
            <p:cNvSpPr/>
            <p:nvPr/>
          </p:nvSpPr>
          <p:spPr>
            <a:xfrm>
              <a:off x="8066483" y="8805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8" name="pt8808"/>
            <p:cNvSpPr/>
            <p:nvPr/>
          </p:nvSpPr>
          <p:spPr>
            <a:xfrm>
              <a:off x="7998486" y="87345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9" name="pt8809"/>
            <p:cNvSpPr/>
            <p:nvPr/>
          </p:nvSpPr>
          <p:spPr>
            <a:xfrm>
              <a:off x="8054688" y="8873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0" name="pt8810"/>
            <p:cNvSpPr/>
            <p:nvPr/>
          </p:nvSpPr>
          <p:spPr>
            <a:xfrm>
              <a:off x="8054523" y="8821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1" name="rc8811"/>
            <p:cNvSpPr/>
            <p:nvPr/>
          </p:nvSpPr>
          <p:spPr>
            <a:xfrm>
              <a:off x="8653634" y="1529513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8812" name="tx8812"/>
            <p:cNvSpPr/>
            <p:nvPr/>
          </p:nvSpPr>
          <p:spPr>
            <a:xfrm>
              <a:off x="8810477" y="1692779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8813" name="tx8813"/>
            <p:cNvSpPr/>
            <p:nvPr/>
          </p:nvSpPr>
          <p:spPr>
            <a:xfrm>
              <a:off x="8736267" y="1894604"/>
              <a:ext cx="459975" cy="1038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0.310**</a:t>
              </a:r>
            </a:p>
          </p:txBody>
        </p:sp>
        <p:sp>
          <p:nvSpPr>
            <p:cNvPr id="8814" name="rc8814"/>
            <p:cNvSpPr/>
            <p:nvPr/>
          </p:nvSpPr>
          <p:spPr>
            <a:xfrm>
              <a:off x="8653634" y="1529513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5" name="rc8815"/>
            <p:cNvSpPr/>
            <p:nvPr/>
          </p:nvSpPr>
          <p:spPr>
            <a:xfrm>
              <a:off x="8653634" y="2234734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8816" name="tx8816"/>
            <p:cNvSpPr/>
            <p:nvPr/>
          </p:nvSpPr>
          <p:spPr>
            <a:xfrm>
              <a:off x="8810477" y="2398000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8817" name="tx8817"/>
            <p:cNvSpPr/>
            <p:nvPr/>
          </p:nvSpPr>
          <p:spPr>
            <a:xfrm>
              <a:off x="8736267" y="2599825"/>
              <a:ext cx="459975" cy="1038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0.320**</a:t>
              </a:r>
            </a:p>
          </p:txBody>
        </p:sp>
        <p:sp>
          <p:nvSpPr>
            <p:cNvPr id="8818" name="rc8818"/>
            <p:cNvSpPr/>
            <p:nvPr/>
          </p:nvSpPr>
          <p:spPr>
            <a:xfrm>
              <a:off x="8653634" y="2234734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9" name="rc8819"/>
            <p:cNvSpPr/>
            <p:nvPr/>
          </p:nvSpPr>
          <p:spPr>
            <a:xfrm>
              <a:off x="8653634" y="2939956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8820" name="tx8820"/>
            <p:cNvSpPr/>
            <p:nvPr/>
          </p:nvSpPr>
          <p:spPr>
            <a:xfrm>
              <a:off x="8810477" y="3103222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8821" name="tx8821"/>
            <p:cNvSpPr/>
            <p:nvPr/>
          </p:nvSpPr>
          <p:spPr>
            <a:xfrm>
              <a:off x="8708986" y="3305047"/>
              <a:ext cx="514536" cy="1038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0.391***</a:t>
              </a:r>
            </a:p>
          </p:txBody>
        </p:sp>
        <p:sp>
          <p:nvSpPr>
            <p:cNvPr id="8822" name="rc8822"/>
            <p:cNvSpPr/>
            <p:nvPr/>
          </p:nvSpPr>
          <p:spPr>
            <a:xfrm>
              <a:off x="8653634" y="2939956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3" name="rc8823"/>
            <p:cNvSpPr/>
            <p:nvPr/>
          </p:nvSpPr>
          <p:spPr>
            <a:xfrm>
              <a:off x="8653634" y="3645178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8824" name="tx8824"/>
            <p:cNvSpPr/>
            <p:nvPr/>
          </p:nvSpPr>
          <p:spPr>
            <a:xfrm>
              <a:off x="8810477" y="3808444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8825" name="tx8825"/>
            <p:cNvSpPr/>
            <p:nvPr/>
          </p:nvSpPr>
          <p:spPr>
            <a:xfrm>
              <a:off x="8708986" y="4010269"/>
              <a:ext cx="514536" cy="1038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0.372***</a:t>
              </a:r>
            </a:p>
          </p:txBody>
        </p:sp>
        <p:sp>
          <p:nvSpPr>
            <p:cNvPr id="8826" name="rc8826"/>
            <p:cNvSpPr/>
            <p:nvPr/>
          </p:nvSpPr>
          <p:spPr>
            <a:xfrm>
              <a:off x="8653634" y="3645178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7" name="rc8827"/>
            <p:cNvSpPr/>
            <p:nvPr/>
          </p:nvSpPr>
          <p:spPr>
            <a:xfrm>
              <a:off x="8653634" y="4350399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8828" name="tx8828"/>
            <p:cNvSpPr/>
            <p:nvPr/>
          </p:nvSpPr>
          <p:spPr>
            <a:xfrm>
              <a:off x="8810477" y="4513665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8829" name="tx8829"/>
            <p:cNvSpPr/>
            <p:nvPr/>
          </p:nvSpPr>
          <p:spPr>
            <a:xfrm>
              <a:off x="8736267" y="4715559"/>
              <a:ext cx="459975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0.694**</a:t>
              </a:r>
            </a:p>
          </p:txBody>
        </p:sp>
        <p:sp>
          <p:nvSpPr>
            <p:cNvPr id="8830" name="rc8830"/>
            <p:cNvSpPr/>
            <p:nvPr/>
          </p:nvSpPr>
          <p:spPr>
            <a:xfrm>
              <a:off x="8653634" y="4350399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1" name="rc8831"/>
            <p:cNvSpPr/>
            <p:nvPr/>
          </p:nvSpPr>
          <p:spPr>
            <a:xfrm>
              <a:off x="8653634" y="5055621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8832" name="tx8832"/>
            <p:cNvSpPr/>
            <p:nvPr/>
          </p:nvSpPr>
          <p:spPr>
            <a:xfrm>
              <a:off x="8810477" y="5218887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8833" name="tx8833"/>
            <p:cNvSpPr/>
            <p:nvPr/>
          </p:nvSpPr>
          <p:spPr>
            <a:xfrm>
              <a:off x="8763548" y="5420781"/>
              <a:ext cx="405413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0.588*</a:t>
              </a:r>
            </a:p>
          </p:txBody>
        </p:sp>
        <p:sp>
          <p:nvSpPr>
            <p:cNvPr id="8834" name="rc8834"/>
            <p:cNvSpPr/>
            <p:nvPr/>
          </p:nvSpPr>
          <p:spPr>
            <a:xfrm>
              <a:off x="8653634" y="5055621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5" name="rc8835"/>
            <p:cNvSpPr/>
            <p:nvPr/>
          </p:nvSpPr>
          <p:spPr>
            <a:xfrm>
              <a:off x="8653634" y="5760843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8836" name="tx8836"/>
            <p:cNvSpPr/>
            <p:nvPr/>
          </p:nvSpPr>
          <p:spPr>
            <a:xfrm>
              <a:off x="8810477" y="5924109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8837" name="tx8837"/>
            <p:cNvSpPr/>
            <p:nvPr/>
          </p:nvSpPr>
          <p:spPr>
            <a:xfrm>
              <a:off x="8708986" y="6126002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0.744***</a:t>
              </a:r>
            </a:p>
          </p:txBody>
        </p:sp>
        <p:sp>
          <p:nvSpPr>
            <p:cNvPr id="8838" name="rc8838"/>
            <p:cNvSpPr/>
            <p:nvPr/>
          </p:nvSpPr>
          <p:spPr>
            <a:xfrm>
              <a:off x="8653634" y="5760843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9" name="rc8839"/>
            <p:cNvSpPr/>
            <p:nvPr/>
          </p:nvSpPr>
          <p:spPr>
            <a:xfrm>
              <a:off x="8653634" y="6466064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40" name="pl8840"/>
            <p:cNvSpPr/>
            <p:nvPr/>
          </p:nvSpPr>
          <p:spPr>
            <a:xfrm>
              <a:off x="8653634" y="701578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1" name="pl8841"/>
            <p:cNvSpPr/>
            <p:nvPr/>
          </p:nvSpPr>
          <p:spPr>
            <a:xfrm>
              <a:off x="8653634" y="690175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2" name="pl8842"/>
            <p:cNvSpPr/>
            <p:nvPr/>
          </p:nvSpPr>
          <p:spPr>
            <a:xfrm>
              <a:off x="8653634" y="678772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3" name="pl8843"/>
            <p:cNvSpPr/>
            <p:nvPr/>
          </p:nvSpPr>
          <p:spPr>
            <a:xfrm>
              <a:off x="8653634" y="667369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4" name="pl8844"/>
            <p:cNvSpPr/>
            <p:nvPr/>
          </p:nvSpPr>
          <p:spPr>
            <a:xfrm>
              <a:off x="8653634" y="655966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5" name="pl8845"/>
            <p:cNvSpPr/>
            <p:nvPr/>
          </p:nvSpPr>
          <p:spPr>
            <a:xfrm>
              <a:off x="8674522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6" name="pl8846"/>
            <p:cNvSpPr/>
            <p:nvPr/>
          </p:nvSpPr>
          <p:spPr>
            <a:xfrm>
              <a:off x="8829426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7" name="pl8847"/>
            <p:cNvSpPr/>
            <p:nvPr/>
          </p:nvSpPr>
          <p:spPr>
            <a:xfrm>
              <a:off x="8984329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8" name="pl8848"/>
            <p:cNvSpPr/>
            <p:nvPr/>
          </p:nvSpPr>
          <p:spPr>
            <a:xfrm>
              <a:off x="9139232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9" name="pl8849"/>
            <p:cNvSpPr/>
            <p:nvPr/>
          </p:nvSpPr>
          <p:spPr>
            <a:xfrm>
              <a:off x="8653634" y="707280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0" name="pl8850"/>
            <p:cNvSpPr/>
            <p:nvPr/>
          </p:nvSpPr>
          <p:spPr>
            <a:xfrm>
              <a:off x="8653634" y="695877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1" name="pl8851"/>
            <p:cNvSpPr/>
            <p:nvPr/>
          </p:nvSpPr>
          <p:spPr>
            <a:xfrm>
              <a:off x="8653634" y="684474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2" name="pl8852"/>
            <p:cNvSpPr/>
            <p:nvPr/>
          </p:nvSpPr>
          <p:spPr>
            <a:xfrm>
              <a:off x="8653634" y="673071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3" name="pl8853"/>
            <p:cNvSpPr/>
            <p:nvPr/>
          </p:nvSpPr>
          <p:spPr>
            <a:xfrm>
              <a:off x="8653634" y="661668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4" name="pl8854"/>
            <p:cNvSpPr/>
            <p:nvPr/>
          </p:nvSpPr>
          <p:spPr>
            <a:xfrm>
              <a:off x="8653634" y="650264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5" name="pl8855"/>
            <p:cNvSpPr/>
            <p:nvPr/>
          </p:nvSpPr>
          <p:spPr>
            <a:xfrm>
              <a:off x="8751974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6" name="pl8856"/>
            <p:cNvSpPr/>
            <p:nvPr/>
          </p:nvSpPr>
          <p:spPr>
            <a:xfrm>
              <a:off x="8906877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7" name="pl8857"/>
            <p:cNvSpPr/>
            <p:nvPr/>
          </p:nvSpPr>
          <p:spPr>
            <a:xfrm>
              <a:off x="9061781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8" name="pl8858"/>
            <p:cNvSpPr/>
            <p:nvPr/>
          </p:nvSpPr>
          <p:spPr>
            <a:xfrm>
              <a:off x="9216684" y="6466064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9" name="pg8859"/>
            <p:cNvSpPr/>
            <p:nvPr/>
          </p:nvSpPr>
          <p:spPr>
            <a:xfrm>
              <a:off x="8682054" y="6494957"/>
              <a:ext cx="568401" cy="577847"/>
            </a:xfrm>
            <a:custGeom>
              <a:avLst/>
              <a:pathLst>
                <a:path w="568401" h="577847">
                  <a:moveTo>
                    <a:pt x="0" y="558027"/>
                  </a:moveTo>
                  <a:lnTo>
                    <a:pt x="1112" y="557929"/>
                  </a:lnTo>
                  <a:lnTo>
                    <a:pt x="2224" y="557840"/>
                  </a:lnTo>
                  <a:lnTo>
                    <a:pt x="3336" y="557757"/>
                  </a:lnTo>
                  <a:lnTo>
                    <a:pt x="4449" y="557684"/>
                  </a:lnTo>
                  <a:lnTo>
                    <a:pt x="5561" y="557618"/>
                  </a:lnTo>
                  <a:lnTo>
                    <a:pt x="6673" y="557556"/>
                  </a:lnTo>
                  <a:lnTo>
                    <a:pt x="7786" y="557504"/>
                  </a:lnTo>
                  <a:lnTo>
                    <a:pt x="8898" y="557456"/>
                  </a:lnTo>
                  <a:lnTo>
                    <a:pt x="10010" y="557412"/>
                  </a:lnTo>
                  <a:lnTo>
                    <a:pt x="11123" y="557374"/>
                  </a:lnTo>
                  <a:lnTo>
                    <a:pt x="12235" y="557339"/>
                  </a:lnTo>
                  <a:lnTo>
                    <a:pt x="13347" y="557307"/>
                  </a:lnTo>
                  <a:lnTo>
                    <a:pt x="14460" y="557277"/>
                  </a:lnTo>
                  <a:lnTo>
                    <a:pt x="15572" y="557248"/>
                  </a:lnTo>
                  <a:lnTo>
                    <a:pt x="16684" y="557219"/>
                  </a:lnTo>
                  <a:lnTo>
                    <a:pt x="17797" y="557190"/>
                  </a:lnTo>
                  <a:lnTo>
                    <a:pt x="18909" y="557159"/>
                  </a:lnTo>
                  <a:lnTo>
                    <a:pt x="20021" y="557126"/>
                  </a:lnTo>
                  <a:lnTo>
                    <a:pt x="21134" y="557089"/>
                  </a:lnTo>
                  <a:lnTo>
                    <a:pt x="22246" y="557048"/>
                  </a:lnTo>
                  <a:lnTo>
                    <a:pt x="23358" y="557001"/>
                  </a:lnTo>
                  <a:lnTo>
                    <a:pt x="24471" y="556947"/>
                  </a:lnTo>
                  <a:lnTo>
                    <a:pt x="25583" y="556888"/>
                  </a:lnTo>
                  <a:lnTo>
                    <a:pt x="26695" y="556816"/>
                  </a:lnTo>
                  <a:lnTo>
                    <a:pt x="27808" y="556736"/>
                  </a:lnTo>
                  <a:lnTo>
                    <a:pt x="28920" y="556648"/>
                  </a:lnTo>
                  <a:lnTo>
                    <a:pt x="30032" y="556541"/>
                  </a:lnTo>
                  <a:lnTo>
                    <a:pt x="31145" y="556425"/>
                  </a:lnTo>
                  <a:lnTo>
                    <a:pt x="32257" y="556296"/>
                  </a:lnTo>
                  <a:lnTo>
                    <a:pt x="33369" y="556146"/>
                  </a:lnTo>
                  <a:lnTo>
                    <a:pt x="34482" y="555983"/>
                  </a:lnTo>
                  <a:lnTo>
                    <a:pt x="35594" y="555802"/>
                  </a:lnTo>
                  <a:lnTo>
                    <a:pt x="36706" y="555597"/>
                  </a:lnTo>
                  <a:lnTo>
                    <a:pt x="37819" y="555378"/>
                  </a:lnTo>
                  <a:lnTo>
                    <a:pt x="38931" y="555134"/>
                  </a:lnTo>
                  <a:lnTo>
                    <a:pt x="40043" y="554864"/>
                  </a:lnTo>
                  <a:lnTo>
                    <a:pt x="41156" y="554578"/>
                  </a:lnTo>
                  <a:lnTo>
                    <a:pt x="42268" y="554259"/>
                  </a:lnTo>
                  <a:lnTo>
                    <a:pt x="43380" y="553914"/>
                  </a:lnTo>
                  <a:lnTo>
                    <a:pt x="44493" y="553549"/>
                  </a:lnTo>
                  <a:lnTo>
                    <a:pt x="45605" y="553144"/>
                  </a:lnTo>
                  <a:lnTo>
                    <a:pt x="46717" y="552713"/>
                  </a:lnTo>
                  <a:lnTo>
                    <a:pt x="47830" y="552260"/>
                  </a:lnTo>
                  <a:lnTo>
                    <a:pt x="48942" y="551757"/>
                  </a:lnTo>
                  <a:lnTo>
                    <a:pt x="50054" y="551229"/>
                  </a:lnTo>
                  <a:lnTo>
                    <a:pt x="51167" y="550672"/>
                  </a:lnTo>
                  <a:lnTo>
                    <a:pt x="52279" y="550064"/>
                  </a:lnTo>
                  <a:lnTo>
                    <a:pt x="53391" y="549429"/>
                  </a:lnTo>
                  <a:lnTo>
                    <a:pt x="54504" y="548756"/>
                  </a:lnTo>
                  <a:lnTo>
                    <a:pt x="55616" y="548032"/>
                  </a:lnTo>
                  <a:lnTo>
                    <a:pt x="56728" y="547279"/>
                  </a:lnTo>
                  <a:lnTo>
                    <a:pt x="57841" y="546478"/>
                  </a:lnTo>
                  <a:lnTo>
                    <a:pt x="58953" y="545628"/>
                  </a:lnTo>
                  <a:lnTo>
                    <a:pt x="60065" y="544746"/>
                  </a:lnTo>
                  <a:lnTo>
                    <a:pt x="61178" y="543805"/>
                  </a:lnTo>
                  <a:lnTo>
                    <a:pt x="62290" y="542817"/>
                  </a:lnTo>
                  <a:lnTo>
                    <a:pt x="63402" y="541794"/>
                  </a:lnTo>
                  <a:lnTo>
                    <a:pt x="64515" y="540702"/>
                  </a:lnTo>
                  <a:lnTo>
                    <a:pt x="65627" y="539564"/>
                  </a:lnTo>
                  <a:lnTo>
                    <a:pt x="66739" y="538390"/>
                  </a:lnTo>
                  <a:lnTo>
                    <a:pt x="67852" y="537132"/>
                  </a:lnTo>
                  <a:lnTo>
                    <a:pt x="68964" y="535834"/>
                  </a:lnTo>
                  <a:lnTo>
                    <a:pt x="70076" y="534488"/>
                  </a:lnTo>
                  <a:lnTo>
                    <a:pt x="71189" y="533060"/>
                  </a:lnTo>
                  <a:lnTo>
                    <a:pt x="72301" y="531589"/>
                  </a:lnTo>
                  <a:lnTo>
                    <a:pt x="73413" y="530058"/>
                  </a:lnTo>
                  <a:lnTo>
                    <a:pt x="74526" y="528448"/>
                  </a:lnTo>
                  <a:lnTo>
                    <a:pt x="75638" y="526792"/>
                  </a:lnTo>
                  <a:lnTo>
                    <a:pt x="76750" y="525063"/>
                  </a:lnTo>
                  <a:lnTo>
                    <a:pt x="77863" y="523257"/>
                  </a:lnTo>
                  <a:lnTo>
                    <a:pt x="78975" y="521404"/>
                  </a:lnTo>
                  <a:lnTo>
                    <a:pt x="80087" y="519463"/>
                  </a:lnTo>
                  <a:lnTo>
                    <a:pt x="81200" y="517450"/>
                  </a:lnTo>
                  <a:lnTo>
                    <a:pt x="82312" y="515387"/>
                  </a:lnTo>
                  <a:lnTo>
                    <a:pt x="83424" y="513220"/>
                  </a:lnTo>
                  <a:lnTo>
                    <a:pt x="84537" y="510988"/>
                  </a:lnTo>
                  <a:lnTo>
                    <a:pt x="85649" y="508702"/>
                  </a:lnTo>
                  <a:lnTo>
                    <a:pt x="86761" y="506296"/>
                  </a:lnTo>
                  <a:lnTo>
                    <a:pt x="87874" y="503833"/>
                  </a:lnTo>
                  <a:lnTo>
                    <a:pt x="88986" y="501303"/>
                  </a:lnTo>
                  <a:lnTo>
                    <a:pt x="90098" y="498656"/>
                  </a:lnTo>
                  <a:lnTo>
                    <a:pt x="91211" y="495951"/>
                  </a:lnTo>
                  <a:lnTo>
                    <a:pt x="92323" y="493163"/>
                  </a:lnTo>
                  <a:lnTo>
                    <a:pt x="93435" y="490266"/>
                  </a:lnTo>
                  <a:lnTo>
                    <a:pt x="94548" y="487308"/>
                  </a:lnTo>
                  <a:lnTo>
                    <a:pt x="95660" y="484252"/>
                  </a:lnTo>
                  <a:lnTo>
                    <a:pt x="96772" y="481096"/>
                  </a:lnTo>
                  <a:lnTo>
                    <a:pt x="97885" y="477878"/>
                  </a:lnTo>
                  <a:lnTo>
                    <a:pt x="98997" y="474546"/>
                  </a:lnTo>
                  <a:lnTo>
                    <a:pt x="100109" y="471124"/>
                  </a:lnTo>
                  <a:lnTo>
                    <a:pt x="101222" y="467638"/>
                  </a:lnTo>
                  <a:lnTo>
                    <a:pt x="102334" y="464023"/>
                  </a:lnTo>
                  <a:lnTo>
                    <a:pt x="103446" y="460331"/>
                  </a:lnTo>
                  <a:lnTo>
                    <a:pt x="104559" y="456573"/>
                  </a:lnTo>
                  <a:lnTo>
                    <a:pt x="105671" y="452674"/>
                  </a:lnTo>
                  <a:lnTo>
                    <a:pt x="106783" y="448709"/>
                  </a:lnTo>
                  <a:lnTo>
                    <a:pt x="107896" y="444667"/>
                  </a:lnTo>
                  <a:lnTo>
                    <a:pt x="109008" y="440495"/>
                  </a:lnTo>
                  <a:lnTo>
                    <a:pt x="110120" y="436259"/>
                  </a:lnTo>
                  <a:lnTo>
                    <a:pt x="111233" y="431934"/>
                  </a:lnTo>
                  <a:lnTo>
                    <a:pt x="112345" y="427496"/>
                  </a:lnTo>
                  <a:lnTo>
                    <a:pt x="113457" y="422994"/>
                  </a:lnTo>
                  <a:lnTo>
                    <a:pt x="114570" y="418394"/>
                  </a:lnTo>
                  <a:lnTo>
                    <a:pt x="115682" y="413696"/>
                  </a:lnTo>
                  <a:lnTo>
                    <a:pt x="116794" y="408938"/>
                  </a:lnTo>
                  <a:lnTo>
                    <a:pt x="117907" y="404073"/>
                  </a:lnTo>
                  <a:lnTo>
                    <a:pt x="119019" y="399128"/>
                  </a:lnTo>
                  <a:lnTo>
                    <a:pt x="120131" y="394127"/>
                  </a:lnTo>
                  <a:lnTo>
                    <a:pt x="121244" y="389015"/>
                  </a:lnTo>
                  <a:lnTo>
                    <a:pt x="122356" y="383839"/>
                  </a:lnTo>
                  <a:lnTo>
                    <a:pt x="123468" y="378611"/>
                  </a:lnTo>
                  <a:lnTo>
                    <a:pt x="124581" y="373272"/>
                  </a:lnTo>
                  <a:lnTo>
                    <a:pt x="125693" y="367886"/>
                  </a:lnTo>
                  <a:lnTo>
                    <a:pt x="126805" y="362444"/>
                  </a:lnTo>
                  <a:lnTo>
                    <a:pt x="127918" y="356913"/>
                  </a:lnTo>
                  <a:lnTo>
                    <a:pt x="129030" y="351341"/>
                  </a:lnTo>
                  <a:lnTo>
                    <a:pt x="130142" y="345712"/>
                  </a:lnTo>
                  <a:lnTo>
                    <a:pt x="131255" y="340016"/>
                  </a:lnTo>
                  <a:lnTo>
                    <a:pt x="132367" y="334286"/>
                  </a:lnTo>
                  <a:lnTo>
                    <a:pt x="133479" y="328503"/>
                  </a:lnTo>
                  <a:lnTo>
                    <a:pt x="134592" y="322673"/>
                  </a:lnTo>
                  <a:lnTo>
                    <a:pt x="135704" y="316815"/>
                  </a:lnTo>
                  <a:lnTo>
                    <a:pt x="136816" y="310912"/>
                  </a:lnTo>
                  <a:lnTo>
                    <a:pt x="137929" y="304981"/>
                  </a:lnTo>
                  <a:lnTo>
                    <a:pt x="139041" y="299029"/>
                  </a:lnTo>
                  <a:lnTo>
                    <a:pt x="140153" y="293045"/>
                  </a:lnTo>
                  <a:lnTo>
                    <a:pt x="141266" y="287047"/>
                  </a:lnTo>
                  <a:lnTo>
                    <a:pt x="142378" y="281038"/>
                  </a:lnTo>
                  <a:lnTo>
                    <a:pt x="143490" y="275012"/>
                  </a:lnTo>
                  <a:lnTo>
                    <a:pt x="144603" y="268984"/>
                  </a:lnTo>
                  <a:lnTo>
                    <a:pt x="145715" y="262954"/>
                  </a:lnTo>
                  <a:lnTo>
                    <a:pt x="146827" y="256927"/>
                  </a:lnTo>
                  <a:lnTo>
                    <a:pt x="147940" y="250906"/>
                  </a:lnTo>
                  <a:lnTo>
                    <a:pt x="149052" y="244895"/>
                  </a:lnTo>
                  <a:lnTo>
                    <a:pt x="150164" y="238905"/>
                  </a:lnTo>
                  <a:lnTo>
                    <a:pt x="151277" y="232928"/>
                  </a:lnTo>
                  <a:lnTo>
                    <a:pt x="152389" y="226977"/>
                  </a:lnTo>
                  <a:lnTo>
                    <a:pt x="153501" y="221059"/>
                  </a:lnTo>
                  <a:lnTo>
                    <a:pt x="154614" y="215162"/>
                  </a:lnTo>
                  <a:lnTo>
                    <a:pt x="155726" y="209310"/>
                  </a:lnTo>
                  <a:lnTo>
                    <a:pt x="156838" y="203499"/>
                  </a:lnTo>
                  <a:lnTo>
                    <a:pt x="157951" y="197717"/>
                  </a:lnTo>
                  <a:lnTo>
                    <a:pt x="159063" y="192001"/>
                  </a:lnTo>
                  <a:lnTo>
                    <a:pt x="160175" y="186328"/>
                  </a:lnTo>
                  <a:lnTo>
                    <a:pt x="161288" y="180693"/>
                  </a:lnTo>
                  <a:lnTo>
                    <a:pt x="162400" y="175146"/>
                  </a:lnTo>
                  <a:lnTo>
                    <a:pt x="163512" y="169643"/>
                  </a:lnTo>
                  <a:lnTo>
                    <a:pt x="164625" y="164193"/>
                  </a:lnTo>
                  <a:lnTo>
                    <a:pt x="165737" y="158836"/>
                  </a:lnTo>
                  <a:lnTo>
                    <a:pt x="166849" y="153529"/>
                  </a:lnTo>
                  <a:lnTo>
                    <a:pt x="167962" y="148292"/>
                  </a:lnTo>
                  <a:lnTo>
                    <a:pt x="169074" y="143150"/>
                  </a:lnTo>
                  <a:lnTo>
                    <a:pt x="170186" y="138062"/>
                  </a:lnTo>
                  <a:lnTo>
                    <a:pt x="171299" y="133062"/>
                  </a:lnTo>
                  <a:lnTo>
                    <a:pt x="172411" y="128155"/>
                  </a:lnTo>
                  <a:lnTo>
                    <a:pt x="173523" y="123306"/>
                  </a:lnTo>
                  <a:lnTo>
                    <a:pt x="174636" y="118564"/>
                  </a:lnTo>
                  <a:lnTo>
                    <a:pt x="175748" y="113908"/>
                  </a:lnTo>
                  <a:lnTo>
                    <a:pt x="176860" y="109313"/>
                  </a:lnTo>
                  <a:lnTo>
                    <a:pt x="177973" y="104844"/>
                  </a:lnTo>
                  <a:lnTo>
                    <a:pt x="179085" y="100453"/>
                  </a:lnTo>
                  <a:lnTo>
                    <a:pt x="180197" y="96126"/>
                  </a:lnTo>
                  <a:lnTo>
                    <a:pt x="181310" y="91942"/>
                  </a:lnTo>
                  <a:lnTo>
                    <a:pt x="182422" y="87825"/>
                  </a:lnTo>
                  <a:lnTo>
                    <a:pt x="183534" y="83787"/>
                  </a:lnTo>
                  <a:lnTo>
                    <a:pt x="184647" y="79884"/>
                  </a:lnTo>
                  <a:lnTo>
                    <a:pt x="185759" y="76048"/>
                  </a:lnTo>
                  <a:lnTo>
                    <a:pt x="186871" y="72306"/>
                  </a:lnTo>
                  <a:lnTo>
                    <a:pt x="187984" y="68687"/>
                  </a:lnTo>
                  <a:lnTo>
                    <a:pt x="189096" y="65137"/>
                  </a:lnTo>
                  <a:lnTo>
                    <a:pt x="190208" y="61695"/>
                  </a:lnTo>
                  <a:lnTo>
                    <a:pt x="191321" y="58363"/>
                  </a:lnTo>
                  <a:lnTo>
                    <a:pt x="192433" y="55099"/>
                  </a:lnTo>
                  <a:lnTo>
                    <a:pt x="193545" y="51958"/>
                  </a:lnTo>
                  <a:lnTo>
                    <a:pt x="194658" y="48914"/>
                  </a:lnTo>
                  <a:lnTo>
                    <a:pt x="195770" y="45937"/>
                  </a:lnTo>
                  <a:lnTo>
                    <a:pt x="196882" y="43096"/>
                  </a:lnTo>
                  <a:lnTo>
                    <a:pt x="197995" y="40337"/>
                  </a:lnTo>
                  <a:lnTo>
                    <a:pt x="199107" y="37645"/>
                  </a:lnTo>
                  <a:lnTo>
                    <a:pt x="200219" y="35102"/>
                  </a:lnTo>
                  <a:lnTo>
                    <a:pt x="201332" y="32626"/>
                  </a:lnTo>
                  <a:lnTo>
                    <a:pt x="202444" y="30231"/>
                  </a:lnTo>
                  <a:lnTo>
                    <a:pt x="203556" y="27968"/>
                  </a:lnTo>
                  <a:lnTo>
                    <a:pt x="204669" y="25773"/>
                  </a:lnTo>
                  <a:lnTo>
                    <a:pt x="205781" y="23669"/>
                  </a:lnTo>
                  <a:lnTo>
                    <a:pt x="206893" y="21684"/>
                  </a:lnTo>
                  <a:lnTo>
                    <a:pt x="208006" y="19763"/>
                  </a:lnTo>
                  <a:lnTo>
                    <a:pt x="209118" y="17947"/>
                  </a:lnTo>
                  <a:lnTo>
                    <a:pt x="210230" y="16234"/>
                  </a:lnTo>
                  <a:lnTo>
                    <a:pt x="211343" y="14585"/>
                  </a:lnTo>
                  <a:lnTo>
                    <a:pt x="212455" y="13051"/>
                  </a:lnTo>
                  <a:lnTo>
                    <a:pt x="213567" y="11606"/>
                  </a:lnTo>
                  <a:lnTo>
                    <a:pt x="214680" y="10223"/>
                  </a:lnTo>
                  <a:lnTo>
                    <a:pt x="215792" y="8966"/>
                  </a:lnTo>
                  <a:lnTo>
                    <a:pt x="216904" y="7782"/>
                  </a:lnTo>
                  <a:lnTo>
                    <a:pt x="218017" y="6661"/>
                  </a:lnTo>
                  <a:lnTo>
                    <a:pt x="219129" y="5673"/>
                  </a:lnTo>
                  <a:lnTo>
                    <a:pt x="220241" y="4746"/>
                  </a:lnTo>
                  <a:lnTo>
                    <a:pt x="221354" y="3890"/>
                  </a:lnTo>
                  <a:lnTo>
                    <a:pt x="222466" y="3154"/>
                  </a:lnTo>
                  <a:lnTo>
                    <a:pt x="223578" y="2476"/>
                  </a:lnTo>
                  <a:lnTo>
                    <a:pt x="224691" y="1879"/>
                  </a:lnTo>
                  <a:lnTo>
                    <a:pt x="225803" y="1386"/>
                  </a:lnTo>
                  <a:lnTo>
                    <a:pt x="226915" y="950"/>
                  </a:lnTo>
                  <a:lnTo>
                    <a:pt x="228028" y="603"/>
                  </a:lnTo>
                  <a:lnTo>
                    <a:pt x="229140" y="345"/>
                  </a:lnTo>
                  <a:lnTo>
                    <a:pt x="230252" y="141"/>
                  </a:lnTo>
                  <a:lnTo>
                    <a:pt x="231365" y="33"/>
                  </a:lnTo>
                  <a:lnTo>
                    <a:pt x="232477" y="0"/>
                  </a:lnTo>
                  <a:lnTo>
                    <a:pt x="233589" y="18"/>
                  </a:lnTo>
                  <a:lnTo>
                    <a:pt x="234702" y="137"/>
                  </a:lnTo>
                  <a:lnTo>
                    <a:pt x="235814" y="316"/>
                  </a:lnTo>
                  <a:lnTo>
                    <a:pt x="236926" y="544"/>
                  </a:lnTo>
                  <a:lnTo>
                    <a:pt x="238039" y="876"/>
                  </a:lnTo>
                  <a:lnTo>
                    <a:pt x="239151" y="1253"/>
                  </a:lnTo>
                  <a:lnTo>
                    <a:pt x="240263" y="1686"/>
                  </a:lnTo>
                  <a:lnTo>
                    <a:pt x="241376" y="2205"/>
                  </a:lnTo>
                  <a:lnTo>
                    <a:pt x="242488" y="2765"/>
                  </a:lnTo>
                  <a:lnTo>
                    <a:pt x="243600" y="3384"/>
                  </a:lnTo>
                  <a:lnTo>
                    <a:pt x="244713" y="4072"/>
                  </a:lnTo>
                  <a:lnTo>
                    <a:pt x="245825" y="4798"/>
                  </a:lnTo>
                  <a:lnTo>
                    <a:pt x="246937" y="5583"/>
                  </a:lnTo>
                  <a:lnTo>
                    <a:pt x="248049" y="6421"/>
                  </a:lnTo>
                  <a:lnTo>
                    <a:pt x="249162" y="7293"/>
                  </a:lnTo>
                  <a:lnTo>
                    <a:pt x="250274" y="8220"/>
                  </a:lnTo>
                  <a:lnTo>
                    <a:pt x="251386" y="9187"/>
                  </a:lnTo>
                  <a:lnTo>
                    <a:pt x="252499" y="10182"/>
                  </a:lnTo>
                  <a:lnTo>
                    <a:pt x="253611" y="11227"/>
                  </a:lnTo>
                  <a:lnTo>
                    <a:pt x="254723" y="12299"/>
                  </a:lnTo>
                  <a:lnTo>
                    <a:pt x="255836" y="13394"/>
                  </a:lnTo>
                  <a:lnTo>
                    <a:pt x="256948" y="14530"/>
                  </a:lnTo>
                  <a:lnTo>
                    <a:pt x="258060" y="15683"/>
                  </a:lnTo>
                  <a:lnTo>
                    <a:pt x="259173" y="16855"/>
                  </a:lnTo>
                  <a:lnTo>
                    <a:pt x="260285" y="18052"/>
                  </a:lnTo>
                  <a:lnTo>
                    <a:pt x="261397" y="19260"/>
                  </a:lnTo>
                  <a:lnTo>
                    <a:pt x="262510" y="20481"/>
                  </a:lnTo>
                  <a:lnTo>
                    <a:pt x="263622" y="21713"/>
                  </a:lnTo>
                  <a:lnTo>
                    <a:pt x="264734" y="22949"/>
                  </a:lnTo>
                  <a:lnTo>
                    <a:pt x="265847" y="24190"/>
                  </a:lnTo>
                  <a:lnTo>
                    <a:pt x="266959" y="25431"/>
                  </a:lnTo>
                  <a:lnTo>
                    <a:pt x="268071" y="26670"/>
                  </a:lnTo>
                  <a:lnTo>
                    <a:pt x="269184" y="27902"/>
                  </a:lnTo>
                  <a:lnTo>
                    <a:pt x="270296" y="29126"/>
                  </a:lnTo>
                  <a:lnTo>
                    <a:pt x="271408" y="30342"/>
                  </a:lnTo>
                  <a:lnTo>
                    <a:pt x="272521" y="31539"/>
                  </a:lnTo>
                  <a:lnTo>
                    <a:pt x="273633" y="32722"/>
                  </a:lnTo>
                  <a:lnTo>
                    <a:pt x="274745" y="33891"/>
                  </a:lnTo>
                  <a:lnTo>
                    <a:pt x="275858" y="35028"/>
                  </a:lnTo>
                  <a:lnTo>
                    <a:pt x="276970" y="36147"/>
                  </a:lnTo>
                  <a:lnTo>
                    <a:pt x="278082" y="37244"/>
                  </a:lnTo>
                  <a:lnTo>
                    <a:pt x="279195" y="38301"/>
                  </a:lnTo>
                  <a:lnTo>
                    <a:pt x="280307" y="39337"/>
                  </a:lnTo>
                  <a:lnTo>
                    <a:pt x="281419" y="40341"/>
                  </a:lnTo>
                  <a:lnTo>
                    <a:pt x="282532" y="41303"/>
                  </a:lnTo>
                  <a:lnTo>
                    <a:pt x="283644" y="42238"/>
                  </a:lnTo>
                  <a:lnTo>
                    <a:pt x="284756" y="43133"/>
                  </a:lnTo>
                  <a:lnTo>
                    <a:pt x="285869" y="43984"/>
                  </a:lnTo>
                  <a:lnTo>
                    <a:pt x="286981" y="44808"/>
                  </a:lnTo>
                  <a:lnTo>
                    <a:pt x="288093" y="45581"/>
                  </a:lnTo>
                  <a:lnTo>
                    <a:pt x="289206" y="46313"/>
                  </a:lnTo>
                  <a:lnTo>
                    <a:pt x="290318" y="47016"/>
                  </a:lnTo>
                  <a:lnTo>
                    <a:pt x="291430" y="47660"/>
                  </a:lnTo>
                  <a:lnTo>
                    <a:pt x="292543" y="48268"/>
                  </a:lnTo>
                  <a:lnTo>
                    <a:pt x="293655" y="48846"/>
                  </a:lnTo>
                  <a:lnTo>
                    <a:pt x="294767" y="49359"/>
                  </a:lnTo>
                  <a:lnTo>
                    <a:pt x="295880" y="49842"/>
                  </a:lnTo>
                  <a:lnTo>
                    <a:pt x="296992" y="50291"/>
                  </a:lnTo>
                  <a:lnTo>
                    <a:pt x="298104" y="50682"/>
                  </a:lnTo>
                  <a:lnTo>
                    <a:pt x="299217" y="51046"/>
                  </a:lnTo>
                  <a:lnTo>
                    <a:pt x="300329" y="51371"/>
                  </a:lnTo>
                  <a:lnTo>
                    <a:pt x="301441" y="51649"/>
                  </a:lnTo>
                  <a:lnTo>
                    <a:pt x="302554" y="51901"/>
                  </a:lnTo>
                  <a:lnTo>
                    <a:pt x="303666" y="52115"/>
                  </a:lnTo>
                  <a:lnTo>
                    <a:pt x="304778" y="52291"/>
                  </a:lnTo>
                  <a:lnTo>
                    <a:pt x="305891" y="52447"/>
                  </a:lnTo>
                  <a:lnTo>
                    <a:pt x="307003" y="52565"/>
                  </a:lnTo>
                  <a:lnTo>
                    <a:pt x="308115" y="52657"/>
                  </a:lnTo>
                  <a:lnTo>
                    <a:pt x="309228" y="52732"/>
                  </a:lnTo>
                  <a:lnTo>
                    <a:pt x="310340" y="52776"/>
                  </a:lnTo>
                  <a:lnTo>
                    <a:pt x="311452" y="52804"/>
                  </a:lnTo>
                  <a:lnTo>
                    <a:pt x="312565" y="52820"/>
                  </a:lnTo>
                  <a:lnTo>
                    <a:pt x="313677" y="52814"/>
                  </a:lnTo>
                  <a:lnTo>
                    <a:pt x="314789" y="52801"/>
                  </a:lnTo>
                  <a:lnTo>
                    <a:pt x="315902" y="52780"/>
                  </a:lnTo>
                  <a:lnTo>
                    <a:pt x="317014" y="52752"/>
                  </a:lnTo>
                  <a:lnTo>
                    <a:pt x="318126" y="52722"/>
                  </a:lnTo>
                  <a:lnTo>
                    <a:pt x="319239" y="52693"/>
                  </a:lnTo>
                  <a:lnTo>
                    <a:pt x="320351" y="52669"/>
                  </a:lnTo>
                  <a:lnTo>
                    <a:pt x="321463" y="52651"/>
                  </a:lnTo>
                  <a:lnTo>
                    <a:pt x="322576" y="52642"/>
                  </a:lnTo>
                  <a:lnTo>
                    <a:pt x="323688" y="52650"/>
                  </a:lnTo>
                  <a:lnTo>
                    <a:pt x="324800" y="52669"/>
                  </a:lnTo>
                  <a:lnTo>
                    <a:pt x="325913" y="52712"/>
                  </a:lnTo>
                  <a:lnTo>
                    <a:pt x="327025" y="52778"/>
                  </a:lnTo>
                  <a:lnTo>
                    <a:pt x="328137" y="52861"/>
                  </a:lnTo>
                  <a:lnTo>
                    <a:pt x="329250" y="52983"/>
                  </a:lnTo>
                  <a:lnTo>
                    <a:pt x="330362" y="53134"/>
                  </a:lnTo>
                  <a:lnTo>
                    <a:pt x="331474" y="53307"/>
                  </a:lnTo>
                  <a:lnTo>
                    <a:pt x="332587" y="53537"/>
                  </a:lnTo>
                  <a:lnTo>
                    <a:pt x="333699" y="53796"/>
                  </a:lnTo>
                  <a:lnTo>
                    <a:pt x="334811" y="54089"/>
                  </a:lnTo>
                  <a:lnTo>
                    <a:pt x="335924" y="54445"/>
                  </a:lnTo>
                  <a:lnTo>
                    <a:pt x="337036" y="54834"/>
                  </a:lnTo>
                  <a:lnTo>
                    <a:pt x="338148" y="55271"/>
                  </a:lnTo>
                  <a:lnTo>
                    <a:pt x="339261" y="55772"/>
                  </a:lnTo>
                  <a:lnTo>
                    <a:pt x="340373" y="56311"/>
                  </a:lnTo>
                  <a:lnTo>
                    <a:pt x="341485" y="56911"/>
                  </a:lnTo>
                  <a:lnTo>
                    <a:pt x="342598" y="57575"/>
                  </a:lnTo>
                  <a:lnTo>
                    <a:pt x="343710" y="58279"/>
                  </a:lnTo>
                  <a:lnTo>
                    <a:pt x="344822" y="59058"/>
                  </a:lnTo>
                  <a:lnTo>
                    <a:pt x="345935" y="59897"/>
                  </a:lnTo>
                  <a:lnTo>
                    <a:pt x="347047" y="60779"/>
                  </a:lnTo>
                  <a:lnTo>
                    <a:pt x="348159" y="61749"/>
                  </a:lnTo>
                  <a:lnTo>
                    <a:pt x="349272" y="62773"/>
                  </a:lnTo>
                  <a:lnTo>
                    <a:pt x="350384" y="63841"/>
                  </a:lnTo>
                  <a:lnTo>
                    <a:pt x="351496" y="65009"/>
                  </a:lnTo>
                  <a:lnTo>
                    <a:pt x="352609" y="66223"/>
                  </a:lnTo>
                  <a:lnTo>
                    <a:pt x="353721" y="67492"/>
                  </a:lnTo>
                  <a:lnTo>
                    <a:pt x="354833" y="68853"/>
                  </a:lnTo>
                  <a:lnTo>
                    <a:pt x="355946" y="70260"/>
                  </a:lnTo>
                  <a:lnTo>
                    <a:pt x="357058" y="71732"/>
                  </a:lnTo>
                  <a:lnTo>
                    <a:pt x="358170" y="73285"/>
                  </a:lnTo>
                  <a:lnTo>
                    <a:pt x="359283" y="74884"/>
                  </a:lnTo>
                  <a:lnTo>
                    <a:pt x="360395" y="76556"/>
                  </a:lnTo>
                  <a:lnTo>
                    <a:pt x="361507" y="78299"/>
                  </a:lnTo>
                  <a:lnTo>
                    <a:pt x="362620" y="80087"/>
                  </a:lnTo>
                  <a:lnTo>
                    <a:pt x="363732" y="81954"/>
                  </a:lnTo>
                  <a:lnTo>
                    <a:pt x="364844" y="83881"/>
                  </a:lnTo>
                  <a:lnTo>
                    <a:pt x="365957" y="85851"/>
                  </a:lnTo>
                  <a:lnTo>
                    <a:pt x="367069" y="87906"/>
                  </a:lnTo>
                  <a:lnTo>
                    <a:pt x="368181" y="90011"/>
                  </a:lnTo>
                  <a:lnTo>
                    <a:pt x="369294" y="92156"/>
                  </a:lnTo>
                  <a:lnTo>
                    <a:pt x="370406" y="94390"/>
                  </a:lnTo>
                  <a:lnTo>
                    <a:pt x="371518" y="96662"/>
                  </a:lnTo>
                  <a:lnTo>
                    <a:pt x="372631" y="98981"/>
                  </a:lnTo>
                  <a:lnTo>
                    <a:pt x="373743" y="101375"/>
                  </a:lnTo>
                  <a:lnTo>
                    <a:pt x="374855" y="103806"/>
                  </a:lnTo>
                  <a:lnTo>
                    <a:pt x="375968" y="106287"/>
                  </a:lnTo>
                  <a:lnTo>
                    <a:pt x="377080" y="108832"/>
                  </a:lnTo>
                  <a:lnTo>
                    <a:pt x="378192" y="111411"/>
                  </a:lnTo>
                  <a:lnTo>
                    <a:pt x="379305" y="114044"/>
                  </a:lnTo>
                  <a:lnTo>
                    <a:pt x="380417" y="116728"/>
                  </a:lnTo>
                  <a:lnTo>
                    <a:pt x="381529" y="119445"/>
                  </a:lnTo>
                  <a:lnTo>
                    <a:pt x="382642" y="122218"/>
                  </a:lnTo>
                  <a:lnTo>
                    <a:pt x="383754" y="125032"/>
                  </a:lnTo>
                  <a:lnTo>
                    <a:pt x="384866" y="127876"/>
                  </a:lnTo>
                  <a:lnTo>
                    <a:pt x="385979" y="130778"/>
                  </a:lnTo>
                  <a:lnTo>
                    <a:pt x="387091" y="133712"/>
                  </a:lnTo>
                  <a:lnTo>
                    <a:pt x="388203" y="136674"/>
                  </a:lnTo>
                  <a:lnTo>
                    <a:pt x="389316" y="139694"/>
                  </a:lnTo>
                  <a:lnTo>
                    <a:pt x="390428" y="142739"/>
                  </a:lnTo>
                  <a:lnTo>
                    <a:pt x="391540" y="145814"/>
                  </a:lnTo>
                  <a:lnTo>
                    <a:pt x="392653" y="148937"/>
                  </a:lnTo>
                  <a:lnTo>
                    <a:pt x="393765" y="152083"/>
                  </a:lnTo>
                  <a:lnTo>
                    <a:pt x="394877" y="155262"/>
                  </a:lnTo>
                  <a:lnTo>
                    <a:pt x="395990" y="158480"/>
                  </a:lnTo>
                  <a:lnTo>
                    <a:pt x="397102" y="161720"/>
                  </a:lnTo>
                  <a:lnTo>
                    <a:pt x="398214" y="164993"/>
                  </a:lnTo>
                  <a:lnTo>
                    <a:pt x="399327" y="168298"/>
                  </a:lnTo>
                  <a:lnTo>
                    <a:pt x="400439" y="171623"/>
                  </a:lnTo>
                  <a:lnTo>
                    <a:pt x="401551" y="174982"/>
                  </a:lnTo>
                  <a:lnTo>
                    <a:pt x="402664" y="178366"/>
                  </a:lnTo>
                  <a:lnTo>
                    <a:pt x="403776" y="181768"/>
                  </a:lnTo>
                  <a:lnTo>
                    <a:pt x="404888" y="185204"/>
                  </a:lnTo>
                  <a:lnTo>
                    <a:pt x="406001" y="188660"/>
                  </a:lnTo>
                  <a:lnTo>
                    <a:pt x="407113" y="192131"/>
                  </a:lnTo>
                  <a:lnTo>
                    <a:pt x="408225" y="195635"/>
                  </a:lnTo>
                  <a:lnTo>
                    <a:pt x="409338" y="199154"/>
                  </a:lnTo>
                  <a:lnTo>
                    <a:pt x="410450" y="202689"/>
                  </a:lnTo>
                  <a:lnTo>
                    <a:pt x="411562" y="206250"/>
                  </a:lnTo>
                  <a:lnTo>
                    <a:pt x="412675" y="209824"/>
                  </a:lnTo>
                  <a:lnTo>
                    <a:pt x="413787" y="213414"/>
                  </a:lnTo>
                  <a:lnTo>
                    <a:pt x="414899" y="217023"/>
                  </a:lnTo>
                  <a:lnTo>
                    <a:pt x="416012" y="220642"/>
                  </a:lnTo>
                  <a:lnTo>
                    <a:pt x="417124" y="224276"/>
                  </a:lnTo>
                  <a:lnTo>
                    <a:pt x="418236" y="227924"/>
                  </a:lnTo>
                  <a:lnTo>
                    <a:pt x="419349" y="231580"/>
                  </a:lnTo>
                  <a:lnTo>
                    <a:pt x="420461" y="235248"/>
                  </a:lnTo>
                  <a:lnTo>
                    <a:pt x="421573" y="238924"/>
                  </a:lnTo>
                  <a:lnTo>
                    <a:pt x="422686" y="242605"/>
                  </a:lnTo>
                  <a:lnTo>
                    <a:pt x="423798" y="246295"/>
                  </a:lnTo>
                  <a:lnTo>
                    <a:pt x="424910" y="249989"/>
                  </a:lnTo>
                  <a:lnTo>
                    <a:pt x="426023" y="253685"/>
                  </a:lnTo>
                  <a:lnTo>
                    <a:pt x="427135" y="257385"/>
                  </a:lnTo>
                  <a:lnTo>
                    <a:pt x="428247" y="261084"/>
                  </a:lnTo>
                  <a:lnTo>
                    <a:pt x="429360" y="264783"/>
                  </a:lnTo>
                  <a:lnTo>
                    <a:pt x="430472" y="268479"/>
                  </a:lnTo>
                  <a:lnTo>
                    <a:pt x="431584" y="272171"/>
                  </a:lnTo>
                  <a:lnTo>
                    <a:pt x="432697" y="275859"/>
                  </a:lnTo>
                  <a:lnTo>
                    <a:pt x="433809" y="279538"/>
                  </a:lnTo>
                  <a:lnTo>
                    <a:pt x="434921" y="283211"/>
                  </a:lnTo>
                  <a:lnTo>
                    <a:pt x="436034" y="286874"/>
                  </a:lnTo>
                  <a:lnTo>
                    <a:pt x="437146" y="290523"/>
                  </a:lnTo>
                  <a:lnTo>
                    <a:pt x="438258" y="294164"/>
                  </a:lnTo>
                  <a:lnTo>
                    <a:pt x="439371" y="297786"/>
                  </a:lnTo>
                  <a:lnTo>
                    <a:pt x="440483" y="301393"/>
                  </a:lnTo>
                  <a:lnTo>
                    <a:pt x="441595" y="304987"/>
                  </a:lnTo>
                  <a:lnTo>
                    <a:pt x="442708" y="308556"/>
                  </a:lnTo>
                  <a:lnTo>
                    <a:pt x="443820" y="312106"/>
                  </a:lnTo>
                  <a:lnTo>
                    <a:pt x="444932" y="315642"/>
                  </a:lnTo>
                  <a:lnTo>
                    <a:pt x="446045" y="319142"/>
                  </a:lnTo>
                  <a:lnTo>
                    <a:pt x="447157" y="322625"/>
                  </a:lnTo>
                  <a:lnTo>
                    <a:pt x="448269" y="326086"/>
                  </a:lnTo>
                  <a:lnTo>
                    <a:pt x="449382" y="329509"/>
                  </a:lnTo>
                  <a:lnTo>
                    <a:pt x="450494" y="332911"/>
                  </a:lnTo>
                  <a:lnTo>
                    <a:pt x="451606" y="336284"/>
                  </a:lnTo>
                  <a:lnTo>
                    <a:pt x="452719" y="339619"/>
                  </a:lnTo>
                  <a:lnTo>
                    <a:pt x="453831" y="342930"/>
                  </a:lnTo>
                  <a:lnTo>
                    <a:pt x="454943" y="346205"/>
                  </a:lnTo>
                  <a:lnTo>
                    <a:pt x="456056" y="349441"/>
                  </a:lnTo>
                  <a:lnTo>
                    <a:pt x="457168" y="352653"/>
                  </a:lnTo>
                  <a:lnTo>
                    <a:pt x="458280" y="355819"/>
                  </a:lnTo>
                  <a:lnTo>
                    <a:pt x="459393" y="358949"/>
                  </a:lnTo>
                  <a:lnTo>
                    <a:pt x="460505" y="362053"/>
                  </a:lnTo>
                  <a:lnTo>
                    <a:pt x="461617" y="365103"/>
                  </a:lnTo>
                  <a:lnTo>
                    <a:pt x="462730" y="368120"/>
                  </a:lnTo>
                  <a:lnTo>
                    <a:pt x="463842" y="371109"/>
                  </a:lnTo>
                  <a:lnTo>
                    <a:pt x="464954" y="374037"/>
                  </a:lnTo>
                  <a:lnTo>
                    <a:pt x="466067" y="376936"/>
                  </a:lnTo>
                  <a:lnTo>
                    <a:pt x="467179" y="379802"/>
                  </a:lnTo>
                  <a:lnTo>
                    <a:pt x="468291" y="382609"/>
                  </a:lnTo>
                  <a:lnTo>
                    <a:pt x="469404" y="385388"/>
                  </a:lnTo>
                  <a:lnTo>
                    <a:pt x="470516" y="388126"/>
                  </a:lnTo>
                  <a:lnTo>
                    <a:pt x="471628" y="390812"/>
                  </a:lnTo>
                  <a:lnTo>
                    <a:pt x="472741" y="393469"/>
                  </a:lnTo>
                  <a:lnTo>
                    <a:pt x="473853" y="396079"/>
                  </a:lnTo>
                  <a:lnTo>
                    <a:pt x="474965" y="398643"/>
                  </a:lnTo>
                  <a:lnTo>
                    <a:pt x="476078" y="401178"/>
                  </a:lnTo>
                  <a:lnTo>
                    <a:pt x="477190" y="403661"/>
                  </a:lnTo>
                  <a:lnTo>
                    <a:pt x="478302" y="406105"/>
                  </a:lnTo>
                  <a:lnTo>
                    <a:pt x="479415" y="408521"/>
                  </a:lnTo>
                  <a:lnTo>
                    <a:pt x="480527" y="410881"/>
                  </a:lnTo>
                  <a:lnTo>
                    <a:pt x="481639" y="413207"/>
                  </a:lnTo>
                  <a:lnTo>
                    <a:pt x="482752" y="415507"/>
                  </a:lnTo>
                  <a:lnTo>
                    <a:pt x="483864" y="417747"/>
                  </a:lnTo>
                  <a:lnTo>
                    <a:pt x="484976" y="419962"/>
                  </a:lnTo>
                  <a:lnTo>
                    <a:pt x="486089" y="422144"/>
                  </a:lnTo>
                  <a:lnTo>
                    <a:pt x="487201" y="424276"/>
                  </a:lnTo>
                  <a:lnTo>
                    <a:pt x="488313" y="426383"/>
                  </a:lnTo>
                  <a:lnTo>
                    <a:pt x="489426" y="428455"/>
                  </a:lnTo>
                  <a:lnTo>
                    <a:pt x="490538" y="430485"/>
                  </a:lnTo>
                  <a:lnTo>
                    <a:pt x="491650" y="432491"/>
                  </a:lnTo>
                  <a:lnTo>
                    <a:pt x="492762" y="434460"/>
                  </a:lnTo>
                  <a:lnTo>
                    <a:pt x="493875" y="436393"/>
                  </a:lnTo>
                  <a:lnTo>
                    <a:pt x="494987" y="438305"/>
                  </a:lnTo>
                  <a:lnTo>
                    <a:pt x="496099" y="440178"/>
                  </a:lnTo>
                  <a:lnTo>
                    <a:pt x="497212" y="442022"/>
                  </a:lnTo>
                  <a:lnTo>
                    <a:pt x="498324" y="443847"/>
                  </a:lnTo>
                  <a:lnTo>
                    <a:pt x="499436" y="445632"/>
                  </a:lnTo>
                  <a:lnTo>
                    <a:pt x="500549" y="447395"/>
                  </a:lnTo>
                  <a:lnTo>
                    <a:pt x="501661" y="449139"/>
                  </a:lnTo>
                  <a:lnTo>
                    <a:pt x="502773" y="450844"/>
                  </a:lnTo>
                  <a:lnTo>
                    <a:pt x="503886" y="452532"/>
                  </a:lnTo>
                  <a:lnTo>
                    <a:pt x="504998" y="454200"/>
                  </a:lnTo>
                  <a:lnTo>
                    <a:pt x="506110" y="455835"/>
                  </a:lnTo>
                  <a:lnTo>
                    <a:pt x="507223" y="457456"/>
                  </a:lnTo>
                  <a:lnTo>
                    <a:pt x="508335" y="459055"/>
                  </a:lnTo>
                  <a:lnTo>
                    <a:pt x="509447" y="460628"/>
                  </a:lnTo>
                  <a:lnTo>
                    <a:pt x="510560" y="462187"/>
                  </a:lnTo>
                  <a:lnTo>
                    <a:pt x="511672" y="463724"/>
                  </a:lnTo>
                  <a:lnTo>
                    <a:pt x="512784" y="465241"/>
                  </a:lnTo>
                  <a:lnTo>
                    <a:pt x="513897" y="466745"/>
                  </a:lnTo>
                  <a:lnTo>
                    <a:pt x="515009" y="468227"/>
                  </a:lnTo>
                  <a:lnTo>
                    <a:pt x="516121" y="469693"/>
                  </a:lnTo>
                  <a:lnTo>
                    <a:pt x="517234" y="471148"/>
                  </a:lnTo>
                  <a:lnTo>
                    <a:pt x="518346" y="472580"/>
                  </a:lnTo>
                  <a:lnTo>
                    <a:pt x="519458" y="474001"/>
                  </a:lnTo>
                  <a:lnTo>
                    <a:pt x="520571" y="475411"/>
                  </a:lnTo>
                  <a:lnTo>
                    <a:pt x="521683" y="476800"/>
                  </a:lnTo>
                  <a:lnTo>
                    <a:pt x="522795" y="478180"/>
                  </a:lnTo>
                  <a:lnTo>
                    <a:pt x="523908" y="479549"/>
                  </a:lnTo>
                  <a:lnTo>
                    <a:pt x="525020" y="480901"/>
                  </a:lnTo>
                  <a:lnTo>
                    <a:pt x="526132" y="482245"/>
                  </a:lnTo>
                  <a:lnTo>
                    <a:pt x="527245" y="483577"/>
                  </a:lnTo>
                  <a:lnTo>
                    <a:pt x="528357" y="484895"/>
                  </a:lnTo>
                  <a:lnTo>
                    <a:pt x="529469" y="486206"/>
                  </a:lnTo>
                  <a:lnTo>
                    <a:pt x="530582" y="487505"/>
                  </a:lnTo>
                  <a:lnTo>
                    <a:pt x="531694" y="488794"/>
                  </a:lnTo>
                  <a:lnTo>
                    <a:pt x="532806" y="490075"/>
                  </a:lnTo>
                  <a:lnTo>
                    <a:pt x="533919" y="491345"/>
                  </a:lnTo>
                  <a:lnTo>
                    <a:pt x="535031" y="492607"/>
                  </a:lnTo>
                  <a:lnTo>
                    <a:pt x="536143" y="493862"/>
                  </a:lnTo>
                  <a:lnTo>
                    <a:pt x="537256" y="495106"/>
                  </a:lnTo>
                  <a:lnTo>
                    <a:pt x="538368" y="496343"/>
                  </a:lnTo>
                  <a:lnTo>
                    <a:pt x="539480" y="497575"/>
                  </a:lnTo>
                  <a:lnTo>
                    <a:pt x="540593" y="498795"/>
                  </a:lnTo>
                  <a:lnTo>
                    <a:pt x="541705" y="500010"/>
                  </a:lnTo>
                  <a:lnTo>
                    <a:pt x="542817" y="501220"/>
                  </a:lnTo>
                  <a:lnTo>
                    <a:pt x="543930" y="502420"/>
                  </a:lnTo>
                  <a:lnTo>
                    <a:pt x="545042" y="503615"/>
                  </a:lnTo>
                  <a:lnTo>
                    <a:pt x="546154" y="504804"/>
                  </a:lnTo>
                  <a:lnTo>
                    <a:pt x="547267" y="505985"/>
                  </a:lnTo>
                  <a:lnTo>
                    <a:pt x="548379" y="507162"/>
                  </a:lnTo>
                  <a:lnTo>
                    <a:pt x="549491" y="508333"/>
                  </a:lnTo>
                  <a:lnTo>
                    <a:pt x="550604" y="509497"/>
                  </a:lnTo>
                  <a:lnTo>
                    <a:pt x="551716" y="510657"/>
                  </a:lnTo>
                  <a:lnTo>
                    <a:pt x="552828" y="511810"/>
                  </a:lnTo>
                  <a:lnTo>
                    <a:pt x="553941" y="512958"/>
                  </a:lnTo>
                  <a:lnTo>
                    <a:pt x="555053" y="514102"/>
                  </a:lnTo>
                  <a:lnTo>
                    <a:pt x="556165" y="515239"/>
                  </a:lnTo>
                  <a:lnTo>
                    <a:pt x="557278" y="516372"/>
                  </a:lnTo>
                  <a:lnTo>
                    <a:pt x="558390" y="517500"/>
                  </a:lnTo>
                  <a:lnTo>
                    <a:pt x="559502" y="518621"/>
                  </a:lnTo>
                  <a:lnTo>
                    <a:pt x="560615" y="519738"/>
                  </a:lnTo>
                  <a:lnTo>
                    <a:pt x="561727" y="520851"/>
                  </a:lnTo>
                  <a:lnTo>
                    <a:pt x="562839" y="521956"/>
                  </a:lnTo>
                  <a:lnTo>
                    <a:pt x="563952" y="523057"/>
                  </a:lnTo>
                  <a:lnTo>
                    <a:pt x="565064" y="524154"/>
                  </a:lnTo>
                  <a:lnTo>
                    <a:pt x="566176" y="525243"/>
                  </a:lnTo>
                  <a:lnTo>
                    <a:pt x="567289" y="526328"/>
                  </a:lnTo>
                  <a:lnTo>
                    <a:pt x="568401" y="527407"/>
                  </a:lnTo>
                  <a:lnTo>
                    <a:pt x="568401" y="577847"/>
                  </a:lnTo>
                  <a:lnTo>
                    <a:pt x="567289" y="577847"/>
                  </a:lnTo>
                  <a:lnTo>
                    <a:pt x="566176" y="577847"/>
                  </a:lnTo>
                  <a:lnTo>
                    <a:pt x="565064" y="577847"/>
                  </a:lnTo>
                  <a:lnTo>
                    <a:pt x="563952" y="577847"/>
                  </a:lnTo>
                  <a:lnTo>
                    <a:pt x="562839" y="577847"/>
                  </a:lnTo>
                  <a:lnTo>
                    <a:pt x="561727" y="577847"/>
                  </a:lnTo>
                  <a:lnTo>
                    <a:pt x="560615" y="577847"/>
                  </a:lnTo>
                  <a:lnTo>
                    <a:pt x="559502" y="577847"/>
                  </a:lnTo>
                  <a:lnTo>
                    <a:pt x="558390" y="577847"/>
                  </a:lnTo>
                  <a:lnTo>
                    <a:pt x="557278" y="577847"/>
                  </a:lnTo>
                  <a:lnTo>
                    <a:pt x="556165" y="577847"/>
                  </a:lnTo>
                  <a:lnTo>
                    <a:pt x="555053" y="577847"/>
                  </a:lnTo>
                  <a:lnTo>
                    <a:pt x="553941" y="577847"/>
                  </a:lnTo>
                  <a:lnTo>
                    <a:pt x="552828" y="577847"/>
                  </a:lnTo>
                  <a:lnTo>
                    <a:pt x="551716" y="577847"/>
                  </a:lnTo>
                  <a:lnTo>
                    <a:pt x="550604" y="577847"/>
                  </a:lnTo>
                  <a:lnTo>
                    <a:pt x="549491" y="577847"/>
                  </a:lnTo>
                  <a:lnTo>
                    <a:pt x="548379" y="577847"/>
                  </a:lnTo>
                  <a:lnTo>
                    <a:pt x="547267" y="577847"/>
                  </a:lnTo>
                  <a:lnTo>
                    <a:pt x="546154" y="577847"/>
                  </a:lnTo>
                  <a:lnTo>
                    <a:pt x="545042" y="577847"/>
                  </a:lnTo>
                  <a:lnTo>
                    <a:pt x="543930" y="577847"/>
                  </a:lnTo>
                  <a:lnTo>
                    <a:pt x="542817" y="577847"/>
                  </a:lnTo>
                  <a:lnTo>
                    <a:pt x="541705" y="577847"/>
                  </a:lnTo>
                  <a:lnTo>
                    <a:pt x="540593" y="577847"/>
                  </a:lnTo>
                  <a:lnTo>
                    <a:pt x="539480" y="577847"/>
                  </a:lnTo>
                  <a:lnTo>
                    <a:pt x="538368" y="577847"/>
                  </a:lnTo>
                  <a:lnTo>
                    <a:pt x="537256" y="577847"/>
                  </a:lnTo>
                  <a:lnTo>
                    <a:pt x="536143" y="577847"/>
                  </a:lnTo>
                  <a:lnTo>
                    <a:pt x="535031" y="577847"/>
                  </a:lnTo>
                  <a:lnTo>
                    <a:pt x="533919" y="577847"/>
                  </a:lnTo>
                  <a:lnTo>
                    <a:pt x="532806" y="577847"/>
                  </a:lnTo>
                  <a:lnTo>
                    <a:pt x="531694" y="577847"/>
                  </a:lnTo>
                  <a:lnTo>
                    <a:pt x="530582" y="577847"/>
                  </a:lnTo>
                  <a:lnTo>
                    <a:pt x="529469" y="577847"/>
                  </a:lnTo>
                  <a:lnTo>
                    <a:pt x="528357" y="577847"/>
                  </a:lnTo>
                  <a:lnTo>
                    <a:pt x="527245" y="577847"/>
                  </a:lnTo>
                  <a:lnTo>
                    <a:pt x="526132" y="577847"/>
                  </a:lnTo>
                  <a:lnTo>
                    <a:pt x="525020" y="577847"/>
                  </a:lnTo>
                  <a:lnTo>
                    <a:pt x="523908" y="577847"/>
                  </a:lnTo>
                  <a:lnTo>
                    <a:pt x="522795" y="577847"/>
                  </a:lnTo>
                  <a:lnTo>
                    <a:pt x="521683" y="577847"/>
                  </a:lnTo>
                  <a:lnTo>
                    <a:pt x="520571" y="577847"/>
                  </a:lnTo>
                  <a:lnTo>
                    <a:pt x="519458" y="577847"/>
                  </a:lnTo>
                  <a:lnTo>
                    <a:pt x="518346" y="577847"/>
                  </a:lnTo>
                  <a:lnTo>
                    <a:pt x="517234" y="577847"/>
                  </a:lnTo>
                  <a:lnTo>
                    <a:pt x="516121" y="577847"/>
                  </a:lnTo>
                  <a:lnTo>
                    <a:pt x="515009" y="577847"/>
                  </a:lnTo>
                  <a:lnTo>
                    <a:pt x="513897" y="577847"/>
                  </a:lnTo>
                  <a:lnTo>
                    <a:pt x="512784" y="577847"/>
                  </a:lnTo>
                  <a:lnTo>
                    <a:pt x="511672" y="577847"/>
                  </a:lnTo>
                  <a:lnTo>
                    <a:pt x="510560" y="577847"/>
                  </a:lnTo>
                  <a:lnTo>
                    <a:pt x="509447" y="577847"/>
                  </a:lnTo>
                  <a:lnTo>
                    <a:pt x="508335" y="577847"/>
                  </a:lnTo>
                  <a:lnTo>
                    <a:pt x="507223" y="577847"/>
                  </a:lnTo>
                  <a:lnTo>
                    <a:pt x="506110" y="577847"/>
                  </a:lnTo>
                  <a:lnTo>
                    <a:pt x="504998" y="577847"/>
                  </a:lnTo>
                  <a:lnTo>
                    <a:pt x="503886" y="577847"/>
                  </a:lnTo>
                  <a:lnTo>
                    <a:pt x="502773" y="577847"/>
                  </a:lnTo>
                  <a:lnTo>
                    <a:pt x="501661" y="577847"/>
                  </a:lnTo>
                  <a:lnTo>
                    <a:pt x="500549" y="577847"/>
                  </a:lnTo>
                  <a:lnTo>
                    <a:pt x="499436" y="577847"/>
                  </a:lnTo>
                  <a:lnTo>
                    <a:pt x="498324" y="577847"/>
                  </a:lnTo>
                  <a:lnTo>
                    <a:pt x="497212" y="577847"/>
                  </a:lnTo>
                  <a:lnTo>
                    <a:pt x="496099" y="577847"/>
                  </a:lnTo>
                  <a:lnTo>
                    <a:pt x="494987" y="577847"/>
                  </a:lnTo>
                  <a:lnTo>
                    <a:pt x="493875" y="577847"/>
                  </a:lnTo>
                  <a:lnTo>
                    <a:pt x="492762" y="577847"/>
                  </a:lnTo>
                  <a:lnTo>
                    <a:pt x="491650" y="577847"/>
                  </a:lnTo>
                  <a:lnTo>
                    <a:pt x="490538" y="577847"/>
                  </a:lnTo>
                  <a:lnTo>
                    <a:pt x="489426" y="577847"/>
                  </a:lnTo>
                  <a:lnTo>
                    <a:pt x="488313" y="577847"/>
                  </a:lnTo>
                  <a:lnTo>
                    <a:pt x="487201" y="577847"/>
                  </a:lnTo>
                  <a:lnTo>
                    <a:pt x="486089" y="577847"/>
                  </a:lnTo>
                  <a:lnTo>
                    <a:pt x="484976" y="577847"/>
                  </a:lnTo>
                  <a:lnTo>
                    <a:pt x="483864" y="577847"/>
                  </a:lnTo>
                  <a:lnTo>
                    <a:pt x="482752" y="577847"/>
                  </a:lnTo>
                  <a:lnTo>
                    <a:pt x="481639" y="577847"/>
                  </a:lnTo>
                  <a:lnTo>
                    <a:pt x="480527" y="577847"/>
                  </a:lnTo>
                  <a:lnTo>
                    <a:pt x="479415" y="577847"/>
                  </a:lnTo>
                  <a:lnTo>
                    <a:pt x="478302" y="577847"/>
                  </a:lnTo>
                  <a:lnTo>
                    <a:pt x="477190" y="577847"/>
                  </a:lnTo>
                  <a:lnTo>
                    <a:pt x="476078" y="577847"/>
                  </a:lnTo>
                  <a:lnTo>
                    <a:pt x="474965" y="577847"/>
                  </a:lnTo>
                  <a:lnTo>
                    <a:pt x="473853" y="577847"/>
                  </a:lnTo>
                  <a:lnTo>
                    <a:pt x="472741" y="577847"/>
                  </a:lnTo>
                  <a:lnTo>
                    <a:pt x="471628" y="577847"/>
                  </a:lnTo>
                  <a:lnTo>
                    <a:pt x="470516" y="577847"/>
                  </a:lnTo>
                  <a:lnTo>
                    <a:pt x="469404" y="577847"/>
                  </a:lnTo>
                  <a:lnTo>
                    <a:pt x="468291" y="577847"/>
                  </a:lnTo>
                  <a:lnTo>
                    <a:pt x="467179" y="577847"/>
                  </a:lnTo>
                  <a:lnTo>
                    <a:pt x="466067" y="577847"/>
                  </a:lnTo>
                  <a:lnTo>
                    <a:pt x="464954" y="577847"/>
                  </a:lnTo>
                  <a:lnTo>
                    <a:pt x="463842" y="577847"/>
                  </a:lnTo>
                  <a:lnTo>
                    <a:pt x="462730" y="577847"/>
                  </a:lnTo>
                  <a:lnTo>
                    <a:pt x="461617" y="577847"/>
                  </a:lnTo>
                  <a:lnTo>
                    <a:pt x="460505" y="577847"/>
                  </a:lnTo>
                  <a:lnTo>
                    <a:pt x="459393" y="577847"/>
                  </a:lnTo>
                  <a:lnTo>
                    <a:pt x="458280" y="577847"/>
                  </a:lnTo>
                  <a:lnTo>
                    <a:pt x="457168" y="577847"/>
                  </a:lnTo>
                  <a:lnTo>
                    <a:pt x="456056" y="577847"/>
                  </a:lnTo>
                  <a:lnTo>
                    <a:pt x="454943" y="577847"/>
                  </a:lnTo>
                  <a:lnTo>
                    <a:pt x="453831" y="577847"/>
                  </a:lnTo>
                  <a:lnTo>
                    <a:pt x="452719" y="577847"/>
                  </a:lnTo>
                  <a:lnTo>
                    <a:pt x="451606" y="577847"/>
                  </a:lnTo>
                  <a:lnTo>
                    <a:pt x="450494" y="577847"/>
                  </a:lnTo>
                  <a:lnTo>
                    <a:pt x="449382" y="577847"/>
                  </a:lnTo>
                  <a:lnTo>
                    <a:pt x="448269" y="577847"/>
                  </a:lnTo>
                  <a:lnTo>
                    <a:pt x="447157" y="577847"/>
                  </a:lnTo>
                  <a:lnTo>
                    <a:pt x="446045" y="577847"/>
                  </a:lnTo>
                  <a:lnTo>
                    <a:pt x="444932" y="577847"/>
                  </a:lnTo>
                  <a:lnTo>
                    <a:pt x="443820" y="577847"/>
                  </a:lnTo>
                  <a:lnTo>
                    <a:pt x="442708" y="577847"/>
                  </a:lnTo>
                  <a:lnTo>
                    <a:pt x="441595" y="577847"/>
                  </a:lnTo>
                  <a:lnTo>
                    <a:pt x="440483" y="577847"/>
                  </a:lnTo>
                  <a:lnTo>
                    <a:pt x="439371" y="577847"/>
                  </a:lnTo>
                  <a:lnTo>
                    <a:pt x="438258" y="577847"/>
                  </a:lnTo>
                  <a:lnTo>
                    <a:pt x="437146" y="577847"/>
                  </a:lnTo>
                  <a:lnTo>
                    <a:pt x="436034" y="577847"/>
                  </a:lnTo>
                  <a:lnTo>
                    <a:pt x="434921" y="577847"/>
                  </a:lnTo>
                  <a:lnTo>
                    <a:pt x="433809" y="577847"/>
                  </a:lnTo>
                  <a:lnTo>
                    <a:pt x="432697" y="577847"/>
                  </a:lnTo>
                  <a:lnTo>
                    <a:pt x="431584" y="577847"/>
                  </a:lnTo>
                  <a:lnTo>
                    <a:pt x="430472" y="577847"/>
                  </a:lnTo>
                  <a:lnTo>
                    <a:pt x="429360" y="577847"/>
                  </a:lnTo>
                  <a:lnTo>
                    <a:pt x="428247" y="577847"/>
                  </a:lnTo>
                  <a:lnTo>
                    <a:pt x="427135" y="577847"/>
                  </a:lnTo>
                  <a:lnTo>
                    <a:pt x="426023" y="577847"/>
                  </a:lnTo>
                  <a:lnTo>
                    <a:pt x="424910" y="577847"/>
                  </a:lnTo>
                  <a:lnTo>
                    <a:pt x="423798" y="577847"/>
                  </a:lnTo>
                  <a:lnTo>
                    <a:pt x="422686" y="577847"/>
                  </a:lnTo>
                  <a:lnTo>
                    <a:pt x="421573" y="577847"/>
                  </a:lnTo>
                  <a:lnTo>
                    <a:pt x="420461" y="577847"/>
                  </a:lnTo>
                  <a:lnTo>
                    <a:pt x="419349" y="577847"/>
                  </a:lnTo>
                  <a:lnTo>
                    <a:pt x="418236" y="577847"/>
                  </a:lnTo>
                  <a:lnTo>
                    <a:pt x="417124" y="577847"/>
                  </a:lnTo>
                  <a:lnTo>
                    <a:pt x="416012" y="577847"/>
                  </a:lnTo>
                  <a:lnTo>
                    <a:pt x="414899" y="577847"/>
                  </a:lnTo>
                  <a:lnTo>
                    <a:pt x="413787" y="577847"/>
                  </a:lnTo>
                  <a:lnTo>
                    <a:pt x="412675" y="577847"/>
                  </a:lnTo>
                  <a:lnTo>
                    <a:pt x="411562" y="577847"/>
                  </a:lnTo>
                  <a:lnTo>
                    <a:pt x="410450" y="577847"/>
                  </a:lnTo>
                  <a:lnTo>
                    <a:pt x="409338" y="577847"/>
                  </a:lnTo>
                  <a:lnTo>
                    <a:pt x="408225" y="577847"/>
                  </a:lnTo>
                  <a:lnTo>
                    <a:pt x="407113" y="577847"/>
                  </a:lnTo>
                  <a:lnTo>
                    <a:pt x="406001" y="577847"/>
                  </a:lnTo>
                  <a:lnTo>
                    <a:pt x="404888" y="577847"/>
                  </a:lnTo>
                  <a:lnTo>
                    <a:pt x="403776" y="577847"/>
                  </a:lnTo>
                  <a:lnTo>
                    <a:pt x="402664" y="577847"/>
                  </a:lnTo>
                  <a:lnTo>
                    <a:pt x="401551" y="577847"/>
                  </a:lnTo>
                  <a:lnTo>
                    <a:pt x="400439" y="577847"/>
                  </a:lnTo>
                  <a:lnTo>
                    <a:pt x="399327" y="577847"/>
                  </a:lnTo>
                  <a:lnTo>
                    <a:pt x="398214" y="577847"/>
                  </a:lnTo>
                  <a:lnTo>
                    <a:pt x="397102" y="577847"/>
                  </a:lnTo>
                  <a:lnTo>
                    <a:pt x="395990" y="577847"/>
                  </a:lnTo>
                  <a:lnTo>
                    <a:pt x="394877" y="577847"/>
                  </a:lnTo>
                  <a:lnTo>
                    <a:pt x="393765" y="577847"/>
                  </a:lnTo>
                  <a:lnTo>
                    <a:pt x="392653" y="577847"/>
                  </a:lnTo>
                  <a:lnTo>
                    <a:pt x="391540" y="577847"/>
                  </a:lnTo>
                  <a:lnTo>
                    <a:pt x="390428" y="577847"/>
                  </a:lnTo>
                  <a:lnTo>
                    <a:pt x="389316" y="577847"/>
                  </a:lnTo>
                  <a:lnTo>
                    <a:pt x="388203" y="577847"/>
                  </a:lnTo>
                  <a:lnTo>
                    <a:pt x="387091" y="577847"/>
                  </a:lnTo>
                  <a:lnTo>
                    <a:pt x="385979" y="577847"/>
                  </a:lnTo>
                  <a:lnTo>
                    <a:pt x="384866" y="577847"/>
                  </a:lnTo>
                  <a:lnTo>
                    <a:pt x="383754" y="577847"/>
                  </a:lnTo>
                  <a:lnTo>
                    <a:pt x="382642" y="577847"/>
                  </a:lnTo>
                  <a:lnTo>
                    <a:pt x="381529" y="577847"/>
                  </a:lnTo>
                  <a:lnTo>
                    <a:pt x="380417" y="577847"/>
                  </a:lnTo>
                  <a:lnTo>
                    <a:pt x="379305" y="577847"/>
                  </a:lnTo>
                  <a:lnTo>
                    <a:pt x="378192" y="577847"/>
                  </a:lnTo>
                  <a:lnTo>
                    <a:pt x="377080" y="577847"/>
                  </a:lnTo>
                  <a:lnTo>
                    <a:pt x="375968" y="577847"/>
                  </a:lnTo>
                  <a:lnTo>
                    <a:pt x="374855" y="577847"/>
                  </a:lnTo>
                  <a:lnTo>
                    <a:pt x="373743" y="577847"/>
                  </a:lnTo>
                  <a:lnTo>
                    <a:pt x="372631" y="577847"/>
                  </a:lnTo>
                  <a:lnTo>
                    <a:pt x="371518" y="577847"/>
                  </a:lnTo>
                  <a:lnTo>
                    <a:pt x="370406" y="577847"/>
                  </a:lnTo>
                  <a:lnTo>
                    <a:pt x="369294" y="577847"/>
                  </a:lnTo>
                  <a:lnTo>
                    <a:pt x="368181" y="577847"/>
                  </a:lnTo>
                  <a:lnTo>
                    <a:pt x="367069" y="577847"/>
                  </a:lnTo>
                  <a:lnTo>
                    <a:pt x="365957" y="577847"/>
                  </a:lnTo>
                  <a:lnTo>
                    <a:pt x="364844" y="577847"/>
                  </a:lnTo>
                  <a:lnTo>
                    <a:pt x="363732" y="577847"/>
                  </a:lnTo>
                  <a:lnTo>
                    <a:pt x="362620" y="577847"/>
                  </a:lnTo>
                  <a:lnTo>
                    <a:pt x="361507" y="577847"/>
                  </a:lnTo>
                  <a:lnTo>
                    <a:pt x="360395" y="577847"/>
                  </a:lnTo>
                  <a:lnTo>
                    <a:pt x="359283" y="577847"/>
                  </a:lnTo>
                  <a:lnTo>
                    <a:pt x="358170" y="577847"/>
                  </a:lnTo>
                  <a:lnTo>
                    <a:pt x="357058" y="577847"/>
                  </a:lnTo>
                  <a:lnTo>
                    <a:pt x="355946" y="577847"/>
                  </a:lnTo>
                  <a:lnTo>
                    <a:pt x="354833" y="577847"/>
                  </a:lnTo>
                  <a:lnTo>
                    <a:pt x="353721" y="577847"/>
                  </a:lnTo>
                  <a:lnTo>
                    <a:pt x="352609" y="577847"/>
                  </a:lnTo>
                  <a:lnTo>
                    <a:pt x="351496" y="577847"/>
                  </a:lnTo>
                  <a:lnTo>
                    <a:pt x="350384" y="577847"/>
                  </a:lnTo>
                  <a:lnTo>
                    <a:pt x="349272" y="577847"/>
                  </a:lnTo>
                  <a:lnTo>
                    <a:pt x="348159" y="577847"/>
                  </a:lnTo>
                  <a:lnTo>
                    <a:pt x="347047" y="577847"/>
                  </a:lnTo>
                  <a:lnTo>
                    <a:pt x="345935" y="577847"/>
                  </a:lnTo>
                  <a:lnTo>
                    <a:pt x="344822" y="577847"/>
                  </a:lnTo>
                  <a:lnTo>
                    <a:pt x="343710" y="577847"/>
                  </a:lnTo>
                  <a:lnTo>
                    <a:pt x="342598" y="577847"/>
                  </a:lnTo>
                  <a:lnTo>
                    <a:pt x="341485" y="577847"/>
                  </a:lnTo>
                  <a:lnTo>
                    <a:pt x="340373" y="577847"/>
                  </a:lnTo>
                  <a:lnTo>
                    <a:pt x="339261" y="577847"/>
                  </a:lnTo>
                  <a:lnTo>
                    <a:pt x="338148" y="577847"/>
                  </a:lnTo>
                  <a:lnTo>
                    <a:pt x="337036" y="577847"/>
                  </a:lnTo>
                  <a:lnTo>
                    <a:pt x="335924" y="577847"/>
                  </a:lnTo>
                  <a:lnTo>
                    <a:pt x="334811" y="577847"/>
                  </a:lnTo>
                  <a:lnTo>
                    <a:pt x="333699" y="577847"/>
                  </a:lnTo>
                  <a:lnTo>
                    <a:pt x="332587" y="577847"/>
                  </a:lnTo>
                  <a:lnTo>
                    <a:pt x="331474" y="577847"/>
                  </a:lnTo>
                  <a:lnTo>
                    <a:pt x="330362" y="577847"/>
                  </a:lnTo>
                  <a:lnTo>
                    <a:pt x="329250" y="577847"/>
                  </a:lnTo>
                  <a:lnTo>
                    <a:pt x="328137" y="577847"/>
                  </a:lnTo>
                  <a:lnTo>
                    <a:pt x="327025" y="577847"/>
                  </a:lnTo>
                  <a:lnTo>
                    <a:pt x="325913" y="577847"/>
                  </a:lnTo>
                  <a:lnTo>
                    <a:pt x="324800" y="577847"/>
                  </a:lnTo>
                  <a:lnTo>
                    <a:pt x="323688" y="577847"/>
                  </a:lnTo>
                  <a:lnTo>
                    <a:pt x="322576" y="577847"/>
                  </a:lnTo>
                  <a:lnTo>
                    <a:pt x="321463" y="577847"/>
                  </a:lnTo>
                  <a:lnTo>
                    <a:pt x="320351" y="577847"/>
                  </a:lnTo>
                  <a:lnTo>
                    <a:pt x="319239" y="577847"/>
                  </a:lnTo>
                  <a:lnTo>
                    <a:pt x="318126" y="577847"/>
                  </a:lnTo>
                  <a:lnTo>
                    <a:pt x="317014" y="577847"/>
                  </a:lnTo>
                  <a:lnTo>
                    <a:pt x="315902" y="577847"/>
                  </a:lnTo>
                  <a:lnTo>
                    <a:pt x="314789" y="577847"/>
                  </a:lnTo>
                  <a:lnTo>
                    <a:pt x="313677" y="577847"/>
                  </a:lnTo>
                  <a:lnTo>
                    <a:pt x="312565" y="577847"/>
                  </a:lnTo>
                  <a:lnTo>
                    <a:pt x="311452" y="577847"/>
                  </a:lnTo>
                  <a:lnTo>
                    <a:pt x="310340" y="577847"/>
                  </a:lnTo>
                  <a:lnTo>
                    <a:pt x="309228" y="577847"/>
                  </a:lnTo>
                  <a:lnTo>
                    <a:pt x="308115" y="577847"/>
                  </a:lnTo>
                  <a:lnTo>
                    <a:pt x="307003" y="577847"/>
                  </a:lnTo>
                  <a:lnTo>
                    <a:pt x="305891" y="577847"/>
                  </a:lnTo>
                  <a:lnTo>
                    <a:pt x="304778" y="577847"/>
                  </a:lnTo>
                  <a:lnTo>
                    <a:pt x="303666" y="577847"/>
                  </a:lnTo>
                  <a:lnTo>
                    <a:pt x="302554" y="577847"/>
                  </a:lnTo>
                  <a:lnTo>
                    <a:pt x="301441" y="577847"/>
                  </a:lnTo>
                  <a:lnTo>
                    <a:pt x="300329" y="577847"/>
                  </a:lnTo>
                  <a:lnTo>
                    <a:pt x="299217" y="577847"/>
                  </a:lnTo>
                  <a:lnTo>
                    <a:pt x="298104" y="577847"/>
                  </a:lnTo>
                  <a:lnTo>
                    <a:pt x="296992" y="577847"/>
                  </a:lnTo>
                  <a:lnTo>
                    <a:pt x="295880" y="577847"/>
                  </a:lnTo>
                  <a:lnTo>
                    <a:pt x="294767" y="577847"/>
                  </a:lnTo>
                  <a:lnTo>
                    <a:pt x="293655" y="577847"/>
                  </a:lnTo>
                  <a:lnTo>
                    <a:pt x="292543" y="577847"/>
                  </a:lnTo>
                  <a:lnTo>
                    <a:pt x="291430" y="577847"/>
                  </a:lnTo>
                  <a:lnTo>
                    <a:pt x="290318" y="577847"/>
                  </a:lnTo>
                  <a:lnTo>
                    <a:pt x="289206" y="577847"/>
                  </a:lnTo>
                  <a:lnTo>
                    <a:pt x="288093" y="577847"/>
                  </a:lnTo>
                  <a:lnTo>
                    <a:pt x="286981" y="577847"/>
                  </a:lnTo>
                  <a:lnTo>
                    <a:pt x="285869" y="577847"/>
                  </a:lnTo>
                  <a:lnTo>
                    <a:pt x="284756" y="577847"/>
                  </a:lnTo>
                  <a:lnTo>
                    <a:pt x="283644" y="577847"/>
                  </a:lnTo>
                  <a:lnTo>
                    <a:pt x="282532" y="577847"/>
                  </a:lnTo>
                  <a:lnTo>
                    <a:pt x="281419" y="577847"/>
                  </a:lnTo>
                  <a:lnTo>
                    <a:pt x="280307" y="577847"/>
                  </a:lnTo>
                  <a:lnTo>
                    <a:pt x="279195" y="577847"/>
                  </a:lnTo>
                  <a:lnTo>
                    <a:pt x="278082" y="577847"/>
                  </a:lnTo>
                  <a:lnTo>
                    <a:pt x="276970" y="577847"/>
                  </a:lnTo>
                  <a:lnTo>
                    <a:pt x="275858" y="577847"/>
                  </a:lnTo>
                  <a:lnTo>
                    <a:pt x="274745" y="577847"/>
                  </a:lnTo>
                  <a:lnTo>
                    <a:pt x="273633" y="577847"/>
                  </a:lnTo>
                  <a:lnTo>
                    <a:pt x="272521" y="577847"/>
                  </a:lnTo>
                  <a:lnTo>
                    <a:pt x="271408" y="577847"/>
                  </a:lnTo>
                  <a:lnTo>
                    <a:pt x="270296" y="577847"/>
                  </a:lnTo>
                  <a:lnTo>
                    <a:pt x="269184" y="577847"/>
                  </a:lnTo>
                  <a:lnTo>
                    <a:pt x="268071" y="577847"/>
                  </a:lnTo>
                  <a:lnTo>
                    <a:pt x="266959" y="577847"/>
                  </a:lnTo>
                  <a:lnTo>
                    <a:pt x="265847" y="577847"/>
                  </a:lnTo>
                  <a:lnTo>
                    <a:pt x="264734" y="577847"/>
                  </a:lnTo>
                  <a:lnTo>
                    <a:pt x="263622" y="577847"/>
                  </a:lnTo>
                  <a:lnTo>
                    <a:pt x="262510" y="577847"/>
                  </a:lnTo>
                  <a:lnTo>
                    <a:pt x="261397" y="577847"/>
                  </a:lnTo>
                  <a:lnTo>
                    <a:pt x="260285" y="577847"/>
                  </a:lnTo>
                  <a:lnTo>
                    <a:pt x="259173" y="577847"/>
                  </a:lnTo>
                  <a:lnTo>
                    <a:pt x="258060" y="577847"/>
                  </a:lnTo>
                  <a:lnTo>
                    <a:pt x="256948" y="577847"/>
                  </a:lnTo>
                  <a:lnTo>
                    <a:pt x="255836" y="577847"/>
                  </a:lnTo>
                  <a:lnTo>
                    <a:pt x="254723" y="577847"/>
                  </a:lnTo>
                  <a:lnTo>
                    <a:pt x="253611" y="577847"/>
                  </a:lnTo>
                  <a:lnTo>
                    <a:pt x="252499" y="577847"/>
                  </a:lnTo>
                  <a:lnTo>
                    <a:pt x="251386" y="577847"/>
                  </a:lnTo>
                  <a:lnTo>
                    <a:pt x="250274" y="577847"/>
                  </a:lnTo>
                  <a:lnTo>
                    <a:pt x="249162" y="577847"/>
                  </a:lnTo>
                  <a:lnTo>
                    <a:pt x="248049" y="577847"/>
                  </a:lnTo>
                  <a:lnTo>
                    <a:pt x="246937" y="577847"/>
                  </a:lnTo>
                  <a:lnTo>
                    <a:pt x="245825" y="577847"/>
                  </a:lnTo>
                  <a:lnTo>
                    <a:pt x="244713" y="577847"/>
                  </a:lnTo>
                  <a:lnTo>
                    <a:pt x="243600" y="577847"/>
                  </a:lnTo>
                  <a:lnTo>
                    <a:pt x="242488" y="577847"/>
                  </a:lnTo>
                  <a:lnTo>
                    <a:pt x="241376" y="577847"/>
                  </a:lnTo>
                  <a:lnTo>
                    <a:pt x="240263" y="577847"/>
                  </a:lnTo>
                  <a:lnTo>
                    <a:pt x="239151" y="577847"/>
                  </a:lnTo>
                  <a:lnTo>
                    <a:pt x="238039" y="577847"/>
                  </a:lnTo>
                  <a:lnTo>
                    <a:pt x="236926" y="577847"/>
                  </a:lnTo>
                  <a:lnTo>
                    <a:pt x="235814" y="577847"/>
                  </a:lnTo>
                  <a:lnTo>
                    <a:pt x="234702" y="577847"/>
                  </a:lnTo>
                  <a:lnTo>
                    <a:pt x="233589" y="577847"/>
                  </a:lnTo>
                  <a:lnTo>
                    <a:pt x="232477" y="577847"/>
                  </a:lnTo>
                  <a:lnTo>
                    <a:pt x="231365" y="577847"/>
                  </a:lnTo>
                  <a:lnTo>
                    <a:pt x="230252" y="577847"/>
                  </a:lnTo>
                  <a:lnTo>
                    <a:pt x="229140" y="577847"/>
                  </a:lnTo>
                  <a:lnTo>
                    <a:pt x="228028" y="577847"/>
                  </a:lnTo>
                  <a:lnTo>
                    <a:pt x="226915" y="577847"/>
                  </a:lnTo>
                  <a:lnTo>
                    <a:pt x="225803" y="577847"/>
                  </a:lnTo>
                  <a:lnTo>
                    <a:pt x="224691" y="577847"/>
                  </a:lnTo>
                  <a:lnTo>
                    <a:pt x="223578" y="577847"/>
                  </a:lnTo>
                  <a:lnTo>
                    <a:pt x="222466" y="577847"/>
                  </a:lnTo>
                  <a:lnTo>
                    <a:pt x="221354" y="577847"/>
                  </a:lnTo>
                  <a:lnTo>
                    <a:pt x="220241" y="577847"/>
                  </a:lnTo>
                  <a:lnTo>
                    <a:pt x="219129" y="577847"/>
                  </a:lnTo>
                  <a:lnTo>
                    <a:pt x="218017" y="577847"/>
                  </a:lnTo>
                  <a:lnTo>
                    <a:pt x="216904" y="577847"/>
                  </a:lnTo>
                  <a:lnTo>
                    <a:pt x="215792" y="577847"/>
                  </a:lnTo>
                  <a:lnTo>
                    <a:pt x="214680" y="577847"/>
                  </a:lnTo>
                  <a:lnTo>
                    <a:pt x="213567" y="577847"/>
                  </a:lnTo>
                  <a:lnTo>
                    <a:pt x="212455" y="577847"/>
                  </a:lnTo>
                  <a:lnTo>
                    <a:pt x="211343" y="577847"/>
                  </a:lnTo>
                  <a:lnTo>
                    <a:pt x="210230" y="577847"/>
                  </a:lnTo>
                  <a:lnTo>
                    <a:pt x="209118" y="577847"/>
                  </a:lnTo>
                  <a:lnTo>
                    <a:pt x="208006" y="577847"/>
                  </a:lnTo>
                  <a:lnTo>
                    <a:pt x="206893" y="577847"/>
                  </a:lnTo>
                  <a:lnTo>
                    <a:pt x="205781" y="577847"/>
                  </a:lnTo>
                  <a:lnTo>
                    <a:pt x="204669" y="577847"/>
                  </a:lnTo>
                  <a:lnTo>
                    <a:pt x="203556" y="577847"/>
                  </a:lnTo>
                  <a:lnTo>
                    <a:pt x="202444" y="577847"/>
                  </a:lnTo>
                  <a:lnTo>
                    <a:pt x="201332" y="577847"/>
                  </a:lnTo>
                  <a:lnTo>
                    <a:pt x="200219" y="577847"/>
                  </a:lnTo>
                  <a:lnTo>
                    <a:pt x="199107" y="577847"/>
                  </a:lnTo>
                  <a:lnTo>
                    <a:pt x="197995" y="577847"/>
                  </a:lnTo>
                  <a:lnTo>
                    <a:pt x="196882" y="577847"/>
                  </a:lnTo>
                  <a:lnTo>
                    <a:pt x="195770" y="577847"/>
                  </a:lnTo>
                  <a:lnTo>
                    <a:pt x="194658" y="577847"/>
                  </a:lnTo>
                  <a:lnTo>
                    <a:pt x="193545" y="577847"/>
                  </a:lnTo>
                  <a:lnTo>
                    <a:pt x="192433" y="577847"/>
                  </a:lnTo>
                  <a:lnTo>
                    <a:pt x="191321" y="577847"/>
                  </a:lnTo>
                  <a:lnTo>
                    <a:pt x="190208" y="577847"/>
                  </a:lnTo>
                  <a:lnTo>
                    <a:pt x="189096" y="577847"/>
                  </a:lnTo>
                  <a:lnTo>
                    <a:pt x="187984" y="577847"/>
                  </a:lnTo>
                  <a:lnTo>
                    <a:pt x="186871" y="577847"/>
                  </a:lnTo>
                  <a:lnTo>
                    <a:pt x="185759" y="577847"/>
                  </a:lnTo>
                  <a:lnTo>
                    <a:pt x="184647" y="577847"/>
                  </a:lnTo>
                  <a:lnTo>
                    <a:pt x="183534" y="577847"/>
                  </a:lnTo>
                  <a:lnTo>
                    <a:pt x="182422" y="577847"/>
                  </a:lnTo>
                  <a:lnTo>
                    <a:pt x="181310" y="577847"/>
                  </a:lnTo>
                  <a:lnTo>
                    <a:pt x="180197" y="577847"/>
                  </a:lnTo>
                  <a:lnTo>
                    <a:pt x="179085" y="577847"/>
                  </a:lnTo>
                  <a:lnTo>
                    <a:pt x="177973" y="577847"/>
                  </a:lnTo>
                  <a:lnTo>
                    <a:pt x="176860" y="577847"/>
                  </a:lnTo>
                  <a:lnTo>
                    <a:pt x="175748" y="577847"/>
                  </a:lnTo>
                  <a:lnTo>
                    <a:pt x="174636" y="577847"/>
                  </a:lnTo>
                  <a:lnTo>
                    <a:pt x="173523" y="577847"/>
                  </a:lnTo>
                  <a:lnTo>
                    <a:pt x="172411" y="577847"/>
                  </a:lnTo>
                  <a:lnTo>
                    <a:pt x="171299" y="577847"/>
                  </a:lnTo>
                  <a:lnTo>
                    <a:pt x="170186" y="577847"/>
                  </a:lnTo>
                  <a:lnTo>
                    <a:pt x="169074" y="577847"/>
                  </a:lnTo>
                  <a:lnTo>
                    <a:pt x="167962" y="577847"/>
                  </a:lnTo>
                  <a:lnTo>
                    <a:pt x="166849" y="577847"/>
                  </a:lnTo>
                  <a:lnTo>
                    <a:pt x="165737" y="577847"/>
                  </a:lnTo>
                  <a:lnTo>
                    <a:pt x="164625" y="577847"/>
                  </a:lnTo>
                  <a:lnTo>
                    <a:pt x="163512" y="577847"/>
                  </a:lnTo>
                  <a:lnTo>
                    <a:pt x="162400" y="577847"/>
                  </a:lnTo>
                  <a:lnTo>
                    <a:pt x="161288" y="577847"/>
                  </a:lnTo>
                  <a:lnTo>
                    <a:pt x="160175" y="577847"/>
                  </a:lnTo>
                  <a:lnTo>
                    <a:pt x="159063" y="577847"/>
                  </a:lnTo>
                  <a:lnTo>
                    <a:pt x="157951" y="577847"/>
                  </a:lnTo>
                  <a:lnTo>
                    <a:pt x="156838" y="577847"/>
                  </a:lnTo>
                  <a:lnTo>
                    <a:pt x="155726" y="577847"/>
                  </a:lnTo>
                  <a:lnTo>
                    <a:pt x="154614" y="577847"/>
                  </a:lnTo>
                  <a:lnTo>
                    <a:pt x="153501" y="577847"/>
                  </a:lnTo>
                  <a:lnTo>
                    <a:pt x="152389" y="577847"/>
                  </a:lnTo>
                  <a:lnTo>
                    <a:pt x="151277" y="577847"/>
                  </a:lnTo>
                  <a:lnTo>
                    <a:pt x="150164" y="577847"/>
                  </a:lnTo>
                  <a:lnTo>
                    <a:pt x="149052" y="577847"/>
                  </a:lnTo>
                  <a:lnTo>
                    <a:pt x="147940" y="577847"/>
                  </a:lnTo>
                  <a:lnTo>
                    <a:pt x="146827" y="577847"/>
                  </a:lnTo>
                  <a:lnTo>
                    <a:pt x="145715" y="577847"/>
                  </a:lnTo>
                  <a:lnTo>
                    <a:pt x="144603" y="577847"/>
                  </a:lnTo>
                  <a:lnTo>
                    <a:pt x="143490" y="577847"/>
                  </a:lnTo>
                  <a:lnTo>
                    <a:pt x="142378" y="577847"/>
                  </a:lnTo>
                  <a:lnTo>
                    <a:pt x="141266" y="577847"/>
                  </a:lnTo>
                  <a:lnTo>
                    <a:pt x="140153" y="577847"/>
                  </a:lnTo>
                  <a:lnTo>
                    <a:pt x="139041" y="577847"/>
                  </a:lnTo>
                  <a:lnTo>
                    <a:pt x="137929" y="577847"/>
                  </a:lnTo>
                  <a:lnTo>
                    <a:pt x="136816" y="577847"/>
                  </a:lnTo>
                  <a:lnTo>
                    <a:pt x="135704" y="577847"/>
                  </a:lnTo>
                  <a:lnTo>
                    <a:pt x="134592" y="577847"/>
                  </a:lnTo>
                  <a:lnTo>
                    <a:pt x="133479" y="577847"/>
                  </a:lnTo>
                  <a:lnTo>
                    <a:pt x="132367" y="577847"/>
                  </a:lnTo>
                  <a:lnTo>
                    <a:pt x="131255" y="577847"/>
                  </a:lnTo>
                  <a:lnTo>
                    <a:pt x="130142" y="577847"/>
                  </a:lnTo>
                  <a:lnTo>
                    <a:pt x="129030" y="577847"/>
                  </a:lnTo>
                  <a:lnTo>
                    <a:pt x="127918" y="577847"/>
                  </a:lnTo>
                  <a:lnTo>
                    <a:pt x="126805" y="577847"/>
                  </a:lnTo>
                  <a:lnTo>
                    <a:pt x="125693" y="577847"/>
                  </a:lnTo>
                  <a:lnTo>
                    <a:pt x="124581" y="577847"/>
                  </a:lnTo>
                  <a:lnTo>
                    <a:pt x="123468" y="577847"/>
                  </a:lnTo>
                  <a:lnTo>
                    <a:pt x="122356" y="577847"/>
                  </a:lnTo>
                  <a:lnTo>
                    <a:pt x="121244" y="577847"/>
                  </a:lnTo>
                  <a:lnTo>
                    <a:pt x="120131" y="577847"/>
                  </a:lnTo>
                  <a:lnTo>
                    <a:pt x="119019" y="577847"/>
                  </a:lnTo>
                  <a:lnTo>
                    <a:pt x="117907" y="577847"/>
                  </a:lnTo>
                  <a:lnTo>
                    <a:pt x="116794" y="577847"/>
                  </a:lnTo>
                  <a:lnTo>
                    <a:pt x="115682" y="577847"/>
                  </a:lnTo>
                  <a:lnTo>
                    <a:pt x="114570" y="577847"/>
                  </a:lnTo>
                  <a:lnTo>
                    <a:pt x="113457" y="577847"/>
                  </a:lnTo>
                  <a:lnTo>
                    <a:pt x="112345" y="577847"/>
                  </a:lnTo>
                  <a:lnTo>
                    <a:pt x="111233" y="577847"/>
                  </a:lnTo>
                  <a:lnTo>
                    <a:pt x="110120" y="577847"/>
                  </a:lnTo>
                  <a:lnTo>
                    <a:pt x="109008" y="577847"/>
                  </a:lnTo>
                  <a:lnTo>
                    <a:pt x="107896" y="577847"/>
                  </a:lnTo>
                  <a:lnTo>
                    <a:pt x="106783" y="577847"/>
                  </a:lnTo>
                  <a:lnTo>
                    <a:pt x="105671" y="577847"/>
                  </a:lnTo>
                  <a:lnTo>
                    <a:pt x="104559" y="577847"/>
                  </a:lnTo>
                  <a:lnTo>
                    <a:pt x="103446" y="577847"/>
                  </a:lnTo>
                  <a:lnTo>
                    <a:pt x="102334" y="577847"/>
                  </a:lnTo>
                  <a:lnTo>
                    <a:pt x="101222" y="577847"/>
                  </a:lnTo>
                  <a:lnTo>
                    <a:pt x="100109" y="577847"/>
                  </a:lnTo>
                  <a:lnTo>
                    <a:pt x="98997" y="577847"/>
                  </a:lnTo>
                  <a:lnTo>
                    <a:pt x="97885" y="577847"/>
                  </a:lnTo>
                  <a:lnTo>
                    <a:pt x="96772" y="577847"/>
                  </a:lnTo>
                  <a:lnTo>
                    <a:pt x="95660" y="577847"/>
                  </a:lnTo>
                  <a:lnTo>
                    <a:pt x="94548" y="577847"/>
                  </a:lnTo>
                  <a:lnTo>
                    <a:pt x="93435" y="577847"/>
                  </a:lnTo>
                  <a:lnTo>
                    <a:pt x="92323" y="577847"/>
                  </a:lnTo>
                  <a:lnTo>
                    <a:pt x="91211" y="577847"/>
                  </a:lnTo>
                  <a:lnTo>
                    <a:pt x="90098" y="577847"/>
                  </a:lnTo>
                  <a:lnTo>
                    <a:pt x="88986" y="577847"/>
                  </a:lnTo>
                  <a:lnTo>
                    <a:pt x="87874" y="577847"/>
                  </a:lnTo>
                  <a:lnTo>
                    <a:pt x="86761" y="577847"/>
                  </a:lnTo>
                  <a:lnTo>
                    <a:pt x="85649" y="577847"/>
                  </a:lnTo>
                  <a:lnTo>
                    <a:pt x="84537" y="577847"/>
                  </a:lnTo>
                  <a:lnTo>
                    <a:pt x="83424" y="577847"/>
                  </a:lnTo>
                  <a:lnTo>
                    <a:pt x="82312" y="577847"/>
                  </a:lnTo>
                  <a:lnTo>
                    <a:pt x="81200" y="577847"/>
                  </a:lnTo>
                  <a:lnTo>
                    <a:pt x="80087" y="577847"/>
                  </a:lnTo>
                  <a:lnTo>
                    <a:pt x="78975" y="577847"/>
                  </a:lnTo>
                  <a:lnTo>
                    <a:pt x="77863" y="577847"/>
                  </a:lnTo>
                  <a:lnTo>
                    <a:pt x="76750" y="577847"/>
                  </a:lnTo>
                  <a:lnTo>
                    <a:pt x="75638" y="577847"/>
                  </a:lnTo>
                  <a:lnTo>
                    <a:pt x="74526" y="577847"/>
                  </a:lnTo>
                  <a:lnTo>
                    <a:pt x="73413" y="577847"/>
                  </a:lnTo>
                  <a:lnTo>
                    <a:pt x="72301" y="577847"/>
                  </a:lnTo>
                  <a:lnTo>
                    <a:pt x="71189" y="577847"/>
                  </a:lnTo>
                  <a:lnTo>
                    <a:pt x="70076" y="577847"/>
                  </a:lnTo>
                  <a:lnTo>
                    <a:pt x="68964" y="577847"/>
                  </a:lnTo>
                  <a:lnTo>
                    <a:pt x="67852" y="577847"/>
                  </a:lnTo>
                  <a:lnTo>
                    <a:pt x="66739" y="577847"/>
                  </a:lnTo>
                  <a:lnTo>
                    <a:pt x="65627" y="577847"/>
                  </a:lnTo>
                  <a:lnTo>
                    <a:pt x="64515" y="577847"/>
                  </a:lnTo>
                  <a:lnTo>
                    <a:pt x="63402" y="577847"/>
                  </a:lnTo>
                  <a:lnTo>
                    <a:pt x="62290" y="577847"/>
                  </a:lnTo>
                  <a:lnTo>
                    <a:pt x="61178" y="577847"/>
                  </a:lnTo>
                  <a:lnTo>
                    <a:pt x="60065" y="577847"/>
                  </a:lnTo>
                  <a:lnTo>
                    <a:pt x="58953" y="577847"/>
                  </a:lnTo>
                  <a:lnTo>
                    <a:pt x="57841" y="577847"/>
                  </a:lnTo>
                  <a:lnTo>
                    <a:pt x="56728" y="577847"/>
                  </a:lnTo>
                  <a:lnTo>
                    <a:pt x="55616" y="577847"/>
                  </a:lnTo>
                  <a:lnTo>
                    <a:pt x="54504" y="577847"/>
                  </a:lnTo>
                  <a:lnTo>
                    <a:pt x="53391" y="577847"/>
                  </a:lnTo>
                  <a:lnTo>
                    <a:pt x="52279" y="577847"/>
                  </a:lnTo>
                  <a:lnTo>
                    <a:pt x="51167" y="577847"/>
                  </a:lnTo>
                  <a:lnTo>
                    <a:pt x="50054" y="577847"/>
                  </a:lnTo>
                  <a:lnTo>
                    <a:pt x="48942" y="577847"/>
                  </a:lnTo>
                  <a:lnTo>
                    <a:pt x="47830" y="577847"/>
                  </a:lnTo>
                  <a:lnTo>
                    <a:pt x="46717" y="577847"/>
                  </a:lnTo>
                  <a:lnTo>
                    <a:pt x="45605" y="577847"/>
                  </a:lnTo>
                  <a:lnTo>
                    <a:pt x="44493" y="577847"/>
                  </a:lnTo>
                  <a:lnTo>
                    <a:pt x="43380" y="577847"/>
                  </a:lnTo>
                  <a:lnTo>
                    <a:pt x="42268" y="577847"/>
                  </a:lnTo>
                  <a:lnTo>
                    <a:pt x="41156" y="577847"/>
                  </a:lnTo>
                  <a:lnTo>
                    <a:pt x="40043" y="577847"/>
                  </a:lnTo>
                  <a:lnTo>
                    <a:pt x="38931" y="577847"/>
                  </a:lnTo>
                  <a:lnTo>
                    <a:pt x="37819" y="577847"/>
                  </a:lnTo>
                  <a:lnTo>
                    <a:pt x="36706" y="577847"/>
                  </a:lnTo>
                  <a:lnTo>
                    <a:pt x="35594" y="577847"/>
                  </a:lnTo>
                  <a:lnTo>
                    <a:pt x="34482" y="577847"/>
                  </a:lnTo>
                  <a:lnTo>
                    <a:pt x="33369" y="577847"/>
                  </a:lnTo>
                  <a:lnTo>
                    <a:pt x="32257" y="577847"/>
                  </a:lnTo>
                  <a:lnTo>
                    <a:pt x="31145" y="577847"/>
                  </a:lnTo>
                  <a:lnTo>
                    <a:pt x="30032" y="577847"/>
                  </a:lnTo>
                  <a:lnTo>
                    <a:pt x="28920" y="577847"/>
                  </a:lnTo>
                  <a:lnTo>
                    <a:pt x="27808" y="577847"/>
                  </a:lnTo>
                  <a:lnTo>
                    <a:pt x="26695" y="577847"/>
                  </a:lnTo>
                  <a:lnTo>
                    <a:pt x="25583" y="577847"/>
                  </a:lnTo>
                  <a:lnTo>
                    <a:pt x="24471" y="577847"/>
                  </a:lnTo>
                  <a:lnTo>
                    <a:pt x="23358" y="577847"/>
                  </a:lnTo>
                  <a:lnTo>
                    <a:pt x="22246" y="577847"/>
                  </a:lnTo>
                  <a:lnTo>
                    <a:pt x="21134" y="577847"/>
                  </a:lnTo>
                  <a:lnTo>
                    <a:pt x="20021" y="577847"/>
                  </a:lnTo>
                  <a:lnTo>
                    <a:pt x="18909" y="577847"/>
                  </a:lnTo>
                  <a:lnTo>
                    <a:pt x="17797" y="577847"/>
                  </a:lnTo>
                  <a:lnTo>
                    <a:pt x="16684" y="577847"/>
                  </a:lnTo>
                  <a:lnTo>
                    <a:pt x="15572" y="577847"/>
                  </a:lnTo>
                  <a:lnTo>
                    <a:pt x="14460" y="577847"/>
                  </a:lnTo>
                  <a:lnTo>
                    <a:pt x="13347" y="577847"/>
                  </a:lnTo>
                  <a:lnTo>
                    <a:pt x="12235" y="577847"/>
                  </a:lnTo>
                  <a:lnTo>
                    <a:pt x="11123" y="577847"/>
                  </a:lnTo>
                  <a:lnTo>
                    <a:pt x="10010" y="577847"/>
                  </a:lnTo>
                  <a:lnTo>
                    <a:pt x="8898" y="577847"/>
                  </a:lnTo>
                  <a:lnTo>
                    <a:pt x="7786" y="577847"/>
                  </a:lnTo>
                  <a:lnTo>
                    <a:pt x="6673" y="577847"/>
                  </a:lnTo>
                  <a:lnTo>
                    <a:pt x="5561" y="577847"/>
                  </a:lnTo>
                  <a:lnTo>
                    <a:pt x="4449" y="577847"/>
                  </a:lnTo>
                  <a:lnTo>
                    <a:pt x="3336" y="577847"/>
                  </a:lnTo>
                  <a:lnTo>
                    <a:pt x="2224" y="577847"/>
                  </a:lnTo>
                  <a:lnTo>
                    <a:pt x="1112" y="577847"/>
                  </a:lnTo>
                  <a:lnTo>
                    <a:pt x="0" y="57784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860" name="pl8860"/>
            <p:cNvSpPr/>
            <p:nvPr/>
          </p:nvSpPr>
          <p:spPr>
            <a:xfrm>
              <a:off x="8682054" y="6494957"/>
              <a:ext cx="568401" cy="558027"/>
            </a:xfrm>
            <a:custGeom>
              <a:avLst/>
              <a:pathLst>
                <a:path w="568401" h="558027">
                  <a:moveTo>
                    <a:pt x="0" y="558027"/>
                  </a:moveTo>
                  <a:lnTo>
                    <a:pt x="1112" y="557929"/>
                  </a:lnTo>
                  <a:lnTo>
                    <a:pt x="2224" y="557840"/>
                  </a:lnTo>
                  <a:lnTo>
                    <a:pt x="3336" y="557757"/>
                  </a:lnTo>
                  <a:lnTo>
                    <a:pt x="4449" y="557684"/>
                  </a:lnTo>
                  <a:lnTo>
                    <a:pt x="5561" y="557618"/>
                  </a:lnTo>
                  <a:lnTo>
                    <a:pt x="6673" y="557556"/>
                  </a:lnTo>
                  <a:lnTo>
                    <a:pt x="7786" y="557504"/>
                  </a:lnTo>
                  <a:lnTo>
                    <a:pt x="8898" y="557456"/>
                  </a:lnTo>
                  <a:lnTo>
                    <a:pt x="10010" y="557412"/>
                  </a:lnTo>
                  <a:lnTo>
                    <a:pt x="11123" y="557374"/>
                  </a:lnTo>
                  <a:lnTo>
                    <a:pt x="12235" y="557339"/>
                  </a:lnTo>
                  <a:lnTo>
                    <a:pt x="13347" y="557307"/>
                  </a:lnTo>
                  <a:lnTo>
                    <a:pt x="14460" y="557277"/>
                  </a:lnTo>
                  <a:lnTo>
                    <a:pt x="15572" y="557248"/>
                  </a:lnTo>
                  <a:lnTo>
                    <a:pt x="16684" y="557219"/>
                  </a:lnTo>
                  <a:lnTo>
                    <a:pt x="17797" y="557190"/>
                  </a:lnTo>
                  <a:lnTo>
                    <a:pt x="18909" y="557159"/>
                  </a:lnTo>
                  <a:lnTo>
                    <a:pt x="20021" y="557126"/>
                  </a:lnTo>
                  <a:lnTo>
                    <a:pt x="21134" y="557089"/>
                  </a:lnTo>
                  <a:lnTo>
                    <a:pt x="22246" y="557048"/>
                  </a:lnTo>
                  <a:lnTo>
                    <a:pt x="23358" y="557001"/>
                  </a:lnTo>
                  <a:lnTo>
                    <a:pt x="24471" y="556947"/>
                  </a:lnTo>
                  <a:lnTo>
                    <a:pt x="25583" y="556888"/>
                  </a:lnTo>
                  <a:lnTo>
                    <a:pt x="26695" y="556816"/>
                  </a:lnTo>
                  <a:lnTo>
                    <a:pt x="27808" y="556736"/>
                  </a:lnTo>
                  <a:lnTo>
                    <a:pt x="28920" y="556648"/>
                  </a:lnTo>
                  <a:lnTo>
                    <a:pt x="30032" y="556541"/>
                  </a:lnTo>
                  <a:lnTo>
                    <a:pt x="31145" y="556425"/>
                  </a:lnTo>
                  <a:lnTo>
                    <a:pt x="32257" y="556296"/>
                  </a:lnTo>
                  <a:lnTo>
                    <a:pt x="33369" y="556146"/>
                  </a:lnTo>
                  <a:lnTo>
                    <a:pt x="34482" y="555983"/>
                  </a:lnTo>
                  <a:lnTo>
                    <a:pt x="35594" y="555802"/>
                  </a:lnTo>
                  <a:lnTo>
                    <a:pt x="36706" y="555597"/>
                  </a:lnTo>
                  <a:lnTo>
                    <a:pt x="37819" y="555378"/>
                  </a:lnTo>
                  <a:lnTo>
                    <a:pt x="38931" y="555134"/>
                  </a:lnTo>
                  <a:lnTo>
                    <a:pt x="40043" y="554864"/>
                  </a:lnTo>
                  <a:lnTo>
                    <a:pt x="41156" y="554578"/>
                  </a:lnTo>
                  <a:lnTo>
                    <a:pt x="42268" y="554259"/>
                  </a:lnTo>
                  <a:lnTo>
                    <a:pt x="43380" y="553914"/>
                  </a:lnTo>
                  <a:lnTo>
                    <a:pt x="44493" y="553549"/>
                  </a:lnTo>
                  <a:lnTo>
                    <a:pt x="45605" y="553144"/>
                  </a:lnTo>
                  <a:lnTo>
                    <a:pt x="46717" y="552713"/>
                  </a:lnTo>
                  <a:lnTo>
                    <a:pt x="47830" y="552260"/>
                  </a:lnTo>
                  <a:lnTo>
                    <a:pt x="48942" y="551757"/>
                  </a:lnTo>
                  <a:lnTo>
                    <a:pt x="50054" y="551229"/>
                  </a:lnTo>
                  <a:lnTo>
                    <a:pt x="51167" y="550672"/>
                  </a:lnTo>
                  <a:lnTo>
                    <a:pt x="52279" y="550064"/>
                  </a:lnTo>
                  <a:lnTo>
                    <a:pt x="53391" y="549429"/>
                  </a:lnTo>
                  <a:lnTo>
                    <a:pt x="54504" y="548756"/>
                  </a:lnTo>
                  <a:lnTo>
                    <a:pt x="55616" y="548032"/>
                  </a:lnTo>
                  <a:lnTo>
                    <a:pt x="56728" y="547279"/>
                  </a:lnTo>
                  <a:lnTo>
                    <a:pt x="57841" y="546478"/>
                  </a:lnTo>
                  <a:lnTo>
                    <a:pt x="58953" y="545628"/>
                  </a:lnTo>
                  <a:lnTo>
                    <a:pt x="60065" y="544746"/>
                  </a:lnTo>
                  <a:lnTo>
                    <a:pt x="61178" y="543805"/>
                  </a:lnTo>
                  <a:lnTo>
                    <a:pt x="62290" y="542817"/>
                  </a:lnTo>
                  <a:lnTo>
                    <a:pt x="63402" y="541794"/>
                  </a:lnTo>
                  <a:lnTo>
                    <a:pt x="64515" y="540702"/>
                  </a:lnTo>
                  <a:lnTo>
                    <a:pt x="65627" y="539564"/>
                  </a:lnTo>
                  <a:lnTo>
                    <a:pt x="66739" y="538390"/>
                  </a:lnTo>
                  <a:lnTo>
                    <a:pt x="67852" y="537132"/>
                  </a:lnTo>
                  <a:lnTo>
                    <a:pt x="68964" y="535834"/>
                  </a:lnTo>
                  <a:lnTo>
                    <a:pt x="70076" y="534488"/>
                  </a:lnTo>
                  <a:lnTo>
                    <a:pt x="71189" y="533060"/>
                  </a:lnTo>
                  <a:lnTo>
                    <a:pt x="72301" y="531589"/>
                  </a:lnTo>
                  <a:lnTo>
                    <a:pt x="73413" y="530058"/>
                  </a:lnTo>
                  <a:lnTo>
                    <a:pt x="74526" y="528448"/>
                  </a:lnTo>
                  <a:lnTo>
                    <a:pt x="75638" y="526792"/>
                  </a:lnTo>
                  <a:lnTo>
                    <a:pt x="76750" y="525063"/>
                  </a:lnTo>
                  <a:lnTo>
                    <a:pt x="77863" y="523257"/>
                  </a:lnTo>
                  <a:lnTo>
                    <a:pt x="78975" y="521404"/>
                  </a:lnTo>
                  <a:lnTo>
                    <a:pt x="80087" y="519463"/>
                  </a:lnTo>
                  <a:lnTo>
                    <a:pt x="81200" y="517450"/>
                  </a:lnTo>
                  <a:lnTo>
                    <a:pt x="82312" y="515387"/>
                  </a:lnTo>
                  <a:lnTo>
                    <a:pt x="83424" y="513220"/>
                  </a:lnTo>
                  <a:lnTo>
                    <a:pt x="84537" y="510988"/>
                  </a:lnTo>
                  <a:lnTo>
                    <a:pt x="85649" y="508702"/>
                  </a:lnTo>
                  <a:lnTo>
                    <a:pt x="86761" y="506296"/>
                  </a:lnTo>
                  <a:lnTo>
                    <a:pt x="87874" y="503833"/>
                  </a:lnTo>
                  <a:lnTo>
                    <a:pt x="88986" y="501303"/>
                  </a:lnTo>
                  <a:lnTo>
                    <a:pt x="90098" y="498656"/>
                  </a:lnTo>
                  <a:lnTo>
                    <a:pt x="91211" y="495951"/>
                  </a:lnTo>
                  <a:lnTo>
                    <a:pt x="92323" y="493163"/>
                  </a:lnTo>
                  <a:lnTo>
                    <a:pt x="93435" y="490266"/>
                  </a:lnTo>
                  <a:lnTo>
                    <a:pt x="94548" y="487308"/>
                  </a:lnTo>
                  <a:lnTo>
                    <a:pt x="95660" y="484252"/>
                  </a:lnTo>
                  <a:lnTo>
                    <a:pt x="96772" y="481096"/>
                  </a:lnTo>
                  <a:lnTo>
                    <a:pt x="97885" y="477878"/>
                  </a:lnTo>
                  <a:lnTo>
                    <a:pt x="98997" y="474546"/>
                  </a:lnTo>
                  <a:lnTo>
                    <a:pt x="100109" y="471124"/>
                  </a:lnTo>
                  <a:lnTo>
                    <a:pt x="101222" y="467638"/>
                  </a:lnTo>
                  <a:lnTo>
                    <a:pt x="102334" y="464023"/>
                  </a:lnTo>
                  <a:lnTo>
                    <a:pt x="103446" y="460331"/>
                  </a:lnTo>
                  <a:lnTo>
                    <a:pt x="104559" y="456573"/>
                  </a:lnTo>
                  <a:lnTo>
                    <a:pt x="105671" y="452674"/>
                  </a:lnTo>
                  <a:lnTo>
                    <a:pt x="106783" y="448709"/>
                  </a:lnTo>
                  <a:lnTo>
                    <a:pt x="107896" y="444667"/>
                  </a:lnTo>
                  <a:lnTo>
                    <a:pt x="109008" y="440495"/>
                  </a:lnTo>
                  <a:lnTo>
                    <a:pt x="110120" y="436259"/>
                  </a:lnTo>
                  <a:lnTo>
                    <a:pt x="111233" y="431934"/>
                  </a:lnTo>
                  <a:lnTo>
                    <a:pt x="112345" y="427496"/>
                  </a:lnTo>
                  <a:lnTo>
                    <a:pt x="113457" y="422994"/>
                  </a:lnTo>
                  <a:lnTo>
                    <a:pt x="114570" y="418394"/>
                  </a:lnTo>
                  <a:lnTo>
                    <a:pt x="115682" y="413696"/>
                  </a:lnTo>
                  <a:lnTo>
                    <a:pt x="116794" y="408938"/>
                  </a:lnTo>
                  <a:lnTo>
                    <a:pt x="117907" y="404073"/>
                  </a:lnTo>
                  <a:lnTo>
                    <a:pt x="119019" y="399128"/>
                  </a:lnTo>
                  <a:lnTo>
                    <a:pt x="120131" y="394127"/>
                  </a:lnTo>
                  <a:lnTo>
                    <a:pt x="121244" y="389015"/>
                  </a:lnTo>
                  <a:lnTo>
                    <a:pt x="122356" y="383839"/>
                  </a:lnTo>
                  <a:lnTo>
                    <a:pt x="123468" y="378611"/>
                  </a:lnTo>
                  <a:lnTo>
                    <a:pt x="124581" y="373272"/>
                  </a:lnTo>
                  <a:lnTo>
                    <a:pt x="125693" y="367886"/>
                  </a:lnTo>
                  <a:lnTo>
                    <a:pt x="126805" y="362444"/>
                  </a:lnTo>
                  <a:lnTo>
                    <a:pt x="127918" y="356913"/>
                  </a:lnTo>
                  <a:lnTo>
                    <a:pt x="129030" y="351341"/>
                  </a:lnTo>
                  <a:lnTo>
                    <a:pt x="130142" y="345712"/>
                  </a:lnTo>
                  <a:lnTo>
                    <a:pt x="131255" y="340016"/>
                  </a:lnTo>
                  <a:lnTo>
                    <a:pt x="132367" y="334286"/>
                  </a:lnTo>
                  <a:lnTo>
                    <a:pt x="133479" y="328503"/>
                  </a:lnTo>
                  <a:lnTo>
                    <a:pt x="134592" y="322673"/>
                  </a:lnTo>
                  <a:lnTo>
                    <a:pt x="135704" y="316815"/>
                  </a:lnTo>
                  <a:lnTo>
                    <a:pt x="136816" y="310912"/>
                  </a:lnTo>
                  <a:lnTo>
                    <a:pt x="137929" y="304981"/>
                  </a:lnTo>
                  <a:lnTo>
                    <a:pt x="139041" y="299029"/>
                  </a:lnTo>
                  <a:lnTo>
                    <a:pt x="140153" y="293045"/>
                  </a:lnTo>
                  <a:lnTo>
                    <a:pt x="141266" y="287047"/>
                  </a:lnTo>
                  <a:lnTo>
                    <a:pt x="142378" y="281038"/>
                  </a:lnTo>
                  <a:lnTo>
                    <a:pt x="143490" y="275012"/>
                  </a:lnTo>
                  <a:lnTo>
                    <a:pt x="144603" y="268984"/>
                  </a:lnTo>
                  <a:lnTo>
                    <a:pt x="145715" y="262954"/>
                  </a:lnTo>
                  <a:lnTo>
                    <a:pt x="146827" y="256927"/>
                  </a:lnTo>
                  <a:lnTo>
                    <a:pt x="147940" y="250906"/>
                  </a:lnTo>
                  <a:lnTo>
                    <a:pt x="149052" y="244895"/>
                  </a:lnTo>
                  <a:lnTo>
                    <a:pt x="150164" y="238905"/>
                  </a:lnTo>
                  <a:lnTo>
                    <a:pt x="151277" y="232928"/>
                  </a:lnTo>
                  <a:lnTo>
                    <a:pt x="152389" y="226977"/>
                  </a:lnTo>
                  <a:lnTo>
                    <a:pt x="153501" y="221059"/>
                  </a:lnTo>
                  <a:lnTo>
                    <a:pt x="154614" y="215162"/>
                  </a:lnTo>
                  <a:lnTo>
                    <a:pt x="155726" y="209310"/>
                  </a:lnTo>
                  <a:lnTo>
                    <a:pt x="156838" y="203499"/>
                  </a:lnTo>
                  <a:lnTo>
                    <a:pt x="157951" y="197717"/>
                  </a:lnTo>
                  <a:lnTo>
                    <a:pt x="159063" y="192001"/>
                  </a:lnTo>
                  <a:lnTo>
                    <a:pt x="160175" y="186328"/>
                  </a:lnTo>
                  <a:lnTo>
                    <a:pt x="161288" y="180693"/>
                  </a:lnTo>
                  <a:lnTo>
                    <a:pt x="162400" y="175146"/>
                  </a:lnTo>
                  <a:lnTo>
                    <a:pt x="163512" y="169643"/>
                  </a:lnTo>
                  <a:lnTo>
                    <a:pt x="164625" y="164193"/>
                  </a:lnTo>
                  <a:lnTo>
                    <a:pt x="165737" y="158836"/>
                  </a:lnTo>
                  <a:lnTo>
                    <a:pt x="166849" y="153529"/>
                  </a:lnTo>
                  <a:lnTo>
                    <a:pt x="167962" y="148292"/>
                  </a:lnTo>
                  <a:lnTo>
                    <a:pt x="169074" y="143150"/>
                  </a:lnTo>
                  <a:lnTo>
                    <a:pt x="170186" y="138062"/>
                  </a:lnTo>
                  <a:lnTo>
                    <a:pt x="171299" y="133062"/>
                  </a:lnTo>
                  <a:lnTo>
                    <a:pt x="172411" y="128155"/>
                  </a:lnTo>
                  <a:lnTo>
                    <a:pt x="173523" y="123306"/>
                  </a:lnTo>
                  <a:lnTo>
                    <a:pt x="174636" y="118564"/>
                  </a:lnTo>
                  <a:lnTo>
                    <a:pt x="175748" y="113908"/>
                  </a:lnTo>
                  <a:lnTo>
                    <a:pt x="176860" y="109313"/>
                  </a:lnTo>
                  <a:lnTo>
                    <a:pt x="177973" y="104844"/>
                  </a:lnTo>
                  <a:lnTo>
                    <a:pt x="179085" y="100453"/>
                  </a:lnTo>
                  <a:lnTo>
                    <a:pt x="180197" y="96126"/>
                  </a:lnTo>
                  <a:lnTo>
                    <a:pt x="181310" y="91942"/>
                  </a:lnTo>
                  <a:lnTo>
                    <a:pt x="182422" y="87825"/>
                  </a:lnTo>
                  <a:lnTo>
                    <a:pt x="183534" y="83787"/>
                  </a:lnTo>
                  <a:lnTo>
                    <a:pt x="184647" y="79884"/>
                  </a:lnTo>
                  <a:lnTo>
                    <a:pt x="185759" y="76048"/>
                  </a:lnTo>
                  <a:lnTo>
                    <a:pt x="186871" y="72306"/>
                  </a:lnTo>
                  <a:lnTo>
                    <a:pt x="187984" y="68687"/>
                  </a:lnTo>
                  <a:lnTo>
                    <a:pt x="189096" y="65137"/>
                  </a:lnTo>
                  <a:lnTo>
                    <a:pt x="190208" y="61695"/>
                  </a:lnTo>
                  <a:lnTo>
                    <a:pt x="191321" y="58363"/>
                  </a:lnTo>
                  <a:lnTo>
                    <a:pt x="192433" y="55099"/>
                  </a:lnTo>
                  <a:lnTo>
                    <a:pt x="193545" y="51958"/>
                  </a:lnTo>
                  <a:lnTo>
                    <a:pt x="194658" y="48914"/>
                  </a:lnTo>
                  <a:lnTo>
                    <a:pt x="195770" y="45937"/>
                  </a:lnTo>
                  <a:lnTo>
                    <a:pt x="196882" y="43096"/>
                  </a:lnTo>
                  <a:lnTo>
                    <a:pt x="197995" y="40337"/>
                  </a:lnTo>
                  <a:lnTo>
                    <a:pt x="199107" y="37645"/>
                  </a:lnTo>
                  <a:lnTo>
                    <a:pt x="200219" y="35102"/>
                  </a:lnTo>
                  <a:lnTo>
                    <a:pt x="201332" y="32626"/>
                  </a:lnTo>
                  <a:lnTo>
                    <a:pt x="202444" y="30231"/>
                  </a:lnTo>
                  <a:lnTo>
                    <a:pt x="203556" y="27968"/>
                  </a:lnTo>
                  <a:lnTo>
                    <a:pt x="204669" y="25773"/>
                  </a:lnTo>
                  <a:lnTo>
                    <a:pt x="205781" y="23669"/>
                  </a:lnTo>
                  <a:lnTo>
                    <a:pt x="206893" y="21684"/>
                  </a:lnTo>
                  <a:lnTo>
                    <a:pt x="208006" y="19763"/>
                  </a:lnTo>
                  <a:lnTo>
                    <a:pt x="209118" y="17947"/>
                  </a:lnTo>
                  <a:lnTo>
                    <a:pt x="210230" y="16234"/>
                  </a:lnTo>
                  <a:lnTo>
                    <a:pt x="211343" y="14585"/>
                  </a:lnTo>
                  <a:lnTo>
                    <a:pt x="212455" y="13051"/>
                  </a:lnTo>
                  <a:lnTo>
                    <a:pt x="213567" y="11606"/>
                  </a:lnTo>
                  <a:lnTo>
                    <a:pt x="214680" y="10223"/>
                  </a:lnTo>
                  <a:lnTo>
                    <a:pt x="215792" y="8966"/>
                  </a:lnTo>
                  <a:lnTo>
                    <a:pt x="216904" y="7782"/>
                  </a:lnTo>
                  <a:lnTo>
                    <a:pt x="218017" y="6661"/>
                  </a:lnTo>
                  <a:lnTo>
                    <a:pt x="219129" y="5673"/>
                  </a:lnTo>
                  <a:lnTo>
                    <a:pt x="220241" y="4746"/>
                  </a:lnTo>
                  <a:lnTo>
                    <a:pt x="221354" y="3890"/>
                  </a:lnTo>
                  <a:lnTo>
                    <a:pt x="222466" y="3154"/>
                  </a:lnTo>
                  <a:lnTo>
                    <a:pt x="223578" y="2476"/>
                  </a:lnTo>
                  <a:lnTo>
                    <a:pt x="224691" y="1879"/>
                  </a:lnTo>
                  <a:lnTo>
                    <a:pt x="225803" y="1386"/>
                  </a:lnTo>
                  <a:lnTo>
                    <a:pt x="226915" y="950"/>
                  </a:lnTo>
                  <a:lnTo>
                    <a:pt x="228028" y="603"/>
                  </a:lnTo>
                  <a:lnTo>
                    <a:pt x="229140" y="345"/>
                  </a:lnTo>
                  <a:lnTo>
                    <a:pt x="230252" y="141"/>
                  </a:lnTo>
                  <a:lnTo>
                    <a:pt x="231365" y="33"/>
                  </a:lnTo>
                  <a:lnTo>
                    <a:pt x="232477" y="0"/>
                  </a:lnTo>
                  <a:lnTo>
                    <a:pt x="233589" y="18"/>
                  </a:lnTo>
                  <a:lnTo>
                    <a:pt x="234702" y="137"/>
                  </a:lnTo>
                  <a:lnTo>
                    <a:pt x="235814" y="316"/>
                  </a:lnTo>
                  <a:lnTo>
                    <a:pt x="236926" y="544"/>
                  </a:lnTo>
                  <a:lnTo>
                    <a:pt x="238039" y="876"/>
                  </a:lnTo>
                  <a:lnTo>
                    <a:pt x="239151" y="1253"/>
                  </a:lnTo>
                  <a:lnTo>
                    <a:pt x="240263" y="1686"/>
                  </a:lnTo>
                  <a:lnTo>
                    <a:pt x="241376" y="2205"/>
                  </a:lnTo>
                  <a:lnTo>
                    <a:pt x="242488" y="2765"/>
                  </a:lnTo>
                  <a:lnTo>
                    <a:pt x="243600" y="3384"/>
                  </a:lnTo>
                  <a:lnTo>
                    <a:pt x="244713" y="4072"/>
                  </a:lnTo>
                  <a:lnTo>
                    <a:pt x="245825" y="4798"/>
                  </a:lnTo>
                  <a:lnTo>
                    <a:pt x="246937" y="5583"/>
                  </a:lnTo>
                  <a:lnTo>
                    <a:pt x="248049" y="6421"/>
                  </a:lnTo>
                  <a:lnTo>
                    <a:pt x="249162" y="7293"/>
                  </a:lnTo>
                  <a:lnTo>
                    <a:pt x="250274" y="8220"/>
                  </a:lnTo>
                  <a:lnTo>
                    <a:pt x="251386" y="9187"/>
                  </a:lnTo>
                  <a:lnTo>
                    <a:pt x="252499" y="10182"/>
                  </a:lnTo>
                  <a:lnTo>
                    <a:pt x="253611" y="11227"/>
                  </a:lnTo>
                  <a:lnTo>
                    <a:pt x="254723" y="12299"/>
                  </a:lnTo>
                  <a:lnTo>
                    <a:pt x="255836" y="13394"/>
                  </a:lnTo>
                  <a:lnTo>
                    <a:pt x="256948" y="14530"/>
                  </a:lnTo>
                  <a:lnTo>
                    <a:pt x="258060" y="15683"/>
                  </a:lnTo>
                  <a:lnTo>
                    <a:pt x="259173" y="16855"/>
                  </a:lnTo>
                  <a:lnTo>
                    <a:pt x="260285" y="18052"/>
                  </a:lnTo>
                  <a:lnTo>
                    <a:pt x="261397" y="19260"/>
                  </a:lnTo>
                  <a:lnTo>
                    <a:pt x="262510" y="20481"/>
                  </a:lnTo>
                  <a:lnTo>
                    <a:pt x="263622" y="21713"/>
                  </a:lnTo>
                  <a:lnTo>
                    <a:pt x="264734" y="22949"/>
                  </a:lnTo>
                  <a:lnTo>
                    <a:pt x="265847" y="24190"/>
                  </a:lnTo>
                  <a:lnTo>
                    <a:pt x="266959" y="25431"/>
                  </a:lnTo>
                  <a:lnTo>
                    <a:pt x="268071" y="26670"/>
                  </a:lnTo>
                  <a:lnTo>
                    <a:pt x="269184" y="27902"/>
                  </a:lnTo>
                  <a:lnTo>
                    <a:pt x="270296" y="29126"/>
                  </a:lnTo>
                  <a:lnTo>
                    <a:pt x="271408" y="30342"/>
                  </a:lnTo>
                  <a:lnTo>
                    <a:pt x="272521" y="31539"/>
                  </a:lnTo>
                  <a:lnTo>
                    <a:pt x="273633" y="32722"/>
                  </a:lnTo>
                  <a:lnTo>
                    <a:pt x="274745" y="33891"/>
                  </a:lnTo>
                  <a:lnTo>
                    <a:pt x="275858" y="35028"/>
                  </a:lnTo>
                  <a:lnTo>
                    <a:pt x="276970" y="36147"/>
                  </a:lnTo>
                  <a:lnTo>
                    <a:pt x="278082" y="37244"/>
                  </a:lnTo>
                  <a:lnTo>
                    <a:pt x="279195" y="38301"/>
                  </a:lnTo>
                  <a:lnTo>
                    <a:pt x="280307" y="39337"/>
                  </a:lnTo>
                  <a:lnTo>
                    <a:pt x="281419" y="40341"/>
                  </a:lnTo>
                  <a:lnTo>
                    <a:pt x="282532" y="41303"/>
                  </a:lnTo>
                  <a:lnTo>
                    <a:pt x="283644" y="42238"/>
                  </a:lnTo>
                  <a:lnTo>
                    <a:pt x="284756" y="43133"/>
                  </a:lnTo>
                  <a:lnTo>
                    <a:pt x="285869" y="43984"/>
                  </a:lnTo>
                  <a:lnTo>
                    <a:pt x="286981" y="44808"/>
                  </a:lnTo>
                  <a:lnTo>
                    <a:pt x="288093" y="45581"/>
                  </a:lnTo>
                  <a:lnTo>
                    <a:pt x="289206" y="46313"/>
                  </a:lnTo>
                  <a:lnTo>
                    <a:pt x="290318" y="47016"/>
                  </a:lnTo>
                  <a:lnTo>
                    <a:pt x="291430" y="47660"/>
                  </a:lnTo>
                  <a:lnTo>
                    <a:pt x="292543" y="48268"/>
                  </a:lnTo>
                  <a:lnTo>
                    <a:pt x="293655" y="48846"/>
                  </a:lnTo>
                  <a:lnTo>
                    <a:pt x="294767" y="49359"/>
                  </a:lnTo>
                  <a:lnTo>
                    <a:pt x="295880" y="49842"/>
                  </a:lnTo>
                  <a:lnTo>
                    <a:pt x="296992" y="50291"/>
                  </a:lnTo>
                  <a:lnTo>
                    <a:pt x="298104" y="50682"/>
                  </a:lnTo>
                  <a:lnTo>
                    <a:pt x="299217" y="51046"/>
                  </a:lnTo>
                  <a:lnTo>
                    <a:pt x="300329" y="51371"/>
                  </a:lnTo>
                  <a:lnTo>
                    <a:pt x="301441" y="51649"/>
                  </a:lnTo>
                  <a:lnTo>
                    <a:pt x="302554" y="51901"/>
                  </a:lnTo>
                  <a:lnTo>
                    <a:pt x="303666" y="52115"/>
                  </a:lnTo>
                  <a:lnTo>
                    <a:pt x="304778" y="52291"/>
                  </a:lnTo>
                  <a:lnTo>
                    <a:pt x="305891" y="52447"/>
                  </a:lnTo>
                  <a:lnTo>
                    <a:pt x="307003" y="52565"/>
                  </a:lnTo>
                  <a:lnTo>
                    <a:pt x="308115" y="52657"/>
                  </a:lnTo>
                  <a:lnTo>
                    <a:pt x="309228" y="52732"/>
                  </a:lnTo>
                  <a:lnTo>
                    <a:pt x="310340" y="52776"/>
                  </a:lnTo>
                  <a:lnTo>
                    <a:pt x="311452" y="52804"/>
                  </a:lnTo>
                  <a:lnTo>
                    <a:pt x="312565" y="52820"/>
                  </a:lnTo>
                  <a:lnTo>
                    <a:pt x="313677" y="52814"/>
                  </a:lnTo>
                  <a:lnTo>
                    <a:pt x="314789" y="52801"/>
                  </a:lnTo>
                  <a:lnTo>
                    <a:pt x="315902" y="52780"/>
                  </a:lnTo>
                  <a:lnTo>
                    <a:pt x="317014" y="52752"/>
                  </a:lnTo>
                  <a:lnTo>
                    <a:pt x="318126" y="52722"/>
                  </a:lnTo>
                  <a:lnTo>
                    <a:pt x="319239" y="52693"/>
                  </a:lnTo>
                  <a:lnTo>
                    <a:pt x="320351" y="52669"/>
                  </a:lnTo>
                  <a:lnTo>
                    <a:pt x="321463" y="52651"/>
                  </a:lnTo>
                  <a:lnTo>
                    <a:pt x="322576" y="52642"/>
                  </a:lnTo>
                  <a:lnTo>
                    <a:pt x="323688" y="52650"/>
                  </a:lnTo>
                  <a:lnTo>
                    <a:pt x="324800" y="52669"/>
                  </a:lnTo>
                  <a:lnTo>
                    <a:pt x="325913" y="52712"/>
                  </a:lnTo>
                  <a:lnTo>
                    <a:pt x="327025" y="52778"/>
                  </a:lnTo>
                  <a:lnTo>
                    <a:pt x="328137" y="52861"/>
                  </a:lnTo>
                  <a:lnTo>
                    <a:pt x="329250" y="52983"/>
                  </a:lnTo>
                  <a:lnTo>
                    <a:pt x="330362" y="53134"/>
                  </a:lnTo>
                  <a:lnTo>
                    <a:pt x="331474" y="53307"/>
                  </a:lnTo>
                  <a:lnTo>
                    <a:pt x="332587" y="53537"/>
                  </a:lnTo>
                  <a:lnTo>
                    <a:pt x="333699" y="53796"/>
                  </a:lnTo>
                  <a:lnTo>
                    <a:pt x="334811" y="54089"/>
                  </a:lnTo>
                  <a:lnTo>
                    <a:pt x="335924" y="54445"/>
                  </a:lnTo>
                  <a:lnTo>
                    <a:pt x="337036" y="54834"/>
                  </a:lnTo>
                  <a:lnTo>
                    <a:pt x="338148" y="55271"/>
                  </a:lnTo>
                  <a:lnTo>
                    <a:pt x="339261" y="55772"/>
                  </a:lnTo>
                  <a:lnTo>
                    <a:pt x="340373" y="56311"/>
                  </a:lnTo>
                  <a:lnTo>
                    <a:pt x="341485" y="56911"/>
                  </a:lnTo>
                  <a:lnTo>
                    <a:pt x="342598" y="57575"/>
                  </a:lnTo>
                  <a:lnTo>
                    <a:pt x="343710" y="58279"/>
                  </a:lnTo>
                  <a:lnTo>
                    <a:pt x="344822" y="59058"/>
                  </a:lnTo>
                  <a:lnTo>
                    <a:pt x="345935" y="59897"/>
                  </a:lnTo>
                  <a:lnTo>
                    <a:pt x="347047" y="60779"/>
                  </a:lnTo>
                  <a:lnTo>
                    <a:pt x="348159" y="61749"/>
                  </a:lnTo>
                  <a:lnTo>
                    <a:pt x="349272" y="62773"/>
                  </a:lnTo>
                  <a:lnTo>
                    <a:pt x="350384" y="63841"/>
                  </a:lnTo>
                  <a:lnTo>
                    <a:pt x="351496" y="65009"/>
                  </a:lnTo>
                  <a:lnTo>
                    <a:pt x="352609" y="66223"/>
                  </a:lnTo>
                  <a:lnTo>
                    <a:pt x="353721" y="67492"/>
                  </a:lnTo>
                  <a:lnTo>
                    <a:pt x="354833" y="68853"/>
                  </a:lnTo>
                  <a:lnTo>
                    <a:pt x="355946" y="70260"/>
                  </a:lnTo>
                  <a:lnTo>
                    <a:pt x="357058" y="71732"/>
                  </a:lnTo>
                  <a:lnTo>
                    <a:pt x="358170" y="73285"/>
                  </a:lnTo>
                  <a:lnTo>
                    <a:pt x="359283" y="74884"/>
                  </a:lnTo>
                  <a:lnTo>
                    <a:pt x="360395" y="76556"/>
                  </a:lnTo>
                  <a:lnTo>
                    <a:pt x="361507" y="78299"/>
                  </a:lnTo>
                  <a:lnTo>
                    <a:pt x="362620" y="80087"/>
                  </a:lnTo>
                  <a:lnTo>
                    <a:pt x="363732" y="81954"/>
                  </a:lnTo>
                  <a:lnTo>
                    <a:pt x="364844" y="83881"/>
                  </a:lnTo>
                  <a:lnTo>
                    <a:pt x="365957" y="85851"/>
                  </a:lnTo>
                  <a:lnTo>
                    <a:pt x="367069" y="87906"/>
                  </a:lnTo>
                  <a:lnTo>
                    <a:pt x="368181" y="90011"/>
                  </a:lnTo>
                  <a:lnTo>
                    <a:pt x="369294" y="92156"/>
                  </a:lnTo>
                  <a:lnTo>
                    <a:pt x="370406" y="94390"/>
                  </a:lnTo>
                  <a:lnTo>
                    <a:pt x="371518" y="96662"/>
                  </a:lnTo>
                  <a:lnTo>
                    <a:pt x="372631" y="98981"/>
                  </a:lnTo>
                  <a:lnTo>
                    <a:pt x="373743" y="101375"/>
                  </a:lnTo>
                  <a:lnTo>
                    <a:pt x="374855" y="103806"/>
                  </a:lnTo>
                  <a:lnTo>
                    <a:pt x="375968" y="106287"/>
                  </a:lnTo>
                  <a:lnTo>
                    <a:pt x="377080" y="108832"/>
                  </a:lnTo>
                  <a:lnTo>
                    <a:pt x="378192" y="111411"/>
                  </a:lnTo>
                  <a:lnTo>
                    <a:pt x="379305" y="114044"/>
                  </a:lnTo>
                  <a:lnTo>
                    <a:pt x="380417" y="116728"/>
                  </a:lnTo>
                  <a:lnTo>
                    <a:pt x="381529" y="119445"/>
                  </a:lnTo>
                  <a:lnTo>
                    <a:pt x="382642" y="122218"/>
                  </a:lnTo>
                  <a:lnTo>
                    <a:pt x="383754" y="125032"/>
                  </a:lnTo>
                  <a:lnTo>
                    <a:pt x="384866" y="127876"/>
                  </a:lnTo>
                  <a:lnTo>
                    <a:pt x="385979" y="130778"/>
                  </a:lnTo>
                  <a:lnTo>
                    <a:pt x="387091" y="133712"/>
                  </a:lnTo>
                  <a:lnTo>
                    <a:pt x="388203" y="136674"/>
                  </a:lnTo>
                  <a:lnTo>
                    <a:pt x="389316" y="139694"/>
                  </a:lnTo>
                  <a:lnTo>
                    <a:pt x="390428" y="142739"/>
                  </a:lnTo>
                  <a:lnTo>
                    <a:pt x="391540" y="145814"/>
                  </a:lnTo>
                  <a:lnTo>
                    <a:pt x="392653" y="148937"/>
                  </a:lnTo>
                  <a:lnTo>
                    <a:pt x="393765" y="152083"/>
                  </a:lnTo>
                  <a:lnTo>
                    <a:pt x="394877" y="155262"/>
                  </a:lnTo>
                  <a:lnTo>
                    <a:pt x="395990" y="158480"/>
                  </a:lnTo>
                  <a:lnTo>
                    <a:pt x="397102" y="161720"/>
                  </a:lnTo>
                  <a:lnTo>
                    <a:pt x="398214" y="164993"/>
                  </a:lnTo>
                  <a:lnTo>
                    <a:pt x="399327" y="168298"/>
                  </a:lnTo>
                  <a:lnTo>
                    <a:pt x="400439" y="171623"/>
                  </a:lnTo>
                  <a:lnTo>
                    <a:pt x="401551" y="174982"/>
                  </a:lnTo>
                  <a:lnTo>
                    <a:pt x="402664" y="178366"/>
                  </a:lnTo>
                  <a:lnTo>
                    <a:pt x="403776" y="181768"/>
                  </a:lnTo>
                  <a:lnTo>
                    <a:pt x="404888" y="185204"/>
                  </a:lnTo>
                  <a:lnTo>
                    <a:pt x="406001" y="188660"/>
                  </a:lnTo>
                  <a:lnTo>
                    <a:pt x="407113" y="192131"/>
                  </a:lnTo>
                  <a:lnTo>
                    <a:pt x="408225" y="195635"/>
                  </a:lnTo>
                  <a:lnTo>
                    <a:pt x="409338" y="199154"/>
                  </a:lnTo>
                  <a:lnTo>
                    <a:pt x="410450" y="202689"/>
                  </a:lnTo>
                  <a:lnTo>
                    <a:pt x="411562" y="206250"/>
                  </a:lnTo>
                  <a:lnTo>
                    <a:pt x="412675" y="209824"/>
                  </a:lnTo>
                  <a:lnTo>
                    <a:pt x="413787" y="213414"/>
                  </a:lnTo>
                  <a:lnTo>
                    <a:pt x="414899" y="217023"/>
                  </a:lnTo>
                  <a:lnTo>
                    <a:pt x="416012" y="220642"/>
                  </a:lnTo>
                  <a:lnTo>
                    <a:pt x="417124" y="224276"/>
                  </a:lnTo>
                  <a:lnTo>
                    <a:pt x="418236" y="227924"/>
                  </a:lnTo>
                  <a:lnTo>
                    <a:pt x="419349" y="231580"/>
                  </a:lnTo>
                  <a:lnTo>
                    <a:pt x="420461" y="235248"/>
                  </a:lnTo>
                  <a:lnTo>
                    <a:pt x="421573" y="238924"/>
                  </a:lnTo>
                  <a:lnTo>
                    <a:pt x="422686" y="242605"/>
                  </a:lnTo>
                  <a:lnTo>
                    <a:pt x="423798" y="246295"/>
                  </a:lnTo>
                  <a:lnTo>
                    <a:pt x="424910" y="249989"/>
                  </a:lnTo>
                  <a:lnTo>
                    <a:pt x="426023" y="253685"/>
                  </a:lnTo>
                  <a:lnTo>
                    <a:pt x="427135" y="257385"/>
                  </a:lnTo>
                  <a:lnTo>
                    <a:pt x="428247" y="261084"/>
                  </a:lnTo>
                  <a:lnTo>
                    <a:pt x="429360" y="264783"/>
                  </a:lnTo>
                  <a:lnTo>
                    <a:pt x="430472" y="268479"/>
                  </a:lnTo>
                  <a:lnTo>
                    <a:pt x="431584" y="272171"/>
                  </a:lnTo>
                  <a:lnTo>
                    <a:pt x="432697" y="275859"/>
                  </a:lnTo>
                  <a:lnTo>
                    <a:pt x="433809" y="279538"/>
                  </a:lnTo>
                  <a:lnTo>
                    <a:pt x="434921" y="283211"/>
                  </a:lnTo>
                  <a:lnTo>
                    <a:pt x="436034" y="286874"/>
                  </a:lnTo>
                  <a:lnTo>
                    <a:pt x="437146" y="290523"/>
                  </a:lnTo>
                  <a:lnTo>
                    <a:pt x="438258" y="294164"/>
                  </a:lnTo>
                  <a:lnTo>
                    <a:pt x="439371" y="297786"/>
                  </a:lnTo>
                  <a:lnTo>
                    <a:pt x="440483" y="301393"/>
                  </a:lnTo>
                  <a:lnTo>
                    <a:pt x="441595" y="304987"/>
                  </a:lnTo>
                  <a:lnTo>
                    <a:pt x="442708" y="308556"/>
                  </a:lnTo>
                  <a:lnTo>
                    <a:pt x="443820" y="312106"/>
                  </a:lnTo>
                  <a:lnTo>
                    <a:pt x="444932" y="315642"/>
                  </a:lnTo>
                  <a:lnTo>
                    <a:pt x="446045" y="319142"/>
                  </a:lnTo>
                  <a:lnTo>
                    <a:pt x="447157" y="322625"/>
                  </a:lnTo>
                  <a:lnTo>
                    <a:pt x="448269" y="326086"/>
                  </a:lnTo>
                  <a:lnTo>
                    <a:pt x="449382" y="329509"/>
                  </a:lnTo>
                  <a:lnTo>
                    <a:pt x="450494" y="332911"/>
                  </a:lnTo>
                  <a:lnTo>
                    <a:pt x="451606" y="336284"/>
                  </a:lnTo>
                  <a:lnTo>
                    <a:pt x="452719" y="339619"/>
                  </a:lnTo>
                  <a:lnTo>
                    <a:pt x="453831" y="342930"/>
                  </a:lnTo>
                  <a:lnTo>
                    <a:pt x="454943" y="346205"/>
                  </a:lnTo>
                  <a:lnTo>
                    <a:pt x="456056" y="349441"/>
                  </a:lnTo>
                  <a:lnTo>
                    <a:pt x="457168" y="352653"/>
                  </a:lnTo>
                  <a:lnTo>
                    <a:pt x="458280" y="355819"/>
                  </a:lnTo>
                  <a:lnTo>
                    <a:pt x="459393" y="358949"/>
                  </a:lnTo>
                  <a:lnTo>
                    <a:pt x="460505" y="362053"/>
                  </a:lnTo>
                  <a:lnTo>
                    <a:pt x="461617" y="365103"/>
                  </a:lnTo>
                  <a:lnTo>
                    <a:pt x="462730" y="368120"/>
                  </a:lnTo>
                  <a:lnTo>
                    <a:pt x="463842" y="371109"/>
                  </a:lnTo>
                  <a:lnTo>
                    <a:pt x="464954" y="374037"/>
                  </a:lnTo>
                  <a:lnTo>
                    <a:pt x="466067" y="376936"/>
                  </a:lnTo>
                  <a:lnTo>
                    <a:pt x="467179" y="379802"/>
                  </a:lnTo>
                  <a:lnTo>
                    <a:pt x="468291" y="382609"/>
                  </a:lnTo>
                  <a:lnTo>
                    <a:pt x="469404" y="385388"/>
                  </a:lnTo>
                  <a:lnTo>
                    <a:pt x="470516" y="388126"/>
                  </a:lnTo>
                  <a:lnTo>
                    <a:pt x="471628" y="390812"/>
                  </a:lnTo>
                  <a:lnTo>
                    <a:pt x="472741" y="393469"/>
                  </a:lnTo>
                  <a:lnTo>
                    <a:pt x="473853" y="396079"/>
                  </a:lnTo>
                  <a:lnTo>
                    <a:pt x="474965" y="398643"/>
                  </a:lnTo>
                  <a:lnTo>
                    <a:pt x="476078" y="401178"/>
                  </a:lnTo>
                  <a:lnTo>
                    <a:pt x="477190" y="403661"/>
                  </a:lnTo>
                  <a:lnTo>
                    <a:pt x="478302" y="406105"/>
                  </a:lnTo>
                  <a:lnTo>
                    <a:pt x="479415" y="408521"/>
                  </a:lnTo>
                  <a:lnTo>
                    <a:pt x="480527" y="410881"/>
                  </a:lnTo>
                  <a:lnTo>
                    <a:pt x="481639" y="413207"/>
                  </a:lnTo>
                  <a:lnTo>
                    <a:pt x="482752" y="415507"/>
                  </a:lnTo>
                  <a:lnTo>
                    <a:pt x="483864" y="417747"/>
                  </a:lnTo>
                  <a:lnTo>
                    <a:pt x="484976" y="419962"/>
                  </a:lnTo>
                  <a:lnTo>
                    <a:pt x="486089" y="422144"/>
                  </a:lnTo>
                  <a:lnTo>
                    <a:pt x="487201" y="424276"/>
                  </a:lnTo>
                  <a:lnTo>
                    <a:pt x="488313" y="426383"/>
                  </a:lnTo>
                  <a:lnTo>
                    <a:pt x="489426" y="428455"/>
                  </a:lnTo>
                  <a:lnTo>
                    <a:pt x="490538" y="430485"/>
                  </a:lnTo>
                  <a:lnTo>
                    <a:pt x="491650" y="432491"/>
                  </a:lnTo>
                  <a:lnTo>
                    <a:pt x="492762" y="434460"/>
                  </a:lnTo>
                  <a:lnTo>
                    <a:pt x="493875" y="436393"/>
                  </a:lnTo>
                  <a:lnTo>
                    <a:pt x="494987" y="438305"/>
                  </a:lnTo>
                  <a:lnTo>
                    <a:pt x="496099" y="440178"/>
                  </a:lnTo>
                  <a:lnTo>
                    <a:pt x="497212" y="442022"/>
                  </a:lnTo>
                  <a:lnTo>
                    <a:pt x="498324" y="443847"/>
                  </a:lnTo>
                  <a:lnTo>
                    <a:pt x="499436" y="445632"/>
                  </a:lnTo>
                  <a:lnTo>
                    <a:pt x="500549" y="447395"/>
                  </a:lnTo>
                  <a:lnTo>
                    <a:pt x="501661" y="449139"/>
                  </a:lnTo>
                  <a:lnTo>
                    <a:pt x="502773" y="450844"/>
                  </a:lnTo>
                  <a:lnTo>
                    <a:pt x="503886" y="452532"/>
                  </a:lnTo>
                  <a:lnTo>
                    <a:pt x="504998" y="454200"/>
                  </a:lnTo>
                  <a:lnTo>
                    <a:pt x="506110" y="455835"/>
                  </a:lnTo>
                  <a:lnTo>
                    <a:pt x="507223" y="457456"/>
                  </a:lnTo>
                  <a:lnTo>
                    <a:pt x="508335" y="459055"/>
                  </a:lnTo>
                  <a:lnTo>
                    <a:pt x="509447" y="460628"/>
                  </a:lnTo>
                  <a:lnTo>
                    <a:pt x="510560" y="462187"/>
                  </a:lnTo>
                  <a:lnTo>
                    <a:pt x="511672" y="463724"/>
                  </a:lnTo>
                  <a:lnTo>
                    <a:pt x="512784" y="465241"/>
                  </a:lnTo>
                  <a:lnTo>
                    <a:pt x="513897" y="466745"/>
                  </a:lnTo>
                  <a:lnTo>
                    <a:pt x="515009" y="468227"/>
                  </a:lnTo>
                  <a:lnTo>
                    <a:pt x="516121" y="469693"/>
                  </a:lnTo>
                  <a:lnTo>
                    <a:pt x="517234" y="471148"/>
                  </a:lnTo>
                  <a:lnTo>
                    <a:pt x="518346" y="472580"/>
                  </a:lnTo>
                  <a:lnTo>
                    <a:pt x="519458" y="474001"/>
                  </a:lnTo>
                  <a:lnTo>
                    <a:pt x="520571" y="475411"/>
                  </a:lnTo>
                  <a:lnTo>
                    <a:pt x="521683" y="476800"/>
                  </a:lnTo>
                  <a:lnTo>
                    <a:pt x="522795" y="478180"/>
                  </a:lnTo>
                  <a:lnTo>
                    <a:pt x="523908" y="479549"/>
                  </a:lnTo>
                  <a:lnTo>
                    <a:pt x="525020" y="480901"/>
                  </a:lnTo>
                  <a:lnTo>
                    <a:pt x="526132" y="482245"/>
                  </a:lnTo>
                  <a:lnTo>
                    <a:pt x="527245" y="483577"/>
                  </a:lnTo>
                  <a:lnTo>
                    <a:pt x="528357" y="484895"/>
                  </a:lnTo>
                  <a:lnTo>
                    <a:pt x="529469" y="486206"/>
                  </a:lnTo>
                  <a:lnTo>
                    <a:pt x="530582" y="487505"/>
                  </a:lnTo>
                  <a:lnTo>
                    <a:pt x="531694" y="488794"/>
                  </a:lnTo>
                  <a:lnTo>
                    <a:pt x="532806" y="490075"/>
                  </a:lnTo>
                  <a:lnTo>
                    <a:pt x="533919" y="491345"/>
                  </a:lnTo>
                  <a:lnTo>
                    <a:pt x="535031" y="492607"/>
                  </a:lnTo>
                  <a:lnTo>
                    <a:pt x="536143" y="493862"/>
                  </a:lnTo>
                  <a:lnTo>
                    <a:pt x="537256" y="495106"/>
                  </a:lnTo>
                  <a:lnTo>
                    <a:pt x="538368" y="496343"/>
                  </a:lnTo>
                  <a:lnTo>
                    <a:pt x="539480" y="497575"/>
                  </a:lnTo>
                  <a:lnTo>
                    <a:pt x="540593" y="498795"/>
                  </a:lnTo>
                  <a:lnTo>
                    <a:pt x="541705" y="500010"/>
                  </a:lnTo>
                  <a:lnTo>
                    <a:pt x="542817" y="501220"/>
                  </a:lnTo>
                  <a:lnTo>
                    <a:pt x="543930" y="502420"/>
                  </a:lnTo>
                  <a:lnTo>
                    <a:pt x="545042" y="503615"/>
                  </a:lnTo>
                  <a:lnTo>
                    <a:pt x="546154" y="504804"/>
                  </a:lnTo>
                  <a:lnTo>
                    <a:pt x="547267" y="505985"/>
                  </a:lnTo>
                  <a:lnTo>
                    <a:pt x="548379" y="507162"/>
                  </a:lnTo>
                  <a:lnTo>
                    <a:pt x="549491" y="508333"/>
                  </a:lnTo>
                  <a:lnTo>
                    <a:pt x="550604" y="509497"/>
                  </a:lnTo>
                  <a:lnTo>
                    <a:pt x="551716" y="510657"/>
                  </a:lnTo>
                  <a:lnTo>
                    <a:pt x="552828" y="511810"/>
                  </a:lnTo>
                  <a:lnTo>
                    <a:pt x="553941" y="512958"/>
                  </a:lnTo>
                  <a:lnTo>
                    <a:pt x="555053" y="514102"/>
                  </a:lnTo>
                  <a:lnTo>
                    <a:pt x="556165" y="515239"/>
                  </a:lnTo>
                  <a:lnTo>
                    <a:pt x="557278" y="516372"/>
                  </a:lnTo>
                  <a:lnTo>
                    <a:pt x="558390" y="517500"/>
                  </a:lnTo>
                  <a:lnTo>
                    <a:pt x="559502" y="518621"/>
                  </a:lnTo>
                  <a:lnTo>
                    <a:pt x="560615" y="519738"/>
                  </a:lnTo>
                  <a:lnTo>
                    <a:pt x="561727" y="520851"/>
                  </a:lnTo>
                  <a:lnTo>
                    <a:pt x="562839" y="521956"/>
                  </a:lnTo>
                  <a:lnTo>
                    <a:pt x="563952" y="523057"/>
                  </a:lnTo>
                  <a:lnTo>
                    <a:pt x="565064" y="524154"/>
                  </a:lnTo>
                  <a:lnTo>
                    <a:pt x="566176" y="525243"/>
                  </a:lnTo>
                  <a:lnTo>
                    <a:pt x="567289" y="526328"/>
                  </a:lnTo>
                  <a:lnTo>
                    <a:pt x="568401" y="527407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1" name="rc8861"/>
            <p:cNvSpPr/>
            <p:nvPr/>
          </p:nvSpPr>
          <p:spPr>
            <a:xfrm>
              <a:off x="8653634" y="7171286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62" name="pl8862"/>
            <p:cNvSpPr/>
            <p:nvPr/>
          </p:nvSpPr>
          <p:spPr>
            <a:xfrm>
              <a:off x="8653634" y="775367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3" name="pl8863"/>
            <p:cNvSpPr/>
            <p:nvPr/>
          </p:nvSpPr>
          <p:spPr>
            <a:xfrm>
              <a:off x="8653634" y="757340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4" name="pl8864"/>
            <p:cNvSpPr/>
            <p:nvPr/>
          </p:nvSpPr>
          <p:spPr>
            <a:xfrm>
              <a:off x="8653634" y="739314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5" name="pl8865"/>
            <p:cNvSpPr/>
            <p:nvPr/>
          </p:nvSpPr>
          <p:spPr>
            <a:xfrm>
              <a:off x="8653634" y="721288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6" name="pl8866"/>
            <p:cNvSpPr/>
            <p:nvPr/>
          </p:nvSpPr>
          <p:spPr>
            <a:xfrm>
              <a:off x="8674522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7" name="pl8867"/>
            <p:cNvSpPr/>
            <p:nvPr/>
          </p:nvSpPr>
          <p:spPr>
            <a:xfrm>
              <a:off x="8829426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8" name="pl8868"/>
            <p:cNvSpPr/>
            <p:nvPr/>
          </p:nvSpPr>
          <p:spPr>
            <a:xfrm>
              <a:off x="8984329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9" name="pl8869"/>
            <p:cNvSpPr/>
            <p:nvPr/>
          </p:nvSpPr>
          <p:spPr>
            <a:xfrm>
              <a:off x="9139232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0" name="pl8870"/>
            <p:cNvSpPr/>
            <p:nvPr/>
          </p:nvSpPr>
          <p:spPr>
            <a:xfrm>
              <a:off x="8653634" y="766353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1" name="pl8871"/>
            <p:cNvSpPr/>
            <p:nvPr/>
          </p:nvSpPr>
          <p:spPr>
            <a:xfrm>
              <a:off x="8653634" y="748327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2" name="pl8872"/>
            <p:cNvSpPr/>
            <p:nvPr/>
          </p:nvSpPr>
          <p:spPr>
            <a:xfrm>
              <a:off x="8653634" y="730301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3" name="pl8873"/>
            <p:cNvSpPr/>
            <p:nvPr/>
          </p:nvSpPr>
          <p:spPr>
            <a:xfrm>
              <a:off x="8751974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4" name="pl8874"/>
            <p:cNvSpPr/>
            <p:nvPr/>
          </p:nvSpPr>
          <p:spPr>
            <a:xfrm>
              <a:off x="8906877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5" name="pl8875"/>
            <p:cNvSpPr/>
            <p:nvPr/>
          </p:nvSpPr>
          <p:spPr>
            <a:xfrm>
              <a:off x="9061781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6" name="pl8876"/>
            <p:cNvSpPr/>
            <p:nvPr/>
          </p:nvSpPr>
          <p:spPr>
            <a:xfrm>
              <a:off x="9216684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7" name="pt8877"/>
            <p:cNvSpPr/>
            <p:nvPr/>
          </p:nvSpPr>
          <p:spPr>
            <a:xfrm>
              <a:off x="8938154" y="74456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8" name="pt8878"/>
            <p:cNvSpPr/>
            <p:nvPr/>
          </p:nvSpPr>
          <p:spPr>
            <a:xfrm>
              <a:off x="8988003" y="73572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9" name="pt8879"/>
            <p:cNvSpPr/>
            <p:nvPr/>
          </p:nvSpPr>
          <p:spPr>
            <a:xfrm>
              <a:off x="9035243" y="74170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0" name="pt8880"/>
            <p:cNvSpPr/>
            <p:nvPr/>
          </p:nvSpPr>
          <p:spPr>
            <a:xfrm>
              <a:off x="8911194" y="75061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1" name="pt8881"/>
            <p:cNvSpPr/>
            <p:nvPr/>
          </p:nvSpPr>
          <p:spPr>
            <a:xfrm>
              <a:off x="8837993" y="76017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2" name="pt8882"/>
            <p:cNvSpPr/>
            <p:nvPr/>
          </p:nvSpPr>
          <p:spPr>
            <a:xfrm>
              <a:off x="8850157" y="7528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3" name="pt8883"/>
            <p:cNvSpPr/>
            <p:nvPr/>
          </p:nvSpPr>
          <p:spPr>
            <a:xfrm>
              <a:off x="9030593" y="73154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4" name="pt8884"/>
            <p:cNvSpPr/>
            <p:nvPr/>
          </p:nvSpPr>
          <p:spPr>
            <a:xfrm>
              <a:off x="8746908" y="76799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5" name="pt8885"/>
            <p:cNvSpPr/>
            <p:nvPr/>
          </p:nvSpPr>
          <p:spPr>
            <a:xfrm>
              <a:off x="9060984" y="73143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6" name="pt8886"/>
            <p:cNvSpPr/>
            <p:nvPr/>
          </p:nvSpPr>
          <p:spPr>
            <a:xfrm>
              <a:off x="8877141" y="75545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7" name="pt8887"/>
            <p:cNvSpPr/>
            <p:nvPr/>
          </p:nvSpPr>
          <p:spPr>
            <a:xfrm>
              <a:off x="9203975" y="72868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8" name="pt8888"/>
            <p:cNvSpPr/>
            <p:nvPr/>
          </p:nvSpPr>
          <p:spPr>
            <a:xfrm>
              <a:off x="9016440" y="7362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9" name="pt8889"/>
            <p:cNvSpPr/>
            <p:nvPr/>
          </p:nvSpPr>
          <p:spPr>
            <a:xfrm>
              <a:off x="9071790" y="7259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0" name="pt8890"/>
            <p:cNvSpPr/>
            <p:nvPr/>
          </p:nvSpPr>
          <p:spPr>
            <a:xfrm>
              <a:off x="8947950" y="7493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1" name="pt8891"/>
            <p:cNvSpPr/>
            <p:nvPr/>
          </p:nvSpPr>
          <p:spPr>
            <a:xfrm>
              <a:off x="8828933" y="7608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2" name="pt8892"/>
            <p:cNvSpPr/>
            <p:nvPr/>
          </p:nvSpPr>
          <p:spPr>
            <a:xfrm>
              <a:off x="9095257" y="7282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3" name="pt8893"/>
            <p:cNvSpPr/>
            <p:nvPr/>
          </p:nvSpPr>
          <p:spPr>
            <a:xfrm>
              <a:off x="8831279" y="75813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4" name="pt8894"/>
            <p:cNvSpPr/>
            <p:nvPr/>
          </p:nvSpPr>
          <p:spPr>
            <a:xfrm>
              <a:off x="9065719" y="7352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5" name="pt8895"/>
            <p:cNvSpPr/>
            <p:nvPr/>
          </p:nvSpPr>
          <p:spPr>
            <a:xfrm>
              <a:off x="8937429" y="73969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6" name="pt8896"/>
            <p:cNvSpPr/>
            <p:nvPr/>
          </p:nvSpPr>
          <p:spPr>
            <a:xfrm>
              <a:off x="8992742" y="7396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7" name="pt8897"/>
            <p:cNvSpPr/>
            <p:nvPr/>
          </p:nvSpPr>
          <p:spPr>
            <a:xfrm>
              <a:off x="9165719" y="72127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8" name="pt8898"/>
            <p:cNvSpPr/>
            <p:nvPr/>
          </p:nvSpPr>
          <p:spPr>
            <a:xfrm>
              <a:off x="9065938" y="73558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9" name="pt8899"/>
            <p:cNvSpPr/>
            <p:nvPr/>
          </p:nvSpPr>
          <p:spPr>
            <a:xfrm>
              <a:off x="8657228" y="7729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0" name="pt8900"/>
            <p:cNvSpPr/>
            <p:nvPr/>
          </p:nvSpPr>
          <p:spPr>
            <a:xfrm>
              <a:off x="8971616" y="7437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1" name="pt8901"/>
            <p:cNvSpPr/>
            <p:nvPr/>
          </p:nvSpPr>
          <p:spPr>
            <a:xfrm>
              <a:off x="8953738" y="7497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2" name="pt8902"/>
            <p:cNvSpPr/>
            <p:nvPr/>
          </p:nvSpPr>
          <p:spPr>
            <a:xfrm>
              <a:off x="9032857" y="74310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3" name="pt8903"/>
            <p:cNvSpPr/>
            <p:nvPr/>
          </p:nvSpPr>
          <p:spPr>
            <a:xfrm>
              <a:off x="8900228" y="75358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4" name="pt8904"/>
            <p:cNvSpPr/>
            <p:nvPr/>
          </p:nvSpPr>
          <p:spPr>
            <a:xfrm>
              <a:off x="8919667" y="75369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5" name="pt8905"/>
            <p:cNvSpPr/>
            <p:nvPr/>
          </p:nvSpPr>
          <p:spPr>
            <a:xfrm>
              <a:off x="8893251" y="7575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6" name="pt8906"/>
            <p:cNvSpPr/>
            <p:nvPr/>
          </p:nvSpPr>
          <p:spPr>
            <a:xfrm>
              <a:off x="9105077" y="7273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7" name="pt8907"/>
            <p:cNvSpPr/>
            <p:nvPr/>
          </p:nvSpPr>
          <p:spPr>
            <a:xfrm>
              <a:off x="8997485" y="73801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8" name="pt8908"/>
            <p:cNvSpPr/>
            <p:nvPr/>
          </p:nvSpPr>
          <p:spPr>
            <a:xfrm>
              <a:off x="8902890" y="7417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9" name="pt8909"/>
            <p:cNvSpPr/>
            <p:nvPr/>
          </p:nvSpPr>
          <p:spPr>
            <a:xfrm>
              <a:off x="8858611" y="7623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0" name="pt8910"/>
            <p:cNvSpPr/>
            <p:nvPr/>
          </p:nvSpPr>
          <p:spPr>
            <a:xfrm>
              <a:off x="8989110" y="72917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1" name="pt8911"/>
            <p:cNvSpPr/>
            <p:nvPr/>
          </p:nvSpPr>
          <p:spPr>
            <a:xfrm>
              <a:off x="8992299" y="7441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2" name="pt8912"/>
            <p:cNvSpPr/>
            <p:nvPr/>
          </p:nvSpPr>
          <p:spPr>
            <a:xfrm>
              <a:off x="8893563" y="7585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3" name="pt8913"/>
            <p:cNvSpPr/>
            <p:nvPr/>
          </p:nvSpPr>
          <p:spPr>
            <a:xfrm>
              <a:off x="8955961" y="7465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4" name="pt8914"/>
            <p:cNvSpPr/>
            <p:nvPr/>
          </p:nvSpPr>
          <p:spPr>
            <a:xfrm>
              <a:off x="8832411" y="75820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5" name="pt8915"/>
            <p:cNvSpPr/>
            <p:nvPr/>
          </p:nvSpPr>
          <p:spPr>
            <a:xfrm>
              <a:off x="8942760" y="75533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6" name="pt8916"/>
            <p:cNvSpPr/>
            <p:nvPr/>
          </p:nvSpPr>
          <p:spPr>
            <a:xfrm>
              <a:off x="9019940" y="7432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7" name="pt8917"/>
            <p:cNvSpPr/>
            <p:nvPr/>
          </p:nvSpPr>
          <p:spPr>
            <a:xfrm>
              <a:off x="9050966" y="73272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8" name="pt8918"/>
            <p:cNvSpPr/>
            <p:nvPr/>
          </p:nvSpPr>
          <p:spPr>
            <a:xfrm>
              <a:off x="8980440" y="7496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9" name="pt8919"/>
            <p:cNvSpPr/>
            <p:nvPr/>
          </p:nvSpPr>
          <p:spPr>
            <a:xfrm>
              <a:off x="8977735" y="74138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0" name="pt8920"/>
            <p:cNvSpPr/>
            <p:nvPr/>
          </p:nvSpPr>
          <p:spPr>
            <a:xfrm>
              <a:off x="9070338" y="73014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1" name="pt8921"/>
            <p:cNvSpPr/>
            <p:nvPr/>
          </p:nvSpPr>
          <p:spPr>
            <a:xfrm>
              <a:off x="8865851" y="76190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2" name="pt8922"/>
            <p:cNvSpPr/>
            <p:nvPr/>
          </p:nvSpPr>
          <p:spPr>
            <a:xfrm>
              <a:off x="8912421" y="7550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3" name="pt8923"/>
            <p:cNvSpPr/>
            <p:nvPr/>
          </p:nvSpPr>
          <p:spPr>
            <a:xfrm>
              <a:off x="8809550" y="7675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4" name="pt8924"/>
            <p:cNvSpPr/>
            <p:nvPr/>
          </p:nvSpPr>
          <p:spPr>
            <a:xfrm>
              <a:off x="9160700" y="72701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5" name="pt8925"/>
            <p:cNvSpPr/>
            <p:nvPr/>
          </p:nvSpPr>
          <p:spPr>
            <a:xfrm>
              <a:off x="8889289" y="7614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6" name="pt8926"/>
            <p:cNvSpPr/>
            <p:nvPr/>
          </p:nvSpPr>
          <p:spPr>
            <a:xfrm>
              <a:off x="8998672" y="73998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7" name="pt8927"/>
            <p:cNvSpPr/>
            <p:nvPr/>
          </p:nvSpPr>
          <p:spPr>
            <a:xfrm>
              <a:off x="8862097" y="75718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8" name="pt8928"/>
            <p:cNvSpPr/>
            <p:nvPr/>
          </p:nvSpPr>
          <p:spPr>
            <a:xfrm>
              <a:off x="8812401" y="76188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9" name="pt8929"/>
            <p:cNvSpPr/>
            <p:nvPr/>
          </p:nvSpPr>
          <p:spPr>
            <a:xfrm>
              <a:off x="9042184" y="73898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0" name="pt8930"/>
            <p:cNvSpPr/>
            <p:nvPr/>
          </p:nvSpPr>
          <p:spPr>
            <a:xfrm>
              <a:off x="8779141" y="76269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1" name="pt8931"/>
            <p:cNvSpPr/>
            <p:nvPr/>
          </p:nvSpPr>
          <p:spPr>
            <a:xfrm>
              <a:off x="9122528" y="7277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2" name="pt8932"/>
            <p:cNvSpPr/>
            <p:nvPr/>
          </p:nvSpPr>
          <p:spPr>
            <a:xfrm>
              <a:off x="8927415" y="74427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3" name="pt8933"/>
            <p:cNvSpPr/>
            <p:nvPr/>
          </p:nvSpPr>
          <p:spPr>
            <a:xfrm>
              <a:off x="9128861" y="71753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4" name="pt8934"/>
            <p:cNvSpPr/>
            <p:nvPr/>
          </p:nvSpPr>
          <p:spPr>
            <a:xfrm>
              <a:off x="8873071" y="77532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5" name="pt8935"/>
            <p:cNvSpPr/>
            <p:nvPr/>
          </p:nvSpPr>
          <p:spPr>
            <a:xfrm>
              <a:off x="8990865" y="7511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6" name="pt8936"/>
            <p:cNvSpPr/>
            <p:nvPr/>
          </p:nvSpPr>
          <p:spPr>
            <a:xfrm>
              <a:off x="8959766" y="7384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7" name="pt8937"/>
            <p:cNvSpPr/>
            <p:nvPr/>
          </p:nvSpPr>
          <p:spPr>
            <a:xfrm>
              <a:off x="8997386" y="73391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8" name="pt8938"/>
            <p:cNvSpPr/>
            <p:nvPr/>
          </p:nvSpPr>
          <p:spPr>
            <a:xfrm>
              <a:off x="8837625" y="7662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9" name="pt8939"/>
            <p:cNvSpPr/>
            <p:nvPr/>
          </p:nvSpPr>
          <p:spPr>
            <a:xfrm>
              <a:off x="8870173" y="7553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0" name="pt8940"/>
            <p:cNvSpPr/>
            <p:nvPr/>
          </p:nvSpPr>
          <p:spPr>
            <a:xfrm>
              <a:off x="8950136" y="74858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1" name="pt8941"/>
            <p:cNvSpPr/>
            <p:nvPr/>
          </p:nvSpPr>
          <p:spPr>
            <a:xfrm>
              <a:off x="8858240" y="76189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2" name="pt8942"/>
            <p:cNvSpPr/>
            <p:nvPr/>
          </p:nvSpPr>
          <p:spPr>
            <a:xfrm>
              <a:off x="9000672" y="7411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3" name="pt8943"/>
            <p:cNvSpPr/>
            <p:nvPr/>
          </p:nvSpPr>
          <p:spPr>
            <a:xfrm>
              <a:off x="9090757" y="7276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4" name="pt8944"/>
            <p:cNvSpPr/>
            <p:nvPr/>
          </p:nvSpPr>
          <p:spPr>
            <a:xfrm>
              <a:off x="8824064" y="7649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5" name="pt8945"/>
            <p:cNvSpPr/>
            <p:nvPr/>
          </p:nvSpPr>
          <p:spPr>
            <a:xfrm>
              <a:off x="8892467" y="7541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6" name="pt8946"/>
            <p:cNvSpPr/>
            <p:nvPr/>
          </p:nvSpPr>
          <p:spPr>
            <a:xfrm>
              <a:off x="9006882" y="73667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7" name="pt8947"/>
            <p:cNvSpPr/>
            <p:nvPr/>
          </p:nvSpPr>
          <p:spPr>
            <a:xfrm>
              <a:off x="8950439" y="7500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8" name="pt8948"/>
            <p:cNvSpPr/>
            <p:nvPr/>
          </p:nvSpPr>
          <p:spPr>
            <a:xfrm>
              <a:off x="8816944" y="7617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9" name="pt8949"/>
            <p:cNvSpPr/>
            <p:nvPr/>
          </p:nvSpPr>
          <p:spPr>
            <a:xfrm>
              <a:off x="8988385" y="7422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0" name="pt8950"/>
            <p:cNvSpPr/>
            <p:nvPr/>
          </p:nvSpPr>
          <p:spPr>
            <a:xfrm>
              <a:off x="8859427" y="7639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1" name="pt8951"/>
            <p:cNvSpPr/>
            <p:nvPr/>
          </p:nvSpPr>
          <p:spPr>
            <a:xfrm>
              <a:off x="9063111" y="73721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2" name="pt8952"/>
            <p:cNvSpPr/>
            <p:nvPr/>
          </p:nvSpPr>
          <p:spPr>
            <a:xfrm>
              <a:off x="8877110" y="7602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3" name="pt8953"/>
            <p:cNvSpPr/>
            <p:nvPr/>
          </p:nvSpPr>
          <p:spPr>
            <a:xfrm>
              <a:off x="8815808" y="76381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4" name="pt8954"/>
            <p:cNvSpPr/>
            <p:nvPr/>
          </p:nvSpPr>
          <p:spPr>
            <a:xfrm>
              <a:off x="8880322" y="75588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5" name="pt8955"/>
            <p:cNvSpPr/>
            <p:nvPr/>
          </p:nvSpPr>
          <p:spPr>
            <a:xfrm>
              <a:off x="9225630" y="72482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6" name="pt8956"/>
            <p:cNvSpPr/>
            <p:nvPr/>
          </p:nvSpPr>
          <p:spPr>
            <a:xfrm>
              <a:off x="8931691" y="7562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7" name="pt8957"/>
            <p:cNvSpPr/>
            <p:nvPr/>
          </p:nvSpPr>
          <p:spPr>
            <a:xfrm>
              <a:off x="8831019" y="7517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8" name="pt8958"/>
            <p:cNvSpPr/>
            <p:nvPr/>
          </p:nvSpPr>
          <p:spPr>
            <a:xfrm>
              <a:off x="9035386" y="73978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9" name="pt8959"/>
            <p:cNvSpPr/>
            <p:nvPr/>
          </p:nvSpPr>
          <p:spPr>
            <a:xfrm>
              <a:off x="9080408" y="7327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0" name="pt8960"/>
            <p:cNvSpPr/>
            <p:nvPr/>
          </p:nvSpPr>
          <p:spPr>
            <a:xfrm>
              <a:off x="8904244" y="75379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1" name="pt8961"/>
            <p:cNvSpPr/>
            <p:nvPr/>
          </p:nvSpPr>
          <p:spPr>
            <a:xfrm>
              <a:off x="8911607" y="75351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2" name="pt8962"/>
            <p:cNvSpPr/>
            <p:nvPr/>
          </p:nvSpPr>
          <p:spPr>
            <a:xfrm>
              <a:off x="9160278" y="72290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3" name="pt8963"/>
            <p:cNvSpPr/>
            <p:nvPr/>
          </p:nvSpPr>
          <p:spPr>
            <a:xfrm>
              <a:off x="9066880" y="7370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4" name="pt8964"/>
            <p:cNvSpPr/>
            <p:nvPr/>
          </p:nvSpPr>
          <p:spPr>
            <a:xfrm>
              <a:off x="8906941" y="7492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5" name="pt8965"/>
            <p:cNvSpPr/>
            <p:nvPr/>
          </p:nvSpPr>
          <p:spPr>
            <a:xfrm>
              <a:off x="8854645" y="7582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6" name="pt8966"/>
            <p:cNvSpPr/>
            <p:nvPr/>
          </p:nvSpPr>
          <p:spPr>
            <a:xfrm>
              <a:off x="9020479" y="74280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7" name="pt8967"/>
            <p:cNvSpPr/>
            <p:nvPr/>
          </p:nvSpPr>
          <p:spPr>
            <a:xfrm>
              <a:off x="9022286" y="7523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8" name="pt8968"/>
            <p:cNvSpPr/>
            <p:nvPr/>
          </p:nvSpPr>
          <p:spPr>
            <a:xfrm>
              <a:off x="9014489" y="7380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9" name="pt8969"/>
            <p:cNvSpPr/>
            <p:nvPr/>
          </p:nvSpPr>
          <p:spPr>
            <a:xfrm>
              <a:off x="9109609" y="72351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0" name="pt8970"/>
            <p:cNvSpPr/>
            <p:nvPr/>
          </p:nvSpPr>
          <p:spPr>
            <a:xfrm>
              <a:off x="8917729" y="75903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1" name="pt8971"/>
            <p:cNvSpPr/>
            <p:nvPr/>
          </p:nvSpPr>
          <p:spPr>
            <a:xfrm>
              <a:off x="8815052" y="7636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2" name="pt8972"/>
            <p:cNvSpPr/>
            <p:nvPr/>
          </p:nvSpPr>
          <p:spPr>
            <a:xfrm>
              <a:off x="8906088" y="7554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3" name="pt8973"/>
            <p:cNvSpPr/>
            <p:nvPr/>
          </p:nvSpPr>
          <p:spPr>
            <a:xfrm>
              <a:off x="8879530" y="75181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4" name="pt8974"/>
            <p:cNvSpPr/>
            <p:nvPr/>
          </p:nvSpPr>
          <p:spPr>
            <a:xfrm>
              <a:off x="8796109" y="7647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5" name="pt8975"/>
            <p:cNvSpPr/>
            <p:nvPr/>
          </p:nvSpPr>
          <p:spPr>
            <a:xfrm>
              <a:off x="8828051" y="7645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6" name="rc8976"/>
            <p:cNvSpPr/>
            <p:nvPr/>
          </p:nvSpPr>
          <p:spPr>
            <a:xfrm>
              <a:off x="8653634" y="7876508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77" name="pl8977"/>
            <p:cNvSpPr/>
            <p:nvPr/>
          </p:nvSpPr>
          <p:spPr>
            <a:xfrm>
              <a:off x="8653634" y="845271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8" name="pl8978"/>
            <p:cNvSpPr/>
            <p:nvPr/>
          </p:nvSpPr>
          <p:spPr>
            <a:xfrm>
              <a:off x="8653634" y="833936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9" name="pl8979"/>
            <p:cNvSpPr/>
            <p:nvPr/>
          </p:nvSpPr>
          <p:spPr>
            <a:xfrm>
              <a:off x="8653634" y="822601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0" name="pl8980"/>
            <p:cNvSpPr/>
            <p:nvPr/>
          </p:nvSpPr>
          <p:spPr>
            <a:xfrm>
              <a:off x="8653634" y="811266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1" name="pl8981"/>
            <p:cNvSpPr/>
            <p:nvPr/>
          </p:nvSpPr>
          <p:spPr>
            <a:xfrm>
              <a:off x="8653634" y="799930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2" name="pl8982"/>
            <p:cNvSpPr/>
            <p:nvPr/>
          </p:nvSpPr>
          <p:spPr>
            <a:xfrm>
              <a:off x="8653634" y="788595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3" name="pl8983"/>
            <p:cNvSpPr/>
            <p:nvPr/>
          </p:nvSpPr>
          <p:spPr>
            <a:xfrm>
              <a:off x="8674522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4" name="pl8984"/>
            <p:cNvSpPr/>
            <p:nvPr/>
          </p:nvSpPr>
          <p:spPr>
            <a:xfrm>
              <a:off x="8829426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5" name="pl8985"/>
            <p:cNvSpPr/>
            <p:nvPr/>
          </p:nvSpPr>
          <p:spPr>
            <a:xfrm>
              <a:off x="8984329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6" name="pl8986"/>
            <p:cNvSpPr/>
            <p:nvPr/>
          </p:nvSpPr>
          <p:spPr>
            <a:xfrm>
              <a:off x="9139232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7" name="pl8987"/>
            <p:cNvSpPr/>
            <p:nvPr/>
          </p:nvSpPr>
          <p:spPr>
            <a:xfrm>
              <a:off x="8653634" y="850939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8" name="pl8988"/>
            <p:cNvSpPr/>
            <p:nvPr/>
          </p:nvSpPr>
          <p:spPr>
            <a:xfrm>
              <a:off x="8653634" y="839604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9" name="pl8989"/>
            <p:cNvSpPr/>
            <p:nvPr/>
          </p:nvSpPr>
          <p:spPr>
            <a:xfrm>
              <a:off x="8653634" y="828268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0" name="pl8990"/>
            <p:cNvSpPr/>
            <p:nvPr/>
          </p:nvSpPr>
          <p:spPr>
            <a:xfrm>
              <a:off x="8653634" y="816933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1" name="pl8991"/>
            <p:cNvSpPr/>
            <p:nvPr/>
          </p:nvSpPr>
          <p:spPr>
            <a:xfrm>
              <a:off x="8653634" y="805598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2" name="pl8992"/>
            <p:cNvSpPr/>
            <p:nvPr/>
          </p:nvSpPr>
          <p:spPr>
            <a:xfrm>
              <a:off x="8653634" y="794263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3" name="pl8993"/>
            <p:cNvSpPr/>
            <p:nvPr/>
          </p:nvSpPr>
          <p:spPr>
            <a:xfrm>
              <a:off x="8751974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4" name="pl8994"/>
            <p:cNvSpPr/>
            <p:nvPr/>
          </p:nvSpPr>
          <p:spPr>
            <a:xfrm>
              <a:off x="8906877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5" name="pl8995"/>
            <p:cNvSpPr/>
            <p:nvPr/>
          </p:nvSpPr>
          <p:spPr>
            <a:xfrm>
              <a:off x="9061781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6" name="pl8996"/>
            <p:cNvSpPr/>
            <p:nvPr/>
          </p:nvSpPr>
          <p:spPr>
            <a:xfrm>
              <a:off x="9216684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7" name="pt8997"/>
            <p:cNvSpPr/>
            <p:nvPr/>
          </p:nvSpPr>
          <p:spPr>
            <a:xfrm>
              <a:off x="8938154" y="8107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8" name="pt8998"/>
            <p:cNvSpPr/>
            <p:nvPr/>
          </p:nvSpPr>
          <p:spPr>
            <a:xfrm>
              <a:off x="8988003" y="7957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9" name="pt8999"/>
            <p:cNvSpPr/>
            <p:nvPr/>
          </p:nvSpPr>
          <p:spPr>
            <a:xfrm>
              <a:off x="9035243" y="7967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0" name="pt9000"/>
            <p:cNvSpPr/>
            <p:nvPr/>
          </p:nvSpPr>
          <p:spPr>
            <a:xfrm>
              <a:off x="8911194" y="7922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1" name="pt9001"/>
            <p:cNvSpPr/>
            <p:nvPr/>
          </p:nvSpPr>
          <p:spPr>
            <a:xfrm>
              <a:off x="8837993" y="8196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2" name="pt9002"/>
            <p:cNvSpPr/>
            <p:nvPr/>
          </p:nvSpPr>
          <p:spPr>
            <a:xfrm>
              <a:off x="8850157" y="7885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3" name="pt9003"/>
            <p:cNvSpPr/>
            <p:nvPr/>
          </p:nvSpPr>
          <p:spPr>
            <a:xfrm>
              <a:off x="9030593" y="8250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4" name="pt9004"/>
            <p:cNvSpPr/>
            <p:nvPr/>
          </p:nvSpPr>
          <p:spPr>
            <a:xfrm>
              <a:off x="8746908" y="82150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5" name="pt9005"/>
            <p:cNvSpPr/>
            <p:nvPr/>
          </p:nvSpPr>
          <p:spPr>
            <a:xfrm>
              <a:off x="9060984" y="79627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6" name="pt9006"/>
            <p:cNvSpPr/>
            <p:nvPr/>
          </p:nvSpPr>
          <p:spPr>
            <a:xfrm>
              <a:off x="8877141" y="8170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7" name="pt9007"/>
            <p:cNvSpPr/>
            <p:nvPr/>
          </p:nvSpPr>
          <p:spPr>
            <a:xfrm>
              <a:off x="9203975" y="80333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8" name="pt9008"/>
            <p:cNvSpPr/>
            <p:nvPr/>
          </p:nvSpPr>
          <p:spPr>
            <a:xfrm>
              <a:off x="9016440" y="8131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9" name="pt9009"/>
            <p:cNvSpPr/>
            <p:nvPr/>
          </p:nvSpPr>
          <p:spPr>
            <a:xfrm>
              <a:off x="9071790" y="8019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0" name="pt9010"/>
            <p:cNvSpPr/>
            <p:nvPr/>
          </p:nvSpPr>
          <p:spPr>
            <a:xfrm>
              <a:off x="8947950" y="8090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1" name="pt9011"/>
            <p:cNvSpPr/>
            <p:nvPr/>
          </p:nvSpPr>
          <p:spPr>
            <a:xfrm>
              <a:off x="8828933" y="8169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2" name="pt9012"/>
            <p:cNvSpPr/>
            <p:nvPr/>
          </p:nvSpPr>
          <p:spPr>
            <a:xfrm>
              <a:off x="9095257" y="80455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3" name="pt9013"/>
            <p:cNvSpPr/>
            <p:nvPr/>
          </p:nvSpPr>
          <p:spPr>
            <a:xfrm>
              <a:off x="8831279" y="8216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4" name="pt9014"/>
            <p:cNvSpPr/>
            <p:nvPr/>
          </p:nvSpPr>
          <p:spPr>
            <a:xfrm>
              <a:off x="8937429" y="8163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5" name="pt9015"/>
            <p:cNvSpPr/>
            <p:nvPr/>
          </p:nvSpPr>
          <p:spPr>
            <a:xfrm>
              <a:off x="8992742" y="7983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6" name="pt9016"/>
            <p:cNvSpPr/>
            <p:nvPr/>
          </p:nvSpPr>
          <p:spPr>
            <a:xfrm>
              <a:off x="9165719" y="8072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7" name="pt9017"/>
            <p:cNvSpPr/>
            <p:nvPr/>
          </p:nvSpPr>
          <p:spPr>
            <a:xfrm>
              <a:off x="8657228" y="82182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8" name="pt9018"/>
            <p:cNvSpPr/>
            <p:nvPr/>
          </p:nvSpPr>
          <p:spPr>
            <a:xfrm>
              <a:off x="9032857" y="81636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9" name="pt9019"/>
            <p:cNvSpPr/>
            <p:nvPr/>
          </p:nvSpPr>
          <p:spPr>
            <a:xfrm>
              <a:off x="8919667" y="8213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0" name="pt9020"/>
            <p:cNvSpPr/>
            <p:nvPr/>
          </p:nvSpPr>
          <p:spPr>
            <a:xfrm>
              <a:off x="8893251" y="80982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1" name="pt9021"/>
            <p:cNvSpPr/>
            <p:nvPr/>
          </p:nvSpPr>
          <p:spPr>
            <a:xfrm>
              <a:off x="9105077" y="7921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2" name="pt9022"/>
            <p:cNvSpPr/>
            <p:nvPr/>
          </p:nvSpPr>
          <p:spPr>
            <a:xfrm>
              <a:off x="8997485" y="80847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3" name="pt9023"/>
            <p:cNvSpPr/>
            <p:nvPr/>
          </p:nvSpPr>
          <p:spPr>
            <a:xfrm>
              <a:off x="8858611" y="8064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4" name="pt9024"/>
            <p:cNvSpPr/>
            <p:nvPr/>
          </p:nvSpPr>
          <p:spPr>
            <a:xfrm>
              <a:off x="8989110" y="8311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5" name="pt9025"/>
            <p:cNvSpPr/>
            <p:nvPr/>
          </p:nvSpPr>
          <p:spPr>
            <a:xfrm>
              <a:off x="8992299" y="8168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6" name="pt9026"/>
            <p:cNvSpPr/>
            <p:nvPr/>
          </p:nvSpPr>
          <p:spPr>
            <a:xfrm>
              <a:off x="8893563" y="8190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7" name="pt9027"/>
            <p:cNvSpPr/>
            <p:nvPr/>
          </p:nvSpPr>
          <p:spPr>
            <a:xfrm>
              <a:off x="8955961" y="8138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8" name="pt9028"/>
            <p:cNvSpPr/>
            <p:nvPr/>
          </p:nvSpPr>
          <p:spPr>
            <a:xfrm>
              <a:off x="8832411" y="8034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9" name="pt9029"/>
            <p:cNvSpPr/>
            <p:nvPr/>
          </p:nvSpPr>
          <p:spPr>
            <a:xfrm>
              <a:off x="8942760" y="79903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0" name="pt9030"/>
            <p:cNvSpPr/>
            <p:nvPr/>
          </p:nvSpPr>
          <p:spPr>
            <a:xfrm>
              <a:off x="9050966" y="8012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1" name="pt9031"/>
            <p:cNvSpPr/>
            <p:nvPr/>
          </p:nvSpPr>
          <p:spPr>
            <a:xfrm>
              <a:off x="8977735" y="7979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2" name="pt9032"/>
            <p:cNvSpPr/>
            <p:nvPr/>
          </p:nvSpPr>
          <p:spPr>
            <a:xfrm>
              <a:off x="9070338" y="7975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3" name="pt9033"/>
            <p:cNvSpPr/>
            <p:nvPr/>
          </p:nvSpPr>
          <p:spPr>
            <a:xfrm>
              <a:off x="8865851" y="8125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4" name="pt9034"/>
            <p:cNvSpPr/>
            <p:nvPr/>
          </p:nvSpPr>
          <p:spPr>
            <a:xfrm>
              <a:off x="8912421" y="8205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5" name="pt9035"/>
            <p:cNvSpPr/>
            <p:nvPr/>
          </p:nvSpPr>
          <p:spPr>
            <a:xfrm>
              <a:off x="8809550" y="82026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6" name="pt9036"/>
            <p:cNvSpPr/>
            <p:nvPr/>
          </p:nvSpPr>
          <p:spPr>
            <a:xfrm>
              <a:off x="8998672" y="8037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7" name="pt9037"/>
            <p:cNvSpPr/>
            <p:nvPr/>
          </p:nvSpPr>
          <p:spPr>
            <a:xfrm>
              <a:off x="8862097" y="8154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8" name="pt9038"/>
            <p:cNvSpPr/>
            <p:nvPr/>
          </p:nvSpPr>
          <p:spPr>
            <a:xfrm>
              <a:off x="8812401" y="8248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9" name="pt9039"/>
            <p:cNvSpPr/>
            <p:nvPr/>
          </p:nvSpPr>
          <p:spPr>
            <a:xfrm>
              <a:off x="9042184" y="80393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0" name="pt9040"/>
            <p:cNvSpPr/>
            <p:nvPr/>
          </p:nvSpPr>
          <p:spPr>
            <a:xfrm>
              <a:off x="9122528" y="80168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1" name="pt9041"/>
            <p:cNvSpPr/>
            <p:nvPr/>
          </p:nvSpPr>
          <p:spPr>
            <a:xfrm>
              <a:off x="8927415" y="8262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2" name="pt9042"/>
            <p:cNvSpPr/>
            <p:nvPr/>
          </p:nvSpPr>
          <p:spPr>
            <a:xfrm>
              <a:off x="9128861" y="7986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3" name="pt9043"/>
            <p:cNvSpPr/>
            <p:nvPr/>
          </p:nvSpPr>
          <p:spPr>
            <a:xfrm>
              <a:off x="8990865" y="80610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4" name="pt9044"/>
            <p:cNvSpPr/>
            <p:nvPr/>
          </p:nvSpPr>
          <p:spPr>
            <a:xfrm>
              <a:off x="8997386" y="8076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5" name="pt9045"/>
            <p:cNvSpPr/>
            <p:nvPr/>
          </p:nvSpPr>
          <p:spPr>
            <a:xfrm>
              <a:off x="8837625" y="8083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6" name="pt9046"/>
            <p:cNvSpPr/>
            <p:nvPr/>
          </p:nvSpPr>
          <p:spPr>
            <a:xfrm>
              <a:off x="8870173" y="8053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7" name="pt9047"/>
            <p:cNvSpPr/>
            <p:nvPr/>
          </p:nvSpPr>
          <p:spPr>
            <a:xfrm>
              <a:off x="8950136" y="8097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8" name="pt9048"/>
            <p:cNvSpPr/>
            <p:nvPr/>
          </p:nvSpPr>
          <p:spPr>
            <a:xfrm>
              <a:off x="8858240" y="8274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9" name="pt9049"/>
            <p:cNvSpPr/>
            <p:nvPr/>
          </p:nvSpPr>
          <p:spPr>
            <a:xfrm>
              <a:off x="9000672" y="8010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0" name="pt9050"/>
            <p:cNvSpPr/>
            <p:nvPr/>
          </p:nvSpPr>
          <p:spPr>
            <a:xfrm>
              <a:off x="9090757" y="7979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1" name="pt9051"/>
            <p:cNvSpPr/>
            <p:nvPr/>
          </p:nvSpPr>
          <p:spPr>
            <a:xfrm>
              <a:off x="8824064" y="82345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2" name="pt9052"/>
            <p:cNvSpPr/>
            <p:nvPr/>
          </p:nvSpPr>
          <p:spPr>
            <a:xfrm>
              <a:off x="8892467" y="80872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3" name="pt9053"/>
            <p:cNvSpPr/>
            <p:nvPr/>
          </p:nvSpPr>
          <p:spPr>
            <a:xfrm>
              <a:off x="9006882" y="8059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4" name="pt9054"/>
            <p:cNvSpPr/>
            <p:nvPr/>
          </p:nvSpPr>
          <p:spPr>
            <a:xfrm>
              <a:off x="8816944" y="8104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5" name="pt9055"/>
            <p:cNvSpPr/>
            <p:nvPr/>
          </p:nvSpPr>
          <p:spPr>
            <a:xfrm>
              <a:off x="8988385" y="80488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6" name="pt9056"/>
            <p:cNvSpPr/>
            <p:nvPr/>
          </p:nvSpPr>
          <p:spPr>
            <a:xfrm>
              <a:off x="9063111" y="8078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7" name="pt9057"/>
            <p:cNvSpPr/>
            <p:nvPr/>
          </p:nvSpPr>
          <p:spPr>
            <a:xfrm>
              <a:off x="8815808" y="8199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8" name="pt9058"/>
            <p:cNvSpPr/>
            <p:nvPr/>
          </p:nvSpPr>
          <p:spPr>
            <a:xfrm>
              <a:off x="8880322" y="8138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9" name="pt9059"/>
            <p:cNvSpPr/>
            <p:nvPr/>
          </p:nvSpPr>
          <p:spPr>
            <a:xfrm>
              <a:off x="9225630" y="7889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0" name="pt9060"/>
            <p:cNvSpPr/>
            <p:nvPr/>
          </p:nvSpPr>
          <p:spPr>
            <a:xfrm>
              <a:off x="8931691" y="80604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1" name="pt9061"/>
            <p:cNvSpPr/>
            <p:nvPr/>
          </p:nvSpPr>
          <p:spPr>
            <a:xfrm>
              <a:off x="8831019" y="8107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2" name="pt9062"/>
            <p:cNvSpPr/>
            <p:nvPr/>
          </p:nvSpPr>
          <p:spPr>
            <a:xfrm>
              <a:off x="9080408" y="8090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3" name="pt9063"/>
            <p:cNvSpPr/>
            <p:nvPr/>
          </p:nvSpPr>
          <p:spPr>
            <a:xfrm>
              <a:off x="8904244" y="8142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4" name="pt9064"/>
            <p:cNvSpPr/>
            <p:nvPr/>
          </p:nvSpPr>
          <p:spPr>
            <a:xfrm>
              <a:off x="8911607" y="8007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5" name="pt9065"/>
            <p:cNvSpPr/>
            <p:nvPr/>
          </p:nvSpPr>
          <p:spPr>
            <a:xfrm>
              <a:off x="9066880" y="7887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6" name="pt9066"/>
            <p:cNvSpPr/>
            <p:nvPr/>
          </p:nvSpPr>
          <p:spPr>
            <a:xfrm>
              <a:off x="8906941" y="8036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7" name="pt9067"/>
            <p:cNvSpPr/>
            <p:nvPr/>
          </p:nvSpPr>
          <p:spPr>
            <a:xfrm>
              <a:off x="8854645" y="80017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8" name="pt9068"/>
            <p:cNvSpPr/>
            <p:nvPr/>
          </p:nvSpPr>
          <p:spPr>
            <a:xfrm>
              <a:off x="9020479" y="8007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9" name="pt9069"/>
            <p:cNvSpPr/>
            <p:nvPr/>
          </p:nvSpPr>
          <p:spPr>
            <a:xfrm>
              <a:off x="9022286" y="8125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0" name="pt9070"/>
            <p:cNvSpPr/>
            <p:nvPr/>
          </p:nvSpPr>
          <p:spPr>
            <a:xfrm>
              <a:off x="9014489" y="8194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1" name="pt9071"/>
            <p:cNvSpPr/>
            <p:nvPr/>
          </p:nvSpPr>
          <p:spPr>
            <a:xfrm>
              <a:off x="9109609" y="80678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2" name="pt9072"/>
            <p:cNvSpPr/>
            <p:nvPr/>
          </p:nvSpPr>
          <p:spPr>
            <a:xfrm>
              <a:off x="8917729" y="8155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3" name="pt9073"/>
            <p:cNvSpPr/>
            <p:nvPr/>
          </p:nvSpPr>
          <p:spPr>
            <a:xfrm>
              <a:off x="8879530" y="8092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4" name="pt9074"/>
            <p:cNvSpPr/>
            <p:nvPr/>
          </p:nvSpPr>
          <p:spPr>
            <a:xfrm>
              <a:off x="8796109" y="81414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5" name="pt9075"/>
            <p:cNvSpPr/>
            <p:nvPr/>
          </p:nvSpPr>
          <p:spPr>
            <a:xfrm>
              <a:off x="8828051" y="8064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6" name="rc9076"/>
            <p:cNvSpPr/>
            <p:nvPr/>
          </p:nvSpPr>
          <p:spPr>
            <a:xfrm>
              <a:off x="8653634" y="8581729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77" name="pl9077"/>
            <p:cNvSpPr/>
            <p:nvPr/>
          </p:nvSpPr>
          <p:spPr>
            <a:xfrm>
              <a:off x="8653634" y="914161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8" name="pl9078"/>
            <p:cNvSpPr/>
            <p:nvPr/>
          </p:nvSpPr>
          <p:spPr>
            <a:xfrm>
              <a:off x="8653634" y="903186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9" name="pl9079"/>
            <p:cNvSpPr/>
            <p:nvPr/>
          </p:nvSpPr>
          <p:spPr>
            <a:xfrm>
              <a:off x="8653634" y="892211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0" name="pl9080"/>
            <p:cNvSpPr/>
            <p:nvPr/>
          </p:nvSpPr>
          <p:spPr>
            <a:xfrm>
              <a:off x="8653634" y="881236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1" name="pl9081"/>
            <p:cNvSpPr/>
            <p:nvPr/>
          </p:nvSpPr>
          <p:spPr>
            <a:xfrm>
              <a:off x="8653634" y="870261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2" name="pl9082"/>
            <p:cNvSpPr/>
            <p:nvPr/>
          </p:nvSpPr>
          <p:spPr>
            <a:xfrm>
              <a:off x="8653634" y="859285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3" name="pl9083"/>
            <p:cNvSpPr/>
            <p:nvPr/>
          </p:nvSpPr>
          <p:spPr>
            <a:xfrm>
              <a:off x="8674522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4" name="pl9084"/>
            <p:cNvSpPr/>
            <p:nvPr/>
          </p:nvSpPr>
          <p:spPr>
            <a:xfrm>
              <a:off x="8829426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5" name="pl9085"/>
            <p:cNvSpPr/>
            <p:nvPr/>
          </p:nvSpPr>
          <p:spPr>
            <a:xfrm>
              <a:off x="8984329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6" name="pl9086"/>
            <p:cNvSpPr/>
            <p:nvPr/>
          </p:nvSpPr>
          <p:spPr>
            <a:xfrm>
              <a:off x="9139232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7" name="pl9087"/>
            <p:cNvSpPr/>
            <p:nvPr/>
          </p:nvSpPr>
          <p:spPr>
            <a:xfrm>
              <a:off x="8653634" y="919649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8" name="pl9088"/>
            <p:cNvSpPr/>
            <p:nvPr/>
          </p:nvSpPr>
          <p:spPr>
            <a:xfrm>
              <a:off x="8653634" y="908674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9" name="pl9089"/>
            <p:cNvSpPr/>
            <p:nvPr/>
          </p:nvSpPr>
          <p:spPr>
            <a:xfrm>
              <a:off x="8653634" y="897698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0" name="pl9090"/>
            <p:cNvSpPr/>
            <p:nvPr/>
          </p:nvSpPr>
          <p:spPr>
            <a:xfrm>
              <a:off x="8653634" y="886723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1" name="pl9091"/>
            <p:cNvSpPr/>
            <p:nvPr/>
          </p:nvSpPr>
          <p:spPr>
            <a:xfrm>
              <a:off x="8653634" y="875748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2" name="pl9092"/>
            <p:cNvSpPr/>
            <p:nvPr/>
          </p:nvSpPr>
          <p:spPr>
            <a:xfrm>
              <a:off x="8653634" y="864773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3" name="pl9093"/>
            <p:cNvSpPr/>
            <p:nvPr/>
          </p:nvSpPr>
          <p:spPr>
            <a:xfrm>
              <a:off x="8751974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4" name="pl9094"/>
            <p:cNvSpPr/>
            <p:nvPr/>
          </p:nvSpPr>
          <p:spPr>
            <a:xfrm>
              <a:off x="8906877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5" name="pl9095"/>
            <p:cNvSpPr/>
            <p:nvPr/>
          </p:nvSpPr>
          <p:spPr>
            <a:xfrm>
              <a:off x="9061781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6" name="pl9096"/>
            <p:cNvSpPr/>
            <p:nvPr/>
          </p:nvSpPr>
          <p:spPr>
            <a:xfrm>
              <a:off x="9216684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7" name="pt9097"/>
            <p:cNvSpPr/>
            <p:nvPr/>
          </p:nvSpPr>
          <p:spPr>
            <a:xfrm>
              <a:off x="8938154" y="8741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8" name="pt9098"/>
            <p:cNvSpPr/>
            <p:nvPr/>
          </p:nvSpPr>
          <p:spPr>
            <a:xfrm>
              <a:off x="8988003" y="86404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9" name="pt9099"/>
            <p:cNvSpPr/>
            <p:nvPr/>
          </p:nvSpPr>
          <p:spPr>
            <a:xfrm>
              <a:off x="9035243" y="8699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0" name="pt9100"/>
            <p:cNvSpPr/>
            <p:nvPr/>
          </p:nvSpPr>
          <p:spPr>
            <a:xfrm>
              <a:off x="8911194" y="8636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1" name="pt9101"/>
            <p:cNvSpPr/>
            <p:nvPr/>
          </p:nvSpPr>
          <p:spPr>
            <a:xfrm>
              <a:off x="8837993" y="8931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2" name="pt9102"/>
            <p:cNvSpPr/>
            <p:nvPr/>
          </p:nvSpPr>
          <p:spPr>
            <a:xfrm>
              <a:off x="8850157" y="8671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3" name="pt9103"/>
            <p:cNvSpPr/>
            <p:nvPr/>
          </p:nvSpPr>
          <p:spPr>
            <a:xfrm>
              <a:off x="9030593" y="89575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4" name="pt9104"/>
            <p:cNvSpPr/>
            <p:nvPr/>
          </p:nvSpPr>
          <p:spPr>
            <a:xfrm>
              <a:off x="8746908" y="8961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5" name="pt9105"/>
            <p:cNvSpPr/>
            <p:nvPr/>
          </p:nvSpPr>
          <p:spPr>
            <a:xfrm>
              <a:off x="9060984" y="8685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6" name="pt9106"/>
            <p:cNvSpPr/>
            <p:nvPr/>
          </p:nvSpPr>
          <p:spPr>
            <a:xfrm>
              <a:off x="8877141" y="8899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7" name="pt9107"/>
            <p:cNvSpPr/>
            <p:nvPr/>
          </p:nvSpPr>
          <p:spPr>
            <a:xfrm>
              <a:off x="9203975" y="8757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8" name="pt9108"/>
            <p:cNvSpPr/>
            <p:nvPr/>
          </p:nvSpPr>
          <p:spPr>
            <a:xfrm>
              <a:off x="9016440" y="88788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9" name="pt9109"/>
            <p:cNvSpPr/>
            <p:nvPr/>
          </p:nvSpPr>
          <p:spPr>
            <a:xfrm>
              <a:off x="9071790" y="8753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0" name="pt9110"/>
            <p:cNvSpPr/>
            <p:nvPr/>
          </p:nvSpPr>
          <p:spPr>
            <a:xfrm>
              <a:off x="8947950" y="8830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1" name="pt9111"/>
            <p:cNvSpPr/>
            <p:nvPr/>
          </p:nvSpPr>
          <p:spPr>
            <a:xfrm>
              <a:off x="8828933" y="8910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2" name="pt9112"/>
            <p:cNvSpPr/>
            <p:nvPr/>
          </p:nvSpPr>
          <p:spPr>
            <a:xfrm>
              <a:off x="9095257" y="8765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3" name="pt9113"/>
            <p:cNvSpPr/>
            <p:nvPr/>
          </p:nvSpPr>
          <p:spPr>
            <a:xfrm>
              <a:off x="8831279" y="8961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4" name="pt9114"/>
            <p:cNvSpPr/>
            <p:nvPr/>
          </p:nvSpPr>
          <p:spPr>
            <a:xfrm>
              <a:off x="8937429" y="8868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5" name="pt9115"/>
            <p:cNvSpPr/>
            <p:nvPr/>
          </p:nvSpPr>
          <p:spPr>
            <a:xfrm>
              <a:off x="8992742" y="8650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6" name="pt9116"/>
            <p:cNvSpPr/>
            <p:nvPr/>
          </p:nvSpPr>
          <p:spPr>
            <a:xfrm>
              <a:off x="9165719" y="8803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7" name="pt9117"/>
            <p:cNvSpPr/>
            <p:nvPr/>
          </p:nvSpPr>
          <p:spPr>
            <a:xfrm>
              <a:off x="8657228" y="89528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8" name="pt9118"/>
            <p:cNvSpPr/>
            <p:nvPr/>
          </p:nvSpPr>
          <p:spPr>
            <a:xfrm>
              <a:off x="9032857" y="8911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9" name="pt9119"/>
            <p:cNvSpPr/>
            <p:nvPr/>
          </p:nvSpPr>
          <p:spPr>
            <a:xfrm>
              <a:off x="8919667" y="8950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0" name="pt9120"/>
            <p:cNvSpPr/>
            <p:nvPr/>
          </p:nvSpPr>
          <p:spPr>
            <a:xfrm>
              <a:off x="8893251" y="8804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1" name="pt9121"/>
            <p:cNvSpPr/>
            <p:nvPr/>
          </p:nvSpPr>
          <p:spPr>
            <a:xfrm>
              <a:off x="9105077" y="8632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2" name="pt9122"/>
            <p:cNvSpPr/>
            <p:nvPr/>
          </p:nvSpPr>
          <p:spPr>
            <a:xfrm>
              <a:off x="8997485" y="8832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3" name="pt9123"/>
            <p:cNvSpPr/>
            <p:nvPr/>
          </p:nvSpPr>
          <p:spPr>
            <a:xfrm>
              <a:off x="8858611" y="8798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4" name="pt9124"/>
            <p:cNvSpPr/>
            <p:nvPr/>
          </p:nvSpPr>
          <p:spPr>
            <a:xfrm>
              <a:off x="8989110" y="9030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5" name="pt9125"/>
            <p:cNvSpPr/>
            <p:nvPr/>
          </p:nvSpPr>
          <p:spPr>
            <a:xfrm>
              <a:off x="8992299" y="89104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6" name="pt9126"/>
            <p:cNvSpPr/>
            <p:nvPr/>
          </p:nvSpPr>
          <p:spPr>
            <a:xfrm>
              <a:off x="8893563" y="8889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7" name="pt9127"/>
            <p:cNvSpPr/>
            <p:nvPr/>
          </p:nvSpPr>
          <p:spPr>
            <a:xfrm>
              <a:off x="8955961" y="8894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8" name="pt9128"/>
            <p:cNvSpPr/>
            <p:nvPr/>
          </p:nvSpPr>
          <p:spPr>
            <a:xfrm>
              <a:off x="8832411" y="8795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9" name="pt9129"/>
            <p:cNvSpPr/>
            <p:nvPr/>
          </p:nvSpPr>
          <p:spPr>
            <a:xfrm>
              <a:off x="8942760" y="87022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0" name="pt9130"/>
            <p:cNvSpPr/>
            <p:nvPr/>
          </p:nvSpPr>
          <p:spPr>
            <a:xfrm>
              <a:off x="9050966" y="87288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1" name="pt9131"/>
            <p:cNvSpPr/>
            <p:nvPr/>
          </p:nvSpPr>
          <p:spPr>
            <a:xfrm>
              <a:off x="8977735" y="8706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2" name="pt9132"/>
            <p:cNvSpPr/>
            <p:nvPr/>
          </p:nvSpPr>
          <p:spPr>
            <a:xfrm>
              <a:off x="9070338" y="8650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3" name="pt9133"/>
            <p:cNvSpPr/>
            <p:nvPr/>
          </p:nvSpPr>
          <p:spPr>
            <a:xfrm>
              <a:off x="8865851" y="8843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4" name="pt9134"/>
            <p:cNvSpPr/>
            <p:nvPr/>
          </p:nvSpPr>
          <p:spPr>
            <a:xfrm>
              <a:off x="8912421" y="8928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5" name="pt9135"/>
            <p:cNvSpPr/>
            <p:nvPr/>
          </p:nvSpPr>
          <p:spPr>
            <a:xfrm>
              <a:off x="8809550" y="8941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6" name="pt9136"/>
            <p:cNvSpPr/>
            <p:nvPr/>
          </p:nvSpPr>
          <p:spPr>
            <a:xfrm>
              <a:off x="8998672" y="87556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7" name="pt9137"/>
            <p:cNvSpPr/>
            <p:nvPr/>
          </p:nvSpPr>
          <p:spPr>
            <a:xfrm>
              <a:off x="8862097" y="8871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8" name="pt9138"/>
            <p:cNvSpPr/>
            <p:nvPr/>
          </p:nvSpPr>
          <p:spPr>
            <a:xfrm>
              <a:off x="8812401" y="8939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9" name="pt9139"/>
            <p:cNvSpPr/>
            <p:nvPr/>
          </p:nvSpPr>
          <p:spPr>
            <a:xfrm>
              <a:off x="9042184" y="8768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0" name="pt9140"/>
            <p:cNvSpPr/>
            <p:nvPr/>
          </p:nvSpPr>
          <p:spPr>
            <a:xfrm>
              <a:off x="9122528" y="8747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1" name="pt9141"/>
            <p:cNvSpPr/>
            <p:nvPr/>
          </p:nvSpPr>
          <p:spPr>
            <a:xfrm>
              <a:off x="8927415" y="89825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2" name="pt9142"/>
            <p:cNvSpPr/>
            <p:nvPr/>
          </p:nvSpPr>
          <p:spPr>
            <a:xfrm>
              <a:off x="9128861" y="8722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3" name="pt9143"/>
            <p:cNvSpPr/>
            <p:nvPr/>
          </p:nvSpPr>
          <p:spPr>
            <a:xfrm>
              <a:off x="8990865" y="87156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4" name="pt9144"/>
            <p:cNvSpPr/>
            <p:nvPr/>
          </p:nvSpPr>
          <p:spPr>
            <a:xfrm>
              <a:off x="8997386" y="8789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5" name="pt9145"/>
            <p:cNvSpPr/>
            <p:nvPr/>
          </p:nvSpPr>
          <p:spPr>
            <a:xfrm>
              <a:off x="8837625" y="8811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6" name="pt9146"/>
            <p:cNvSpPr/>
            <p:nvPr/>
          </p:nvSpPr>
          <p:spPr>
            <a:xfrm>
              <a:off x="8870173" y="8791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7" name="pt9147"/>
            <p:cNvSpPr/>
            <p:nvPr/>
          </p:nvSpPr>
          <p:spPr>
            <a:xfrm>
              <a:off x="8950136" y="8838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8" name="pt9148"/>
            <p:cNvSpPr/>
            <p:nvPr/>
          </p:nvSpPr>
          <p:spPr>
            <a:xfrm>
              <a:off x="8858240" y="8972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9" name="pt9149"/>
            <p:cNvSpPr/>
            <p:nvPr/>
          </p:nvSpPr>
          <p:spPr>
            <a:xfrm>
              <a:off x="9000672" y="87618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0" name="pt9150"/>
            <p:cNvSpPr/>
            <p:nvPr/>
          </p:nvSpPr>
          <p:spPr>
            <a:xfrm>
              <a:off x="9090757" y="8727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1" name="pt9151"/>
            <p:cNvSpPr/>
            <p:nvPr/>
          </p:nvSpPr>
          <p:spPr>
            <a:xfrm>
              <a:off x="8824064" y="8939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2" name="pt9152"/>
            <p:cNvSpPr/>
            <p:nvPr/>
          </p:nvSpPr>
          <p:spPr>
            <a:xfrm>
              <a:off x="8892467" y="88173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3" name="pt9153"/>
            <p:cNvSpPr/>
            <p:nvPr/>
          </p:nvSpPr>
          <p:spPr>
            <a:xfrm>
              <a:off x="9006882" y="8711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4" name="pt9154"/>
            <p:cNvSpPr/>
            <p:nvPr/>
          </p:nvSpPr>
          <p:spPr>
            <a:xfrm>
              <a:off x="8816944" y="8818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5" name="pt9155"/>
            <p:cNvSpPr/>
            <p:nvPr/>
          </p:nvSpPr>
          <p:spPr>
            <a:xfrm>
              <a:off x="8988385" y="8766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6" name="pt9156"/>
            <p:cNvSpPr/>
            <p:nvPr/>
          </p:nvSpPr>
          <p:spPr>
            <a:xfrm>
              <a:off x="9063111" y="8815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7" name="pt9157"/>
            <p:cNvSpPr/>
            <p:nvPr/>
          </p:nvSpPr>
          <p:spPr>
            <a:xfrm>
              <a:off x="8815808" y="8897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8" name="pt9158"/>
            <p:cNvSpPr/>
            <p:nvPr/>
          </p:nvSpPr>
          <p:spPr>
            <a:xfrm>
              <a:off x="8880322" y="8843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9" name="pt9159"/>
            <p:cNvSpPr/>
            <p:nvPr/>
          </p:nvSpPr>
          <p:spPr>
            <a:xfrm>
              <a:off x="9225630" y="8643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0" name="pt9160"/>
            <p:cNvSpPr/>
            <p:nvPr/>
          </p:nvSpPr>
          <p:spPr>
            <a:xfrm>
              <a:off x="8931691" y="8792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1" name="pt9161"/>
            <p:cNvSpPr/>
            <p:nvPr/>
          </p:nvSpPr>
          <p:spPr>
            <a:xfrm>
              <a:off x="8831019" y="8883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2" name="pt9162"/>
            <p:cNvSpPr/>
            <p:nvPr/>
          </p:nvSpPr>
          <p:spPr>
            <a:xfrm>
              <a:off x="9080408" y="8790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3" name="pt9163"/>
            <p:cNvSpPr/>
            <p:nvPr/>
          </p:nvSpPr>
          <p:spPr>
            <a:xfrm>
              <a:off x="8904244" y="8871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4" name="pt9164"/>
            <p:cNvSpPr/>
            <p:nvPr/>
          </p:nvSpPr>
          <p:spPr>
            <a:xfrm>
              <a:off x="8911607" y="8729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5" name="pt9165"/>
            <p:cNvSpPr/>
            <p:nvPr/>
          </p:nvSpPr>
          <p:spPr>
            <a:xfrm>
              <a:off x="9066880" y="8635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6" name="pt9166"/>
            <p:cNvSpPr/>
            <p:nvPr/>
          </p:nvSpPr>
          <p:spPr>
            <a:xfrm>
              <a:off x="8906941" y="87432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7" name="pt9167"/>
            <p:cNvSpPr/>
            <p:nvPr/>
          </p:nvSpPr>
          <p:spPr>
            <a:xfrm>
              <a:off x="8854645" y="87725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8" name="pt9168"/>
            <p:cNvSpPr/>
            <p:nvPr/>
          </p:nvSpPr>
          <p:spPr>
            <a:xfrm>
              <a:off x="9020479" y="8741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9" name="pt9169"/>
            <p:cNvSpPr/>
            <p:nvPr/>
          </p:nvSpPr>
          <p:spPr>
            <a:xfrm>
              <a:off x="9022286" y="8907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0" name="pt9170"/>
            <p:cNvSpPr/>
            <p:nvPr/>
          </p:nvSpPr>
          <p:spPr>
            <a:xfrm>
              <a:off x="9014489" y="89045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1" name="pt9171"/>
            <p:cNvSpPr/>
            <p:nvPr/>
          </p:nvSpPr>
          <p:spPr>
            <a:xfrm>
              <a:off x="9109609" y="8757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2" name="pt9172"/>
            <p:cNvSpPr/>
            <p:nvPr/>
          </p:nvSpPr>
          <p:spPr>
            <a:xfrm>
              <a:off x="8917729" y="8879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3" name="pt9173"/>
            <p:cNvSpPr/>
            <p:nvPr/>
          </p:nvSpPr>
          <p:spPr>
            <a:xfrm>
              <a:off x="8879530" y="8805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4" name="pt9174"/>
            <p:cNvSpPr/>
            <p:nvPr/>
          </p:nvSpPr>
          <p:spPr>
            <a:xfrm>
              <a:off x="8796109" y="8873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5" name="pt9175"/>
            <p:cNvSpPr/>
            <p:nvPr/>
          </p:nvSpPr>
          <p:spPr>
            <a:xfrm>
              <a:off x="8828051" y="8821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6" name="rc9176"/>
            <p:cNvSpPr/>
            <p:nvPr/>
          </p:nvSpPr>
          <p:spPr>
            <a:xfrm>
              <a:off x="9348465" y="1529513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177" name="tx9177"/>
            <p:cNvSpPr/>
            <p:nvPr/>
          </p:nvSpPr>
          <p:spPr>
            <a:xfrm>
              <a:off x="9505307" y="1692779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9178" name="tx9178"/>
            <p:cNvSpPr/>
            <p:nvPr/>
          </p:nvSpPr>
          <p:spPr>
            <a:xfrm>
              <a:off x="9431098" y="1894604"/>
              <a:ext cx="459975" cy="1038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0.346**</a:t>
              </a:r>
            </a:p>
          </p:txBody>
        </p:sp>
        <p:sp>
          <p:nvSpPr>
            <p:cNvPr id="9179" name="rc9179"/>
            <p:cNvSpPr/>
            <p:nvPr/>
          </p:nvSpPr>
          <p:spPr>
            <a:xfrm>
              <a:off x="9348465" y="1529513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0" name="rc9180"/>
            <p:cNvSpPr/>
            <p:nvPr/>
          </p:nvSpPr>
          <p:spPr>
            <a:xfrm>
              <a:off x="9348465" y="2234734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181" name="tx9181"/>
            <p:cNvSpPr/>
            <p:nvPr/>
          </p:nvSpPr>
          <p:spPr>
            <a:xfrm>
              <a:off x="9505307" y="2398000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9182" name="tx9182"/>
            <p:cNvSpPr/>
            <p:nvPr/>
          </p:nvSpPr>
          <p:spPr>
            <a:xfrm>
              <a:off x="9431098" y="2599825"/>
              <a:ext cx="459975" cy="1038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0.374**</a:t>
              </a:r>
            </a:p>
          </p:txBody>
        </p:sp>
        <p:sp>
          <p:nvSpPr>
            <p:cNvPr id="9183" name="rc9183"/>
            <p:cNvSpPr/>
            <p:nvPr/>
          </p:nvSpPr>
          <p:spPr>
            <a:xfrm>
              <a:off x="9348465" y="2234734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4" name="rc9184"/>
            <p:cNvSpPr/>
            <p:nvPr/>
          </p:nvSpPr>
          <p:spPr>
            <a:xfrm>
              <a:off x="9348465" y="2939956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185" name="tx9185"/>
            <p:cNvSpPr/>
            <p:nvPr/>
          </p:nvSpPr>
          <p:spPr>
            <a:xfrm>
              <a:off x="9505307" y="3103222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9186" name="tx9186"/>
            <p:cNvSpPr/>
            <p:nvPr/>
          </p:nvSpPr>
          <p:spPr>
            <a:xfrm>
              <a:off x="9403817" y="3305116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0.428***</a:t>
              </a:r>
            </a:p>
          </p:txBody>
        </p:sp>
        <p:sp>
          <p:nvSpPr>
            <p:cNvPr id="9187" name="rc9187"/>
            <p:cNvSpPr/>
            <p:nvPr/>
          </p:nvSpPr>
          <p:spPr>
            <a:xfrm>
              <a:off x="9348465" y="2939956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8" name="rc9188"/>
            <p:cNvSpPr/>
            <p:nvPr/>
          </p:nvSpPr>
          <p:spPr>
            <a:xfrm>
              <a:off x="9348465" y="3645178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189" name="tx9189"/>
            <p:cNvSpPr/>
            <p:nvPr/>
          </p:nvSpPr>
          <p:spPr>
            <a:xfrm>
              <a:off x="9505307" y="3808444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9190" name="tx9190"/>
            <p:cNvSpPr/>
            <p:nvPr/>
          </p:nvSpPr>
          <p:spPr>
            <a:xfrm>
              <a:off x="9403817" y="4010269"/>
              <a:ext cx="514536" cy="1038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0.390***</a:t>
              </a:r>
            </a:p>
          </p:txBody>
        </p:sp>
        <p:sp>
          <p:nvSpPr>
            <p:cNvPr id="9191" name="rc9191"/>
            <p:cNvSpPr/>
            <p:nvPr/>
          </p:nvSpPr>
          <p:spPr>
            <a:xfrm>
              <a:off x="9348465" y="3645178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2" name="rc9192"/>
            <p:cNvSpPr/>
            <p:nvPr/>
          </p:nvSpPr>
          <p:spPr>
            <a:xfrm>
              <a:off x="9348465" y="4350399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193" name="tx9193"/>
            <p:cNvSpPr/>
            <p:nvPr/>
          </p:nvSpPr>
          <p:spPr>
            <a:xfrm>
              <a:off x="9505307" y="4513665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9194" name="tx9194"/>
            <p:cNvSpPr/>
            <p:nvPr/>
          </p:nvSpPr>
          <p:spPr>
            <a:xfrm>
              <a:off x="9403817" y="4715559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0.788***</a:t>
              </a:r>
            </a:p>
          </p:txBody>
        </p:sp>
        <p:sp>
          <p:nvSpPr>
            <p:cNvPr id="9195" name="rc9195"/>
            <p:cNvSpPr/>
            <p:nvPr/>
          </p:nvSpPr>
          <p:spPr>
            <a:xfrm>
              <a:off x="9348465" y="4350399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6" name="rc9196"/>
            <p:cNvSpPr/>
            <p:nvPr/>
          </p:nvSpPr>
          <p:spPr>
            <a:xfrm>
              <a:off x="9348465" y="5055621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197" name="tx9197"/>
            <p:cNvSpPr/>
            <p:nvPr/>
          </p:nvSpPr>
          <p:spPr>
            <a:xfrm>
              <a:off x="9505307" y="5218887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9198" name="tx9198"/>
            <p:cNvSpPr/>
            <p:nvPr/>
          </p:nvSpPr>
          <p:spPr>
            <a:xfrm>
              <a:off x="9431098" y="5420781"/>
              <a:ext cx="459975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0.667**</a:t>
              </a:r>
            </a:p>
          </p:txBody>
        </p:sp>
        <p:sp>
          <p:nvSpPr>
            <p:cNvPr id="9199" name="rc9199"/>
            <p:cNvSpPr/>
            <p:nvPr/>
          </p:nvSpPr>
          <p:spPr>
            <a:xfrm>
              <a:off x="9348465" y="5055621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0" name="rc9200"/>
            <p:cNvSpPr/>
            <p:nvPr/>
          </p:nvSpPr>
          <p:spPr>
            <a:xfrm>
              <a:off x="9348465" y="5760843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201" name="tx9201"/>
            <p:cNvSpPr/>
            <p:nvPr/>
          </p:nvSpPr>
          <p:spPr>
            <a:xfrm>
              <a:off x="9505307" y="5924109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9202" name="tx9202"/>
            <p:cNvSpPr/>
            <p:nvPr/>
          </p:nvSpPr>
          <p:spPr>
            <a:xfrm>
              <a:off x="9403817" y="6126002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0.680***</a:t>
              </a:r>
            </a:p>
          </p:txBody>
        </p:sp>
        <p:sp>
          <p:nvSpPr>
            <p:cNvPr id="9203" name="rc9203"/>
            <p:cNvSpPr/>
            <p:nvPr/>
          </p:nvSpPr>
          <p:spPr>
            <a:xfrm>
              <a:off x="9348465" y="5760843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4" name="rc9204"/>
            <p:cNvSpPr/>
            <p:nvPr/>
          </p:nvSpPr>
          <p:spPr>
            <a:xfrm>
              <a:off x="9348465" y="6466064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205" name="tx9205"/>
            <p:cNvSpPr/>
            <p:nvPr/>
          </p:nvSpPr>
          <p:spPr>
            <a:xfrm>
              <a:off x="9505307" y="6629330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9206" name="tx9206"/>
            <p:cNvSpPr/>
            <p:nvPr/>
          </p:nvSpPr>
          <p:spPr>
            <a:xfrm>
              <a:off x="9403817" y="6831224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0.920***</a:t>
              </a:r>
            </a:p>
          </p:txBody>
        </p:sp>
        <p:sp>
          <p:nvSpPr>
            <p:cNvPr id="9207" name="rc9207"/>
            <p:cNvSpPr/>
            <p:nvPr/>
          </p:nvSpPr>
          <p:spPr>
            <a:xfrm>
              <a:off x="9348465" y="6466064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8" name="rc9208"/>
            <p:cNvSpPr/>
            <p:nvPr/>
          </p:nvSpPr>
          <p:spPr>
            <a:xfrm>
              <a:off x="9348465" y="7171286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09" name="pl9209"/>
            <p:cNvSpPr/>
            <p:nvPr/>
          </p:nvSpPr>
          <p:spPr>
            <a:xfrm>
              <a:off x="9348465" y="771728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0" name="pl9210"/>
            <p:cNvSpPr/>
            <p:nvPr/>
          </p:nvSpPr>
          <p:spPr>
            <a:xfrm>
              <a:off x="9348465" y="759579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1" name="pl9211"/>
            <p:cNvSpPr/>
            <p:nvPr/>
          </p:nvSpPr>
          <p:spPr>
            <a:xfrm>
              <a:off x="9348465" y="747430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2" name="pl9212"/>
            <p:cNvSpPr/>
            <p:nvPr/>
          </p:nvSpPr>
          <p:spPr>
            <a:xfrm>
              <a:off x="9348465" y="735281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3" name="pl9213"/>
            <p:cNvSpPr/>
            <p:nvPr/>
          </p:nvSpPr>
          <p:spPr>
            <a:xfrm>
              <a:off x="9348465" y="723133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4" name="pl9214"/>
            <p:cNvSpPr/>
            <p:nvPr/>
          </p:nvSpPr>
          <p:spPr>
            <a:xfrm>
              <a:off x="9400843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5" name="pl9215"/>
            <p:cNvSpPr/>
            <p:nvPr/>
          </p:nvSpPr>
          <p:spPr>
            <a:xfrm>
              <a:off x="9578158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6" name="pl9216"/>
            <p:cNvSpPr/>
            <p:nvPr/>
          </p:nvSpPr>
          <p:spPr>
            <a:xfrm>
              <a:off x="9755474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7" name="pl9217"/>
            <p:cNvSpPr/>
            <p:nvPr/>
          </p:nvSpPr>
          <p:spPr>
            <a:xfrm>
              <a:off x="9932790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8" name="pl9218"/>
            <p:cNvSpPr/>
            <p:nvPr/>
          </p:nvSpPr>
          <p:spPr>
            <a:xfrm>
              <a:off x="9348465" y="777802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9" name="pl9219"/>
            <p:cNvSpPr/>
            <p:nvPr/>
          </p:nvSpPr>
          <p:spPr>
            <a:xfrm>
              <a:off x="9348465" y="765653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0" name="pl9220"/>
            <p:cNvSpPr/>
            <p:nvPr/>
          </p:nvSpPr>
          <p:spPr>
            <a:xfrm>
              <a:off x="9348465" y="753505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1" name="pl9221"/>
            <p:cNvSpPr/>
            <p:nvPr/>
          </p:nvSpPr>
          <p:spPr>
            <a:xfrm>
              <a:off x="9348465" y="741356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2" name="pl9222"/>
            <p:cNvSpPr/>
            <p:nvPr/>
          </p:nvSpPr>
          <p:spPr>
            <a:xfrm>
              <a:off x="9348465" y="729207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3" name="pl9223"/>
            <p:cNvSpPr/>
            <p:nvPr/>
          </p:nvSpPr>
          <p:spPr>
            <a:xfrm>
              <a:off x="9489500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4" name="pl9224"/>
            <p:cNvSpPr/>
            <p:nvPr/>
          </p:nvSpPr>
          <p:spPr>
            <a:xfrm>
              <a:off x="9666816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5" name="pl9225"/>
            <p:cNvSpPr/>
            <p:nvPr/>
          </p:nvSpPr>
          <p:spPr>
            <a:xfrm>
              <a:off x="9844132" y="7171286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6" name="pg9226"/>
            <p:cNvSpPr/>
            <p:nvPr/>
          </p:nvSpPr>
          <p:spPr>
            <a:xfrm>
              <a:off x="9376885" y="7200178"/>
              <a:ext cx="568401" cy="577847"/>
            </a:xfrm>
            <a:custGeom>
              <a:avLst/>
              <a:pathLst>
                <a:path w="568401" h="577847">
                  <a:moveTo>
                    <a:pt x="0" y="517911"/>
                  </a:moveTo>
                  <a:lnTo>
                    <a:pt x="1112" y="516507"/>
                  </a:lnTo>
                  <a:lnTo>
                    <a:pt x="2224" y="515087"/>
                  </a:lnTo>
                  <a:lnTo>
                    <a:pt x="3336" y="513619"/>
                  </a:lnTo>
                  <a:lnTo>
                    <a:pt x="4449" y="512131"/>
                  </a:lnTo>
                  <a:lnTo>
                    <a:pt x="5561" y="510610"/>
                  </a:lnTo>
                  <a:lnTo>
                    <a:pt x="6673" y="509048"/>
                  </a:lnTo>
                  <a:lnTo>
                    <a:pt x="7786" y="507466"/>
                  </a:lnTo>
                  <a:lnTo>
                    <a:pt x="8898" y="505831"/>
                  </a:lnTo>
                  <a:lnTo>
                    <a:pt x="10010" y="504169"/>
                  </a:lnTo>
                  <a:lnTo>
                    <a:pt x="11123" y="502472"/>
                  </a:lnTo>
                  <a:lnTo>
                    <a:pt x="12235" y="500726"/>
                  </a:lnTo>
                  <a:lnTo>
                    <a:pt x="13347" y="498958"/>
                  </a:lnTo>
                  <a:lnTo>
                    <a:pt x="14460" y="497128"/>
                  </a:lnTo>
                  <a:lnTo>
                    <a:pt x="15572" y="495269"/>
                  </a:lnTo>
                  <a:lnTo>
                    <a:pt x="16684" y="493368"/>
                  </a:lnTo>
                  <a:lnTo>
                    <a:pt x="17797" y="491412"/>
                  </a:lnTo>
                  <a:lnTo>
                    <a:pt x="18909" y="489430"/>
                  </a:lnTo>
                  <a:lnTo>
                    <a:pt x="20021" y="487380"/>
                  </a:lnTo>
                  <a:lnTo>
                    <a:pt x="21134" y="485294"/>
                  </a:lnTo>
                  <a:lnTo>
                    <a:pt x="22246" y="483164"/>
                  </a:lnTo>
                  <a:lnTo>
                    <a:pt x="23358" y="480970"/>
                  </a:lnTo>
                  <a:lnTo>
                    <a:pt x="24471" y="478748"/>
                  </a:lnTo>
                  <a:lnTo>
                    <a:pt x="25583" y="476450"/>
                  </a:lnTo>
                  <a:lnTo>
                    <a:pt x="26695" y="474113"/>
                  </a:lnTo>
                  <a:lnTo>
                    <a:pt x="27808" y="471727"/>
                  </a:lnTo>
                  <a:lnTo>
                    <a:pt x="28920" y="469270"/>
                  </a:lnTo>
                  <a:lnTo>
                    <a:pt x="30032" y="466782"/>
                  </a:lnTo>
                  <a:lnTo>
                    <a:pt x="31145" y="464212"/>
                  </a:lnTo>
                  <a:lnTo>
                    <a:pt x="32257" y="461599"/>
                  </a:lnTo>
                  <a:lnTo>
                    <a:pt x="33369" y="458935"/>
                  </a:lnTo>
                  <a:lnTo>
                    <a:pt x="34482" y="456193"/>
                  </a:lnTo>
                  <a:lnTo>
                    <a:pt x="35594" y="453418"/>
                  </a:lnTo>
                  <a:lnTo>
                    <a:pt x="36706" y="450557"/>
                  </a:lnTo>
                  <a:lnTo>
                    <a:pt x="37819" y="447649"/>
                  </a:lnTo>
                  <a:lnTo>
                    <a:pt x="38931" y="444688"/>
                  </a:lnTo>
                  <a:lnTo>
                    <a:pt x="40043" y="441644"/>
                  </a:lnTo>
                  <a:lnTo>
                    <a:pt x="41156" y="438566"/>
                  </a:lnTo>
                  <a:lnTo>
                    <a:pt x="42268" y="435400"/>
                  </a:lnTo>
                  <a:lnTo>
                    <a:pt x="43380" y="432185"/>
                  </a:lnTo>
                  <a:lnTo>
                    <a:pt x="44493" y="428915"/>
                  </a:lnTo>
                  <a:lnTo>
                    <a:pt x="45605" y="425561"/>
                  </a:lnTo>
                  <a:lnTo>
                    <a:pt x="46717" y="422172"/>
                  </a:lnTo>
                  <a:lnTo>
                    <a:pt x="47830" y="418696"/>
                  </a:lnTo>
                  <a:lnTo>
                    <a:pt x="48942" y="415168"/>
                  </a:lnTo>
                  <a:lnTo>
                    <a:pt x="50054" y="411588"/>
                  </a:lnTo>
                  <a:lnTo>
                    <a:pt x="51167" y="407923"/>
                  </a:lnTo>
                  <a:lnTo>
                    <a:pt x="52279" y="404224"/>
                  </a:lnTo>
                  <a:lnTo>
                    <a:pt x="53391" y="400440"/>
                  </a:lnTo>
                  <a:lnTo>
                    <a:pt x="54504" y="396606"/>
                  </a:lnTo>
                  <a:lnTo>
                    <a:pt x="55616" y="392723"/>
                  </a:lnTo>
                  <a:lnTo>
                    <a:pt x="56728" y="388757"/>
                  </a:lnTo>
                  <a:lnTo>
                    <a:pt x="57841" y="384758"/>
                  </a:lnTo>
                  <a:lnTo>
                    <a:pt x="58953" y="380682"/>
                  </a:lnTo>
                  <a:lnTo>
                    <a:pt x="60065" y="376557"/>
                  </a:lnTo>
                  <a:lnTo>
                    <a:pt x="61178" y="372388"/>
                  </a:lnTo>
                  <a:lnTo>
                    <a:pt x="62290" y="368143"/>
                  </a:lnTo>
                  <a:lnTo>
                    <a:pt x="63402" y="363867"/>
                  </a:lnTo>
                  <a:lnTo>
                    <a:pt x="64515" y="359523"/>
                  </a:lnTo>
                  <a:lnTo>
                    <a:pt x="65627" y="355135"/>
                  </a:lnTo>
                  <a:lnTo>
                    <a:pt x="66739" y="350709"/>
                  </a:lnTo>
                  <a:lnTo>
                    <a:pt x="67852" y="346215"/>
                  </a:lnTo>
                  <a:lnTo>
                    <a:pt x="68964" y="341696"/>
                  </a:lnTo>
                  <a:lnTo>
                    <a:pt x="70076" y="337119"/>
                  </a:lnTo>
                  <a:lnTo>
                    <a:pt x="71189" y="332505"/>
                  </a:lnTo>
                  <a:lnTo>
                    <a:pt x="72301" y="327861"/>
                  </a:lnTo>
                  <a:lnTo>
                    <a:pt x="73413" y="323161"/>
                  </a:lnTo>
                  <a:lnTo>
                    <a:pt x="74526" y="318441"/>
                  </a:lnTo>
                  <a:lnTo>
                    <a:pt x="75638" y="313677"/>
                  </a:lnTo>
                  <a:lnTo>
                    <a:pt x="76750" y="308885"/>
                  </a:lnTo>
                  <a:lnTo>
                    <a:pt x="77863" y="304070"/>
                  </a:lnTo>
                  <a:lnTo>
                    <a:pt x="78975" y="299215"/>
                  </a:lnTo>
                  <a:lnTo>
                    <a:pt x="80087" y="294347"/>
                  </a:lnTo>
                  <a:lnTo>
                    <a:pt x="81200" y="289449"/>
                  </a:lnTo>
                  <a:lnTo>
                    <a:pt x="82312" y="284533"/>
                  </a:lnTo>
                  <a:lnTo>
                    <a:pt x="83424" y="279604"/>
                  </a:lnTo>
                  <a:lnTo>
                    <a:pt x="84537" y="274652"/>
                  </a:lnTo>
                  <a:lnTo>
                    <a:pt x="85649" y="269693"/>
                  </a:lnTo>
                  <a:lnTo>
                    <a:pt x="86761" y="264721"/>
                  </a:lnTo>
                  <a:lnTo>
                    <a:pt x="87874" y="259742"/>
                  </a:lnTo>
                  <a:lnTo>
                    <a:pt x="88986" y="254759"/>
                  </a:lnTo>
                  <a:lnTo>
                    <a:pt x="90098" y="249772"/>
                  </a:lnTo>
                  <a:lnTo>
                    <a:pt x="91211" y="244786"/>
                  </a:lnTo>
                  <a:lnTo>
                    <a:pt x="92323" y="239802"/>
                  </a:lnTo>
                  <a:lnTo>
                    <a:pt x="93435" y="234824"/>
                  </a:lnTo>
                  <a:lnTo>
                    <a:pt x="94548" y="229850"/>
                  </a:lnTo>
                  <a:lnTo>
                    <a:pt x="95660" y="224893"/>
                  </a:lnTo>
                  <a:lnTo>
                    <a:pt x="96772" y="219943"/>
                  </a:lnTo>
                  <a:lnTo>
                    <a:pt x="97885" y="215012"/>
                  </a:lnTo>
                  <a:lnTo>
                    <a:pt x="98997" y="210099"/>
                  </a:lnTo>
                  <a:lnTo>
                    <a:pt x="100109" y="205199"/>
                  </a:lnTo>
                  <a:lnTo>
                    <a:pt x="101222" y="200334"/>
                  </a:lnTo>
                  <a:lnTo>
                    <a:pt x="102334" y="195484"/>
                  </a:lnTo>
                  <a:lnTo>
                    <a:pt x="103446" y="190667"/>
                  </a:lnTo>
                  <a:lnTo>
                    <a:pt x="104559" y="185881"/>
                  </a:lnTo>
                  <a:lnTo>
                    <a:pt x="105671" y="181114"/>
                  </a:lnTo>
                  <a:lnTo>
                    <a:pt x="106783" y="176403"/>
                  </a:lnTo>
                  <a:lnTo>
                    <a:pt x="107896" y="171712"/>
                  </a:lnTo>
                  <a:lnTo>
                    <a:pt x="109008" y="167067"/>
                  </a:lnTo>
                  <a:lnTo>
                    <a:pt x="110120" y="162464"/>
                  </a:lnTo>
                  <a:lnTo>
                    <a:pt x="111233" y="157888"/>
                  </a:lnTo>
                  <a:lnTo>
                    <a:pt x="112345" y="153383"/>
                  </a:lnTo>
                  <a:lnTo>
                    <a:pt x="113457" y="148905"/>
                  </a:lnTo>
                  <a:lnTo>
                    <a:pt x="114570" y="144482"/>
                  </a:lnTo>
                  <a:lnTo>
                    <a:pt x="115682" y="140114"/>
                  </a:lnTo>
                  <a:lnTo>
                    <a:pt x="116794" y="135776"/>
                  </a:lnTo>
                  <a:lnTo>
                    <a:pt x="117907" y="131525"/>
                  </a:lnTo>
                  <a:lnTo>
                    <a:pt x="119019" y="127306"/>
                  </a:lnTo>
                  <a:lnTo>
                    <a:pt x="120131" y="123150"/>
                  </a:lnTo>
                  <a:lnTo>
                    <a:pt x="121244" y="119058"/>
                  </a:lnTo>
                  <a:lnTo>
                    <a:pt x="122356" y="114999"/>
                  </a:lnTo>
                  <a:lnTo>
                    <a:pt x="123468" y="111040"/>
                  </a:lnTo>
                  <a:lnTo>
                    <a:pt x="124581" y="107117"/>
                  </a:lnTo>
                  <a:lnTo>
                    <a:pt x="125693" y="103263"/>
                  </a:lnTo>
                  <a:lnTo>
                    <a:pt x="126805" y="99480"/>
                  </a:lnTo>
                  <a:lnTo>
                    <a:pt x="127918" y="95733"/>
                  </a:lnTo>
                  <a:lnTo>
                    <a:pt x="129030" y="92096"/>
                  </a:lnTo>
                  <a:lnTo>
                    <a:pt x="130142" y="88496"/>
                  </a:lnTo>
                  <a:lnTo>
                    <a:pt x="131255" y="84970"/>
                  </a:lnTo>
                  <a:lnTo>
                    <a:pt x="132367" y="81521"/>
                  </a:lnTo>
                  <a:lnTo>
                    <a:pt x="133479" y="78111"/>
                  </a:lnTo>
                  <a:lnTo>
                    <a:pt x="134592" y="74814"/>
                  </a:lnTo>
                  <a:lnTo>
                    <a:pt x="135704" y="71559"/>
                  </a:lnTo>
                  <a:lnTo>
                    <a:pt x="136816" y="68379"/>
                  </a:lnTo>
                  <a:lnTo>
                    <a:pt x="137929" y="65281"/>
                  </a:lnTo>
                  <a:lnTo>
                    <a:pt x="139041" y="62222"/>
                  </a:lnTo>
                  <a:lnTo>
                    <a:pt x="140153" y="59280"/>
                  </a:lnTo>
                  <a:lnTo>
                    <a:pt x="141266" y="56381"/>
                  </a:lnTo>
                  <a:lnTo>
                    <a:pt x="142378" y="53559"/>
                  </a:lnTo>
                  <a:lnTo>
                    <a:pt x="143490" y="50821"/>
                  </a:lnTo>
                  <a:lnTo>
                    <a:pt x="144603" y="48123"/>
                  </a:lnTo>
                  <a:lnTo>
                    <a:pt x="145715" y="45542"/>
                  </a:lnTo>
                  <a:lnTo>
                    <a:pt x="146827" y="43007"/>
                  </a:lnTo>
                  <a:lnTo>
                    <a:pt x="147940" y="40547"/>
                  </a:lnTo>
                  <a:lnTo>
                    <a:pt x="149052" y="38173"/>
                  </a:lnTo>
                  <a:lnTo>
                    <a:pt x="150164" y="35840"/>
                  </a:lnTo>
                  <a:lnTo>
                    <a:pt x="151277" y="33623"/>
                  </a:lnTo>
                  <a:lnTo>
                    <a:pt x="152389" y="31452"/>
                  </a:lnTo>
                  <a:lnTo>
                    <a:pt x="153501" y="29356"/>
                  </a:lnTo>
                  <a:lnTo>
                    <a:pt x="154614" y="27347"/>
                  </a:lnTo>
                  <a:lnTo>
                    <a:pt x="155726" y="25380"/>
                  </a:lnTo>
                  <a:lnTo>
                    <a:pt x="156838" y="23525"/>
                  </a:lnTo>
                  <a:lnTo>
                    <a:pt x="157951" y="21719"/>
                  </a:lnTo>
                  <a:lnTo>
                    <a:pt x="159063" y="19986"/>
                  </a:lnTo>
                  <a:lnTo>
                    <a:pt x="160175" y="18340"/>
                  </a:lnTo>
                  <a:lnTo>
                    <a:pt x="161288" y="16736"/>
                  </a:lnTo>
                  <a:lnTo>
                    <a:pt x="162400" y="15243"/>
                  </a:lnTo>
                  <a:lnTo>
                    <a:pt x="163512" y="13799"/>
                  </a:lnTo>
                  <a:lnTo>
                    <a:pt x="164625" y="12426"/>
                  </a:lnTo>
                  <a:lnTo>
                    <a:pt x="165737" y="11141"/>
                  </a:lnTo>
                  <a:lnTo>
                    <a:pt x="166849" y="9898"/>
                  </a:lnTo>
                  <a:lnTo>
                    <a:pt x="167962" y="8763"/>
                  </a:lnTo>
                  <a:lnTo>
                    <a:pt x="169074" y="7679"/>
                  </a:lnTo>
                  <a:lnTo>
                    <a:pt x="170186" y="6663"/>
                  </a:lnTo>
                  <a:lnTo>
                    <a:pt x="171299" y="5738"/>
                  </a:lnTo>
                  <a:lnTo>
                    <a:pt x="172411" y="4852"/>
                  </a:lnTo>
                  <a:lnTo>
                    <a:pt x="173523" y="4074"/>
                  </a:lnTo>
                  <a:lnTo>
                    <a:pt x="174636" y="3347"/>
                  </a:lnTo>
                  <a:lnTo>
                    <a:pt x="175748" y="2687"/>
                  </a:lnTo>
                  <a:lnTo>
                    <a:pt x="176860" y="2118"/>
                  </a:lnTo>
                  <a:lnTo>
                    <a:pt x="177973" y="1588"/>
                  </a:lnTo>
                  <a:lnTo>
                    <a:pt x="179085" y="1164"/>
                  </a:lnTo>
                  <a:lnTo>
                    <a:pt x="180197" y="792"/>
                  </a:lnTo>
                  <a:lnTo>
                    <a:pt x="181310" y="485"/>
                  </a:lnTo>
                  <a:lnTo>
                    <a:pt x="182422" y="269"/>
                  </a:lnTo>
                  <a:lnTo>
                    <a:pt x="183534" y="93"/>
                  </a:lnTo>
                  <a:lnTo>
                    <a:pt x="184647" y="20"/>
                  </a:lnTo>
                  <a:lnTo>
                    <a:pt x="185759" y="0"/>
                  </a:lnTo>
                  <a:lnTo>
                    <a:pt x="186871" y="42"/>
                  </a:lnTo>
                  <a:lnTo>
                    <a:pt x="187984" y="177"/>
                  </a:lnTo>
                  <a:lnTo>
                    <a:pt x="189096" y="350"/>
                  </a:lnTo>
                  <a:lnTo>
                    <a:pt x="190208" y="623"/>
                  </a:lnTo>
                  <a:lnTo>
                    <a:pt x="191321" y="949"/>
                  </a:lnTo>
                  <a:lnTo>
                    <a:pt x="192433" y="1336"/>
                  </a:lnTo>
                  <a:lnTo>
                    <a:pt x="193545" y="1814"/>
                  </a:lnTo>
                  <a:lnTo>
                    <a:pt x="194658" y="2329"/>
                  </a:lnTo>
                  <a:lnTo>
                    <a:pt x="195770" y="2941"/>
                  </a:lnTo>
                  <a:lnTo>
                    <a:pt x="196882" y="3605"/>
                  </a:lnTo>
                  <a:lnTo>
                    <a:pt x="197995" y="4327"/>
                  </a:lnTo>
                  <a:lnTo>
                    <a:pt x="199107" y="5138"/>
                  </a:lnTo>
                  <a:lnTo>
                    <a:pt x="200219" y="5985"/>
                  </a:lnTo>
                  <a:lnTo>
                    <a:pt x="201332" y="6922"/>
                  </a:lnTo>
                  <a:lnTo>
                    <a:pt x="202444" y="7910"/>
                  </a:lnTo>
                  <a:lnTo>
                    <a:pt x="203556" y="8952"/>
                  </a:lnTo>
                  <a:lnTo>
                    <a:pt x="204669" y="10079"/>
                  </a:lnTo>
                  <a:lnTo>
                    <a:pt x="205781" y="11239"/>
                  </a:lnTo>
                  <a:lnTo>
                    <a:pt x="206893" y="12482"/>
                  </a:lnTo>
                  <a:lnTo>
                    <a:pt x="208006" y="13774"/>
                  </a:lnTo>
                  <a:lnTo>
                    <a:pt x="209118" y="15114"/>
                  </a:lnTo>
                  <a:lnTo>
                    <a:pt x="210230" y="16531"/>
                  </a:lnTo>
                  <a:lnTo>
                    <a:pt x="211343" y="17980"/>
                  </a:lnTo>
                  <a:lnTo>
                    <a:pt x="212455" y="19502"/>
                  </a:lnTo>
                  <a:lnTo>
                    <a:pt x="213567" y="21067"/>
                  </a:lnTo>
                  <a:lnTo>
                    <a:pt x="214680" y="22674"/>
                  </a:lnTo>
                  <a:lnTo>
                    <a:pt x="215792" y="24349"/>
                  </a:lnTo>
                  <a:lnTo>
                    <a:pt x="216904" y="26051"/>
                  </a:lnTo>
                  <a:lnTo>
                    <a:pt x="218017" y="27814"/>
                  </a:lnTo>
                  <a:lnTo>
                    <a:pt x="219129" y="29615"/>
                  </a:lnTo>
                  <a:lnTo>
                    <a:pt x="220241" y="31448"/>
                  </a:lnTo>
                  <a:lnTo>
                    <a:pt x="221354" y="33338"/>
                  </a:lnTo>
                  <a:lnTo>
                    <a:pt x="222466" y="35249"/>
                  </a:lnTo>
                  <a:lnTo>
                    <a:pt x="223578" y="37207"/>
                  </a:lnTo>
                  <a:lnTo>
                    <a:pt x="224691" y="39194"/>
                  </a:lnTo>
                  <a:lnTo>
                    <a:pt x="225803" y="41206"/>
                  </a:lnTo>
                  <a:lnTo>
                    <a:pt x="226915" y="43258"/>
                  </a:lnTo>
                  <a:lnTo>
                    <a:pt x="228028" y="45324"/>
                  </a:lnTo>
                  <a:lnTo>
                    <a:pt x="229140" y="47422"/>
                  </a:lnTo>
                  <a:lnTo>
                    <a:pt x="230252" y="49538"/>
                  </a:lnTo>
                  <a:lnTo>
                    <a:pt x="231365" y="51668"/>
                  </a:lnTo>
                  <a:lnTo>
                    <a:pt x="232477" y="53821"/>
                  </a:lnTo>
                  <a:lnTo>
                    <a:pt x="233589" y="55981"/>
                  </a:lnTo>
                  <a:lnTo>
                    <a:pt x="234702" y="58155"/>
                  </a:lnTo>
                  <a:lnTo>
                    <a:pt x="235814" y="60335"/>
                  </a:lnTo>
                  <a:lnTo>
                    <a:pt x="236926" y="62519"/>
                  </a:lnTo>
                  <a:lnTo>
                    <a:pt x="238039" y="64706"/>
                  </a:lnTo>
                  <a:lnTo>
                    <a:pt x="239151" y="66891"/>
                  </a:lnTo>
                  <a:lnTo>
                    <a:pt x="240263" y="69072"/>
                  </a:lnTo>
                  <a:lnTo>
                    <a:pt x="241376" y="71246"/>
                  </a:lnTo>
                  <a:lnTo>
                    <a:pt x="242488" y="73414"/>
                  </a:lnTo>
                  <a:lnTo>
                    <a:pt x="243600" y="75562"/>
                  </a:lnTo>
                  <a:lnTo>
                    <a:pt x="244713" y="77701"/>
                  </a:lnTo>
                  <a:lnTo>
                    <a:pt x="245825" y="79818"/>
                  </a:lnTo>
                  <a:lnTo>
                    <a:pt x="246937" y="81913"/>
                  </a:lnTo>
                  <a:lnTo>
                    <a:pt x="248049" y="83993"/>
                  </a:lnTo>
                  <a:lnTo>
                    <a:pt x="249162" y="86031"/>
                  </a:lnTo>
                  <a:lnTo>
                    <a:pt x="250274" y="88052"/>
                  </a:lnTo>
                  <a:lnTo>
                    <a:pt x="251386" y="90033"/>
                  </a:lnTo>
                  <a:lnTo>
                    <a:pt x="252499" y="91979"/>
                  </a:lnTo>
                  <a:lnTo>
                    <a:pt x="253611" y="93900"/>
                  </a:lnTo>
                  <a:lnTo>
                    <a:pt x="254723" y="95759"/>
                  </a:lnTo>
                  <a:lnTo>
                    <a:pt x="255836" y="97593"/>
                  </a:lnTo>
                  <a:lnTo>
                    <a:pt x="256948" y="99372"/>
                  </a:lnTo>
                  <a:lnTo>
                    <a:pt x="258060" y="101103"/>
                  </a:lnTo>
                  <a:lnTo>
                    <a:pt x="259173" y="102802"/>
                  </a:lnTo>
                  <a:lnTo>
                    <a:pt x="260285" y="104419"/>
                  </a:lnTo>
                  <a:lnTo>
                    <a:pt x="261397" y="106004"/>
                  </a:lnTo>
                  <a:lnTo>
                    <a:pt x="262510" y="107524"/>
                  </a:lnTo>
                  <a:lnTo>
                    <a:pt x="263622" y="108983"/>
                  </a:lnTo>
                  <a:lnTo>
                    <a:pt x="264734" y="110405"/>
                  </a:lnTo>
                  <a:lnTo>
                    <a:pt x="265847" y="111728"/>
                  </a:lnTo>
                  <a:lnTo>
                    <a:pt x="266959" y="113016"/>
                  </a:lnTo>
                  <a:lnTo>
                    <a:pt x="268071" y="114229"/>
                  </a:lnTo>
                  <a:lnTo>
                    <a:pt x="269184" y="115372"/>
                  </a:lnTo>
                  <a:lnTo>
                    <a:pt x="270296" y="116475"/>
                  </a:lnTo>
                  <a:lnTo>
                    <a:pt x="271408" y="117468"/>
                  </a:lnTo>
                  <a:lnTo>
                    <a:pt x="272521" y="118422"/>
                  </a:lnTo>
                  <a:lnTo>
                    <a:pt x="273633" y="119297"/>
                  </a:lnTo>
                  <a:lnTo>
                    <a:pt x="274745" y="120095"/>
                  </a:lnTo>
                  <a:lnTo>
                    <a:pt x="275858" y="120853"/>
                  </a:lnTo>
                  <a:lnTo>
                    <a:pt x="276970" y="121494"/>
                  </a:lnTo>
                  <a:lnTo>
                    <a:pt x="278082" y="122096"/>
                  </a:lnTo>
                  <a:lnTo>
                    <a:pt x="279195" y="122617"/>
                  </a:lnTo>
                  <a:lnTo>
                    <a:pt x="280307" y="123061"/>
                  </a:lnTo>
                  <a:lnTo>
                    <a:pt x="281419" y="123464"/>
                  </a:lnTo>
                  <a:lnTo>
                    <a:pt x="282532" y="123751"/>
                  </a:lnTo>
                  <a:lnTo>
                    <a:pt x="283644" y="123999"/>
                  </a:lnTo>
                  <a:lnTo>
                    <a:pt x="284756" y="124170"/>
                  </a:lnTo>
                  <a:lnTo>
                    <a:pt x="285869" y="124266"/>
                  </a:lnTo>
                  <a:lnTo>
                    <a:pt x="286981" y="124323"/>
                  </a:lnTo>
                  <a:lnTo>
                    <a:pt x="288093" y="124272"/>
                  </a:lnTo>
                  <a:lnTo>
                    <a:pt x="289206" y="124185"/>
                  </a:lnTo>
                  <a:lnTo>
                    <a:pt x="290318" y="124027"/>
                  </a:lnTo>
                  <a:lnTo>
                    <a:pt x="291430" y="123801"/>
                  </a:lnTo>
                  <a:lnTo>
                    <a:pt x="292543" y="123541"/>
                  </a:lnTo>
                  <a:lnTo>
                    <a:pt x="293655" y="123185"/>
                  </a:lnTo>
                  <a:lnTo>
                    <a:pt x="294767" y="122797"/>
                  </a:lnTo>
                  <a:lnTo>
                    <a:pt x="295880" y="122350"/>
                  </a:lnTo>
                  <a:lnTo>
                    <a:pt x="296992" y="121844"/>
                  </a:lnTo>
                  <a:lnTo>
                    <a:pt x="298104" y="121310"/>
                  </a:lnTo>
                  <a:lnTo>
                    <a:pt x="299217" y="120699"/>
                  </a:lnTo>
                  <a:lnTo>
                    <a:pt x="300329" y="120062"/>
                  </a:lnTo>
                  <a:lnTo>
                    <a:pt x="301441" y="119379"/>
                  </a:lnTo>
                  <a:lnTo>
                    <a:pt x="302554" y="118651"/>
                  </a:lnTo>
                  <a:lnTo>
                    <a:pt x="303666" y="117901"/>
                  </a:lnTo>
                  <a:lnTo>
                    <a:pt x="304778" y="117097"/>
                  </a:lnTo>
                  <a:lnTo>
                    <a:pt x="305891" y="116274"/>
                  </a:lnTo>
                  <a:lnTo>
                    <a:pt x="307003" y="115421"/>
                  </a:lnTo>
                  <a:lnTo>
                    <a:pt x="308115" y="114539"/>
                  </a:lnTo>
                  <a:lnTo>
                    <a:pt x="309228" y="113644"/>
                  </a:lnTo>
                  <a:lnTo>
                    <a:pt x="310340" y="112718"/>
                  </a:lnTo>
                  <a:lnTo>
                    <a:pt x="311452" y="111782"/>
                  </a:lnTo>
                  <a:lnTo>
                    <a:pt x="312565" y="110833"/>
                  </a:lnTo>
                  <a:lnTo>
                    <a:pt x="313677" y="109872"/>
                  </a:lnTo>
                  <a:lnTo>
                    <a:pt x="314789" y="108907"/>
                  </a:lnTo>
                  <a:lnTo>
                    <a:pt x="315902" y="107936"/>
                  </a:lnTo>
                  <a:lnTo>
                    <a:pt x="317014" y="106966"/>
                  </a:lnTo>
                  <a:lnTo>
                    <a:pt x="318126" y="105997"/>
                  </a:lnTo>
                  <a:lnTo>
                    <a:pt x="319239" y="105036"/>
                  </a:lnTo>
                  <a:lnTo>
                    <a:pt x="320351" y="104080"/>
                  </a:lnTo>
                  <a:lnTo>
                    <a:pt x="321463" y="103141"/>
                  </a:lnTo>
                  <a:lnTo>
                    <a:pt x="322576" y="102214"/>
                  </a:lnTo>
                  <a:lnTo>
                    <a:pt x="323688" y="101303"/>
                  </a:lnTo>
                  <a:lnTo>
                    <a:pt x="324800" y="100420"/>
                  </a:lnTo>
                  <a:lnTo>
                    <a:pt x="325913" y="99548"/>
                  </a:lnTo>
                  <a:lnTo>
                    <a:pt x="327025" y="98717"/>
                  </a:lnTo>
                  <a:lnTo>
                    <a:pt x="328137" y="97907"/>
                  </a:lnTo>
                  <a:lnTo>
                    <a:pt x="329250" y="97127"/>
                  </a:lnTo>
                  <a:lnTo>
                    <a:pt x="330362" y="96391"/>
                  </a:lnTo>
                  <a:lnTo>
                    <a:pt x="331474" y="95676"/>
                  </a:lnTo>
                  <a:lnTo>
                    <a:pt x="332587" y="95018"/>
                  </a:lnTo>
                  <a:lnTo>
                    <a:pt x="333699" y="94392"/>
                  </a:lnTo>
                  <a:lnTo>
                    <a:pt x="334811" y="93807"/>
                  </a:lnTo>
                  <a:lnTo>
                    <a:pt x="335924" y="93281"/>
                  </a:lnTo>
                  <a:lnTo>
                    <a:pt x="337036" y="92781"/>
                  </a:lnTo>
                  <a:lnTo>
                    <a:pt x="338148" y="92355"/>
                  </a:lnTo>
                  <a:lnTo>
                    <a:pt x="339261" y="91968"/>
                  </a:lnTo>
                  <a:lnTo>
                    <a:pt x="340373" y="91629"/>
                  </a:lnTo>
                  <a:lnTo>
                    <a:pt x="341485" y="91363"/>
                  </a:lnTo>
                  <a:lnTo>
                    <a:pt x="342598" y="91128"/>
                  </a:lnTo>
                  <a:lnTo>
                    <a:pt x="343710" y="90976"/>
                  </a:lnTo>
                  <a:lnTo>
                    <a:pt x="344822" y="90870"/>
                  </a:lnTo>
                  <a:lnTo>
                    <a:pt x="345935" y="90817"/>
                  </a:lnTo>
                  <a:lnTo>
                    <a:pt x="347047" y="90845"/>
                  </a:lnTo>
                  <a:lnTo>
                    <a:pt x="348159" y="90907"/>
                  </a:lnTo>
                  <a:lnTo>
                    <a:pt x="349272" y="91059"/>
                  </a:lnTo>
                  <a:lnTo>
                    <a:pt x="350384" y="91261"/>
                  </a:lnTo>
                  <a:lnTo>
                    <a:pt x="351496" y="91517"/>
                  </a:lnTo>
                  <a:lnTo>
                    <a:pt x="352609" y="91860"/>
                  </a:lnTo>
                  <a:lnTo>
                    <a:pt x="353721" y="92238"/>
                  </a:lnTo>
                  <a:lnTo>
                    <a:pt x="354833" y="92706"/>
                  </a:lnTo>
                  <a:lnTo>
                    <a:pt x="355946" y="93226"/>
                  </a:lnTo>
                  <a:lnTo>
                    <a:pt x="357058" y="93801"/>
                  </a:lnTo>
                  <a:lnTo>
                    <a:pt x="358170" y="94462"/>
                  </a:lnTo>
                  <a:lnTo>
                    <a:pt x="359283" y="95158"/>
                  </a:lnTo>
                  <a:lnTo>
                    <a:pt x="360395" y="95942"/>
                  </a:lnTo>
                  <a:lnTo>
                    <a:pt x="361507" y="96776"/>
                  </a:lnTo>
                  <a:lnTo>
                    <a:pt x="362620" y="97662"/>
                  </a:lnTo>
                  <a:lnTo>
                    <a:pt x="363732" y="98631"/>
                  </a:lnTo>
                  <a:lnTo>
                    <a:pt x="364844" y="99633"/>
                  </a:lnTo>
                  <a:lnTo>
                    <a:pt x="365957" y="100716"/>
                  </a:lnTo>
                  <a:lnTo>
                    <a:pt x="367069" y="101846"/>
                  </a:lnTo>
                  <a:lnTo>
                    <a:pt x="368181" y="103023"/>
                  </a:lnTo>
                  <a:lnTo>
                    <a:pt x="369294" y="104277"/>
                  </a:lnTo>
                  <a:lnTo>
                    <a:pt x="370406" y="105560"/>
                  </a:lnTo>
                  <a:lnTo>
                    <a:pt x="371518" y="106914"/>
                  </a:lnTo>
                  <a:lnTo>
                    <a:pt x="372631" y="108311"/>
                  </a:lnTo>
                  <a:lnTo>
                    <a:pt x="373743" y="109748"/>
                  </a:lnTo>
                  <a:lnTo>
                    <a:pt x="374855" y="111251"/>
                  </a:lnTo>
                  <a:lnTo>
                    <a:pt x="375968" y="112780"/>
                  </a:lnTo>
                  <a:lnTo>
                    <a:pt x="377080" y="114368"/>
                  </a:lnTo>
                  <a:lnTo>
                    <a:pt x="378192" y="115992"/>
                  </a:lnTo>
                  <a:lnTo>
                    <a:pt x="379305" y="117648"/>
                  </a:lnTo>
                  <a:lnTo>
                    <a:pt x="380417" y="119360"/>
                  </a:lnTo>
                  <a:lnTo>
                    <a:pt x="381529" y="121091"/>
                  </a:lnTo>
                  <a:lnTo>
                    <a:pt x="382642" y="122869"/>
                  </a:lnTo>
                  <a:lnTo>
                    <a:pt x="383754" y="124676"/>
                  </a:lnTo>
                  <a:lnTo>
                    <a:pt x="384866" y="126506"/>
                  </a:lnTo>
                  <a:lnTo>
                    <a:pt x="385979" y="128379"/>
                  </a:lnTo>
                  <a:lnTo>
                    <a:pt x="387091" y="130266"/>
                  </a:lnTo>
                  <a:lnTo>
                    <a:pt x="388203" y="132186"/>
                  </a:lnTo>
                  <a:lnTo>
                    <a:pt x="389316" y="134127"/>
                  </a:lnTo>
                  <a:lnTo>
                    <a:pt x="390428" y="136084"/>
                  </a:lnTo>
                  <a:lnTo>
                    <a:pt x="391540" y="138069"/>
                  </a:lnTo>
                  <a:lnTo>
                    <a:pt x="392653" y="140064"/>
                  </a:lnTo>
                  <a:lnTo>
                    <a:pt x="393765" y="142079"/>
                  </a:lnTo>
                  <a:lnTo>
                    <a:pt x="394877" y="144107"/>
                  </a:lnTo>
                  <a:lnTo>
                    <a:pt x="395990" y="146144"/>
                  </a:lnTo>
                  <a:lnTo>
                    <a:pt x="397102" y="148196"/>
                  </a:lnTo>
                  <a:lnTo>
                    <a:pt x="398214" y="150253"/>
                  </a:lnTo>
                  <a:lnTo>
                    <a:pt x="399327" y="152319"/>
                  </a:lnTo>
                  <a:lnTo>
                    <a:pt x="400439" y="154389"/>
                  </a:lnTo>
                  <a:lnTo>
                    <a:pt x="401551" y="156464"/>
                  </a:lnTo>
                  <a:lnTo>
                    <a:pt x="402664" y="158541"/>
                  </a:lnTo>
                  <a:lnTo>
                    <a:pt x="403776" y="160619"/>
                  </a:lnTo>
                  <a:lnTo>
                    <a:pt x="404888" y="162698"/>
                  </a:lnTo>
                  <a:lnTo>
                    <a:pt x="406001" y="164774"/>
                  </a:lnTo>
                  <a:lnTo>
                    <a:pt x="407113" y="166849"/>
                  </a:lnTo>
                  <a:lnTo>
                    <a:pt x="408225" y="168919"/>
                  </a:lnTo>
                  <a:lnTo>
                    <a:pt x="409338" y="170985"/>
                  </a:lnTo>
                  <a:lnTo>
                    <a:pt x="410450" y="173045"/>
                  </a:lnTo>
                  <a:lnTo>
                    <a:pt x="411562" y="175098"/>
                  </a:lnTo>
                  <a:lnTo>
                    <a:pt x="412675" y="177147"/>
                  </a:lnTo>
                  <a:lnTo>
                    <a:pt x="413787" y="179183"/>
                  </a:lnTo>
                  <a:lnTo>
                    <a:pt x="414899" y="181214"/>
                  </a:lnTo>
                  <a:lnTo>
                    <a:pt x="416012" y="183235"/>
                  </a:lnTo>
                  <a:lnTo>
                    <a:pt x="417124" y="185246"/>
                  </a:lnTo>
                  <a:lnTo>
                    <a:pt x="418236" y="187250"/>
                  </a:lnTo>
                  <a:lnTo>
                    <a:pt x="419349" y="189239"/>
                  </a:lnTo>
                  <a:lnTo>
                    <a:pt x="420461" y="191221"/>
                  </a:lnTo>
                  <a:lnTo>
                    <a:pt x="421573" y="193191"/>
                  </a:lnTo>
                  <a:lnTo>
                    <a:pt x="422686" y="195151"/>
                  </a:lnTo>
                  <a:lnTo>
                    <a:pt x="423798" y="197104"/>
                  </a:lnTo>
                  <a:lnTo>
                    <a:pt x="424910" y="199040"/>
                  </a:lnTo>
                  <a:lnTo>
                    <a:pt x="426023" y="200971"/>
                  </a:lnTo>
                  <a:lnTo>
                    <a:pt x="427135" y="202890"/>
                  </a:lnTo>
                  <a:lnTo>
                    <a:pt x="428247" y="204800"/>
                  </a:lnTo>
                  <a:lnTo>
                    <a:pt x="429360" y="206704"/>
                  </a:lnTo>
                  <a:lnTo>
                    <a:pt x="430472" y="208594"/>
                  </a:lnTo>
                  <a:lnTo>
                    <a:pt x="431584" y="210480"/>
                  </a:lnTo>
                  <a:lnTo>
                    <a:pt x="432697" y="212357"/>
                  </a:lnTo>
                  <a:lnTo>
                    <a:pt x="433809" y="214228"/>
                  </a:lnTo>
                  <a:lnTo>
                    <a:pt x="434921" y="216094"/>
                  </a:lnTo>
                  <a:lnTo>
                    <a:pt x="436034" y="217952"/>
                  </a:lnTo>
                  <a:lnTo>
                    <a:pt x="437146" y="219809"/>
                  </a:lnTo>
                  <a:lnTo>
                    <a:pt x="438258" y="221661"/>
                  </a:lnTo>
                  <a:lnTo>
                    <a:pt x="439371" y="223510"/>
                  </a:lnTo>
                  <a:lnTo>
                    <a:pt x="440483" y="225358"/>
                  </a:lnTo>
                  <a:lnTo>
                    <a:pt x="441595" y="227206"/>
                  </a:lnTo>
                  <a:lnTo>
                    <a:pt x="442708" y="229054"/>
                  </a:lnTo>
                  <a:lnTo>
                    <a:pt x="443820" y="230903"/>
                  </a:lnTo>
                  <a:lnTo>
                    <a:pt x="444932" y="232756"/>
                  </a:lnTo>
                  <a:lnTo>
                    <a:pt x="446045" y="234610"/>
                  </a:lnTo>
                  <a:lnTo>
                    <a:pt x="447157" y="236472"/>
                  </a:lnTo>
                  <a:lnTo>
                    <a:pt x="448269" y="238338"/>
                  </a:lnTo>
                  <a:lnTo>
                    <a:pt x="449382" y="240211"/>
                  </a:lnTo>
                  <a:lnTo>
                    <a:pt x="450494" y="242093"/>
                  </a:lnTo>
                  <a:lnTo>
                    <a:pt x="451606" y="243980"/>
                  </a:lnTo>
                  <a:lnTo>
                    <a:pt x="452719" y="245884"/>
                  </a:lnTo>
                  <a:lnTo>
                    <a:pt x="453831" y="247795"/>
                  </a:lnTo>
                  <a:lnTo>
                    <a:pt x="454943" y="249719"/>
                  </a:lnTo>
                  <a:lnTo>
                    <a:pt x="456056" y="251659"/>
                  </a:lnTo>
                  <a:lnTo>
                    <a:pt x="457168" y="253606"/>
                  </a:lnTo>
                  <a:lnTo>
                    <a:pt x="458280" y="255578"/>
                  </a:lnTo>
                  <a:lnTo>
                    <a:pt x="459393" y="257561"/>
                  </a:lnTo>
                  <a:lnTo>
                    <a:pt x="460505" y="259561"/>
                  </a:lnTo>
                  <a:lnTo>
                    <a:pt x="461617" y="261584"/>
                  </a:lnTo>
                  <a:lnTo>
                    <a:pt x="462730" y="263616"/>
                  </a:lnTo>
                  <a:lnTo>
                    <a:pt x="463842" y="265680"/>
                  </a:lnTo>
                  <a:lnTo>
                    <a:pt x="464954" y="267758"/>
                  </a:lnTo>
                  <a:lnTo>
                    <a:pt x="466067" y="269857"/>
                  </a:lnTo>
                  <a:lnTo>
                    <a:pt x="467179" y="271983"/>
                  </a:lnTo>
                  <a:lnTo>
                    <a:pt x="468291" y="274121"/>
                  </a:lnTo>
                  <a:lnTo>
                    <a:pt x="469404" y="276295"/>
                  </a:lnTo>
                  <a:lnTo>
                    <a:pt x="470516" y="278485"/>
                  </a:lnTo>
                  <a:lnTo>
                    <a:pt x="471628" y="280700"/>
                  </a:lnTo>
                  <a:lnTo>
                    <a:pt x="472741" y="282944"/>
                  </a:lnTo>
                  <a:lnTo>
                    <a:pt x="473853" y="285202"/>
                  </a:lnTo>
                  <a:lnTo>
                    <a:pt x="474965" y="287499"/>
                  </a:lnTo>
                  <a:lnTo>
                    <a:pt x="476078" y="289813"/>
                  </a:lnTo>
                  <a:lnTo>
                    <a:pt x="477190" y="292152"/>
                  </a:lnTo>
                  <a:lnTo>
                    <a:pt x="478302" y="294522"/>
                  </a:lnTo>
                  <a:lnTo>
                    <a:pt x="479415" y="296907"/>
                  </a:lnTo>
                  <a:lnTo>
                    <a:pt x="480527" y="299331"/>
                  </a:lnTo>
                  <a:lnTo>
                    <a:pt x="481639" y="301772"/>
                  </a:lnTo>
                  <a:lnTo>
                    <a:pt x="482752" y="304238"/>
                  </a:lnTo>
                  <a:lnTo>
                    <a:pt x="483864" y="306734"/>
                  </a:lnTo>
                  <a:lnTo>
                    <a:pt x="484976" y="309245"/>
                  </a:lnTo>
                  <a:lnTo>
                    <a:pt x="486089" y="311792"/>
                  </a:lnTo>
                  <a:lnTo>
                    <a:pt x="487201" y="314357"/>
                  </a:lnTo>
                  <a:lnTo>
                    <a:pt x="488313" y="316943"/>
                  </a:lnTo>
                  <a:lnTo>
                    <a:pt x="489426" y="319559"/>
                  </a:lnTo>
                  <a:lnTo>
                    <a:pt x="490538" y="322187"/>
                  </a:lnTo>
                  <a:lnTo>
                    <a:pt x="491650" y="324847"/>
                  </a:lnTo>
                  <a:lnTo>
                    <a:pt x="492762" y="327522"/>
                  </a:lnTo>
                  <a:lnTo>
                    <a:pt x="493875" y="330217"/>
                  </a:lnTo>
                  <a:lnTo>
                    <a:pt x="494987" y="332936"/>
                  </a:lnTo>
                  <a:lnTo>
                    <a:pt x="496099" y="335666"/>
                  </a:lnTo>
                  <a:lnTo>
                    <a:pt x="497212" y="338422"/>
                  </a:lnTo>
                  <a:lnTo>
                    <a:pt x="498324" y="341190"/>
                  </a:lnTo>
                  <a:lnTo>
                    <a:pt x="499436" y="343973"/>
                  </a:lnTo>
                  <a:lnTo>
                    <a:pt x="500549" y="346775"/>
                  </a:lnTo>
                  <a:lnTo>
                    <a:pt x="501661" y="349585"/>
                  </a:lnTo>
                  <a:lnTo>
                    <a:pt x="502773" y="352414"/>
                  </a:lnTo>
                  <a:lnTo>
                    <a:pt x="503886" y="355252"/>
                  </a:lnTo>
                  <a:lnTo>
                    <a:pt x="504998" y="358099"/>
                  </a:lnTo>
                  <a:lnTo>
                    <a:pt x="506110" y="360959"/>
                  </a:lnTo>
                  <a:lnTo>
                    <a:pt x="507223" y="363823"/>
                  </a:lnTo>
                  <a:lnTo>
                    <a:pt x="508335" y="366698"/>
                  </a:lnTo>
                  <a:lnTo>
                    <a:pt x="509447" y="369578"/>
                  </a:lnTo>
                  <a:lnTo>
                    <a:pt x="510560" y="372462"/>
                  </a:lnTo>
                  <a:lnTo>
                    <a:pt x="511672" y="375351"/>
                  </a:lnTo>
                  <a:lnTo>
                    <a:pt x="512784" y="378241"/>
                  </a:lnTo>
                  <a:lnTo>
                    <a:pt x="513897" y="381134"/>
                  </a:lnTo>
                  <a:lnTo>
                    <a:pt x="515009" y="384026"/>
                  </a:lnTo>
                  <a:lnTo>
                    <a:pt x="516121" y="386917"/>
                  </a:lnTo>
                  <a:lnTo>
                    <a:pt x="517234" y="389806"/>
                  </a:lnTo>
                  <a:lnTo>
                    <a:pt x="518346" y="392692"/>
                  </a:lnTo>
                  <a:lnTo>
                    <a:pt x="519458" y="395572"/>
                  </a:lnTo>
                  <a:lnTo>
                    <a:pt x="520571" y="398447"/>
                  </a:lnTo>
                  <a:lnTo>
                    <a:pt x="521683" y="401316"/>
                  </a:lnTo>
                  <a:lnTo>
                    <a:pt x="522795" y="404174"/>
                  </a:lnTo>
                  <a:lnTo>
                    <a:pt x="523908" y="407027"/>
                  </a:lnTo>
                  <a:lnTo>
                    <a:pt x="525020" y="409866"/>
                  </a:lnTo>
                  <a:lnTo>
                    <a:pt x="526132" y="412695"/>
                  </a:lnTo>
                  <a:lnTo>
                    <a:pt x="527245" y="415514"/>
                  </a:lnTo>
                  <a:lnTo>
                    <a:pt x="528357" y="418313"/>
                  </a:lnTo>
                  <a:lnTo>
                    <a:pt x="529469" y="421105"/>
                  </a:lnTo>
                  <a:lnTo>
                    <a:pt x="530582" y="423876"/>
                  </a:lnTo>
                  <a:lnTo>
                    <a:pt x="531694" y="426632"/>
                  </a:lnTo>
                  <a:lnTo>
                    <a:pt x="532806" y="429375"/>
                  </a:lnTo>
                  <a:lnTo>
                    <a:pt x="533919" y="432091"/>
                  </a:lnTo>
                  <a:lnTo>
                    <a:pt x="535031" y="434796"/>
                  </a:lnTo>
                  <a:lnTo>
                    <a:pt x="536143" y="437476"/>
                  </a:lnTo>
                  <a:lnTo>
                    <a:pt x="537256" y="440136"/>
                  </a:lnTo>
                  <a:lnTo>
                    <a:pt x="538368" y="442779"/>
                  </a:lnTo>
                  <a:lnTo>
                    <a:pt x="539480" y="445390"/>
                  </a:lnTo>
                  <a:lnTo>
                    <a:pt x="540593" y="447989"/>
                  </a:lnTo>
                  <a:lnTo>
                    <a:pt x="541705" y="450556"/>
                  </a:lnTo>
                  <a:lnTo>
                    <a:pt x="542817" y="453100"/>
                  </a:lnTo>
                  <a:lnTo>
                    <a:pt x="543930" y="455626"/>
                  </a:lnTo>
                  <a:lnTo>
                    <a:pt x="545042" y="458115"/>
                  </a:lnTo>
                  <a:lnTo>
                    <a:pt x="546154" y="460588"/>
                  </a:lnTo>
                  <a:lnTo>
                    <a:pt x="547267" y="463027"/>
                  </a:lnTo>
                  <a:lnTo>
                    <a:pt x="548379" y="465441"/>
                  </a:lnTo>
                  <a:lnTo>
                    <a:pt x="549491" y="467834"/>
                  </a:lnTo>
                  <a:lnTo>
                    <a:pt x="550604" y="470186"/>
                  </a:lnTo>
                  <a:lnTo>
                    <a:pt x="551716" y="472522"/>
                  </a:lnTo>
                  <a:lnTo>
                    <a:pt x="552828" y="474821"/>
                  </a:lnTo>
                  <a:lnTo>
                    <a:pt x="553941" y="477092"/>
                  </a:lnTo>
                  <a:lnTo>
                    <a:pt x="555053" y="479343"/>
                  </a:lnTo>
                  <a:lnTo>
                    <a:pt x="556165" y="481548"/>
                  </a:lnTo>
                  <a:lnTo>
                    <a:pt x="557278" y="483737"/>
                  </a:lnTo>
                  <a:lnTo>
                    <a:pt x="558390" y="485888"/>
                  </a:lnTo>
                  <a:lnTo>
                    <a:pt x="559502" y="488009"/>
                  </a:lnTo>
                  <a:lnTo>
                    <a:pt x="560615" y="490110"/>
                  </a:lnTo>
                  <a:lnTo>
                    <a:pt x="561727" y="492164"/>
                  </a:lnTo>
                  <a:lnTo>
                    <a:pt x="562839" y="494200"/>
                  </a:lnTo>
                  <a:lnTo>
                    <a:pt x="563952" y="496199"/>
                  </a:lnTo>
                  <a:lnTo>
                    <a:pt x="565064" y="498167"/>
                  </a:lnTo>
                  <a:lnTo>
                    <a:pt x="566176" y="500114"/>
                  </a:lnTo>
                  <a:lnTo>
                    <a:pt x="567289" y="502014"/>
                  </a:lnTo>
                  <a:lnTo>
                    <a:pt x="568401" y="503896"/>
                  </a:lnTo>
                  <a:lnTo>
                    <a:pt x="568401" y="577847"/>
                  </a:lnTo>
                  <a:lnTo>
                    <a:pt x="567289" y="577847"/>
                  </a:lnTo>
                  <a:lnTo>
                    <a:pt x="566176" y="577847"/>
                  </a:lnTo>
                  <a:lnTo>
                    <a:pt x="565064" y="577847"/>
                  </a:lnTo>
                  <a:lnTo>
                    <a:pt x="563952" y="577847"/>
                  </a:lnTo>
                  <a:lnTo>
                    <a:pt x="562839" y="577847"/>
                  </a:lnTo>
                  <a:lnTo>
                    <a:pt x="561727" y="577847"/>
                  </a:lnTo>
                  <a:lnTo>
                    <a:pt x="560615" y="577847"/>
                  </a:lnTo>
                  <a:lnTo>
                    <a:pt x="559502" y="577847"/>
                  </a:lnTo>
                  <a:lnTo>
                    <a:pt x="558390" y="577847"/>
                  </a:lnTo>
                  <a:lnTo>
                    <a:pt x="557278" y="577847"/>
                  </a:lnTo>
                  <a:lnTo>
                    <a:pt x="556165" y="577847"/>
                  </a:lnTo>
                  <a:lnTo>
                    <a:pt x="555053" y="577847"/>
                  </a:lnTo>
                  <a:lnTo>
                    <a:pt x="553941" y="577847"/>
                  </a:lnTo>
                  <a:lnTo>
                    <a:pt x="552828" y="577847"/>
                  </a:lnTo>
                  <a:lnTo>
                    <a:pt x="551716" y="577847"/>
                  </a:lnTo>
                  <a:lnTo>
                    <a:pt x="550604" y="577847"/>
                  </a:lnTo>
                  <a:lnTo>
                    <a:pt x="549491" y="577847"/>
                  </a:lnTo>
                  <a:lnTo>
                    <a:pt x="548379" y="577847"/>
                  </a:lnTo>
                  <a:lnTo>
                    <a:pt x="547267" y="577847"/>
                  </a:lnTo>
                  <a:lnTo>
                    <a:pt x="546154" y="577847"/>
                  </a:lnTo>
                  <a:lnTo>
                    <a:pt x="545042" y="577847"/>
                  </a:lnTo>
                  <a:lnTo>
                    <a:pt x="543930" y="577847"/>
                  </a:lnTo>
                  <a:lnTo>
                    <a:pt x="542817" y="577847"/>
                  </a:lnTo>
                  <a:lnTo>
                    <a:pt x="541705" y="577847"/>
                  </a:lnTo>
                  <a:lnTo>
                    <a:pt x="540593" y="577847"/>
                  </a:lnTo>
                  <a:lnTo>
                    <a:pt x="539480" y="577847"/>
                  </a:lnTo>
                  <a:lnTo>
                    <a:pt x="538368" y="577847"/>
                  </a:lnTo>
                  <a:lnTo>
                    <a:pt x="537256" y="577847"/>
                  </a:lnTo>
                  <a:lnTo>
                    <a:pt x="536143" y="577847"/>
                  </a:lnTo>
                  <a:lnTo>
                    <a:pt x="535031" y="577847"/>
                  </a:lnTo>
                  <a:lnTo>
                    <a:pt x="533919" y="577847"/>
                  </a:lnTo>
                  <a:lnTo>
                    <a:pt x="532806" y="577847"/>
                  </a:lnTo>
                  <a:lnTo>
                    <a:pt x="531694" y="577847"/>
                  </a:lnTo>
                  <a:lnTo>
                    <a:pt x="530582" y="577847"/>
                  </a:lnTo>
                  <a:lnTo>
                    <a:pt x="529469" y="577847"/>
                  </a:lnTo>
                  <a:lnTo>
                    <a:pt x="528357" y="577847"/>
                  </a:lnTo>
                  <a:lnTo>
                    <a:pt x="527245" y="577847"/>
                  </a:lnTo>
                  <a:lnTo>
                    <a:pt x="526132" y="577847"/>
                  </a:lnTo>
                  <a:lnTo>
                    <a:pt x="525020" y="577847"/>
                  </a:lnTo>
                  <a:lnTo>
                    <a:pt x="523908" y="577847"/>
                  </a:lnTo>
                  <a:lnTo>
                    <a:pt x="522795" y="577847"/>
                  </a:lnTo>
                  <a:lnTo>
                    <a:pt x="521683" y="577847"/>
                  </a:lnTo>
                  <a:lnTo>
                    <a:pt x="520571" y="577847"/>
                  </a:lnTo>
                  <a:lnTo>
                    <a:pt x="519458" y="577847"/>
                  </a:lnTo>
                  <a:lnTo>
                    <a:pt x="518346" y="577847"/>
                  </a:lnTo>
                  <a:lnTo>
                    <a:pt x="517234" y="577847"/>
                  </a:lnTo>
                  <a:lnTo>
                    <a:pt x="516121" y="577847"/>
                  </a:lnTo>
                  <a:lnTo>
                    <a:pt x="515009" y="577847"/>
                  </a:lnTo>
                  <a:lnTo>
                    <a:pt x="513897" y="577847"/>
                  </a:lnTo>
                  <a:lnTo>
                    <a:pt x="512784" y="577847"/>
                  </a:lnTo>
                  <a:lnTo>
                    <a:pt x="511672" y="577847"/>
                  </a:lnTo>
                  <a:lnTo>
                    <a:pt x="510560" y="577847"/>
                  </a:lnTo>
                  <a:lnTo>
                    <a:pt x="509447" y="577847"/>
                  </a:lnTo>
                  <a:lnTo>
                    <a:pt x="508335" y="577847"/>
                  </a:lnTo>
                  <a:lnTo>
                    <a:pt x="507223" y="577847"/>
                  </a:lnTo>
                  <a:lnTo>
                    <a:pt x="506110" y="577847"/>
                  </a:lnTo>
                  <a:lnTo>
                    <a:pt x="504998" y="577847"/>
                  </a:lnTo>
                  <a:lnTo>
                    <a:pt x="503886" y="577847"/>
                  </a:lnTo>
                  <a:lnTo>
                    <a:pt x="502773" y="577847"/>
                  </a:lnTo>
                  <a:lnTo>
                    <a:pt x="501661" y="577847"/>
                  </a:lnTo>
                  <a:lnTo>
                    <a:pt x="500549" y="577847"/>
                  </a:lnTo>
                  <a:lnTo>
                    <a:pt x="499436" y="577847"/>
                  </a:lnTo>
                  <a:lnTo>
                    <a:pt x="498324" y="577847"/>
                  </a:lnTo>
                  <a:lnTo>
                    <a:pt x="497212" y="577847"/>
                  </a:lnTo>
                  <a:lnTo>
                    <a:pt x="496099" y="577847"/>
                  </a:lnTo>
                  <a:lnTo>
                    <a:pt x="494987" y="577847"/>
                  </a:lnTo>
                  <a:lnTo>
                    <a:pt x="493875" y="577847"/>
                  </a:lnTo>
                  <a:lnTo>
                    <a:pt x="492762" y="577847"/>
                  </a:lnTo>
                  <a:lnTo>
                    <a:pt x="491650" y="577847"/>
                  </a:lnTo>
                  <a:lnTo>
                    <a:pt x="490538" y="577847"/>
                  </a:lnTo>
                  <a:lnTo>
                    <a:pt x="489426" y="577847"/>
                  </a:lnTo>
                  <a:lnTo>
                    <a:pt x="488313" y="577847"/>
                  </a:lnTo>
                  <a:lnTo>
                    <a:pt x="487201" y="577847"/>
                  </a:lnTo>
                  <a:lnTo>
                    <a:pt x="486089" y="577847"/>
                  </a:lnTo>
                  <a:lnTo>
                    <a:pt x="484976" y="577847"/>
                  </a:lnTo>
                  <a:lnTo>
                    <a:pt x="483864" y="577847"/>
                  </a:lnTo>
                  <a:lnTo>
                    <a:pt x="482752" y="577847"/>
                  </a:lnTo>
                  <a:lnTo>
                    <a:pt x="481639" y="577847"/>
                  </a:lnTo>
                  <a:lnTo>
                    <a:pt x="480527" y="577847"/>
                  </a:lnTo>
                  <a:lnTo>
                    <a:pt x="479415" y="577847"/>
                  </a:lnTo>
                  <a:lnTo>
                    <a:pt x="478302" y="577847"/>
                  </a:lnTo>
                  <a:lnTo>
                    <a:pt x="477190" y="577847"/>
                  </a:lnTo>
                  <a:lnTo>
                    <a:pt x="476078" y="577847"/>
                  </a:lnTo>
                  <a:lnTo>
                    <a:pt x="474965" y="577847"/>
                  </a:lnTo>
                  <a:lnTo>
                    <a:pt x="473853" y="577847"/>
                  </a:lnTo>
                  <a:lnTo>
                    <a:pt x="472741" y="577847"/>
                  </a:lnTo>
                  <a:lnTo>
                    <a:pt x="471628" y="577847"/>
                  </a:lnTo>
                  <a:lnTo>
                    <a:pt x="470516" y="577847"/>
                  </a:lnTo>
                  <a:lnTo>
                    <a:pt x="469404" y="577847"/>
                  </a:lnTo>
                  <a:lnTo>
                    <a:pt x="468291" y="577847"/>
                  </a:lnTo>
                  <a:lnTo>
                    <a:pt x="467179" y="577847"/>
                  </a:lnTo>
                  <a:lnTo>
                    <a:pt x="466067" y="577847"/>
                  </a:lnTo>
                  <a:lnTo>
                    <a:pt x="464954" y="577847"/>
                  </a:lnTo>
                  <a:lnTo>
                    <a:pt x="463842" y="577847"/>
                  </a:lnTo>
                  <a:lnTo>
                    <a:pt x="462730" y="577847"/>
                  </a:lnTo>
                  <a:lnTo>
                    <a:pt x="461617" y="577847"/>
                  </a:lnTo>
                  <a:lnTo>
                    <a:pt x="460505" y="577847"/>
                  </a:lnTo>
                  <a:lnTo>
                    <a:pt x="459393" y="577847"/>
                  </a:lnTo>
                  <a:lnTo>
                    <a:pt x="458280" y="577847"/>
                  </a:lnTo>
                  <a:lnTo>
                    <a:pt x="457168" y="577847"/>
                  </a:lnTo>
                  <a:lnTo>
                    <a:pt x="456056" y="577847"/>
                  </a:lnTo>
                  <a:lnTo>
                    <a:pt x="454943" y="577847"/>
                  </a:lnTo>
                  <a:lnTo>
                    <a:pt x="453831" y="577847"/>
                  </a:lnTo>
                  <a:lnTo>
                    <a:pt x="452719" y="577847"/>
                  </a:lnTo>
                  <a:lnTo>
                    <a:pt x="451606" y="577847"/>
                  </a:lnTo>
                  <a:lnTo>
                    <a:pt x="450494" y="577847"/>
                  </a:lnTo>
                  <a:lnTo>
                    <a:pt x="449382" y="577847"/>
                  </a:lnTo>
                  <a:lnTo>
                    <a:pt x="448269" y="577847"/>
                  </a:lnTo>
                  <a:lnTo>
                    <a:pt x="447157" y="577847"/>
                  </a:lnTo>
                  <a:lnTo>
                    <a:pt x="446045" y="577847"/>
                  </a:lnTo>
                  <a:lnTo>
                    <a:pt x="444932" y="577847"/>
                  </a:lnTo>
                  <a:lnTo>
                    <a:pt x="443820" y="577847"/>
                  </a:lnTo>
                  <a:lnTo>
                    <a:pt x="442708" y="577847"/>
                  </a:lnTo>
                  <a:lnTo>
                    <a:pt x="441595" y="577847"/>
                  </a:lnTo>
                  <a:lnTo>
                    <a:pt x="440483" y="577847"/>
                  </a:lnTo>
                  <a:lnTo>
                    <a:pt x="439371" y="577847"/>
                  </a:lnTo>
                  <a:lnTo>
                    <a:pt x="438258" y="577847"/>
                  </a:lnTo>
                  <a:lnTo>
                    <a:pt x="437146" y="577847"/>
                  </a:lnTo>
                  <a:lnTo>
                    <a:pt x="436034" y="577847"/>
                  </a:lnTo>
                  <a:lnTo>
                    <a:pt x="434921" y="577847"/>
                  </a:lnTo>
                  <a:lnTo>
                    <a:pt x="433809" y="577847"/>
                  </a:lnTo>
                  <a:lnTo>
                    <a:pt x="432697" y="577847"/>
                  </a:lnTo>
                  <a:lnTo>
                    <a:pt x="431584" y="577847"/>
                  </a:lnTo>
                  <a:lnTo>
                    <a:pt x="430472" y="577847"/>
                  </a:lnTo>
                  <a:lnTo>
                    <a:pt x="429360" y="577847"/>
                  </a:lnTo>
                  <a:lnTo>
                    <a:pt x="428247" y="577847"/>
                  </a:lnTo>
                  <a:lnTo>
                    <a:pt x="427135" y="577847"/>
                  </a:lnTo>
                  <a:lnTo>
                    <a:pt x="426023" y="577847"/>
                  </a:lnTo>
                  <a:lnTo>
                    <a:pt x="424910" y="577847"/>
                  </a:lnTo>
                  <a:lnTo>
                    <a:pt x="423798" y="577847"/>
                  </a:lnTo>
                  <a:lnTo>
                    <a:pt x="422686" y="577847"/>
                  </a:lnTo>
                  <a:lnTo>
                    <a:pt x="421573" y="577847"/>
                  </a:lnTo>
                  <a:lnTo>
                    <a:pt x="420461" y="577847"/>
                  </a:lnTo>
                  <a:lnTo>
                    <a:pt x="419349" y="577847"/>
                  </a:lnTo>
                  <a:lnTo>
                    <a:pt x="418236" y="577847"/>
                  </a:lnTo>
                  <a:lnTo>
                    <a:pt x="417124" y="577847"/>
                  </a:lnTo>
                  <a:lnTo>
                    <a:pt x="416012" y="577847"/>
                  </a:lnTo>
                  <a:lnTo>
                    <a:pt x="414899" y="577847"/>
                  </a:lnTo>
                  <a:lnTo>
                    <a:pt x="413787" y="577847"/>
                  </a:lnTo>
                  <a:lnTo>
                    <a:pt x="412675" y="577847"/>
                  </a:lnTo>
                  <a:lnTo>
                    <a:pt x="411562" y="577847"/>
                  </a:lnTo>
                  <a:lnTo>
                    <a:pt x="410450" y="577847"/>
                  </a:lnTo>
                  <a:lnTo>
                    <a:pt x="409338" y="577847"/>
                  </a:lnTo>
                  <a:lnTo>
                    <a:pt x="408225" y="577847"/>
                  </a:lnTo>
                  <a:lnTo>
                    <a:pt x="407113" y="577847"/>
                  </a:lnTo>
                  <a:lnTo>
                    <a:pt x="406001" y="577847"/>
                  </a:lnTo>
                  <a:lnTo>
                    <a:pt x="404888" y="577847"/>
                  </a:lnTo>
                  <a:lnTo>
                    <a:pt x="403776" y="577847"/>
                  </a:lnTo>
                  <a:lnTo>
                    <a:pt x="402664" y="577847"/>
                  </a:lnTo>
                  <a:lnTo>
                    <a:pt x="401551" y="577847"/>
                  </a:lnTo>
                  <a:lnTo>
                    <a:pt x="400439" y="577847"/>
                  </a:lnTo>
                  <a:lnTo>
                    <a:pt x="399327" y="577847"/>
                  </a:lnTo>
                  <a:lnTo>
                    <a:pt x="398214" y="577847"/>
                  </a:lnTo>
                  <a:lnTo>
                    <a:pt x="397102" y="577847"/>
                  </a:lnTo>
                  <a:lnTo>
                    <a:pt x="395990" y="577847"/>
                  </a:lnTo>
                  <a:lnTo>
                    <a:pt x="394877" y="577847"/>
                  </a:lnTo>
                  <a:lnTo>
                    <a:pt x="393765" y="577847"/>
                  </a:lnTo>
                  <a:lnTo>
                    <a:pt x="392653" y="577847"/>
                  </a:lnTo>
                  <a:lnTo>
                    <a:pt x="391540" y="577847"/>
                  </a:lnTo>
                  <a:lnTo>
                    <a:pt x="390428" y="577847"/>
                  </a:lnTo>
                  <a:lnTo>
                    <a:pt x="389316" y="577847"/>
                  </a:lnTo>
                  <a:lnTo>
                    <a:pt x="388203" y="577847"/>
                  </a:lnTo>
                  <a:lnTo>
                    <a:pt x="387091" y="577847"/>
                  </a:lnTo>
                  <a:lnTo>
                    <a:pt x="385979" y="577847"/>
                  </a:lnTo>
                  <a:lnTo>
                    <a:pt x="384866" y="577847"/>
                  </a:lnTo>
                  <a:lnTo>
                    <a:pt x="383754" y="577847"/>
                  </a:lnTo>
                  <a:lnTo>
                    <a:pt x="382642" y="577847"/>
                  </a:lnTo>
                  <a:lnTo>
                    <a:pt x="381529" y="577847"/>
                  </a:lnTo>
                  <a:lnTo>
                    <a:pt x="380417" y="577847"/>
                  </a:lnTo>
                  <a:lnTo>
                    <a:pt x="379305" y="577847"/>
                  </a:lnTo>
                  <a:lnTo>
                    <a:pt x="378192" y="577847"/>
                  </a:lnTo>
                  <a:lnTo>
                    <a:pt x="377080" y="577847"/>
                  </a:lnTo>
                  <a:lnTo>
                    <a:pt x="375968" y="577847"/>
                  </a:lnTo>
                  <a:lnTo>
                    <a:pt x="374855" y="577847"/>
                  </a:lnTo>
                  <a:lnTo>
                    <a:pt x="373743" y="577847"/>
                  </a:lnTo>
                  <a:lnTo>
                    <a:pt x="372631" y="577847"/>
                  </a:lnTo>
                  <a:lnTo>
                    <a:pt x="371518" y="577847"/>
                  </a:lnTo>
                  <a:lnTo>
                    <a:pt x="370406" y="577847"/>
                  </a:lnTo>
                  <a:lnTo>
                    <a:pt x="369294" y="577847"/>
                  </a:lnTo>
                  <a:lnTo>
                    <a:pt x="368181" y="577847"/>
                  </a:lnTo>
                  <a:lnTo>
                    <a:pt x="367069" y="577847"/>
                  </a:lnTo>
                  <a:lnTo>
                    <a:pt x="365957" y="577847"/>
                  </a:lnTo>
                  <a:lnTo>
                    <a:pt x="364844" y="577847"/>
                  </a:lnTo>
                  <a:lnTo>
                    <a:pt x="363732" y="577847"/>
                  </a:lnTo>
                  <a:lnTo>
                    <a:pt x="362620" y="577847"/>
                  </a:lnTo>
                  <a:lnTo>
                    <a:pt x="361507" y="577847"/>
                  </a:lnTo>
                  <a:lnTo>
                    <a:pt x="360395" y="577847"/>
                  </a:lnTo>
                  <a:lnTo>
                    <a:pt x="359283" y="577847"/>
                  </a:lnTo>
                  <a:lnTo>
                    <a:pt x="358170" y="577847"/>
                  </a:lnTo>
                  <a:lnTo>
                    <a:pt x="357058" y="577847"/>
                  </a:lnTo>
                  <a:lnTo>
                    <a:pt x="355946" y="577847"/>
                  </a:lnTo>
                  <a:lnTo>
                    <a:pt x="354833" y="577847"/>
                  </a:lnTo>
                  <a:lnTo>
                    <a:pt x="353721" y="577847"/>
                  </a:lnTo>
                  <a:lnTo>
                    <a:pt x="352609" y="577847"/>
                  </a:lnTo>
                  <a:lnTo>
                    <a:pt x="351496" y="577847"/>
                  </a:lnTo>
                  <a:lnTo>
                    <a:pt x="350384" y="577847"/>
                  </a:lnTo>
                  <a:lnTo>
                    <a:pt x="349272" y="577847"/>
                  </a:lnTo>
                  <a:lnTo>
                    <a:pt x="348159" y="577847"/>
                  </a:lnTo>
                  <a:lnTo>
                    <a:pt x="347047" y="577847"/>
                  </a:lnTo>
                  <a:lnTo>
                    <a:pt x="345935" y="577847"/>
                  </a:lnTo>
                  <a:lnTo>
                    <a:pt x="344822" y="577847"/>
                  </a:lnTo>
                  <a:lnTo>
                    <a:pt x="343710" y="577847"/>
                  </a:lnTo>
                  <a:lnTo>
                    <a:pt x="342598" y="577847"/>
                  </a:lnTo>
                  <a:lnTo>
                    <a:pt x="341485" y="577847"/>
                  </a:lnTo>
                  <a:lnTo>
                    <a:pt x="340373" y="577847"/>
                  </a:lnTo>
                  <a:lnTo>
                    <a:pt x="339261" y="577847"/>
                  </a:lnTo>
                  <a:lnTo>
                    <a:pt x="338148" y="577847"/>
                  </a:lnTo>
                  <a:lnTo>
                    <a:pt x="337036" y="577847"/>
                  </a:lnTo>
                  <a:lnTo>
                    <a:pt x="335924" y="577847"/>
                  </a:lnTo>
                  <a:lnTo>
                    <a:pt x="334811" y="577847"/>
                  </a:lnTo>
                  <a:lnTo>
                    <a:pt x="333699" y="577847"/>
                  </a:lnTo>
                  <a:lnTo>
                    <a:pt x="332587" y="577847"/>
                  </a:lnTo>
                  <a:lnTo>
                    <a:pt x="331474" y="577847"/>
                  </a:lnTo>
                  <a:lnTo>
                    <a:pt x="330362" y="577847"/>
                  </a:lnTo>
                  <a:lnTo>
                    <a:pt x="329250" y="577847"/>
                  </a:lnTo>
                  <a:lnTo>
                    <a:pt x="328137" y="577847"/>
                  </a:lnTo>
                  <a:lnTo>
                    <a:pt x="327025" y="577847"/>
                  </a:lnTo>
                  <a:lnTo>
                    <a:pt x="325913" y="577847"/>
                  </a:lnTo>
                  <a:lnTo>
                    <a:pt x="324800" y="577847"/>
                  </a:lnTo>
                  <a:lnTo>
                    <a:pt x="323688" y="577847"/>
                  </a:lnTo>
                  <a:lnTo>
                    <a:pt x="322576" y="577847"/>
                  </a:lnTo>
                  <a:lnTo>
                    <a:pt x="321463" y="577847"/>
                  </a:lnTo>
                  <a:lnTo>
                    <a:pt x="320351" y="577847"/>
                  </a:lnTo>
                  <a:lnTo>
                    <a:pt x="319239" y="577847"/>
                  </a:lnTo>
                  <a:lnTo>
                    <a:pt x="318126" y="577847"/>
                  </a:lnTo>
                  <a:lnTo>
                    <a:pt x="317014" y="577847"/>
                  </a:lnTo>
                  <a:lnTo>
                    <a:pt x="315902" y="577847"/>
                  </a:lnTo>
                  <a:lnTo>
                    <a:pt x="314789" y="577847"/>
                  </a:lnTo>
                  <a:lnTo>
                    <a:pt x="313677" y="577847"/>
                  </a:lnTo>
                  <a:lnTo>
                    <a:pt x="312565" y="577847"/>
                  </a:lnTo>
                  <a:lnTo>
                    <a:pt x="311452" y="577847"/>
                  </a:lnTo>
                  <a:lnTo>
                    <a:pt x="310340" y="577847"/>
                  </a:lnTo>
                  <a:lnTo>
                    <a:pt x="309228" y="577847"/>
                  </a:lnTo>
                  <a:lnTo>
                    <a:pt x="308115" y="577847"/>
                  </a:lnTo>
                  <a:lnTo>
                    <a:pt x="307003" y="577847"/>
                  </a:lnTo>
                  <a:lnTo>
                    <a:pt x="305891" y="577847"/>
                  </a:lnTo>
                  <a:lnTo>
                    <a:pt x="304778" y="577847"/>
                  </a:lnTo>
                  <a:lnTo>
                    <a:pt x="303666" y="577847"/>
                  </a:lnTo>
                  <a:lnTo>
                    <a:pt x="302554" y="577847"/>
                  </a:lnTo>
                  <a:lnTo>
                    <a:pt x="301441" y="577847"/>
                  </a:lnTo>
                  <a:lnTo>
                    <a:pt x="300329" y="577847"/>
                  </a:lnTo>
                  <a:lnTo>
                    <a:pt x="299217" y="577847"/>
                  </a:lnTo>
                  <a:lnTo>
                    <a:pt x="298104" y="577847"/>
                  </a:lnTo>
                  <a:lnTo>
                    <a:pt x="296992" y="577847"/>
                  </a:lnTo>
                  <a:lnTo>
                    <a:pt x="295880" y="577847"/>
                  </a:lnTo>
                  <a:lnTo>
                    <a:pt x="294767" y="577847"/>
                  </a:lnTo>
                  <a:lnTo>
                    <a:pt x="293655" y="577847"/>
                  </a:lnTo>
                  <a:lnTo>
                    <a:pt x="292543" y="577847"/>
                  </a:lnTo>
                  <a:lnTo>
                    <a:pt x="291430" y="577847"/>
                  </a:lnTo>
                  <a:lnTo>
                    <a:pt x="290318" y="577847"/>
                  </a:lnTo>
                  <a:lnTo>
                    <a:pt x="289206" y="577847"/>
                  </a:lnTo>
                  <a:lnTo>
                    <a:pt x="288093" y="577847"/>
                  </a:lnTo>
                  <a:lnTo>
                    <a:pt x="286981" y="577847"/>
                  </a:lnTo>
                  <a:lnTo>
                    <a:pt x="285869" y="577847"/>
                  </a:lnTo>
                  <a:lnTo>
                    <a:pt x="284756" y="577847"/>
                  </a:lnTo>
                  <a:lnTo>
                    <a:pt x="283644" y="577847"/>
                  </a:lnTo>
                  <a:lnTo>
                    <a:pt x="282532" y="577847"/>
                  </a:lnTo>
                  <a:lnTo>
                    <a:pt x="281419" y="577847"/>
                  </a:lnTo>
                  <a:lnTo>
                    <a:pt x="280307" y="577847"/>
                  </a:lnTo>
                  <a:lnTo>
                    <a:pt x="279195" y="577847"/>
                  </a:lnTo>
                  <a:lnTo>
                    <a:pt x="278082" y="577847"/>
                  </a:lnTo>
                  <a:lnTo>
                    <a:pt x="276970" y="577847"/>
                  </a:lnTo>
                  <a:lnTo>
                    <a:pt x="275858" y="577847"/>
                  </a:lnTo>
                  <a:lnTo>
                    <a:pt x="274745" y="577847"/>
                  </a:lnTo>
                  <a:lnTo>
                    <a:pt x="273633" y="577847"/>
                  </a:lnTo>
                  <a:lnTo>
                    <a:pt x="272521" y="577847"/>
                  </a:lnTo>
                  <a:lnTo>
                    <a:pt x="271408" y="577847"/>
                  </a:lnTo>
                  <a:lnTo>
                    <a:pt x="270296" y="577847"/>
                  </a:lnTo>
                  <a:lnTo>
                    <a:pt x="269184" y="577847"/>
                  </a:lnTo>
                  <a:lnTo>
                    <a:pt x="268071" y="577847"/>
                  </a:lnTo>
                  <a:lnTo>
                    <a:pt x="266959" y="577847"/>
                  </a:lnTo>
                  <a:lnTo>
                    <a:pt x="265847" y="577847"/>
                  </a:lnTo>
                  <a:lnTo>
                    <a:pt x="264734" y="577847"/>
                  </a:lnTo>
                  <a:lnTo>
                    <a:pt x="263622" y="577847"/>
                  </a:lnTo>
                  <a:lnTo>
                    <a:pt x="262510" y="577847"/>
                  </a:lnTo>
                  <a:lnTo>
                    <a:pt x="261397" y="577847"/>
                  </a:lnTo>
                  <a:lnTo>
                    <a:pt x="260285" y="577847"/>
                  </a:lnTo>
                  <a:lnTo>
                    <a:pt x="259173" y="577847"/>
                  </a:lnTo>
                  <a:lnTo>
                    <a:pt x="258060" y="577847"/>
                  </a:lnTo>
                  <a:lnTo>
                    <a:pt x="256948" y="577847"/>
                  </a:lnTo>
                  <a:lnTo>
                    <a:pt x="255836" y="577847"/>
                  </a:lnTo>
                  <a:lnTo>
                    <a:pt x="254723" y="577847"/>
                  </a:lnTo>
                  <a:lnTo>
                    <a:pt x="253611" y="577847"/>
                  </a:lnTo>
                  <a:lnTo>
                    <a:pt x="252499" y="577847"/>
                  </a:lnTo>
                  <a:lnTo>
                    <a:pt x="251386" y="577847"/>
                  </a:lnTo>
                  <a:lnTo>
                    <a:pt x="250274" y="577847"/>
                  </a:lnTo>
                  <a:lnTo>
                    <a:pt x="249162" y="577847"/>
                  </a:lnTo>
                  <a:lnTo>
                    <a:pt x="248049" y="577847"/>
                  </a:lnTo>
                  <a:lnTo>
                    <a:pt x="246937" y="577847"/>
                  </a:lnTo>
                  <a:lnTo>
                    <a:pt x="245825" y="577847"/>
                  </a:lnTo>
                  <a:lnTo>
                    <a:pt x="244713" y="577847"/>
                  </a:lnTo>
                  <a:lnTo>
                    <a:pt x="243600" y="577847"/>
                  </a:lnTo>
                  <a:lnTo>
                    <a:pt x="242488" y="577847"/>
                  </a:lnTo>
                  <a:lnTo>
                    <a:pt x="241376" y="577847"/>
                  </a:lnTo>
                  <a:lnTo>
                    <a:pt x="240263" y="577847"/>
                  </a:lnTo>
                  <a:lnTo>
                    <a:pt x="239151" y="577847"/>
                  </a:lnTo>
                  <a:lnTo>
                    <a:pt x="238039" y="577847"/>
                  </a:lnTo>
                  <a:lnTo>
                    <a:pt x="236926" y="577847"/>
                  </a:lnTo>
                  <a:lnTo>
                    <a:pt x="235814" y="577847"/>
                  </a:lnTo>
                  <a:lnTo>
                    <a:pt x="234702" y="577847"/>
                  </a:lnTo>
                  <a:lnTo>
                    <a:pt x="233589" y="577847"/>
                  </a:lnTo>
                  <a:lnTo>
                    <a:pt x="232477" y="577847"/>
                  </a:lnTo>
                  <a:lnTo>
                    <a:pt x="231365" y="577847"/>
                  </a:lnTo>
                  <a:lnTo>
                    <a:pt x="230252" y="577847"/>
                  </a:lnTo>
                  <a:lnTo>
                    <a:pt x="229140" y="577847"/>
                  </a:lnTo>
                  <a:lnTo>
                    <a:pt x="228028" y="577847"/>
                  </a:lnTo>
                  <a:lnTo>
                    <a:pt x="226915" y="577847"/>
                  </a:lnTo>
                  <a:lnTo>
                    <a:pt x="225803" y="577847"/>
                  </a:lnTo>
                  <a:lnTo>
                    <a:pt x="224691" y="577847"/>
                  </a:lnTo>
                  <a:lnTo>
                    <a:pt x="223578" y="577847"/>
                  </a:lnTo>
                  <a:lnTo>
                    <a:pt x="222466" y="577847"/>
                  </a:lnTo>
                  <a:lnTo>
                    <a:pt x="221354" y="577847"/>
                  </a:lnTo>
                  <a:lnTo>
                    <a:pt x="220241" y="577847"/>
                  </a:lnTo>
                  <a:lnTo>
                    <a:pt x="219129" y="577847"/>
                  </a:lnTo>
                  <a:lnTo>
                    <a:pt x="218017" y="577847"/>
                  </a:lnTo>
                  <a:lnTo>
                    <a:pt x="216904" y="577847"/>
                  </a:lnTo>
                  <a:lnTo>
                    <a:pt x="215792" y="577847"/>
                  </a:lnTo>
                  <a:lnTo>
                    <a:pt x="214680" y="577847"/>
                  </a:lnTo>
                  <a:lnTo>
                    <a:pt x="213567" y="577847"/>
                  </a:lnTo>
                  <a:lnTo>
                    <a:pt x="212455" y="577847"/>
                  </a:lnTo>
                  <a:lnTo>
                    <a:pt x="211343" y="577847"/>
                  </a:lnTo>
                  <a:lnTo>
                    <a:pt x="210230" y="577847"/>
                  </a:lnTo>
                  <a:lnTo>
                    <a:pt x="209118" y="577847"/>
                  </a:lnTo>
                  <a:lnTo>
                    <a:pt x="208006" y="577847"/>
                  </a:lnTo>
                  <a:lnTo>
                    <a:pt x="206893" y="577847"/>
                  </a:lnTo>
                  <a:lnTo>
                    <a:pt x="205781" y="577847"/>
                  </a:lnTo>
                  <a:lnTo>
                    <a:pt x="204669" y="577847"/>
                  </a:lnTo>
                  <a:lnTo>
                    <a:pt x="203556" y="577847"/>
                  </a:lnTo>
                  <a:lnTo>
                    <a:pt x="202444" y="577847"/>
                  </a:lnTo>
                  <a:lnTo>
                    <a:pt x="201332" y="577847"/>
                  </a:lnTo>
                  <a:lnTo>
                    <a:pt x="200219" y="577847"/>
                  </a:lnTo>
                  <a:lnTo>
                    <a:pt x="199107" y="577847"/>
                  </a:lnTo>
                  <a:lnTo>
                    <a:pt x="197995" y="577847"/>
                  </a:lnTo>
                  <a:lnTo>
                    <a:pt x="196882" y="577847"/>
                  </a:lnTo>
                  <a:lnTo>
                    <a:pt x="195770" y="577847"/>
                  </a:lnTo>
                  <a:lnTo>
                    <a:pt x="194658" y="577847"/>
                  </a:lnTo>
                  <a:lnTo>
                    <a:pt x="193545" y="577847"/>
                  </a:lnTo>
                  <a:lnTo>
                    <a:pt x="192433" y="577847"/>
                  </a:lnTo>
                  <a:lnTo>
                    <a:pt x="191321" y="577847"/>
                  </a:lnTo>
                  <a:lnTo>
                    <a:pt x="190208" y="577847"/>
                  </a:lnTo>
                  <a:lnTo>
                    <a:pt x="189096" y="577847"/>
                  </a:lnTo>
                  <a:lnTo>
                    <a:pt x="187984" y="577847"/>
                  </a:lnTo>
                  <a:lnTo>
                    <a:pt x="186871" y="577847"/>
                  </a:lnTo>
                  <a:lnTo>
                    <a:pt x="185759" y="577847"/>
                  </a:lnTo>
                  <a:lnTo>
                    <a:pt x="184647" y="577847"/>
                  </a:lnTo>
                  <a:lnTo>
                    <a:pt x="183534" y="577847"/>
                  </a:lnTo>
                  <a:lnTo>
                    <a:pt x="182422" y="577847"/>
                  </a:lnTo>
                  <a:lnTo>
                    <a:pt x="181310" y="577847"/>
                  </a:lnTo>
                  <a:lnTo>
                    <a:pt x="180197" y="577847"/>
                  </a:lnTo>
                  <a:lnTo>
                    <a:pt x="179085" y="577847"/>
                  </a:lnTo>
                  <a:lnTo>
                    <a:pt x="177973" y="577847"/>
                  </a:lnTo>
                  <a:lnTo>
                    <a:pt x="176860" y="577847"/>
                  </a:lnTo>
                  <a:lnTo>
                    <a:pt x="175748" y="577847"/>
                  </a:lnTo>
                  <a:lnTo>
                    <a:pt x="174636" y="577847"/>
                  </a:lnTo>
                  <a:lnTo>
                    <a:pt x="173523" y="577847"/>
                  </a:lnTo>
                  <a:lnTo>
                    <a:pt x="172411" y="577847"/>
                  </a:lnTo>
                  <a:lnTo>
                    <a:pt x="171299" y="577847"/>
                  </a:lnTo>
                  <a:lnTo>
                    <a:pt x="170186" y="577847"/>
                  </a:lnTo>
                  <a:lnTo>
                    <a:pt x="169074" y="577847"/>
                  </a:lnTo>
                  <a:lnTo>
                    <a:pt x="167962" y="577847"/>
                  </a:lnTo>
                  <a:lnTo>
                    <a:pt x="166849" y="577847"/>
                  </a:lnTo>
                  <a:lnTo>
                    <a:pt x="165737" y="577847"/>
                  </a:lnTo>
                  <a:lnTo>
                    <a:pt x="164625" y="577847"/>
                  </a:lnTo>
                  <a:lnTo>
                    <a:pt x="163512" y="577847"/>
                  </a:lnTo>
                  <a:lnTo>
                    <a:pt x="162400" y="577847"/>
                  </a:lnTo>
                  <a:lnTo>
                    <a:pt x="161288" y="577847"/>
                  </a:lnTo>
                  <a:lnTo>
                    <a:pt x="160175" y="577847"/>
                  </a:lnTo>
                  <a:lnTo>
                    <a:pt x="159063" y="577847"/>
                  </a:lnTo>
                  <a:lnTo>
                    <a:pt x="157951" y="577847"/>
                  </a:lnTo>
                  <a:lnTo>
                    <a:pt x="156838" y="577847"/>
                  </a:lnTo>
                  <a:lnTo>
                    <a:pt x="155726" y="577847"/>
                  </a:lnTo>
                  <a:lnTo>
                    <a:pt x="154614" y="577847"/>
                  </a:lnTo>
                  <a:lnTo>
                    <a:pt x="153501" y="577847"/>
                  </a:lnTo>
                  <a:lnTo>
                    <a:pt x="152389" y="577847"/>
                  </a:lnTo>
                  <a:lnTo>
                    <a:pt x="151277" y="577847"/>
                  </a:lnTo>
                  <a:lnTo>
                    <a:pt x="150164" y="577847"/>
                  </a:lnTo>
                  <a:lnTo>
                    <a:pt x="149052" y="577847"/>
                  </a:lnTo>
                  <a:lnTo>
                    <a:pt x="147940" y="577847"/>
                  </a:lnTo>
                  <a:lnTo>
                    <a:pt x="146827" y="577847"/>
                  </a:lnTo>
                  <a:lnTo>
                    <a:pt x="145715" y="577847"/>
                  </a:lnTo>
                  <a:lnTo>
                    <a:pt x="144603" y="577847"/>
                  </a:lnTo>
                  <a:lnTo>
                    <a:pt x="143490" y="577847"/>
                  </a:lnTo>
                  <a:lnTo>
                    <a:pt x="142378" y="577847"/>
                  </a:lnTo>
                  <a:lnTo>
                    <a:pt x="141266" y="577847"/>
                  </a:lnTo>
                  <a:lnTo>
                    <a:pt x="140153" y="577847"/>
                  </a:lnTo>
                  <a:lnTo>
                    <a:pt x="139041" y="577847"/>
                  </a:lnTo>
                  <a:lnTo>
                    <a:pt x="137929" y="577847"/>
                  </a:lnTo>
                  <a:lnTo>
                    <a:pt x="136816" y="577847"/>
                  </a:lnTo>
                  <a:lnTo>
                    <a:pt x="135704" y="577847"/>
                  </a:lnTo>
                  <a:lnTo>
                    <a:pt x="134592" y="577847"/>
                  </a:lnTo>
                  <a:lnTo>
                    <a:pt x="133479" y="577847"/>
                  </a:lnTo>
                  <a:lnTo>
                    <a:pt x="132367" y="577847"/>
                  </a:lnTo>
                  <a:lnTo>
                    <a:pt x="131255" y="577847"/>
                  </a:lnTo>
                  <a:lnTo>
                    <a:pt x="130142" y="577847"/>
                  </a:lnTo>
                  <a:lnTo>
                    <a:pt x="129030" y="577847"/>
                  </a:lnTo>
                  <a:lnTo>
                    <a:pt x="127918" y="577847"/>
                  </a:lnTo>
                  <a:lnTo>
                    <a:pt x="126805" y="577847"/>
                  </a:lnTo>
                  <a:lnTo>
                    <a:pt x="125693" y="577847"/>
                  </a:lnTo>
                  <a:lnTo>
                    <a:pt x="124581" y="577847"/>
                  </a:lnTo>
                  <a:lnTo>
                    <a:pt x="123468" y="577847"/>
                  </a:lnTo>
                  <a:lnTo>
                    <a:pt x="122356" y="577847"/>
                  </a:lnTo>
                  <a:lnTo>
                    <a:pt x="121244" y="577847"/>
                  </a:lnTo>
                  <a:lnTo>
                    <a:pt x="120131" y="577847"/>
                  </a:lnTo>
                  <a:lnTo>
                    <a:pt x="119019" y="577847"/>
                  </a:lnTo>
                  <a:lnTo>
                    <a:pt x="117907" y="577847"/>
                  </a:lnTo>
                  <a:lnTo>
                    <a:pt x="116794" y="577847"/>
                  </a:lnTo>
                  <a:lnTo>
                    <a:pt x="115682" y="577847"/>
                  </a:lnTo>
                  <a:lnTo>
                    <a:pt x="114570" y="577847"/>
                  </a:lnTo>
                  <a:lnTo>
                    <a:pt x="113457" y="577847"/>
                  </a:lnTo>
                  <a:lnTo>
                    <a:pt x="112345" y="577847"/>
                  </a:lnTo>
                  <a:lnTo>
                    <a:pt x="111233" y="577847"/>
                  </a:lnTo>
                  <a:lnTo>
                    <a:pt x="110120" y="577847"/>
                  </a:lnTo>
                  <a:lnTo>
                    <a:pt x="109008" y="577847"/>
                  </a:lnTo>
                  <a:lnTo>
                    <a:pt x="107896" y="577847"/>
                  </a:lnTo>
                  <a:lnTo>
                    <a:pt x="106783" y="577847"/>
                  </a:lnTo>
                  <a:lnTo>
                    <a:pt x="105671" y="577847"/>
                  </a:lnTo>
                  <a:lnTo>
                    <a:pt x="104559" y="577847"/>
                  </a:lnTo>
                  <a:lnTo>
                    <a:pt x="103446" y="577847"/>
                  </a:lnTo>
                  <a:lnTo>
                    <a:pt x="102334" y="577847"/>
                  </a:lnTo>
                  <a:lnTo>
                    <a:pt x="101222" y="577847"/>
                  </a:lnTo>
                  <a:lnTo>
                    <a:pt x="100109" y="577847"/>
                  </a:lnTo>
                  <a:lnTo>
                    <a:pt x="98997" y="577847"/>
                  </a:lnTo>
                  <a:lnTo>
                    <a:pt x="97885" y="577847"/>
                  </a:lnTo>
                  <a:lnTo>
                    <a:pt x="96772" y="577847"/>
                  </a:lnTo>
                  <a:lnTo>
                    <a:pt x="95660" y="577847"/>
                  </a:lnTo>
                  <a:lnTo>
                    <a:pt x="94548" y="577847"/>
                  </a:lnTo>
                  <a:lnTo>
                    <a:pt x="93435" y="577847"/>
                  </a:lnTo>
                  <a:lnTo>
                    <a:pt x="92323" y="577847"/>
                  </a:lnTo>
                  <a:lnTo>
                    <a:pt x="91211" y="577847"/>
                  </a:lnTo>
                  <a:lnTo>
                    <a:pt x="90098" y="577847"/>
                  </a:lnTo>
                  <a:lnTo>
                    <a:pt x="88986" y="577847"/>
                  </a:lnTo>
                  <a:lnTo>
                    <a:pt x="87874" y="577847"/>
                  </a:lnTo>
                  <a:lnTo>
                    <a:pt x="86761" y="577847"/>
                  </a:lnTo>
                  <a:lnTo>
                    <a:pt x="85649" y="577847"/>
                  </a:lnTo>
                  <a:lnTo>
                    <a:pt x="84537" y="577847"/>
                  </a:lnTo>
                  <a:lnTo>
                    <a:pt x="83424" y="577847"/>
                  </a:lnTo>
                  <a:lnTo>
                    <a:pt x="82312" y="577847"/>
                  </a:lnTo>
                  <a:lnTo>
                    <a:pt x="81200" y="577847"/>
                  </a:lnTo>
                  <a:lnTo>
                    <a:pt x="80087" y="577847"/>
                  </a:lnTo>
                  <a:lnTo>
                    <a:pt x="78975" y="577847"/>
                  </a:lnTo>
                  <a:lnTo>
                    <a:pt x="77863" y="577847"/>
                  </a:lnTo>
                  <a:lnTo>
                    <a:pt x="76750" y="577847"/>
                  </a:lnTo>
                  <a:lnTo>
                    <a:pt x="75638" y="577847"/>
                  </a:lnTo>
                  <a:lnTo>
                    <a:pt x="74526" y="577847"/>
                  </a:lnTo>
                  <a:lnTo>
                    <a:pt x="73413" y="577847"/>
                  </a:lnTo>
                  <a:lnTo>
                    <a:pt x="72301" y="577847"/>
                  </a:lnTo>
                  <a:lnTo>
                    <a:pt x="71189" y="577847"/>
                  </a:lnTo>
                  <a:lnTo>
                    <a:pt x="70076" y="577847"/>
                  </a:lnTo>
                  <a:lnTo>
                    <a:pt x="68964" y="577847"/>
                  </a:lnTo>
                  <a:lnTo>
                    <a:pt x="67852" y="577847"/>
                  </a:lnTo>
                  <a:lnTo>
                    <a:pt x="66739" y="577847"/>
                  </a:lnTo>
                  <a:lnTo>
                    <a:pt x="65627" y="577847"/>
                  </a:lnTo>
                  <a:lnTo>
                    <a:pt x="64515" y="577847"/>
                  </a:lnTo>
                  <a:lnTo>
                    <a:pt x="63402" y="577847"/>
                  </a:lnTo>
                  <a:lnTo>
                    <a:pt x="62290" y="577847"/>
                  </a:lnTo>
                  <a:lnTo>
                    <a:pt x="61178" y="577847"/>
                  </a:lnTo>
                  <a:lnTo>
                    <a:pt x="60065" y="577847"/>
                  </a:lnTo>
                  <a:lnTo>
                    <a:pt x="58953" y="577847"/>
                  </a:lnTo>
                  <a:lnTo>
                    <a:pt x="57841" y="577847"/>
                  </a:lnTo>
                  <a:lnTo>
                    <a:pt x="56728" y="577847"/>
                  </a:lnTo>
                  <a:lnTo>
                    <a:pt x="55616" y="577847"/>
                  </a:lnTo>
                  <a:lnTo>
                    <a:pt x="54504" y="577847"/>
                  </a:lnTo>
                  <a:lnTo>
                    <a:pt x="53391" y="577847"/>
                  </a:lnTo>
                  <a:lnTo>
                    <a:pt x="52279" y="577847"/>
                  </a:lnTo>
                  <a:lnTo>
                    <a:pt x="51167" y="577847"/>
                  </a:lnTo>
                  <a:lnTo>
                    <a:pt x="50054" y="577847"/>
                  </a:lnTo>
                  <a:lnTo>
                    <a:pt x="48942" y="577847"/>
                  </a:lnTo>
                  <a:lnTo>
                    <a:pt x="47830" y="577847"/>
                  </a:lnTo>
                  <a:lnTo>
                    <a:pt x="46717" y="577847"/>
                  </a:lnTo>
                  <a:lnTo>
                    <a:pt x="45605" y="577847"/>
                  </a:lnTo>
                  <a:lnTo>
                    <a:pt x="44493" y="577847"/>
                  </a:lnTo>
                  <a:lnTo>
                    <a:pt x="43380" y="577847"/>
                  </a:lnTo>
                  <a:lnTo>
                    <a:pt x="42268" y="577847"/>
                  </a:lnTo>
                  <a:lnTo>
                    <a:pt x="41156" y="577847"/>
                  </a:lnTo>
                  <a:lnTo>
                    <a:pt x="40043" y="577847"/>
                  </a:lnTo>
                  <a:lnTo>
                    <a:pt x="38931" y="577847"/>
                  </a:lnTo>
                  <a:lnTo>
                    <a:pt x="37819" y="577847"/>
                  </a:lnTo>
                  <a:lnTo>
                    <a:pt x="36706" y="577847"/>
                  </a:lnTo>
                  <a:lnTo>
                    <a:pt x="35594" y="577847"/>
                  </a:lnTo>
                  <a:lnTo>
                    <a:pt x="34482" y="577847"/>
                  </a:lnTo>
                  <a:lnTo>
                    <a:pt x="33369" y="577847"/>
                  </a:lnTo>
                  <a:lnTo>
                    <a:pt x="32257" y="577847"/>
                  </a:lnTo>
                  <a:lnTo>
                    <a:pt x="31145" y="577847"/>
                  </a:lnTo>
                  <a:lnTo>
                    <a:pt x="30032" y="577847"/>
                  </a:lnTo>
                  <a:lnTo>
                    <a:pt x="28920" y="577847"/>
                  </a:lnTo>
                  <a:lnTo>
                    <a:pt x="27808" y="577847"/>
                  </a:lnTo>
                  <a:lnTo>
                    <a:pt x="26695" y="577847"/>
                  </a:lnTo>
                  <a:lnTo>
                    <a:pt x="25583" y="577847"/>
                  </a:lnTo>
                  <a:lnTo>
                    <a:pt x="24471" y="577847"/>
                  </a:lnTo>
                  <a:lnTo>
                    <a:pt x="23358" y="577847"/>
                  </a:lnTo>
                  <a:lnTo>
                    <a:pt x="22246" y="577847"/>
                  </a:lnTo>
                  <a:lnTo>
                    <a:pt x="21134" y="577847"/>
                  </a:lnTo>
                  <a:lnTo>
                    <a:pt x="20021" y="577847"/>
                  </a:lnTo>
                  <a:lnTo>
                    <a:pt x="18909" y="577847"/>
                  </a:lnTo>
                  <a:lnTo>
                    <a:pt x="17797" y="577847"/>
                  </a:lnTo>
                  <a:lnTo>
                    <a:pt x="16684" y="577847"/>
                  </a:lnTo>
                  <a:lnTo>
                    <a:pt x="15572" y="577847"/>
                  </a:lnTo>
                  <a:lnTo>
                    <a:pt x="14460" y="577847"/>
                  </a:lnTo>
                  <a:lnTo>
                    <a:pt x="13347" y="577847"/>
                  </a:lnTo>
                  <a:lnTo>
                    <a:pt x="12235" y="577847"/>
                  </a:lnTo>
                  <a:lnTo>
                    <a:pt x="11123" y="577847"/>
                  </a:lnTo>
                  <a:lnTo>
                    <a:pt x="10010" y="577847"/>
                  </a:lnTo>
                  <a:lnTo>
                    <a:pt x="8898" y="577847"/>
                  </a:lnTo>
                  <a:lnTo>
                    <a:pt x="7786" y="577847"/>
                  </a:lnTo>
                  <a:lnTo>
                    <a:pt x="6673" y="577847"/>
                  </a:lnTo>
                  <a:lnTo>
                    <a:pt x="5561" y="577847"/>
                  </a:lnTo>
                  <a:lnTo>
                    <a:pt x="4449" y="577847"/>
                  </a:lnTo>
                  <a:lnTo>
                    <a:pt x="3336" y="577847"/>
                  </a:lnTo>
                  <a:lnTo>
                    <a:pt x="2224" y="577847"/>
                  </a:lnTo>
                  <a:lnTo>
                    <a:pt x="1112" y="577847"/>
                  </a:lnTo>
                  <a:lnTo>
                    <a:pt x="0" y="57784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227" name="pl9227"/>
            <p:cNvSpPr/>
            <p:nvPr/>
          </p:nvSpPr>
          <p:spPr>
            <a:xfrm>
              <a:off x="9376885" y="7200178"/>
              <a:ext cx="568401" cy="517911"/>
            </a:xfrm>
            <a:custGeom>
              <a:avLst/>
              <a:pathLst>
                <a:path w="568401" h="517911">
                  <a:moveTo>
                    <a:pt x="0" y="517911"/>
                  </a:moveTo>
                  <a:lnTo>
                    <a:pt x="1112" y="516507"/>
                  </a:lnTo>
                  <a:lnTo>
                    <a:pt x="2224" y="515087"/>
                  </a:lnTo>
                  <a:lnTo>
                    <a:pt x="3336" y="513619"/>
                  </a:lnTo>
                  <a:lnTo>
                    <a:pt x="4449" y="512131"/>
                  </a:lnTo>
                  <a:lnTo>
                    <a:pt x="5561" y="510610"/>
                  </a:lnTo>
                  <a:lnTo>
                    <a:pt x="6673" y="509048"/>
                  </a:lnTo>
                  <a:lnTo>
                    <a:pt x="7786" y="507466"/>
                  </a:lnTo>
                  <a:lnTo>
                    <a:pt x="8898" y="505831"/>
                  </a:lnTo>
                  <a:lnTo>
                    <a:pt x="10010" y="504169"/>
                  </a:lnTo>
                  <a:lnTo>
                    <a:pt x="11123" y="502472"/>
                  </a:lnTo>
                  <a:lnTo>
                    <a:pt x="12235" y="500726"/>
                  </a:lnTo>
                  <a:lnTo>
                    <a:pt x="13347" y="498958"/>
                  </a:lnTo>
                  <a:lnTo>
                    <a:pt x="14460" y="497128"/>
                  </a:lnTo>
                  <a:lnTo>
                    <a:pt x="15572" y="495269"/>
                  </a:lnTo>
                  <a:lnTo>
                    <a:pt x="16684" y="493368"/>
                  </a:lnTo>
                  <a:lnTo>
                    <a:pt x="17797" y="491412"/>
                  </a:lnTo>
                  <a:lnTo>
                    <a:pt x="18909" y="489430"/>
                  </a:lnTo>
                  <a:lnTo>
                    <a:pt x="20021" y="487380"/>
                  </a:lnTo>
                  <a:lnTo>
                    <a:pt x="21134" y="485294"/>
                  </a:lnTo>
                  <a:lnTo>
                    <a:pt x="22246" y="483164"/>
                  </a:lnTo>
                  <a:lnTo>
                    <a:pt x="23358" y="480970"/>
                  </a:lnTo>
                  <a:lnTo>
                    <a:pt x="24471" y="478748"/>
                  </a:lnTo>
                  <a:lnTo>
                    <a:pt x="25583" y="476450"/>
                  </a:lnTo>
                  <a:lnTo>
                    <a:pt x="26695" y="474113"/>
                  </a:lnTo>
                  <a:lnTo>
                    <a:pt x="27808" y="471727"/>
                  </a:lnTo>
                  <a:lnTo>
                    <a:pt x="28920" y="469270"/>
                  </a:lnTo>
                  <a:lnTo>
                    <a:pt x="30032" y="466782"/>
                  </a:lnTo>
                  <a:lnTo>
                    <a:pt x="31145" y="464212"/>
                  </a:lnTo>
                  <a:lnTo>
                    <a:pt x="32257" y="461599"/>
                  </a:lnTo>
                  <a:lnTo>
                    <a:pt x="33369" y="458935"/>
                  </a:lnTo>
                  <a:lnTo>
                    <a:pt x="34482" y="456193"/>
                  </a:lnTo>
                  <a:lnTo>
                    <a:pt x="35594" y="453418"/>
                  </a:lnTo>
                  <a:lnTo>
                    <a:pt x="36706" y="450557"/>
                  </a:lnTo>
                  <a:lnTo>
                    <a:pt x="37819" y="447649"/>
                  </a:lnTo>
                  <a:lnTo>
                    <a:pt x="38931" y="444688"/>
                  </a:lnTo>
                  <a:lnTo>
                    <a:pt x="40043" y="441644"/>
                  </a:lnTo>
                  <a:lnTo>
                    <a:pt x="41156" y="438566"/>
                  </a:lnTo>
                  <a:lnTo>
                    <a:pt x="42268" y="435400"/>
                  </a:lnTo>
                  <a:lnTo>
                    <a:pt x="43380" y="432185"/>
                  </a:lnTo>
                  <a:lnTo>
                    <a:pt x="44493" y="428915"/>
                  </a:lnTo>
                  <a:lnTo>
                    <a:pt x="45605" y="425561"/>
                  </a:lnTo>
                  <a:lnTo>
                    <a:pt x="46717" y="422172"/>
                  </a:lnTo>
                  <a:lnTo>
                    <a:pt x="47830" y="418696"/>
                  </a:lnTo>
                  <a:lnTo>
                    <a:pt x="48942" y="415168"/>
                  </a:lnTo>
                  <a:lnTo>
                    <a:pt x="50054" y="411588"/>
                  </a:lnTo>
                  <a:lnTo>
                    <a:pt x="51167" y="407923"/>
                  </a:lnTo>
                  <a:lnTo>
                    <a:pt x="52279" y="404224"/>
                  </a:lnTo>
                  <a:lnTo>
                    <a:pt x="53391" y="400440"/>
                  </a:lnTo>
                  <a:lnTo>
                    <a:pt x="54504" y="396606"/>
                  </a:lnTo>
                  <a:lnTo>
                    <a:pt x="55616" y="392723"/>
                  </a:lnTo>
                  <a:lnTo>
                    <a:pt x="56728" y="388757"/>
                  </a:lnTo>
                  <a:lnTo>
                    <a:pt x="57841" y="384758"/>
                  </a:lnTo>
                  <a:lnTo>
                    <a:pt x="58953" y="380682"/>
                  </a:lnTo>
                  <a:lnTo>
                    <a:pt x="60065" y="376557"/>
                  </a:lnTo>
                  <a:lnTo>
                    <a:pt x="61178" y="372388"/>
                  </a:lnTo>
                  <a:lnTo>
                    <a:pt x="62290" y="368143"/>
                  </a:lnTo>
                  <a:lnTo>
                    <a:pt x="63402" y="363867"/>
                  </a:lnTo>
                  <a:lnTo>
                    <a:pt x="64515" y="359523"/>
                  </a:lnTo>
                  <a:lnTo>
                    <a:pt x="65627" y="355135"/>
                  </a:lnTo>
                  <a:lnTo>
                    <a:pt x="66739" y="350709"/>
                  </a:lnTo>
                  <a:lnTo>
                    <a:pt x="67852" y="346215"/>
                  </a:lnTo>
                  <a:lnTo>
                    <a:pt x="68964" y="341696"/>
                  </a:lnTo>
                  <a:lnTo>
                    <a:pt x="70076" y="337119"/>
                  </a:lnTo>
                  <a:lnTo>
                    <a:pt x="71189" y="332505"/>
                  </a:lnTo>
                  <a:lnTo>
                    <a:pt x="72301" y="327861"/>
                  </a:lnTo>
                  <a:lnTo>
                    <a:pt x="73413" y="323161"/>
                  </a:lnTo>
                  <a:lnTo>
                    <a:pt x="74526" y="318441"/>
                  </a:lnTo>
                  <a:lnTo>
                    <a:pt x="75638" y="313677"/>
                  </a:lnTo>
                  <a:lnTo>
                    <a:pt x="76750" y="308885"/>
                  </a:lnTo>
                  <a:lnTo>
                    <a:pt x="77863" y="304070"/>
                  </a:lnTo>
                  <a:lnTo>
                    <a:pt x="78975" y="299215"/>
                  </a:lnTo>
                  <a:lnTo>
                    <a:pt x="80087" y="294347"/>
                  </a:lnTo>
                  <a:lnTo>
                    <a:pt x="81200" y="289449"/>
                  </a:lnTo>
                  <a:lnTo>
                    <a:pt x="82312" y="284533"/>
                  </a:lnTo>
                  <a:lnTo>
                    <a:pt x="83424" y="279604"/>
                  </a:lnTo>
                  <a:lnTo>
                    <a:pt x="84537" y="274652"/>
                  </a:lnTo>
                  <a:lnTo>
                    <a:pt x="85649" y="269693"/>
                  </a:lnTo>
                  <a:lnTo>
                    <a:pt x="86761" y="264721"/>
                  </a:lnTo>
                  <a:lnTo>
                    <a:pt x="87874" y="259742"/>
                  </a:lnTo>
                  <a:lnTo>
                    <a:pt x="88986" y="254759"/>
                  </a:lnTo>
                  <a:lnTo>
                    <a:pt x="90098" y="249772"/>
                  </a:lnTo>
                  <a:lnTo>
                    <a:pt x="91211" y="244786"/>
                  </a:lnTo>
                  <a:lnTo>
                    <a:pt x="92323" y="239802"/>
                  </a:lnTo>
                  <a:lnTo>
                    <a:pt x="93435" y="234824"/>
                  </a:lnTo>
                  <a:lnTo>
                    <a:pt x="94548" y="229850"/>
                  </a:lnTo>
                  <a:lnTo>
                    <a:pt x="95660" y="224893"/>
                  </a:lnTo>
                  <a:lnTo>
                    <a:pt x="96772" y="219943"/>
                  </a:lnTo>
                  <a:lnTo>
                    <a:pt x="97885" y="215012"/>
                  </a:lnTo>
                  <a:lnTo>
                    <a:pt x="98997" y="210099"/>
                  </a:lnTo>
                  <a:lnTo>
                    <a:pt x="100109" y="205199"/>
                  </a:lnTo>
                  <a:lnTo>
                    <a:pt x="101222" y="200334"/>
                  </a:lnTo>
                  <a:lnTo>
                    <a:pt x="102334" y="195484"/>
                  </a:lnTo>
                  <a:lnTo>
                    <a:pt x="103446" y="190667"/>
                  </a:lnTo>
                  <a:lnTo>
                    <a:pt x="104559" y="185881"/>
                  </a:lnTo>
                  <a:lnTo>
                    <a:pt x="105671" y="181114"/>
                  </a:lnTo>
                  <a:lnTo>
                    <a:pt x="106783" y="176403"/>
                  </a:lnTo>
                  <a:lnTo>
                    <a:pt x="107896" y="171712"/>
                  </a:lnTo>
                  <a:lnTo>
                    <a:pt x="109008" y="167067"/>
                  </a:lnTo>
                  <a:lnTo>
                    <a:pt x="110120" y="162464"/>
                  </a:lnTo>
                  <a:lnTo>
                    <a:pt x="111233" y="157888"/>
                  </a:lnTo>
                  <a:lnTo>
                    <a:pt x="112345" y="153383"/>
                  </a:lnTo>
                  <a:lnTo>
                    <a:pt x="113457" y="148905"/>
                  </a:lnTo>
                  <a:lnTo>
                    <a:pt x="114570" y="144482"/>
                  </a:lnTo>
                  <a:lnTo>
                    <a:pt x="115682" y="140114"/>
                  </a:lnTo>
                  <a:lnTo>
                    <a:pt x="116794" y="135776"/>
                  </a:lnTo>
                  <a:lnTo>
                    <a:pt x="117907" y="131525"/>
                  </a:lnTo>
                  <a:lnTo>
                    <a:pt x="119019" y="127306"/>
                  </a:lnTo>
                  <a:lnTo>
                    <a:pt x="120131" y="123150"/>
                  </a:lnTo>
                  <a:lnTo>
                    <a:pt x="121244" y="119058"/>
                  </a:lnTo>
                  <a:lnTo>
                    <a:pt x="122356" y="114999"/>
                  </a:lnTo>
                  <a:lnTo>
                    <a:pt x="123468" y="111040"/>
                  </a:lnTo>
                  <a:lnTo>
                    <a:pt x="124581" y="107117"/>
                  </a:lnTo>
                  <a:lnTo>
                    <a:pt x="125693" y="103263"/>
                  </a:lnTo>
                  <a:lnTo>
                    <a:pt x="126805" y="99480"/>
                  </a:lnTo>
                  <a:lnTo>
                    <a:pt x="127918" y="95733"/>
                  </a:lnTo>
                  <a:lnTo>
                    <a:pt x="129030" y="92096"/>
                  </a:lnTo>
                  <a:lnTo>
                    <a:pt x="130142" y="88496"/>
                  </a:lnTo>
                  <a:lnTo>
                    <a:pt x="131255" y="84970"/>
                  </a:lnTo>
                  <a:lnTo>
                    <a:pt x="132367" y="81521"/>
                  </a:lnTo>
                  <a:lnTo>
                    <a:pt x="133479" y="78111"/>
                  </a:lnTo>
                  <a:lnTo>
                    <a:pt x="134592" y="74814"/>
                  </a:lnTo>
                  <a:lnTo>
                    <a:pt x="135704" y="71559"/>
                  </a:lnTo>
                  <a:lnTo>
                    <a:pt x="136816" y="68379"/>
                  </a:lnTo>
                  <a:lnTo>
                    <a:pt x="137929" y="65281"/>
                  </a:lnTo>
                  <a:lnTo>
                    <a:pt x="139041" y="62222"/>
                  </a:lnTo>
                  <a:lnTo>
                    <a:pt x="140153" y="59280"/>
                  </a:lnTo>
                  <a:lnTo>
                    <a:pt x="141266" y="56381"/>
                  </a:lnTo>
                  <a:lnTo>
                    <a:pt x="142378" y="53559"/>
                  </a:lnTo>
                  <a:lnTo>
                    <a:pt x="143490" y="50821"/>
                  </a:lnTo>
                  <a:lnTo>
                    <a:pt x="144603" y="48123"/>
                  </a:lnTo>
                  <a:lnTo>
                    <a:pt x="145715" y="45542"/>
                  </a:lnTo>
                  <a:lnTo>
                    <a:pt x="146827" y="43007"/>
                  </a:lnTo>
                  <a:lnTo>
                    <a:pt x="147940" y="40547"/>
                  </a:lnTo>
                  <a:lnTo>
                    <a:pt x="149052" y="38173"/>
                  </a:lnTo>
                  <a:lnTo>
                    <a:pt x="150164" y="35840"/>
                  </a:lnTo>
                  <a:lnTo>
                    <a:pt x="151277" y="33623"/>
                  </a:lnTo>
                  <a:lnTo>
                    <a:pt x="152389" y="31452"/>
                  </a:lnTo>
                  <a:lnTo>
                    <a:pt x="153501" y="29356"/>
                  </a:lnTo>
                  <a:lnTo>
                    <a:pt x="154614" y="27347"/>
                  </a:lnTo>
                  <a:lnTo>
                    <a:pt x="155726" y="25380"/>
                  </a:lnTo>
                  <a:lnTo>
                    <a:pt x="156838" y="23525"/>
                  </a:lnTo>
                  <a:lnTo>
                    <a:pt x="157951" y="21719"/>
                  </a:lnTo>
                  <a:lnTo>
                    <a:pt x="159063" y="19986"/>
                  </a:lnTo>
                  <a:lnTo>
                    <a:pt x="160175" y="18340"/>
                  </a:lnTo>
                  <a:lnTo>
                    <a:pt x="161288" y="16736"/>
                  </a:lnTo>
                  <a:lnTo>
                    <a:pt x="162400" y="15243"/>
                  </a:lnTo>
                  <a:lnTo>
                    <a:pt x="163512" y="13799"/>
                  </a:lnTo>
                  <a:lnTo>
                    <a:pt x="164625" y="12426"/>
                  </a:lnTo>
                  <a:lnTo>
                    <a:pt x="165737" y="11141"/>
                  </a:lnTo>
                  <a:lnTo>
                    <a:pt x="166849" y="9898"/>
                  </a:lnTo>
                  <a:lnTo>
                    <a:pt x="167962" y="8763"/>
                  </a:lnTo>
                  <a:lnTo>
                    <a:pt x="169074" y="7679"/>
                  </a:lnTo>
                  <a:lnTo>
                    <a:pt x="170186" y="6663"/>
                  </a:lnTo>
                  <a:lnTo>
                    <a:pt x="171299" y="5738"/>
                  </a:lnTo>
                  <a:lnTo>
                    <a:pt x="172411" y="4852"/>
                  </a:lnTo>
                  <a:lnTo>
                    <a:pt x="173523" y="4074"/>
                  </a:lnTo>
                  <a:lnTo>
                    <a:pt x="174636" y="3347"/>
                  </a:lnTo>
                  <a:lnTo>
                    <a:pt x="175748" y="2687"/>
                  </a:lnTo>
                  <a:lnTo>
                    <a:pt x="176860" y="2118"/>
                  </a:lnTo>
                  <a:lnTo>
                    <a:pt x="177973" y="1588"/>
                  </a:lnTo>
                  <a:lnTo>
                    <a:pt x="179085" y="1164"/>
                  </a:lnTo>
                  <a:lnTo>
                    <a:pt x="180197" y="792"/>
                  </a:lnTo>
                  <a:lnTo>
                    <a:pt x="181310" y="485"/>
                  </a:lnTo>
                  <a:lnTo>
                    <a:pt x="182422" y="269"/>
                  </a:lnTo>
                  <a:lnTo>
                    <a:pt x="183534" y="93"/>
                  </a:lnTo>
                  <a:lnTo>
                    <a:pt x="184647" y="20"/>
                  </a:lnTo>
                  <a:lnTo>
                    <a:pt x="185759" y="0"/>
                  </a:lnTo>
                  <a:lnTo>
                    <a:pt x="186871" y="42"/>
                  </a:lnTo>
                  <a:lnTo>
                    <a:pt x="187984" y="177"/>
                  </a:lnTo>
                  <a:lnTo>
                    <a:pt x="189096" y="350"/>
                  </a:lnTo>
                  <a:lnTo>
                    <a:pt x="190208" y="623"/>
                  </a:lnTo>
                  <a:lnTo>
                    <a:pt x="191321" y="949"/>
                  </a:lnTo>
                  <a:lnTo>
                    <a:pt x="192433" y="1336"/>
                  </a:lnTo>
                  <a:lnTo>
                    <a:pt x="193545" y="1814"/>
                  </a:lnTo>
                  <a:lnTo>
                    <a:pt x="194658" y="2329"/>
                  </a:lnTo>
                  <a:lnTo>
                    <a:pt x="195770" y="2941"/>
                  </a:lnTo>
                  <a:lnTo>
                    <a:pt x="196882" y="3605"/>
                  </a:lnTo>
                  <a:lnTo>
                    <a:pt x="197995" y="4327"/>
                  </a:lnTo>
                  <a:lnTo>
                    <a:pt x="199107" y="5138"/>
                  </a:lnTo>
                  <a:lnTo>
                    <a:pt x="200219" y="5985"/>
                  </a:lnTo>
                  <a:lnTo>
                    <a:pt x="201332" y="6922"/>
                  </a:lnTo>
                  <a:lnTo>
                    <a:pt x="202444" y="7910"/>
                  </a:lnTo>
                  <a:lnTo>
                    <a:pt x="203556" y="8952"/>
                  </a:lnTo>
                  <a:lnTo>
                    <a:pt x="204669" y="10079"/>
                  </a:lnTo>
                  <a:lnTo>
                    <a:pt x="205781" y="11239"/>
                  </a:lnTo>
                  <a:lnTo>
                    <a:pt x="206893" y="12482"/>
                  </a:lnTo>
                  <a:lnTo>
                    <a:pt x="208006" y="13774"/>
                  </a:lnTo>
                  <a:lnTo>
                    <a:pt x="209118" y="15114"/>
                  </a:lnTo>
                  <a:lnTo>
                    <a:pt x="210230" y="16531"/>
                  </a:lnTo>
                  <a:lnTo>
                    <a:pt x="211343" y="17980"/>
                  </a:lnTo>
                  <a:lnTo>
                    <a:pt x="212455" y="19502"/>
                  </a:lnTo>
                  <a:lnTo>
                    <a:pt x="213567" y="21067"/>
                  </a:lnTo>
                  <a:lnTo>
                    <a:pt x="214680" y="22674"/>
                  </a:lnTo>
                  <a:lnTo>
                    <a:pt x="215792" y="24349"/>
                  </a:lnTo>
                  <a:lnTo>
                    <a:pt x="216904" y="26051"/>
                  </a:lnTo>
                  <a:lnTo>
                    <a:pt x="218017" y="27814"/>
                  </a:lnTo>
                  <a:lnTo>
                    <a:pt x="219129" y="29615"/>
                  </a:lnTo>
                  <a:lnTo>
                    <a:pt x="220241" y="31448"/>
                  </a:lnTo>
                  <a:lnTo>
                    <a:pt x="221354" y="33338"/>
                  </a:lnTo>
                  <a:lnTo>
                    <a:pt x="222466" y="35249"/>
                  </a:lnTo>
                  <a:lnTo>
                    <a:pt x="223578" y="37207"/>
                  </a:lnTo>
                  <a:lnTo>
                    <a:pt x="224691" y="39194"/>
                  </a:lnTo>
                  <a:lnTo>
                    <a:pt x="225803" y="41206"/>
                  </a:lnTo>
                  <a:lnTo>
                    <a:pt x="226915" y="43258"/>
                  </a:lnTo>
                  <a:lnTo>
                    <a:pt x="228028" y="45324"/>
                  </a:lnTo>
                  <a:lnTo>
                    <a:pt x="229140" y="47422"/>
                  </a:lnTo>
                  <a:lnTo>
                    <a:pt x="230252" y="49538"/>
                  </a:lnTo>
                  <a:lnTo>
                    <a:pt x="231365" y="51668"/>
                  </a:lnTo>
                  <a:lnTo>
                    <a:pt x="232477" y="53821"/>
                  </a:lnTo>
                  <a:lnTo>
                    <a:pt x="233589" y="55981"/>
                  </a:lnTo>
                  <a:lnTo>
                    <a:pt x="234702" y="58155"/>
                  </a:lnTo>
                  <a:lnTo>
                    <a:pt x="235814" y="60335"/>
                  </a:lnTo>
                  <a:lnTo>
                    <a:pt x="236926" y="62519"/>
                  </a:lnTo>
                  <a:lnTo>
                    <a:pt x="238039" y="64706"/>
                  </a:lnTo>
                  <a:lnTo>
                    <a:pt x="239151" y="66891"/>
                  </a:lnTo>
                  <a:lnTo>
                    <a:pt x="240263" y="69072"/>
                  </a:lnTo>
                  <a:lnTo>
                    <a:pt x="241376" y="71246"/>
                  </a:lnTo>
                  <a:lnTo>
                    <a:pt x="242488" y="73414"/>
                  </a:lnTo>
                  <a:lnTo>
                    <a:pt x="243600" y="75562"/>
                  </a:lnTo>
                  <a:lnTo>
                    <a:pt x="244713" y="77701"/>
                  </a:lnTo>
                  <a:lnTo>
                    <a:pt x="245825" y="79818"/>
                  </a:lnTo>
                  <a:lnTo>
                    <a:pt x="246937" y="81913"/>
                  </a:lnTo>
                  <a:lnTo>
                    <a:pt x="248049" y="83993"/>
                  </a:lnTo>
                  <a:lnTo>
                    <a:pt x="249162" y="86031"/>
                  </a:lnTo>
                  <a:lnTo>
                    <a:pt x="250274" y="88052"/>
                  </a:lnTo>
                  <a:lnTo>
                    <a:pt x="251386" y="90033"/>
                  </a:lnTo>
                  <a:lnTo>
                    <a:pt x="252499" y="91979"/>
                  </a:lnTo>
                  <a:lnTo>
                    <a:pt x="253611" y="93900"/>
                  </a:lnTo>
                  <a:lnTo>
                    <a:pt x="254723" y="95759"/>
                  </a:lnTo>
                  <a:lnTo>
                    <a:pt x="255836" y="97593"/>
                  </a:lnTo>
                  <a:lnTo>
                    <a:pt x="256948" y="99372"/>
                  </a:lnTo>
                  <a:lnTo>
                    <a:pt x="258060" y="101103"/>
                  </a:lnTo>
                  <a:lnTo>
                    <a:pt x="259173" y="102802"/>
                  </a:lnTo>
                  <a:lnTo>
                    <a:pt x="260285" y="104419"/>
                  </a:lnTo>
                  <a:lnTo>
                    <a:pt x="261397" y="106004"/>
                  </a:lnTo>
                  <a:lnTo>
                    <a:pt x="262510" y="107524"/>
                  </a:lnTo>
                  <a:lnTo>
                    <a:pt x="263622" y="108983"/>
                  </a:lnTo>
                  <a:lnTo>
                    <a:pt x="264734" y="110405"/>
                  </a:lnTo>
                  <a:lnTo>
                    <a:pt x="265847" y="111728"/>
                  </a:lnTo>
                  <a:lnTo>
                    <a:pt x="266959" y="113016"/>
                  </a:lnTo>
                  <a:lnTo>
                    <a:pt x="268071" y="114229"/>
                  </a:lnTo>
                  <a:lnTo>
                    <a:pt x="269184" y="115372"/>
                  </a:lnTo>
                  <a:lnTo>
                    <a:pt x="270296" y="116475"/>
                  </a:lnTo>
                  <a:lnTo>
                    <a:pt x="271408" y="117468"/>
                  </a:lnTo>
                  <a:lnTo>
                    <a:pt x="272521" y="118422"/>
                  </a:lnTo>
                  <a:lnTo>
                    <a:pt x="273633" y="119297"/>
                  </a:lnTo>
                  <a:lnTo>
                    <a:pt x="274745" y="120095"/>
                  </a:lnTo>
                  <a:lnTo>
                    <a:pt x="275858" y="120853"/>
                  </a:lnTo>
                  <a:lnTo>
                    <a:pt x="276970" y="121494"/>
                  </a:lnTo>
                  <a:lnTo>
                    <a:pt x="278082" y="122096"/>
                  </a:lnTo>
                  <a:lnTo>
                    <a:pt x="279195" y="122617"/>
                  </a:lnTo>
                  <a:lnTo>
                    <a:pt x="280307" y="123061"/>
                  </a:lnTo>
                  <a:lnTo>
                    <a:pt x="281419" y="123464"/>
                  </a:lnTo>
                  <a:lnTo>
                    <a:pt x="282532" y="123751"/>
                  </a:lnTo>
                  <a:lnTo>
                    <a:pt x="283644" y="123999"/>
                  </a:lnTo>
                  <a:lnTo>
                    <a:pt x="284756" y="124170"/>
                  </a:lnTo>
                  <a:lnTo>
                    <a:pt x="285869" y="124266"/>
                  </a:lnTo>
                  <a:lnTo>
                    <a:pt x="286981" y="124323"/>
                  </a:lnTo>
                  <a:lnTo>
                    <a:pt x="288093" y="124272"/>
                  </a:lnTo>
                  <a:lnTo>
                    <a:pt x="289206" y="124185"/>
                  </a:lnTo>
                  <a:lnTo>
                    <a:pt x="290318" y="124027"/>
                  </a:lnTo>
                  <a:lnTo>
                    <a:pt x="291430" y="123801"/>
                  </a:lnTo>
                  <a:lnTo>
                    <a:pt x="292543" y="123541"/>
                  </a:lnTo>
                  <a:lnTo>
                    <a:pt x="293655" y="123185"/>
                  </a:lnTo>
                  <a:lnTo>
                    <a:pt x="294767" y="122797"/>
                  </a:lnTo>
                  <a:lnTo>
                    <a:pt x="295880" y="122350"/>
                  </a:lnTo>
                  <a:lnTo>
                    <a:pt x="296992" y="121844"/>
                  </a:lnTo>
                  <a:lnTo>
                    <a:pt x="298104" y="121310"/>
                  </a:lnTo>
                  <a:lnTo>
                    <a:pt x="299217" y="120699"/>
                  </a:lnTo>
                  <a:lnTo>
                    <a:pt x="300329" y="120062"/>
                  </a:lnTo>
                  <a:lnTo>
                    <a:pt x="301441" y="119379"/>
                  </a:lnTo>
                  <a:lnTo>
                    <a:pt x="302554" y="118651"/>
                  </a:lnTo>
                  <a:lnTo>
                    <a:pt x="303666" y="117901"/>
                  </a:lnTo>
                  <a:lnTo>
                    <a:pt x="304778" y="117097"/>
                  </a:lnTo>
                  <a:lnTo>
                    <a:pt x="305891" y="116274"/>
                  </a:lnTo>
                  <a:lnTo>
                    <a:pt x="307003" y="115421"/>
                  </a:lnTo>
                  <a:lnTo>
                    <a:pt x="308115" y="114539"/>
                  </a:lnTo>
                  <a:lnTo>
                    <a:pt x="309228" y="113644"/>
                  </a:lnTo>
                  <a:lnTo>
                    <a:pt x="310340" y="112718"/>
                  </a:lnTo>
                  <a:lnTo>
                    <a:pt x="311452" y="111782"/>
                  </a:lnTo>
                  <a:lnTo>
                    <a:pt x="312565" y="110833"/>
                  </a:lnTo>
                  <a:lnTo>
                    <a:pt x="313677" y="109872"/>
                  </a:lnTo>
                  <a:lnTo>
                    <a:pt x="314789" y="108907"/>
                  </a:lnTo>
                  <a:lnTo>
                    <a:pt x="315902" y="107936"/>
                  </a:lnTo>
                  <a:lnTo>
                    <a:pt x="317014" y="106966"/>
                  </a:lnTo>
                  <a:lnTo>
                    <a:pt x="318126" y="105997"/>
                  </a:lnTo>
                  <a:lnTo>
                    <a:pt x="319239" y="105036"/>
                  </a:lnTo>
                  <a:lnTo>
                    <a:pt x="320351" y="104080"/>
                  </a:lnTo>
                  <a:lnTo>
                    <a:pt x="321463" y="103141"/>
                  </a:lnTo>
                  <a:lnTo>
                    <a:pt x="322576" y="102214"/>
                  </a:lnTo>
                  <a:lnTo>
                    <a:pt x="323688" y="101303"/>
                  </a:lnTo>
                  <a:lnTo>
                    <a:pt x="324800" y="100420"/>
                  </a:lnTo>
                  <a:lnTo>
                    <a:pt x="325913" y="99548"/>
                  </a:lnTo>
                  <a:lnTo>
                    <a:pt x="327025" y="98717"/>
                  </a:lnTo>
                  <a:lnTo>
                    <a:pt x="328137" y="97907"/>
                  </a:lnTo>
                  <a:lnTo>
                    <a:pt x="329250" y="97127"/>
                  </a:lnTo>
                  <a:lnTo>
                    <a:pt x="330362" y="96391"/>
                  </a:lnTo>
                  <a:lnTo>
                    <a:pt x="331474" y="95676"/>
                  </a:lnTo>
                  <a:lnTo>
                    <a:pt x="332587" y="95018"/>
                  </a:lnTo>
                  <a:lnTo>
                    <a:pt x="333699" y="94392"/>
                  </a:lnTo>
                  <a:lnTo>
                    <a:pt x="334811" y="93807"/>
                  </a:lnTo>
                  <a:lnTo>
                    <a:pt x="335924" y="93281"/>
                  </a:lnTo>
                  <a:lnTo>
                    <a:pt x="337036" y="92781"/>
                  </a:lnTo>
                  <a:lnTo>
                    <a:pt x="338148" y="92355"/>
                  </a:lnTo>
                  <a:lnTo>
                    <a:pt x="339261" y="91968"/>
                  </a:lnTo>
                  <a:lnTo>
                    <a:pt x="340373" y="91629"/>
                  </a:lnTo>
                  <a:lnTo>
                    <a:pt x="341485" y="91363"/>
                  </a:lnTo>
                  <a:lnTo>
                    <a:pt x="342598" y="91128"/>
                  </a:lnTo>
                  <a:lnTo>
                    <a:pt x="343710" y="90976"/>
                  </a:lnTo>
                  <a:lnTo>
                    <a:pt x="344822" y="90870"/>
                  </a:lnTo>
                  <a:lnTo>
                    <a:pt x="345935" y="90817"/>
                  </a:lnTo>
                  <a:lnTo>
                    <a:pt x="347047" y="90845"/>
                  </a:lnTo>
                  <a:lnTo>
                    <a:pt x="348159" y="90907"/>
                  </a:lnTo>
                  <a:lnTo>
                    <a:pt x="349272" y="91059"/>
                  </a:lnTo>
                  <a:lnTo>
                    <a:pt x="350384" y="91261"/>
                  </a:lnTo>
                  <a:lnTo>
                    <a:pt x="351496" y="91517"/>
                  </a:lnTo>
                  <a:lnTo>
                    <a:pt x="352609" y="91860"/>
                  </a:lnTo>
                  <a:lnTo>
                    <a:pt x="353721" y="92238"/>
                  </a:lnTo>
                  <a:lnTo>
                    <a:pt x="354833" y="92706"/>
                  </a:lnTo>
                  <a:lnTo>
                    <a:pt x="355946" y="93226"/>
                  </a:lnTo>
                  <a:lnTo>
                    <a:pt x="357058" y="93801"/>
                  </a:lnTo>
                  <a:lnTo>
                    <a:pt x="358170" y="94462"/>
                  </a:lnTo>
                  <a:lnTo>
                    <a:pt x="359283" y="95158"/>
                  </a:lnTo>
                  <a:lnTo>
                    <a:pt x="360395" y="95942"/>
                  </a:lnTo>
                  <a:lnTo>
                    <a:pt x="361507" y="96776"/>
                  </a:lnTo>
                  <a:lnTo>
                    <a:pt x="362620" y="97662"/>
                  </a:lnTo>
                  <a:lnTo>
                    <a:pt x="363732" y="98631"/>
                  </a:lnTo>
                  <a:lnTo>
                    <a:pt x="364844" y="99633"/>
                  </a:lnTo>
                  <a:lnTo>
                    <a:pt x="365957" y="100716"/>
                  </a:lnTo>
                  <a:lnTo>
                    <a:pt x="367069" y="101846"/>
                  </a:lnTo>
                  <a:lnTo>
                    <a:pt x="368181" y="103023"/>
                  </a:lnTo>
                  <a:lnTo>
                    <a:pt x="369294" y="104277"/>
                  </a:lnTo>
                  <a:lnTo>
                    <a:pt x="370406" y="105560"/>
                  </a:lnTo>
                  <a:lnTo>
                    <a:pt x="371518" y="106914"/>
                  </a:lnTo>
                  <a:lnTo>
                    <a:pt x="372631" y="108311"/>
                  </a:lnTo>
                  <a:lnTo>
                    <a:pt x="373743" y="109748"/>
                  </a:lnTo>
                  <a:lnTo>
                    <a:pt x="374855" y="111251"/>
                  </a:lnTo>
                  <a:lnTo>
                    <a:pt x="375968" y="112780"/>
                  </a:lnTo>
                  <a:lnTo>
                    <a:pt x="377080" y="114368"/>
                  </a:lnTo>
                  <a:lnTo>
                    <a:pt x="378192" y="115992"/>
                  </a:lnTo>
                  <a:lnTo>
                    <a:pt x="379305" y="117648"/>
                  </a:lnTo>
                  <a:lnTo>
                    <a:pt x="380417" y="119360"/>
                  </a:lnTo>
                  <a:lnTo>
                    <a:pt x="381529" y="121091"/>
                  </a:lnTo>
                  <a:lnTo>
                    <a:pt x="382642" y="122869"/>
                  </a:lnTo>
                  <a:lnTo>
                    <a:pt x="383754" y="124676"/>
                  </a:lnTo>
                  <a:lnTo>
                    <a:pt x="384866" y="126506"/>
                  </a:lnTo>
                  <a:lnTo>
                    <a:pt x="385979" y="128379"/>
                  </a:lnTo>
                  <a:lnTo>
                    <a:pt x="387091" y="130266"/>
                  </a:lnTo>
                  <a:lnTo>
                    <a:pt x="388203" y="132186"/>
                  </a:lnTo>
                  <a:lnTo>
                    <a:pt x="389316" y="134127"/>
                  </a:lnTo>
                  <a:lnTo>
                    <a:pt x="390428" y="136084"/>
                  </a:lnTo>
                  <a:lnTo>
                    <a:pt x="391540" y="138069"/>
                  </a:lnTo>
                  <a:lnTo>
                    <a:pt x="392653" y="140064"/>
                  </a:lnTo>
                  <a:lnTo>
                    <a:pt x="393765" y="142079"/>
                  </a:lnTo>
                  <a:lnTo>
                    <a:pt x="394877" y="144107"/>
                  </a:lnTo>
                  <a:lnTo>
                    <a:pt x="395990" y="146144"/>
                  </a:lnTo>
                  <a:lnTo>
                    <a:pt x="397102" y="148196"/>
                  </a:lnTo>
                  <a:lnTo>
                    <a:pt x="398214" y="150253"/>
                  </a:lnTo>
                  <a:lnTo>
                    <a:pt x="399327" y="152319"/>
                  </a:lnTo>
                  <a:lnTo>
                    <a:pt x="400439" y="154389"/>
                  </a:lnTo>
                  <a:lnTo>
                    <a:pt x="401551" y="156464"/>
                  </a:lnTo>
                  <a:lnTo>
                    <a:pt x="402664" y="158541"/>
                  </a:lnTo>
                  <a:lnTo>
                    <a:pt x="403776" y="160619"/>
                  </a:lnTo>
                  <a:lnTo>
                    <a:pt x="404888" y="162698"/>
                  </a:lnTo>
                  <a:lnTo>
                    <a:pt x="406001" y="164774"/>
                  </a:lnTo>
                  <a:lnTo>
                    <a:pt x="407113" y="166849"/>
                  </a:lnTo>
                  <a:lnTo>
                    <a:pt x="408225" y="168919"/>
                  </a:lnTo>
                  <a:lnTo>
                    <a:pt x="409338" y="170985"/>
                  </a:lnTo>
                  <a:lnTo>
                    <a:pt x="410450" y="173045"/>
                  </a:lnTo>
                  <a:lnTo>
                    <a:pt x="411562" y="175098"/>
                  </a:lnTo>
                  <a:lnTo>
                    <a:pt x="412675" y="177147"/>
                  </a:lnTo>
                  <a:lnTo>
                    <a:pt x="413787" y="179183"/>
                  </a:lnTo>
                  <a:lnTo>
                    <a:pt x="414899" y="181214"/>
                  </a:lnTo>
                  <a:lnTo>
                    <a:pt x="416012" y="183235"/>
                  </a:lnTo>
                  <a:lnTo>
                    <a:pt x="417124" y="185246"/>
                  </a:lnTo>
                  <a:lnTo>
                    <a:pt x="418236" y="187250"/>
                  </a:lnTo>
                  <a:lnTo>
                    <a:pt x="419349" y="189239"/>
                  </a:lnTo>
                  <a:lnTo>
                    <a:pt x="420461" y="191221"/>
                  </a:lnTo>
                  <a:lnTo>
                    <a:pt x="421573" y="193191"/>
                  </a:lnTo>
                  <a:lnTo>
                    <a:pt x="422686" y="195151"/>
                  </a:lnTo>
                  <a:lnTo>
                    <a:pt x="423798" y="197104"/>
                  </a:lnTo>
                  <a:lnTo>
                    <a:pt x="424910" y="199040"/>
                  </a:lnTo>
                  <a:lnTo>
                    <a:pt x="426023" y="200971"/>
                  </a:lnTo>
                  <a:lnTo>
                    <a:pt x="427135" y="202890"/>
                  </a:lnTo>
                  <a:lnTo>
                    <a:pt x="428247" y="204800"/>
                  </a:lnTo>
                  <a:lnTo>
                    <a:pt x="429360" y="206704"/>
                  </a:lnTo>
                  <a:lnTo>
                    <a:pt x="430472" y="208594"/>
                  </a:lnTo>
                  <a:lnTo>
                    <a:pt x="431584" y="210480"/>
                  </a:lnTo>
                  <a:lnTo>
                    <a:pt x="432697" y="212357"/>
                  </a:lnTo>
                  <a:lnTo>
                    <a:pt x="433809" y="214228"/>
                  </a:lnTo>
                  <a:lnTo>
                    <a:pt x="434921" y="216094"/>
                  </a:lnTo>
                  <a:lnTo>
                    <a:pt x="436034" y="217952"/>
                  </a:lnTo>
                  <a:lnTo>
                    <a:pt x="437146" y="219809"/>
                  </a:lnTo>
                  <a:lnTo>
                    <a:pt x="438258" y="221661"/>
                  </a:lnTo>
                  <a:lnTo>
                    <a:pt x="439371" y="223510"/>
                  </a:lnTo>
                  <a:lnTo>
                    <a:pt x="440483" y="225358"/>
                  </a:lnTo>
                  <a:lnTo>
                    <a:pt x="441595" y="227206"/>
                  </a:lnTo>
                  <a:lnTo>
                    <a:pt x="442708" y="229054"/>
                  </a:lnTo>
                  <a:lnTo>
                    <a:pt x="443820" y="230903"/>
                  </a:lnTo>
                  <a:lnTo>
                    <a:pt x="444932" y="232756"/>
                  </a:lnTo>
                  <a:lnTo>
                    <a:pt x="446045" y="234610"/>
                  </a:lnTo>
                  <a:lnTo>
                    <a:pt x="447157" y="236472"/>
                  </a:lnTo>
                  <a:lnTo>
                    <a:pt x="448269" y="238338"/>
                  </a:lnTo>
                  <a:lnTo>
                    <a:pt x="449382" y="240211"/>
                  </a:lnTo>
                  <a:lnTo>
                    <a:pt x="450494" y="242093"/>
                  </a:lnTo>
                  <a:lnTo>
                    <a:pt x="451606" y="243980"/>
                  </a:lnTo>
                  <a:lnTo>
                    <a:pt x="452719" y="245884"/>
                  </a:lnTo>
                  <a:lnTo>
                    <a:pt x="453831" y="247795"/>
                  </a:lnTo>
                  <a:lnTo>
                    <a:pt x="454943" y="249719"/>
                  </a:lnTo>
                  <a:lnTo>
                    <a:pt x="456056" y="251659"/>
                  </a:lnTo>
                  <a:lnTo>
                    <a:pt x="457168" y="253606"/>
                  </a:lnTo>
                  <a:lnTo>
                    <a:pt x="458280" y="255578"/>
                  </a:lnTo>
                  <a:lnTo>
                    <a:pt x="459393" y="257561"/>
                  </a:lnTo>
                  <a:lnTo>
                    <a:pt x="460505" y="259561"/>
                  </a:lnTo>
                  <a:lnTo>
                    <a:pt x="461617" y="261584"/>
                  </a:lnTo>
                  <a:lnTo>
                    <a:pt x="462730" y="263616"/>
                  </a:lnTo>
                  <a:lnTo>
                    <a:pt x="463842" y="265680"/>
                  </a:lnTo>
                  <a:lnTo>
                    <a:pt x="464954" y="267758"/>
                  </a:lnTo>
                  <a:lnTo>
                    <a:pt x="466067" y="269857"/>
                  </a:lnTo>
                  <a:lnTo>
                    <a:pt x="467179" y="271983"/>
                  </a:lnTo>
                  <a:lnTo>
                    <a:pt x="468291" y="274121"/>
                  </a:lnTo>
                  <a:lnTo>
                    <a:pt x="469404" y="276295"/>
                  </a:lnTo>
                  <a:lnTo>
                    <a:pt x="470516" y="278485"/>
                  </a:lnTo>
                  <a:lnTo>
                    <a:pt x="471628" y="280700"/>
                  </a:lnTo>
                  <a:lnTo>
                    <a:pt x="472741" y="282944"/>
                  </a:lnTo>
                  <a:lnTo>
                    <a:pt x="473853" y="285202"/>
                  </a:lnTo>
                  <a:lnTo>
                    <a:pt x="474965" y="287499"/>
                  </a:lnTo>
                  <a:lnTo>
                    <a:pt x="476078" y="289813"/>
                  </a:lnTo>
                  <a:lnTo>
                    <a:pt x="477190" y="292152"/>
                  </a:lnTo>
                  <a:lnTo>
                    <a:pt x="478302" y="294522"/>
                  </a:lnTo>
                  <a:lnTo>
                    <a:pt x="479415" y="296907"/>
                  </a:lnTo>
                  <a:lnTo>
                    <a:pt x="480527" y="299331"/>
                  </a:lnTo>
                  <a:lnTo>
                    <a:pt x="481639" y="301772"/>
                  </a:lnTo>
                  <a:lnTo>
                    <a:pt x="482752" y="304238"/>
                  </a:lnTo>
                  <a:lnTo>
                    <a:pt x="483864" y="306734"/>
                  </a:lnTo>
                  <a:lnTo>
                    <a:pt x="484976" y="309245"/>
                  </a:lnTo>
                  <a:lnTo>
                    <a:pt x="486089" y="311792"/>
                  </a:lnTo>
                  <a:lnTo>
                    <a:pt x="487201" y="314357"/>
                  </a:lnTo>
                  <a:lnTo>
                    <a:pt x="488313" y="316943"/>
                  </a:lnTo>
                  <a:lnTo>
                    <a:pt x="489426" y="319559"/>
                  </a:lnTo>
                  <a:lnTo>
                    <a:pt x="490538" y="322187"/>
                  </a:lnTo>
                  <a:lnTo>
                    <a:pt x="491650" y="324847"/>
                  </a:lnTo>
                  <a:lnTo>
                    <a:pt x="492762" y="327522"/>
                  </a:lnTo>
                  <a:lnTo>
                    <a:pt x="493875" y="330217"/>
                  </a:lnTo>
                  <a:lnTo>
                    <a:pt x="494987" y="332936"/>
                  </a:lnTo>
                  <a:lnTo>
                    <a:pt x="496099" y="335666"/>
                  </a:lnTo>
                  <a:lnTo>
                    <a:pt x="497212" y="338422"/>
                  </a:lnTo>
                  <a:lnTo>
                    <a:pt x="498324" y="341190"/>
                  </a:lnTo>
                  <a:lnTo>
                    <a:pt x="499436" y="343973"/>
                  </a:lnTo>
                  <a:lnTo>
                    <a:pt x="500549" y="346775"/>
                  </a:lnTo>
                  <a:lnTo>
                    <a:pt x="501661" y="349585"/>
                  </a:lnTo>
                  <a:lnTo>
                    <a:pt x="502773" y="352414"/>
                  </a:lnTo>
                  <a:lnTo>
                    <a:pt x="503886" y="355252"/>
                  </a:lnTo>
                  <a:lnTo>
                    <a:pt x="504998" y="358099"/>
                  </a:lnTo>
                  <a:lnTo>
                    <a:pt x="506110" y="360959"/>
                  </a:lnTo>
                  <a:lnTo>
                    <a:pt x="507223" y="363823"/>
                  </a:lnTo>
                  <a:lnTo>
                    <a:pt x="508335" y="366698"/>
                  </a:lnTo>
                  <a:lnTo>
                    <a:pt x="509447" y="369578"/>
                  </a:lnTo>
                  <a:lnTo>
                    <a:pt x="510560" y="372462"/>
                  </a:lnTo>
                  <a:lnTo>
                    <a:pt x="511672" y="375351"/>
                  </a:lnTo>
                  <a:lnTo>
                    <a:pt x="512784" y="378241"/>
                  </a:lnTo>
                  <a:lnTo>
                    <a:pt x="513897" y="381134"/>
                  </a:lnTo>
                  <a:lnTo>
                    <a:pt x="515009" y="384026"/>
                  </a:lnTo>
                  <a:lnTo>
                    <a:pt x="516121" y="386917"/>
                  </a:lnTo>
                  <a:lnTo>
                    <a:pt x="517234" y="389806"/>
                  </a:lnTo>
                  <a:lnTo>
                    <a:pt x="518346" y="392692"/>
                  </a:lnTo>
                  <a:lnTo>
                    <a:pt x="519458" y="395572"/>
                  </a:lnTo>
                  <a:lnTo>
                    <a:pt x="520571" y="398447"/>
                  </a:lnTo>
                  <a:lnTo>
                    <a:pt x="521683" y="401316"/>
                  </a:lnTo>
                  <a:lnTo>
                    <a:pt x="522795" y="404174"/>
                  </a:lnTo>
                  <a:lnTo>
                    <a:pt x="523908" y="407027"/>
                  </a:lnTo>
                  <a:lnTo>
                    <a:pt x="525020" y="409866"/>
                  </a:lnTo>
                  <a:lnTo>
                    <a:pt x="526132" y="412695"/>
                  </a:lnTo>
                  <a:lnTo>
                    <a:pt x="527245" y="415514"/>
                  </a:lnTo>
                  <a:lnTo>
                    <a:pt x="528357" y="418313"/>
                  </a:lnTo>
                  <a:lnTo>
                    <a:pt x="529469" y="421105"/>
                  </a:lnTo>
                  <a:lnTo>
                    <a:pt x="530582" y="423876"/>
                  </a:lnTo>
                  <a:lnTo>
                    <a:pt x="531694" y="426632"/>
                  </a:lnTo>
                  <a:lnTo>
                    <a:pt x="532806" y="429375"/>
                  </a:lnTo>
                  <a:lnTo>
                    <a:pt x="533919" y="432091"/>
                  </a:lnTo>
                  <a:lnTo>
                    <a:pt x="535031" y="434796"/>
                  </a:lnTo>
                  <a:lnTo>
                    <a:pt x="536143" y="437476"/>
                  </a:lnTo>
                  <a:lnTo>
                    <a:pt x="537256" y="440136"/>
                  </a:lnTo>
                  <a:lnTo>
                    <a:pt x="538368" y="442779"/>
                  </a:lnTo>
                  <a:lnTo>
                    <a:pt x="539480" y="445390"/>
                  </a:lnTo>
                  <a:lnTo>
                    <a:pt x="540593" y="447989"/>
                  </a:lnTo>
                  <a:lnTo>
                    <a:pt x="541705" y="450556"/>
                  </a:lnTo>
                  <a:lnTo>
                    <a:pt x="542817" y="453100"/>
                  </a:lnTo>
                  <a:lnTo>
                    <a:pt x="543930" y="455626"/>
                  </a:lnTo>
                  <a:lnTo>
                    <a:pt x="545042" y="458115"/>
                  </a:lnTo>
                  <a:lnTo>
                    <a:pt x="546154" y="460588"/>
                  </a:lnTo>
                  <a:lnTo>
                    <a:pt x="547267" y="463027"/>
                  </a:lnTo>
                  <a:lnTo>
                    <a:pt x="548379" y="465441"/>
                  </a:lnTo>
                  <a:lnTo>
                    <a:pt x="549491" y="467834"/>
                  </a:lnTo>
                  <a:lnTo>
                    <a:pt x="550604" y="470186"/>
                  </a:lnTo>
                  <a:lnTo>
                    <a:pt x="551716" y="472522"/>
                  </a:lnTo>
                  <a:lnTo>
                    <a:pt x="552828" y="474821"/>
                  </a:lnTo>
                  <a:lnTo>
                    <a:pt x="553941" y="477092"/>
                  </a:lnTo>
                  <a:lnTo>
                    <a:pt x="555053" y="479343"/>
                  </a:lnTo>
                  <a:lnTo>
                    <a:pt x="556165" y="481548"/>
                  </a:lnTo>
                  <a:lnTo>
                    <a:pt x="557278" y="483737"/>
                  </a:lnTo>
                  <a:lnTo>
                    <a:pt x="558390" y="485888"/>
                  </a:lnTo>
                  <a:lnTo>
                    <a:pt x="559502" y="488009"/>
                  </a:lnTo>
                  <a:lnTo>
                    <a:pt x="560615" y="490110"/>
                  </a:lnTo>
                  <a:lnTo>
                    <a:pt x="561727" y="492164"/>
                  </a:lnTo>
                  <a:lnTo>
                    <a:pt x="562839" y="494200"/>
                  </a:lnTo>
                  <a:lnTo>
                    <a:pt x="563952" y="496199"/>
                  </a:lnTo>
                  <a:lnTo>
                    <a:pt x="565064" y="498167"/>
                  </a:lnTo>
                  <a:lnTo>
                    <a:pt x="566176" y="500114"/>
                  </a:lnTo>
                  <a:lnTo>
                    <a:pt x="567289" y="502014"/>
                  </a:lnTo>
                  <a:lnTo>
                    <a:pt x="568401" y="503896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8" name="rc9228"/>
            <p:cNvSpPr/>
            <p:nvPr/>
          </p:nvSpPr>
          <p:spPr>
            <a:xfrm>
              <a:off x="9348465" y="7876508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29" name="pl9229"/>
            <p:cNvSpPr/>
            <p:nvPr/>
          </p:nvSpPr>
          <p:spPr>
            <a:xfrm>
              <a:off x="9348465" y="845271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0" name="pl9230"/>
            <p:cNvSpPr/>
            <p:nvPr/>
          </p:nvSpPr>
          <p:spPr>
            <a:xfrm>
              <a:off x="9348465" y="833936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1" name="pl9231"/>
            <p:cNvSpPr/>
            <p:nvPr/>
          </p:nvSpPr>
          <p:spPr>
            <a:xfrm>
              <a:off x="9348465" y="822601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2" name="pl9232"/>
            <p:cNvSpPr/>
            <p:nvPr/>
          </p:nvSpPr>
          <p:spPr>
            <a:xfrm>
              <a:off x="9348465" y="811266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3" name="pl9233"/>
            <p:cNvSpPr/>
            <p:nvPr/>
          </p:nvSpPr>
          <p:spPr>
            <a:xfrm>
              <a:off x="9348465" y="799930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4" name="pl9234"/>
            <p:cNvSpPr/>
            <p:nvPr/>
          </p:nvSpPr>
          <p:spPr>
            <a:xfrm>
              <a:off x="9348465" y="788595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5" name="pl9235"/>
            <p:cNvSpPr/>
            <p:nvPr/>
          </p:nvSpPr>
          <p:spPr>
            <a:xfrm>
              <a:off x="9400843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6" name="pl9236"/>
            <p:cNvSpPr/>
            <p:nvPr/>
          </p:nvSpPr>
          <p:spPr>
            <a:xfrm>
              <a:off x="9578158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7" name="pl9237"/>
            <p:cNvSpPr/>
            <p:nvPr/>
          </p:nvSpPr>
          <p:spPr>
            <a:xfrm>
              <a:off x="9755474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8" name="pl9238"/>
            <p:cNvSpPr/>
            <p:nvPr/>
          </p:nvSpPr>
          <p:spPr>
            <a:xfrm>
              <a:off x="9932790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9" name="pl9239"/>
            <p:cNvSpPr/>
            <p:nvPr/>
          </p:nvSpPr>
          <p:spPr>
            <a:xfrm>
              <a:off x="9348465" y="850939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0" name="pl9240"/>
            <p:cNvSpPr/>
            <p:nvPr/>
          </p:nvSpPr>
          <p:spPr>
            <a:xfrm>
              <a:off x="9348465" y="839604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1" name="pl9241"/>
            <p:cNvSpPr/>
            <p:nvPr/>
          </p:nvSpPr>
          <p:spPr>
            <a:xfrm>
              <a:off x="9348465" y="828268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2" name="pl9242"/>
            <p:cNvSpPr/>
            <p:nvPr/>
          </p:nvSpPr>
          <p:spPr>
            <a:xfrm>
              <a:off x="9348465" y="816933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3" name="pl9243"/>
            <p:cNvSpPr/>
            <p:nvPr/>
          </p:nvSpPr>
          <p:spPr>
            <a:xfrm>
              <a:off x="9348465" y="805598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4" name="pl9244"/>
            <p:cNvSpPr/>
            <p:nvPr/>
          </p:nvSpPr>
          <p:spPr>
            <a:xfrm>
              <a:off x="9348465" y="794263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5" name="pl9245"/>
            <p:cNvSpPr/>
            <p:nvPr/>
          </p:nvSpPr>
          <p:spPr>
            <a:xfrm>
              <a:off x="9489500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6" name="pl9246"/>
            <p:cNvSpPr/>
            <p:nvPr/>
          </p:nvSpPr>
          <p:spPr>
            <a:xfrm>
              <a:off x="9666816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7" name="pl9247"/>
            <p:cNvSpPr/>
            <p:nvPr/>
          </p:nvSpPr>
          <p:spPr>
            <a:xfrm>
              <a:off x="9844132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8" name="pt9248"/>
            <p:cNvSpPr/>
            <p:nvPr/>
          </p:nvSpPr>
          <p:spPr>
            <a:xfrm>
              <a:off x="9654599" y="8107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9" name="pt9249"/>
            <p:cNvSpPr/>
            <p:nvPr/>
          </p:nvSpPr>
          <p:spPr>
            <a:xfrm>
              <a:off x="9741529" y="7957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0" name="pt9250"/>
            <p:cNvSpPr/>
            <p:nvPr/>
          </p:nvSpPr>
          <p:spPr>
            <a:xfrm>
              <a:off x="9682669" y="7967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1" name="pt9251"/>
            <p:cNvSpPr/>
            <p:nvPr/>
          </p:nvSpPr>
          <p:spPr>
            <a:xfrm>
              <a:off x="9595077" y="7922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2" name="pt9252"/>
            <p:cNvSpPr/>
            <p:nvPr/>
          </p:nvSpPr>
          <p:spPr>
            <a:xfrm>
              <a:off x="9500997" y="8196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3" name="pt9253"/>
            <p:cNvSpPr/>
            <p:nvPr/>
          </p:nvSpPr>
          <p:spPr>
            <a:xfrm>
              <a:off x="9573504" y="7885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4" name="pt9254"/>
            <p:cNvSpPr/>
            <p:nvPr/>
          </p:nvSpPr>
          <p:spPr>
            <a:xfrm>
              <a:off x="9782667" y="8250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5" name="pt9255"/>
            <p:cNvSpPr/>
            <p:nvPr/>
          </p:nvSpPr>
          <p:spPr>
            <a:xfrm>
              <a:off x="9424140" y="82150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6" name="pt9256"/>
            <p:cNvSpPr/>
            <p:nvPr/>
          </p:nvSpPr>
          <p:spPr>
            <a:xfrm>
              <a:off x="9783692" y="79627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7" name="pt9257"/>
            <p:cNvSpPr/>
            <p:nvPr/>
          </p:nvSpPr>
          <p:spPr>
            <a:xfrm>
              <a:off x="9547444" y="8170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8" name="pt9258"/>
            <p:cNvSpPr/>
            <p:nvPr/>
          </p:nvSpPr>
          <p:spPr>
            <a:xfrm>
              <a:off x="9810827" y="80333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9" name="pt9259"/>
            <p:cNvSpPr/>
            <p:nvPr/>
          </p:nvSpPr>
          <p:spPr>
            <a:xfrm>
              <a:off x="9736276" y="8131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0" name="pt9260"/>
            <p:cNvSpPr/>
            <p:nvPr/>
          </p:nvSpPr>
          <p:spPr>
            <a:xfrm>
              <a:off x="9837564" y="80197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1" name="pt9261"/>
            <p:cNvSpPr/>
            <p:nvPr/>
          </p:nvSpPr>
          <p:spPr>
            <a:xfrm>
              <a:off x="9607333" y="8090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2" name="pt9262"/>
            <p:cNvSpPr/>
            <p:nvPr/>
          </p:nvSpPr>
          <p:spPr>
            <a:xfrm>
              <a:off x="9494296" y="81697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3" name="pt9263"/>
            <p:cNvSpPr/>
            <p:nvPr/>
          </p:nvSpPr>
          <p:spPr>
            <a:xfrm>
              <a:off x="9815428" y="80455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4" name="pt9264"/>
            <p:cNvSpPr/>
            <p:nvPr/>
          </p:nvSpPr>
          <p:spPr>
            <a:xfrm>
              <a:off x="9521089" y="82160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5" name="pt9265"/>
            <p:cNvSpPr/>
            <p:nvPr/>
          </p:nvSpPr>
          <p:spPr>
            <a:xfrm>
              <a:off x="9702522" y="8163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6" name="pt9266"/>
            <p:cNvSpPr/>
            <p:nvPr/>
          </p:nvSpPr>
          <p:spPr>
            <a:xfrm>
              <a:off x="9702906" y="7983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7" name="pt9267"/>
            <p:cNvSpPr/>
            <p:nvPr/>
          </p:nvSpPr>
          <p:spPr>
            <a:xfrm>
              <a:off x="9883699" y="80720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8" name="pt9268"/>
            <p:cNvSpPr/>
            <p:nvPr/>
          </p:nvSpPr>
          <p:spPr>
            <a:xfrm>
              <a:off x="9375009" y="82182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9" name="pt9269"/>
            <p:cNvSpPr/>
            <p:nvPr/>
          </p:nvSpPr>
          <p:spPr>
            <a:xfrm>
              <a:off x="9668944" y="81636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0" name="pt9270"/>
            <p:cNvSpPr/>
            <p:nvPr/>
          </p:nvSpPr>
          <p:spPr>
            <a:xfrm>
              <a:off x="9564737" y="8213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1" name="pt9271"/>
            <p:cNvSpPr/>
            <p:nvPr/>
          </p:nvSpPr>
          <p:spPr>
            <a:xfrm>
              <a:off x="9527003" y="80982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2" name="pt9272"/>
            <p:cNvSpPr/>
            <p:nvPr/>
          </p:nvSpPr>
          <p:spPr>
            <a:xfrm>
              <a:off x="9823652" y="7921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3" name="pt9273"/>
            <p:cNvSpPr/>
            <p:nvPr/>
          </p:nvSpPr>
          <p:spPr>
            <a:xfrm>
              <a:off x="9718971" y="80847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4" name="pt9274"/>
            <p:cNvSpPr/>
            <p:nvPr/>
          </p:nvSpPr>
          <p:spPr>
            <a:xfrm>
              <a:off x="9479793" y="8064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5" name="pt9275"/>
            <p:cNvSpPr/>
            <p:nvPr/>
          </p:nvSpPr>
          <p:spPr>
            <a:xfrm>
              <a:off x="9805957" y="83118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6" name="pt9276"/>
            <p:cNvSpPr/>
            <p:nvPr/>
          </p:nvSpPr>
          <p:spPr>
            <a:xfrm>
              <a:off x="9659044" y="8168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7" name="pt9277"/>
            <p:cNvSpPr/>
            <p:nvPr/>
          </p:nvSpPr>
          <p:spPr>
            <a:xfrm>
              <a:off x="9517147" y="8190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8" name="pt9278"/>
            <p:cNvSpPr/>
            <p:nvPr/>
          </p:nvSpPr>
          <p:spPr>
            <a:xfrm>
              <a:off x="9635331" y="81384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9" name="pt9279"/>
            <p:cNvSpPr/>
            <p:nvPr/>
          </p:nvSpPr>
          <p:spPr>
            <a:xfrm>
              <a:off x="9520438" y="80347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0" name="pt9280"/>
            <p:cNvSpPr/>
            <p:nvPr/>
          </p:nvSpPr>
          <p:spPr>
            <a:xfrm>
              <a:off x="9548621" y="79903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1" name="pt9281"/>
            <p:cNvSpPr/>
            <p:nvPr/>
          </p:nvSpPr>
          <p:spPr>
            <a:xfrm>
              <a:off x="9771067" y="80121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2" name="pt9282"/>
            <p:cNvSpPr/>
            <p:nvPr/>
          </p:nvSpPr>
          <p:spPr>
            <a:xfrm>
              <a:off x="9685839" y="79792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3" name="pt9283"/>
            <p:cNvSpPr/>
            <p:nvPr/>
          </p:nvSpPr>
          <p:spPr>
            <a:xfrm>
              <a:off x="9796463" y="7975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4" name="pt9284"/>
            <p:cNvSpPr/>
            <p:nvPr/>
          </p:nvSpPr>
          <p:spPr>
            <a:xfrm>
              <a:off x="9484016" y="81255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5" name="pt9285"/>
            <p:cNvSpPr/>
            <p:nvPr/>
          </p:nvSpPr>
          <p:spPr>
            <a:xfrm>
              <a:off x="9551415" y="8205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6" name="pt9286"/>
            <p:cNvSpPr/>
            <p:nvPr/>
          </p:nvSpPr>
          <p:spPr>
            <a:xfrm>
              <a:off x="9428798" y="82026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7" name="pt9287"/>
            <p:cNvSpPr/>
            <p:nvPr/>
          </p:nvSpPr>
          <p:spPr>
            <a:xfrm>
              <a:off x="9699603" y="8037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8" name="pt9288"/>
            <p:cNvSpPr/>
            <p:nvPr/>
          </p:nvSpPr>
          <p:spPr>
            <a:xfrm>
              <a:off x="9530448" y="8154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9" name="pt9289"/>
            <p:cNvSpPr/>
            <p:nvPr/>
          </p:nvSpPr>
          <p:spPr>
            <a:xfrm>
              <a:off x="9484204" y="8248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0" name="pt9290"/>
            <p:cNvSpPr/>
            <p:nvPr/>
          </p:nvSpPr>
          <p:spPr>
            <a:xfrm>
              <a:off x="9709444" y="80393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1" name="pt9291"/>
            <p:cNvSpPr/>
            <p:nvPr/>
          </p:nvSpPr>
          <p:spPr>
            <a:xfrm>
              <a:off x="9820431" y="80168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2" name="pt9292"/>
            <p:cNvSpPr/>
            <p:nvPr/>
          </p:nvSpPr>
          <p:spPr>
            <a:xfrm>
              <a:off x="9657411" y="8262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3" name="pt9293"/>
            <p:cNvSpPr/>
            <p:nvPr/>
          </p:nvSpPr>
          <p:spPr>
            <a:xfrm>
              <a:off x="9920460" y="7986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4" name="pt9294"/>
            <p:cNvSpPr/>
            <p:nvPr/>
          </p:nvSpPr>
          <p:spPr>
            <a:xfrm>
              <a:off x="9589626" y="80610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5" name="pt9295"/>
            <p:cNvSpPr/>
            <p:nvPr/>
          </p:nvSpPr>
          <p:spPr>
            <a:xfrm>
              <a:off x="9759379" y="80763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6" name="pt9296"/>
            <p:cNvSpPr/>
            <p:nvPr/>
          </p:nvSpPr>
          <p:spPr>
            <a:xfrm>
              <a:off x="9441092" y="8083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7" name="pt9297"/>
            <p:cNvSpPr/>
            <p:nvPr/>
          </p:nvSpPr>
          <p:spPr>
            <a:xfrm>
              <a:off x="9548606" y="80532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8" name="pt9298"/>
            <p:cNvSpPr/>
            <p:nvPr/>
          </p:nvSpPr>
          <p:spPr>
            <a:xfrm>
              <a:off x="9615078" y="80978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9" name="pt9299"/>
            <p:cNvSpPr/>
            <p:nvPr/>
          </p:nvSpPr>
          <p:spPr>
            <a:xfrm>
              <a:off x="9484125" y="8274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0" name="pt9300"/>
            <p:cNvSpPr/>
            <p:nvPr/>
          </p:nvSpPr>
          <p:spPr>
            <a:xfrm>
              <a:off x="9687985" y="8010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1" name="pt9301"/>
            <p:cNvSpPr/>
            <p:nvPr/>
          </p:nvSpPr>
          <p:spPr>
            <a:xfrm>
              <a:off x="9821360" y="79792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2" name="pt9302"/>
            <p:cNvSpPr/>
            <p:nvPr/>
          </p:nvSpPr>
          <p:spPr>
            <a:xfrm>
              <a:off x="9453719" y="82345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3" name="pt9303"/>
            <p:cNvSpPr/>
            <p:nvPr/>
          </p:nvSpPr>
          <p:spPr>
            <a:xfrm>
              <a:off x="9560233" y="80872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4" name="pt9304"/>
            <p:cNvSpPr/>
            <p:nvPr/>
          </p:nvSpPr>
          <p:spPr>
            <a:xfrm>
              <a:off x="9732227" y="80596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5" name="pt9305"/>
            <p:cNvSpPr/>
            <p:nvPr/>
          </p:nvSpPr>
          <p:spPr>
            <a:xfrm>
              <a:off x="9485867" y="8104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6" name="pt9306"/>
            <p:cNvSpPr/>
            <p:nvPr/>
          </p:nvSpPr>
          <p:spPr>
            <a:xfrm>
              <a:off x="9677744" y="80488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7" name="pt9307"/>
            <p:cNvSpPr/>
            <p:nvPr/>
          </p:nvSpPr>
          <p:spPr>
            <a:xfrm>
              <a:off x="9726880" y="8078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8" name="pt9308"/>
            <p:cNvSpPr/>
            <p:nvPr/>
          </p:nvSpPr>
          <p:spPr>
            <a:xfrm>
              <a:off x="9465215" y="81996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9" name="pt9309"/>
            <p:cNvSpPr/>
            <p:nvPr/>
          </p:nvSpPr>
          <p:spPr>
            <a:xfrm>
              <a:off x="9543206" y="8138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0" name="pt9310"/>
            <p:cNvSpPr/>
            <p:nvPr/>
          </p:nvSpPr>
          <p:spPr>
            <a:xfrm>
              <a:off x="9848766" y="7889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1" name="pt9311"/>
            <p:cNvSpPr/>
            <p:nvPr/>
          </p:nvSpPr>
          <p:spPr>
            <a:xfrm>
              <a:off x="9540006" y="80604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2" name="pt9312"/>
            <p:cNvSpPr/>
            <p:nvPr/>
          </p:nvSpPr>
          <p:spPr>
            <a:xfrm>
              <a:off x="9584089" y="8107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3" name="pt9313"/>
            <p:cNvSpPr/>
            <p:nvPr/>
          </p:nvSpPr>
          <p:spPr>
            <a:xfrm>
              <a:off x="9770337" y="8090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4" name="pt9314"/>
            <p:cNvSpPr/>
            <p:nvPr/>
          </p:nvSpPr>
          <p:spPr>
            <a:xfrm>
              <a:off x="9563772" y="81425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5" name="pt9315"/>
            <p:cNvSpPr/>
            <p:nvPr/>
          </p:nvSpPr>
          <p:spPr>
            <a:xfrm>
              <a:off x="9566567" y="80074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6" name="pt9316"/>
            <p:cNvSpPr/>
            <p:nvPr/>
          </p:nvSpPr>
          <p:spPr>
            <a:xfrm>
              <a:off x="9728756" y="7887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7" name="pt9317"/>
            <p:cNvSpPr/>
            <p:nvPr/>
          </p:nvSpPr>
          <p:spPr>
            <a:xfrm>
              <a:off x="9608020" y="8036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8" name="pt9318"/>
            <p:cNvSpPr/>
            <p:nvPr/>
          </p:nvSpPr>
          <p:spPr>
            <a:xfrm>
              <a:off x="9519748" y="80017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9" name="pt9319"/>
            <p:cNvSpPr/>
            <p:nvPr/>
          </p:nvSpPr>
          <p:spPr>
            <a:xfrm>
              <a:off x="9671898" y="80073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0" name="pt9320"/>
            <p:cNvSpPr/>
            <p:nvPr/>
          </p:nvSpPr>
          <p:spPr>
            <a:xfrm>
              <a:off x="9578174" y="8125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1" name="pt9321"/>
            <p:cNvSpPr/>
            <p:nvPr/>
          </p:nvSpPr>
          <p:spPr>
            <a:xfrm>
              <a:off x="9718920" y="81941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2" name="pt9322"/>
            <p:cNvSpPr/>
            <p:nvPr/>
          </p:nvSpPr>
          <p:spPr>
            <a:xfrm>
              <a:off x="9861636" y="80678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3" name="pt9323"/>
            <p:cNvSpPr/>
            <p:nvPr/>
          </p:nvSpPr>
          <p:spPr>
            <a:xfrm>
              <a:off x="9512210" y="81559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4" name="pt9324"/>
            <p:cNvSpPr/>
            <p:nvPr/>
          </p:nvSpPr>
          <p:spPr>
            <a:xfrm>
              <a:off x="9583276" y="80929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5" name="pt9325"/>
            <p:cNvSpPr/>
            <p:nvPr/>
          </p:nvSpPr>
          <p:spPr>
            <a:xfrm>
              <a:off x="9455780" y="81414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6" name="pt9326"/>
            <p:cNvSpPr/>
            <p:nvPr/>
          </p:nvSpPr>
          <p:spPr>
            <a:xfrm>
              <a:off x="9457673" y="8064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7" name="rc9327"/>
            <p:cNvSpPr/>
            <p:nvPr/>
          </p:nvSpPr>
          <p:spPr>
            <a:xfrm>
              <a:off x="9348465" y="8581729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28" name="pl9328"/>
            <p:cNvSpPr/>
            <p:nvPr/>
          </p:nvSpPr>
          <p:spPr>
            <a:xfrm>
              <a:off x="9348465" y="914161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9" name="pl9329"/>
            <p:cNvSpPr/>
            <p:nvPr/>
          </p:nvSpPr>
          <p:spPr>
            <a:xfrm>
              <a:off x="9348465" y="903186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0" name="pl9330"/>
            <p:cNvSpPr/>
            <p:nvPr/>
          </p:nvSpPr>
          <p:spPr>
            <a:xfrm>
              <a:off x="9348465" y="892211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1" name="pl9331"/>
            <p:cNvSpPr/>
            <p:nvPr/>
          </p:nvSpPr>
          <p:spPr>
            <a:xfrm>
              <a:off x="9348465" y="881236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2" name="pl9332"/>
            <p:cNvSpPr/>
            <p:nvPr/>
          </p:nvSpPr>
          <p:spPr>
            <a:xfrm>
              <a:off x="9348465" y="870261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3" name="pl9333"/>
            <p:cNvSpPr/>
            <p:nvPr/>
          </p:nvSpPr>
          <p:spPr>
            <a:xfrm>
              <a:off x="9348465" y="859285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4" name="pl9334"/>
            <p:cNvSpPr/>
            <p:nvPr/>
          </p:nvSpPr>
          <p:spPr>
            <a:xfrm>
              <a:off x="9400843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5" name="pl9335"/>
            <p:cNvSpPr/>
            <p:nvPr/>
          </p:nvSpPr>
          <p:spPr>
            <a:xfrm>
              <a:off x="9578158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6" name="pl9336"/>
            <p:cNvSpPr/>
            <p:nvPr/>
          </p:nvSpPr>
          <p:spPr>
            <a:xfrm>
              <a:off x="9755474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7" name="pl9337"/>
            <p:cNvSpPr/>
            <p:nvPr/>
          </p:nvSpPr>
          <p:spPr>
            <a:xfrm>
              <a:off x="9932790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8" name="pl9338"/>
            <p:cNvSpPr/>
            <p:nvPr/>
          </p:nvSpPr>
          <p:spPr>
            <a:xfrm>
              <a:off x="9348465" y="919649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9" name="pl9339"/>
            <p:cNvSpPr/>
            <p:nvPr/>
          </p:nvSpPr>
          <p:spPr>
            <a:xfrm>
              <a:off x="9348465" y="908674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0" name="pl9340"/>
            <p:cNvSpPr/>
            <p:nvPr/>
          </p:nvSpPr>
          <p:spPr>
            <a:xfrm>
              <a:off x="9348465" y="897698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1" name="pl9341"/>
            <p:cNvSpPr/>
            <p:nvPr/>
          </p:nvSpPr>
          <p:spPr>
            <a:xfrm>
              <a:off x="9348465" y="886723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2" name="pl9342"/>
            <p:cNvSpPr/>
            <p:nvPr/>
          </p:nvSpPr>
          <p:spPr>
            <a:xfrm>
              <a:off x="9348465" y="875748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3" name="pl9343"/>
            <p:cNvSpPr/>
            <p:nvPr/>
          </p:nvSpPr>
          <p:spPr>
            <a:xfrm>
              <a:off x="9348465" y="864773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4" name="pl9344"/>
            <p:cNvSpPr/>
            <p:nvPr/>
          </p:nvSpPr>
          <p:spPr>
            <a:xfrm>
              <a:off x="9489500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5" name="pl9345"/>
            <p:cNvSpPr/>
            <p:nvPr/>
          </p:nvSpPr>
          <p:spPr>
            <a:xfrm>
              <a:off x="9666816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6" name="pl9346"/>
            <p:cNvSpPr/>
            <p:nvPr/>
          </p:nvSpPr>
          <p:spPr>
            <a:xfrm>
              <a:off x="9844132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7" name="pt9347"/>
            <p:cNvSpPr/>
            <p:nvPr/>
          </p:nvSpPr>
          <p:spPr>
            <a:xfrm>
              <a:off x="9654599" y="8741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8" name="pt9348"/>
            <p:cNvSpPr/>
            <p:nvPr/>
          </p:nvSpPr>
          <p:spPr>
            <a:xfrm>
              <a:off x="9741529" y="86404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9" name="pt9349"/>
            <p:cNvSpPr/>
            <p:nvPr/>
          </p:nvSpPr>
          <p:spPr>
            <a:xfrm>
              <a:off x="9682669" y="8699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0" name="pt9350"/>
            <p:cNvSpPr/>
            <p:nvPr/>
          </p:nvSpPr>
          <p:spPr>
            <a:xfrm>
              <a:off x="9595077" y="8636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1" name="pt9351"/>
            <p:cNvSpPr/>
            <p:nvPr/>
          </p:nvSpPr>
          <p:spPr>
            <a:xfrm>
              <a:off x="9500997" y="8931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2" name="pt9352"/>
            <p:cNvSpPr/>
            <p:nvPr/>
          </p:nvSpPr>
          <p:spPr>
            <a:xfrm>
              <a:off x="9573504" y="8671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3" name="pt9353"/>
            <p:cNvSpPr/>
            <p:nvPr/>
          </p:nvSpPr>
          <p:spPr>
            <a:xfrm>
              <a:off x="9782667" y="89575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4" name="pt9354"/>
            <p:cNvSpPr/>
            <p:nvPr/>
          </p:nvSpPr>
          <p:spPr>
            <a:xfrm>
              <a:off x="9424140" y="8961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5" name="pt9355"/>
            <p:cNvSpPr/>
            <p:nvPr/>
          </p:nvSpPr>
          <p:spPr>
            <a:xfrm>
              <a:off x="9783692" y="8685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6" name="pt9356"/>
            <p:cNvSpPr/>
            <p:nvPr/>
          </p:nvSpPr>
          <p:spPr>
            <a:xfrm>
              <a:off x="9547444" y="8899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7" name="pt9357"/>
            <p:cNvSpPr/>
            <p:nvPr/>
          </p:nvSpPr>
          <p:spPr>
            <a:xfrm>
              <a:off x="9810827" y="8757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8" name="pt9358"/>
            <p:cNvSpPr/>
            <p:nvPr/>
          </p:nvSpPr>
          <p:spPr>
            <a:xfrm>
              <a:off x="9736276" y="88788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9" name="pt9359"/>
            <p:cNvSpPr/>
            <p:nvPr/>
          </p:nvSpPr>
          <p:spPr>
            <a:xfrm>
              <a:off x="9837564" y="8753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0" name="pt9360"/>
            <p:cNvSpPr/>
            <p:nvPr/>
          </p:nvSpPr>
          <p:spPr>
            <a:xfrm>
              <a:off x="9607333" y="8830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1" name="pt9361"/>
            <p:cNvSpPr/>
            <p:nvPr/>
          </p:nvSpPr>
          <p:spPr>
            <a:xfrm>
              <a:off x="9494296" y="8910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2" name="pt9362"/>
            <p:cNvSpPr/>
            <p:nvPr/>
          </p:nvSpPr>
          <p:spPr>
            <a:xfrm>
              <a:off x="9815428" y="8765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3" name="pt9363"/>
            <p:cNvSpPr/>
            <p:nvPr/>
          </p:nvSpPr>
          <p:spPr>
            <a:xfrm>
              <a:off x="9521089" y="8961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4" name="pt9364"/>
            <p:cNvSpPr/>
            <p:nvPr/>
          </p:nvSpPr>
          <p:spPr>
            <a:xfrm>
              <a:off x="9702522" y="8868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5" name="pt9365"/>
            <p:cNvSpPr/>
            <p:nvPr/>
          </p:nvSpPr>
          <p:spPr>
            <a:xfrm>
              <a:off x="9702906" y="8650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6" name="pt9366"/>
            <p:cNvSpPr/>
            <p:nvPr/>
          </p:nvSpPr>
          <p:spPr>
            <a:xfrm>
              <a:off x="9883699" y="8803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7" name="pt9367"/>
            <p:cNvSpPr/>
            <p:nvPr/>
          </p:nvSpPr>
          <p:spPr>
            <a:xfrm>
              <a:off x="9375009" y="89528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8" name="pt9368"/>
            <p:cNvSpPr/>
            <p:nvPr/>
          </p:nvSpPr>
          <p:spPr>
            <a:xfrm>
              <a:off x="9668944" y="8911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9" name="pt9369"/>
            <p:cNvSpPr/>
            <p:nvPr/>
          </p:nvSpPr>
          <p:spPr>
            <a:xfrm>
              <a:off x="9564737" y="8950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0" name="pt9370"/>
            <p:cNvSpPr/>
            <p:nvPr/>
          </p:nvSpPr>
          <p:spPr>
            <a:xfrm>
              <a:off x="9527003" y="8804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1" name="pt9371"/>
            <p:cNvSpPr/>
            <p:nvPr/>
          </p:nvSpPr>
          <p:spPr>
            <a:xfrm>
              <a:off x="9823652" y="8632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2" name="pt9372"/>
            <p:cNvSpPr/>
            <p:nvPr/>
          </p:nvSpPr>
          <p:spPr>
            <a:xfrm>
              <a:off x="9718971" y="8832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3" name="pt9373"/>
            <p:cNvSpPr/>
            <p:nvPr/>
          </p:nvSpPr>
          <p:spPr>
            <a:xfrm>
              <a:off x="9479793" y="8798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4" name="pt9374"/>
            <p:cNvSpPr/>
            <p:nvPr/>
          </p:nvSpPr>
          <p:spPr>
            <a:xfrm>
              <a:off x="9805957" y="9030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5" name="pt9375"/>
            <p:cNvSpPr/>
            <p:nvPr/>
          </p:nvSpPr>
          <p:spPr>
            <a:xfrm>
              <a:off x="9659044" y="89104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6" name="pt9376"/>
            <p:cNvSpPr/>
            <p:nvPr/>
          </p:nvSpPr>
          <p:spPr>
            <a:xfrm>
              <a:off x="9517147" y="8889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7" name="pt9377"/>
            <p:cNvSpPr/>
            <p:nvPr/>
          </p:nvSpPr>
          <p:spPr>
            <a:xfrm>
              <a:off x="9635331" y="8894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8" name="pt9378"/>
            <p:cNvSpPr/>
            <p:nvPr/>
          </p:nvSpPr>
          <p:spPr>
            <a:xfrm>
              <a:off x="9520438" y="8795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9" name="pt9379"/>
            <p:cNvSpPr/>
            <p:nvPr/>
          </p:nvSpPr>
          <p:spPr>
            <a:xfrm>
              <a:off x="9548621" y="87022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0" name="pt9380"/>
            <p:cNvSpPr/>
            <p:nvPr/>
          </p:nvSpPr>
          <p:spPr>
            <a:xfrm>
              <a:off x="9771067" y="87288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1" name="pt9381"/>
            <p:cNvSpPr/>
            <p:nvPr/>
          </p:nvSpPr>
          <p:spPr>
            <a:xfrm>
              <a:off x="9685839" y="8706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2" name="pt9382"/>
            <p:cNvSpPr/>
            <p:nvPr/>
          </p:nvSpPr>
          <p:spPr>
            <a:xfrm>
              <a:off x="9796463" y="8650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3" name="pt9383"/>
            <p:cNvSpPr/>
            <p:nvPr/>
          </p:nvSpPr>
          <p:spPr>
            <a:xfrm>
              <a:off x="9484016" y="8843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4" name="pt9384"/>
            <p:cNvSpPr/>
            <p:nvPr/>
          </p:nvSpPr>
          <p:spPr>
            <a:xfrm>
              <a:off x="9551415" y="8928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5" name="pt9385"/>
            <p:cNvSpPr/>
            <p:nvPr/>
          </p:nvSpPr>
          <p:spPr>
            <a:xfrm>
              <a:off x="9428798" y="8941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6" name="pt9386"/>
            <p:cNvSpPr/>
            <p:nvPr/>
          </p:nvSpPr>
          <p:spPr>
            <a:xfrm>
              <a:off x="9699603" y="87556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7" name="pt9387"/>
            <p:cNvSpPr/>
            <p:nvPr/>
          </p:nvSpPr>
          <p:spPr>
            <a:xfrm>
              <a:off x="9530448" y="8871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8" name="pt9388"/>
            <p:cNvSpPr/>
            <p:nvPr/>
          </p:nvSpPr>
          <p:spPr>
            <a:xfrm>
              <a:off x="9484204" y="8939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9" name="pt9389"/>
            <p:cNvSpPr/>
            <p:nvPr/>
          </p:nvSpPr>
          <p:spPr>
            <a:xfrm>
              <a:off x="9709444" y="8768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0" name="pt9390"/>
            <p:cNvSpPr/>
            <p:nvPr/>
          </p:nvSpPr>
          <p:spPr>
            <a:xfrm>
              <a:off x="9820431" y="8747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1" name="pt9391"/>
            <p:cNvSpPr/>
            <p:nvPr/>
          </p:nvSpPr>
          <p:spPr>
            <a:xfrm>
              <a:off x="9657411" y="89825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2" name="pt9392"/>
            <p:cNvSpPr/>
            <p:nvPr/>
          </p:nvSpPr>
          <p:spPr>
            <a:xfrm>
              <a:off x="9920460" y="8722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3" name="pt9393"/>
            <p:cNvSpPr/>
            <p:nvPr/>
          </p:nvSpPr>
          <p:spPr>
            <a:xfrm>
              <a:off x="9589626" y="87156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4" name="pt9394"/>
            <p:cNvSpPr/>
            <p:nvPr/>
          </p:nvSpPr>
          <p:spPr>
            <a:xfrm>
              <a:off x="9759379" y="8789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5" name="pt9395"/>
            <p:cNvSpPr/>
            <p:nvPr/>
          </p:nvSpPr>
          <p:spPr>
            <a:xfrm>
              <a:off x="9441092" y="8811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6" name="pt9396"/>
            <p:cNvSpPr/>
            <p:nvPr/>
          </p:nvSpPr>
          <p:spPr>
            <a:xfrm>
              <a:off x="9548606" y="8791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7" name="pt9397"/>
            <p:cNvSpPr/>
            <p:nvPr/>
          </p:nvSpPr>
          <p:spPr>
            <a:xfrm>
              <a:off x="9615078" y="8838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8" name="pt9398"/>
            <p:cNvSpPr/>
            <p:nvPr/>
          </p:nvSpPr>
          <p:spPr>
            <a:xfrm>
              <a:off x="9484125" y="8972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9" name="pt9399"/>
            <p:cNvSpPr/>
            <p:nvPr/>
          </p:nvSpPr>
          <p:spPr>
            <a:xfrm>
              <a:off x="9687985" y="87618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0" name="pt9400"/>
            <p:cNvSpPr/>
            <p:nvPr/>
          </p:nvSpPr>
          <p:spPr>
            <a:xfrm>
              <a:off x="9821360" y="8727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1" name="pt9401"/>
            <p:cNvSpPr/>
            <p:nvPr/>
          </p:nvSpPr>
          <p:spPr>
            <a:xfrm>
              <a:off x="9453719" y="8939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2" name="pt9402"/>
            <p:cNvSpPr/>
            <p:nvPr/>
          </p:nvSpPr>
          <p:spPr>
            <a:xfrm>
              <a:off x="9560233" y="88173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3" name="pt9403"/>
            <p:cNvSpPr/>
            <p:nvPr/>
          </p:nvSpPr>
          <p:spPr>
            <a:xfrm>
              <a:off x="9732227" y="8711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4" name="pt9404"/>
            <p:cNvSpPr/>
            <p:nvPr/>
          </p:nvSpPr>
          <p:spPr>
            <a:xfrm>
              <a:off x="9485867" y="8818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5" name="pt9405"/>
            <p:cNvSpPr/>
            <p:nvPr/>
          </p:nvSpPr>
          <p:spPr>
            <a:xfrm>
              <a:off x="9677744" y="8766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6" name="pt9406"/>
            <p:cNvSpPr/>
            <p:nvPr/>
          </p:nvSpPr>
          <p:spPr>
            <a:xfrm>
              <a:off x="9726880" y="8815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7" name="pt9407"/>
            <p:cNvSpPr/>
            <p:nvPr/>
          </p:nvSpPr>
          <p:spPr>
            <a:xfrm>
              <a:off x="9465215" y="8897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8" name="pt9408"/>
            <p:cNvSpPr/>
            <p:nvPr/>
          </p:nvSpPr>
          <p:spPr>
            <a:xfrm>
              <a:off x="9543206" y="8843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9" name="pt9409"/>
            <p:cNvSpPr/>
            <p:nvPr/>
          </p:nvSpPr>
          <p:spPr>
            <a:xfrm>
              <a:off x="9848766" y="8643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0" name="pt9410"/>
            <p:cNvSpPr/>
            <p:nvPr/>
          </p:nvSpPr>
          <p:spPr>
            <a:xfrm>
              <a:off x="9540006" y="8792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1" name="pt9411"/>
            <p:cNvSpPr/>
            <p:nvPr/>
          </p:nvSpPr>
          <p:spPr>
            <a:xfrm>
              <a:off x="9584089" y="8883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2" name="pt9412"/>
            <p:cNvSpPr/>
            <p:nvPr/>
          </p:nvSpPr>
          <p:spPr>
            <a:xfrm>
              <a:off x="9770337" y="8790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3" name="pt9413"/>
            <p:cNvSpPr/>
            <p:nvPr/>
          </p:nvSpPr>
          <p:spPr>
            <a:xfrm>
              <a:off x="9563772" y="8871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4" name="pt9414"/>
            <p:cNvSpPr/>
            <p:nvPr/>
          </p:nvSpPr>
          <p:spPr>
            <a:xfrm>
              <a:off x="9566567" y="8729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5" name="pt9415"/>
            <p:cNvSpPr/>
            <p:nvPr/>
          </p:nvSpPr>
          <p:spPr>
            <a:xfrm>
              <a:off x="9728756" y="8635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6" name="pt9416"/>
            <p:cNvSpPr/>
            <p:nvPr/>
          </p:nvSpPr>
          <p:spPr>
            <a:xfrm>
              <a:off x="9608020" y="87432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7" name="pt9417"/>
            <p:cNvSpPr/>
            <p:nvPr/>
          </p:nvSpPr>
          <p:spPr>
            <a:xfrm>
              <a:off x="9519748" y="87725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8" name="pt9418"/>
            <p:cNvSpPr/>
            <p:nvPr/>
          </p:nvSpPr>
          <p:spPr>
            <a:xfrm>
              <a:off x="9671898" y="8741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9" name="pt9419"/>
            <p:cNvSpPr/>
            <p:nvPr/>
          </p:nvSpPr>
          <p:spPr>
            <a:xfrm>
              <a:off x="9578174" y="8907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0" name="pt9420"/>
            <p:cNvSpPr/>
            <p:nvPr/>
          </p:nvSpPr>
          <p:spPr>
            <a:xfrm>
              <a:off x="9718920" y="89045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1" name="pt9421"/>
            <p:cNvSpPr/>
            <p:nvPr/>
          </p:nvSpPr>
          <p:spPr>
            <a:xfrm>
              <a:off x="9861636" y="8757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2" name="pt9422"/>
            <p:cNvSpPr/>
            <p:nvPr/>
          </p:nvSpPr>
          <p:spPr>
            <a:xfrm>
              <a:off x="9512210" y="8879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3" name="pt9423"/>
            <p:cNvSpPr/>
            <p:nvPr/>
          </p:nvSpPr>
          <p:spPr>
            <a:xfrm>
              <a:off x="9583276" y="8805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4" name="pt9424"/>
            <p:cNvSpPr/>
            <p:nvPr/>
          </p:nvSpPr>
          <p:spPr>
            <a:xfrm>
              <a:off x="9455780" y="8873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5" name="pt9425"/>
            <p:cNvSpPr/>
            <p:nvPr/>
          </p:nvSpPr>
          <p:spPr>
            <a:xfrm>
              <a:off x="9457673" y="8821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6" name="rc9426"/>
            <p:cNvSpPr/>
            <p:nvPr/>
          </p:nvSpPr>
          <p:spPr>
            <a:xfrm>
              <a:off x="10043296" y="1529513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427" name="tx9427"/>
            <p:cNvSpPr/>
            <p:nvPr/>
          </p:nvSpPr>
          <p:spPr>
            <a:xfrm>
              <a:off x="10200138" y="1692779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9428" name="tx9428"/>
            <p:cNvSpPr/>
            <p:nvPr/>
          </p:nvSpPr>
          <p:spPr>
            <a:xfrm>
              <a:off x="10098648" y="1894604"/>
              <a:ext cx="514536" cy="1038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0.235***</a:t>
              </a:r>
            </a:p>
          </p:txBody>
        </p:sp>
        <p:sp>
          <p:nvSpPr>
            <p:cNvPr id="9429" name="rc9429"/>
            <p:cNvSpPr/>
            <p:nvPr/>
          </p:nvSpPr>
          <p:spPr>
            <a:xfrm>
              <a:off x="10043296" y="1529513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0" name="rc9430"/>
            <p:cNvSpPr/>
            <p:nvPr/>
          </p:nvSpPr>
          <p:spPr>
            <a:xfrm>
              <a:off x="10043296" y="2234734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431" name="tx9431"/>
            <p:cNvSpPr/>
            <p:nvPr/>
          </p:nvSpPr>
          <p:spPr>
            <a:xfrm>
              <a:off x="10200138" y="2398000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9432" name="tx9432"/>
            <p:cNvSpPr/>
            <p:nvPr/>
          </p:nvSpPr>
          <p:spPr>
            <a:xfrm>
              <a:off x="10098648" y="2599894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0.495***</a:t>
              </a:r>
            </a:p>
          </p:txBody>
        </p:sp>
        <p:sp>
          <p:nvSpPr>
            <p:cNvPr id="9433" name="rc9433"/>
            <p:cNvSpPr/>
            <p:nvPr/>
          </p:nvSpPr>
          <p:spPr>
            <a:xfrm>
              <a:off x="10043296" y="2234734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4" name="rc9434"/>
            <p:cNvSpPr/>
            <p:nvPr/>
          </p:nvSpPr>
          <p:spPr>
            <a:xfrm>
              <a:off x="10043296" y="2939956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435" name="tx9435"/>
            <p:cNvSpPr/>
            <p:nvPr/>
          </p:nvSpPr>
          <p:spPr>
            <a:xfrm>
              <a:off x="10200138" y="3103222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9436" name="tx9436"/>
            <p:cNvSpPr/>
            <p:nvPr/>
          </p:nvSpPr>
          <p:spPr>
            <a:xfrm>
              <a:off x="10098648" y="3305116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0.470***</a:t>
              </a:r>
            </a:p>
          </p:txBody>
        </p:sp>
        <p:sp>
          <p:nvSpPr>
            <p:cNvPr id="9437" name="rc9437"/>
            <p:cNvSpPr/>
            <p:nvPr/>
          </p:nvSpPr>
          <p:spPr>
            <a:xfrm>
              <a:off x="10043296" y="2939956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8" name="rc9438"/>
            <p:cNvSpPr/>
            <p:nvPr/>
          </p:nvSpPr>
          <p:spPr>
            <a:xfrm>
              <a:off x="10043296" y="3645178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439" name="tx9439"/>
            <p:cNvSpPr/>
            <p:nvPr/>
          </p:nvSpPr>
          <p:spPr>
            <a:xfrm>
              <a:off x="10200138" y="3808444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9440" name="tx9440"/>
            <p:cNvSpPr/>
            <p:nvPr/>
          </p:nvSpPr>
          <p:spPr>
            <a:xfrm>
              <a:off x="10098648" y="4010269"/>
              <a:ext cx="514536" cy="1038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0.533***</a:t>
              </a:r>
            </a:p>
          </p:txBody>
        </p:sp>
        <p:sp>
          <p:nvSpPr>
            <p:cNvPr id="9441" name="rc9441"/>
            <p:cNvSpPr/>
            <p:nvPr/>
          </p:nvSpPr>
          <p:spPr>
            <a:xfrm>
              <a:off x="10043296" y="3645178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2" name="rc9442"/>
            <p:cNvSpPr/>
            <p:nvPr/>
          </p:nvSpPr>
          <p:spPr>
            <a:xfrm>
              <a:off x="10043296" y="4350399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443" name="tx9443"/>
            <p:cNvSpPr/>
            <p:nvPr/>
          </p:nvSpPr>
          <p:spPr>
            <a:xfrm>
              <a:off x="10200138" y="4513665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9444" name="tx9444"/>
            <p:cNvSpPr/>
            <p:nvPr/>
          </p:nvSpPr>
          <p:spPr>
            <a:xfrm>
              <a:off x="10125929" y="4715559"/>
              <a:ext cx="459975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0.414**</a:t>
              </a:r>
            </a:p>
          </p:txBody>
        </p:sp>
        <p:sp>
          <p:nvSpPr>
            <p:cNvPr id="9445" name="rc9445"/>
            <p:cNvSpPr/>
            <p:nvPr/>
          </p:nvSpPr>
          <p:spPr>
            <a:xfrm>
              <a:off x="10043296" y="4350399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6" name="rc9446"/>
            <p:cNvSpPr/>
            <p:nvPr/>
          </p:nvSpPr>
          <p:spPr>
            <a:xfrm>
              <a:off x="10043296" y="5055621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447" name="tx9447"/>
            <p:cNvSpPr/>
            <p:nvPr/>
          </p:nvSpPr>
          <p:spPr>
            <a:xfrm>
              <a:off x="10200138" y="5218887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9448" name="tx9448"/>
            <p:cNvSpPr/>
            <p:nvPr/>
          </p:nvSpPr>
          <p:spPr>
            <a:xfrm>
              <a:off x="10098648" y="5420781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0.455***</a:t>
              </a:r>
            </a:p>
          </p:txBody>
        </p:sp>
        <p:sp>
          <p:nvSpPr>
            <p:cNvPr id="9449" name="rc9449"/>
            <p:cNvSpPr/>
            <p:nvPr/>
          </p:nvSpPr>
          <p:spPr>
            <a:xfrm>
              <a:off x="10043296" y="5055621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0" name="rc9450"/>
            <p:cNvSpPr/>
            <p:nvPr/>
          </p:nvSpPr>
          <p:spPr>
            <a:xfrm>
              <a:off x="10043296" y="5760843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451" name="tx9451"/>
            <p:cNvSpPr/>
            <p:nvPr/>
          </p:nvSpPr>
          <p:spPr>
            <a:xfrm>
              <a:off x="10200138" y="5924109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9452" name="tx9452"/>
            <p:cNvSpPr/>
            <p:nvPr/>
          </p:nvSpPr>
          <p:spPr>
            <a:xfrm>
              <a:off x="10098648" y="6125934"/>
              <a:ext cx="514536" cy="1038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0.376***</a:t>
              </a:r>
            </a:p>
          </p:txBody>
        </p:sp>
        <p:sp>
          <p:nvSpPr>
            <p:cNvPr id="9453" name="rc9453"/>
            <p:cNvSpPr/>
            <p:nvPr/>
          </p:nvSpPr>
          <p:spPr>
            <a:xfrm>
              <a:off x="10043296" y="5760843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4" name="rc9454"/>
            <p:cNvSpPr/>
            <p:nvPr/>
          </p:nvSpPr>
          <p:spPr>
            <a:xfrm>
              <a:off x="10043296" y="6466064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455" name="tx9455"/>
            <p:cNvSpPr/>
            <p:nvPr/>
          </p:nvSpPr>
          <p:spPr>
            <a:xfrm>
              <a:off x="10200138" y="6629330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9456" name="tx9456"/>
            <p:cNvSpPr/>
            <p:nvPr/>
          </p:nvSpPr>
          <p:spPr>
            <a:xfrm>
              <a:off x="10098648" y="6831224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0.494***</a:t>
              </a:r>
            </a:p>
          </p:txBody>
        </p:sp>
        <p:sp>
          <p:nvSpPr>
            <p:cNvPr id="9457" name="rc9457"/>
            <p:cNvSpPr/>
            <p:nvPr/>
          </p:nvSpPr>
          <p:spPr>
            <a:xfrm>
              <a:off x="10043296" y="6466064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8" name="rc9458"/>
            <p:cNvSpPr/>
            <p:nvPr/>
          </p:nvSpPr>
          <p:spPr>
            <a:xfrm>
              <a:off x="10043296" y="7171286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459" name="tx9459"/>
            <p:cNvSpPr/>
            <p:nvPr/>
          </p:nvSpPr>
          <p:spPr>
            <a:xfrm>
              <a:off x="10200138" y="7334552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9460" name="tx9460"/>
            <p:cNvSpPr/>
            <p:nvPr/>
          </p:nvSpPr>
          <p:spPr>
            <a:xfrm>
              <a:off x="10098648" y="7536446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0.448***</a:t>
              </a:r>
            </a:p>
          </p:txBody>
        </p:sp>
        <p:sp>
          <p:nvSpPr>
            <p:cNvPr id="9461" name="rc9461"/>
            <p:cNvSpPr/>
            <p:nvPr/>
          </p:nvSpPr>
          <p:spPr>
            <a:xfrm>
              <a:off x="10043296" y="7171286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2" name="rc9462"/>
            <p:cNvSpPr/>
            <p:nvPr/>
          </p:nvSpPr>
          <p:spPr>
            <a:xfrm>
              <a:off x="10043296" y="7876508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63" name="pl9463"/>
            <p:cNvSpPr/>
            <p:nvPr/>
          </p:nvSpPr>
          <p:spPr>
            <a:xfrm>
              <a:off x="10043296" y="841323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4" name="pl9464"/>
            <p:cNvSpPr/>
            <p:nvPr/>
          </p:nvSpPr>
          <p:spPr>
            <a:xfrm>
              <a:off x="10043296" y="8273205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5" name="pl9465"/>
            <p:cNvSpPr/>
            <p:nvPr/>
          </p:nvSpPr>
          <p:spPr>
            <a:xfrm>
              <a:off x="10043296" y="813317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6" name="pl9466"/>
            <p:cNvSpPr/>
            <p:nvPr/>
          </p:nvSpPr>
          <p:spPr>
            <a:xfrm>
              <a:off x="10043296" y="799314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7" name="pl9467"/>
            <p:cNvSpPr/>
            <p:nvPr/>
          </p:nvSpPr>
          <p:spPr>
            <a:xfrm>
              <a:off x="10101748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8" name="pl9468"/>
            <p:cNvSpPr/>
            <p:nvPr/>
          </p:nvSpPr>
          <p:spPr>
            <a:xfrm>
              <a:off x="10213247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9" name="pl9469"/>
            <p:cNvSpPr/>
            <p:nvPr/>
          </p:nvSpPr>
          <p:spPr>
            <a:xfrm>
              <a:off x="10324746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0" name="pl9470"/>
            <p:cNvSpPr/>
            <p:nvPr/>
          </p:nvSpPr>
          <p:spPr>
            <a:xfrm>
              <a:off x="10436246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1" name="pl9471"/>
            <p:cNvSpPr/>
            <p:nvPr/>
          </p:nvSpPr>
          <p:spPr>
            <a:xfrm>
              <a:off x="10547745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2" name="pl9472"/>
            <p:cNvSpPr/>
            <p:nvPr/>
          </p:nvSpPr>
          <p:spPr>
            <a:xfrm>
              <a:off x="10659244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3" name="pl9473"/>
            <p:cNvSpPr/>
            <p:nvPr/>
          </p:nvSpPr>
          <p:spPr>
            <a:xfrm>
              <a:off x="10043296" y="848324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4" name="pl9474"/>
            <p:cNvSpPr/>
            <p:nvPr/>
          </p:nvSpPr>
          <p:spPr>
            <a:xfrm>
              <a:off x="10043296" y="834321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5" name="pl9475"/>
            <p:cNvSpPr/>
            <p:nvPr/>
          </p:nvSpPr>
          <p:spPr>
            <a:xfrm>
              <a:off x="10043296" y="820319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6" name="pl9476"/>
            <p:cNvSpPr/>
            <p:nvPr/>
          </p:nvSpPr>
          <p:spPr>
            <a:xfrm>
              <a:off x="10043296" y="8063162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7" name="pl9477"/>
            <p:cNvSpPr/>
            <p:nvPr/>
          </p:nvSpPr>
          <p:spPr>
            <a:xfrm>
              <a:off x="10043296" y="792313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8" name="pl9478"/>
            <p:cNvSpPr/>
            <p:nvPr/>
          </p:nvSpPr>
          <p:spPr>
            <a:xfrm>
              <a:off x="10045998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9" name="pl9479"/>
            <p:cNvSpPr/>
            <p:nvPr/>
          </p:nvSpPr>
          <p:spPr>
            <a:xfrm>
              <a:off x="10157498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0" name="pl9480"/>
            <p:cNvSpPr/>
            <p:nvPr/>
          </p:nvSpPr>
          <p:spPr>
            <a:xfrm>
              <a:off x="10268997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1" name="pl9481"/>
            <p:cNvSpPr/>
            <p:nvPr/>
          </p:nvSpPr>
          <p:spPr>
            <a:xfrm>
              <a:off x="10380496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2" name="pl9482"/>
            <p:cNvSpPr/>
            <p:nvPr/>
          </p:nvSpPr>
          <p:spPr>
            <a:xfrm>
              <a:off x="10491995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3" name="pl9483"/>
            <p:cNvSpPr/>
            <p:nvPr/>
          </p:nvSpPr>
          <p:spPr>
            <a:xfrm>
              <a:off x="10603495" y="7876508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4" name="pg9484"/>
            <p:cNvSpPr/>
            <p:nvPr/>
          </p:nvSpPr>
          <p:spPr>
            <a:xfrm>
              <a:off x="10071716" y="7905400"/>
              <a:ext cx="568401" cy="577847"/>
            </a:xfrm>
            <a:custGeom>
              <a:avLst/>
              <a:pathLst>
                <a:path w="568401" h="577847">
                  <a:moveTo>
                    <a:pt x="0" y="560269"/>
                  </a:moveTo>
                  <a:lnTo>
                    <a:pt x="1112" y="560042"/>
                  </a:lnTo>
                  <a:lnTo>
                    <a:pt x="2224" y="559825"/>
                  </a:lnTo>
                  <a:lnTo>
                    <a:pt x="3336" y="559616"/>
                  </a:lnTo>
                  <a:lnTo>
                    <a:pt x="4449" y="559419"/>
                  </a:lnTo>
                  <a:lnTo>
                    <a:pt x="5561" y="559233"/>
                  </a:lnTo>
                  <a:lnTo>
                    <a:pt x="6673" y="559056"/>
                  </a:lnTo>
                  <a:lnTo>
                    <a:pt x="7786" y="558887"/>
                  </a:lnTo>
                  <a:lnTo>
                    <a:pt x="8898" y="558731"/>
                  </a:lnTo>
                  <a:lnTo>
                    <a:pt x="10010" y="558582"/>
                  </a:lnTo>
                  <a:lnTo>
                    <a:pt x="11123" y="558440"/>
                  </a:lnTo>
                  <a:lnTo>
                    <a:pt x="12235" y="558310"/>
                  </a:lnTo>
                  <a:lnTo>
                    <a:pt x="13347" y="558186"/>
                  </a:lnTo>
                  <a:lnTo>
                    <a:pt x="14460" y="558067"/>
                  </a:lnTo>
                  <a:lnTo>
                    <a:pt x="15572" y="557958"/>
                  </a:lnTo>
                  <a:lnTo>
                    <a:pt x="16684" y="557854"/>
                  </a:lnTo>
                  <a:lnTo>
                    <a:pt x="17797" y="557754"/>
                  </a:lnTo>
                  <a:lnTo>
                    <a:pt x="18909" y="557659"/>
                  </a:lnTo>
                  <a:lnTo>
                    <a:pt x="20021" y="557569"/>
                  </a:lnTo>
                  <a:lnTo>
                    <a:pt x="21134" y="557481"/>
                  </a:lnTo>
                  <a:lnTo>
                    <a:pt x="22246" y="557396"/>
                  </a:lnTo>
                  <a:lnTo>
                    <a:pt x="23358" y="557314"/>
                  </a:lnTo>
                  <a:lnTo>
                    <a:pt x="24471" y="557231"/>
                  </a:lnTo>
                  <a:lnTo>
                    <a:pt x="25583" y="557150"/>
                  </a:lnTo>
                  <a:lnTo>
                    <a:pt x="26695" y="557067"/>
                  </a:lnTo>
                  <a:lnTo>
                    <a:pt x="27808" y="556983"/>
                  </a:lnTo>
                  <a:lnTo>
                    <a:pt x="28920" y="556898"/>
                  </a:lnTo>
                  <a:lnTo>
                    <a:pt x="30032" y="556809"/>
                  </a:lnTo>
                  <a:lnTo>
                    <a:pt x="31145" y="556717"/>
                  </a:lnTo>
                  <a:lnTo>
                    <a:pt x="32257" y="556621"/>
                  </a:lnTo>
                  <a:lnTo>
                    <a:pt x="33369" y="556520"/>
                  </a:lnTo>
                  <a:lnTo>
                    <a:pt x="34482" y="556412"/>
                  </a:lnTo>
                  <a:lnTo>
                    <a:pt x="35594" y="556300"/>
                  </a:lnTo>
                  <a:lnTo>
                    <a:pt x="36706" y="556181"/>
                  </a:lnTo>
                  <a:lnTo>
                    <a:pt x="37819" y="556052"/>
                  </a:lnTo>
                  <a:lnTo>
                    <a:pt x="38931" y="555917"/>
                  </a:lnTo>
                  <a:lnTo>
                    <a:pt x="40043" y="555775"/>
                  </a:lnTo>
                  <a:lnTo>
                    <a:pt x="41156" y="555620"/>
                  </a:lnTo>
                  <a:lnTo>
                    <a:pt x="42268" y="555458"/>
                  </a:lnTo>
                  <a:lnTo>
                    <a:pt x="43380" y="555287"/>
                  </a:lnTo>
                  <a:lnTo>
                    <a:pt x="44493" y="555102"/>
                  </a:lnTo>
                  <a:lnTo>
                    <a:pt x="45605" y="554907"/>
                  </a:lnTo>
                  <a:lnTo>
                    <a:pt x="46717" y="554703"/>
                  </a:lnTo>
                  <a:lnTo>
                    <a:pt x="47830" y="554484"/>
                  </a:lnTo>
                  <a:lnTo>
                    <a:pt x="48942" y="554253"/>
                  </a:lnTo>
                  <a:lnTo>
                    <a:pt x="50054" y="554012"/>
                  </a:lnTo>
                  <a:lnTo>
                    <a:pt x="51167" y="553756"/>
                  </a:lnTo>
                  <a:lnTo>
                    <a:pt x="52279" y="553485"/>
                  </a:lnTo>
                  <a:lnTo>
                    <a:pt x="53391" y="553203"/>
                  </a:lnTo>
                  <a:lnTo>
                    <a:pt x="54504" y="552906"/>
                  </a:lnTo>
                  <a:lnTo>
                    <a:pt x="55616" y="552591"/>
                  </a:lnTo>
                  <a:lnTo>
                    <a:pt x="56728" y="552263"/>
                  </a:lnTo>
                  <a:lnTo>
                    <a:pt x="57841" y="551923"/>
                  </a:lnTo>
                  <a:lnTo>
                    <a:pt x="58953" y="551559"/>
                  </a:lnTo>
                  <a:lnTo>
                    <a:pt x="60065" y="551182"/>
                  </a:lnTo>
                  <a:lnTo>
                    <a:pt x="61178" y="550791"/>
                  </a:lnTo>
                  <a:lnTo>
                    <a:pt x="62290" y="550376"/>
                  </a:lnTo>
                  <a:lnTo>
                    <a:pt x="63402" y="549944"/>
                  </a:lnTo>
                  <a:lnTo>
                    <a:pt x="64515" y="549497"/>
                  </a:lnTo>
                  <a:lnTo>
                    <a:pt x="65627" y="549026"/>
                  </a:lnTo>
                  <a:lnTo>
                    <a:pt x="66739" y="548534"/>
                  </a:lnTo>
                  <a:lnTo>
                    <a:pt x="67852" y="548024"/>
                  </a:lnTo>
                  <a:lnTo>
                    <a:pt x="68964" y="547492"/>
                  </a:lnTo>
                  <a:lnTo>
                    <a:pt x="70076" y="546932"/>
                  </a:lnTo>
                  <a:lnTo>
                    <a:pt x="71189" y="546352"/>
                  </a:lnTo>
                  <a:lnTo>
                    <a:pt x="72301" y="545752"/>
                  </a:lnTo>
                  <a:lnTo>
                    <a:pt x="73413" y="545116"/>
                  </a:lnTo>
                  <a:lnTo>
                    <a:pt x="74526" y="544459"/>
                  </a:lnTo>
                  <a:lnTo>
                    <a:pt x="75638" y="543781"/>
                  </a:lnTo>
                  <a:lnTo>
                    <a:pt x="76750" y="543064"/>
                  </a:lnTo>
                  <a:lnTo>
                    <a:pt x="77863" y="542320"/>
                  </a:lnTo>
                  <a:lnTo>
                    <a:pt x="78975" y="541553"/>
                  </a:lnTo>
                  <a:lnTo>
                    <a:pt x="80087" y="540747"/>
                  </a:lnTo>
                  <a:lnTo>
                    <a:pt x="81200" y="539908"/>
                  </a:lnTo>
                  <a:lnTo>
                    <a:pt x="82312" y="539043"/>
                  </a:lnTo>
                  <a:lnTo>
                    <a:pt x="83424" y="538141"/>
                  </a:lnTo>
                  <a:lnTo>
                    <a:pt x="84537" y="537197"/>
                  </a:lnTo>
                  <a:lnTo>
                    <a:pt x="85649" y="536223"/>
                  </a:lnTo>
                  <a:lnTo>
                    <a:pt x="86761" y="535217"/>
                  </a:lnTo>
                  <a:lnTo>
                    <a:pt x="87874" y="534159"/>
                  </a:lnTo>
                  <a:lnTo>
                    <a:pt x="88986" y="533069"/>
                  </a:lnTo>
                  <a:lnTo>
                    <a:pt x="90098" y="531949"/>
                  </a:lnTo>
                  <a:lnTo>
                    <a:pt x="91211" y="530770"/>
                  </a:lnTo>
                  <a:lnTo>
                    <a:pt x="92323" y="529557"/>
                  </a:lnTo>
                  <a:lnTo>
                    <a:pt x="93435" y="528310"/>
                  </a:lnTo>
                  <a:lnTo>
                    <a:pt x="94548" y="527010"/>
                  </a:lnTo>
                  <a:lnTo>
                    <a:pt x="95660" y="525666"/>
                  </a:lnTo>
                  <a:lnTo>
                    <a:pt x="96772" y="524287"/>
                  </a:lnTo>
                  <a:lnTo>
                    <a:pt x="97885" y="522860"/>
                  </a:lnTo>
                  <a:lnTo>
                    <a:pt x="98997" y="521381"/>
                  </a:lnTo>
                  <a:lnTo>
                    <a:pt x="100109" y="519867"/>
                  </a:lnTo>
                  <a:lnTo>
                    <a:pt x="101222" y="518309"/>
                  </a:lnTo>
                  <a:lnTo>
                    <a:pt x="102334" y="516693"/>
                  </a:lnTo>
                  <a:lnTo>
                    <a:pt x="103446" y="515041"/>
                  </a:lnTo>
                  <a:lnTo>
                    <a:pt x="104559" y="513351"/>
                  </a:lnTo>
                  <a:lnTo>
                    <a:pt x="105671" y="511597"/>
                  </a:lnTo>
                  <a:lnTo>
                    <a:pt x="106783" y="509808"/>
                  </a:lnTo>
                  <a:lnTo>
                    <a:pt x="107896" y="507982"/>
                  </a:lnTo>
                  <a:lnTo>
                    <a:pt x="109008" y="506098"/>
                  </a:lnTo>
                  <a:lnTo>
                    <a:pt x="110120" y="504173"/>
                  </a:lnTo>
                  <a:lnTo>
                    <a:pt x="111233" y="502213"/>
                  </a:lnTo>
                  <a:lnTo>
                    <a:pt x="112345" y="500203"/>
                  </a:lnTo>
                  <a:lnTo>
                    <a:pt x="113457" y="498148"/>
                  </a:lnTo>
                  <a:lnTo>
                    <a:pt x="114570" y="496059"/>
                  </a:lnTo>
                  <a:lnTo>
                    <a:pt x="115682" y="493929"/>
                  </a:lnTo>
                  <a:lnTo>
                    <a:pt x="116794" y="491750"/>
                  </a:lnTo>
                  <a:lnTo>
                    <a:pt x="117907" y="489539"/>
                  </a:lnTo>
                  <a:lnTo>
                    <a:pt x="119019" y="487296"/>
                  </a:lnTo>
                  <a:lnTo>
                    <a:pt x="120131" y="485001"/>
                  </a:lnTo>
                  <a:lnTo>
                    <a:pt x="121244" y="482678"/>
                  </a:lnTo>
                  <a:lnTo>
                    <a:pt x="122356" y="480327"/>
                  </a:lnTo>
                  <a:lnTo>
                    <a:pt x="123468" y="477929"/>
                  </a:lnTo>
                  <a:lnTo>
                    <a:pt x="124581" y="475503"/>
                  </a:lnTo>
                  <a:lnTo>
                    <a:pt x="125693" y="473052"/>
                  </a:lnTo>
                  <a:lnTo>
                    <a:pt x="126805" y="470564"/>
                  </a:lnTo>
                  <a:lnTo>
                    <a:pt x="127918" y="468046"/>
                  </a:lnTo>
                  <a:lnTo>
                    <a:pt x="129030" y="465506"/>
                  </a:lnTo>
                  <a:lnTo>
                    <a:pt x="130142" y="462937"/>
                  </a:lnTo>
                  <a:lnTo>
                    <a:pt x="131255" y="460338"/>
                  </a:lnTo>
                  <a:lnTo>
                    <a:pt x="132367" y="457721"/>
                  </a:lnTo>
                  <a:lnTo>
                    <a:pt x="133479" y="455082"/>
                  </a:lnTo>
                  <a:lnTo>
                    <a:pt x="134592" y="452415"/>
                  </a:lnTo>
                  <a:lnTo>
                    <a:pt x="135704" y="449731"/>
                  </a:lnTo>
                  <a:lnTo>
                    <a:pt x="136816" y="447032"/>
                  </a:lnTo>
                  <a:lnTo>
                    <a:pt x="137929" y="444307"/>
                  </a:lnTo>
                  <a:lnTo>
                    <a:pt x="139041" y="441569"/>
                  </a:lnTo>
                  <a:lnTo>
                    <a:pt x="140153" y="438818"/>
                  </a:lnTo>
                  <a:lnTo>
                    <a:pt x="141266" y="436049"/>
                  </a:lnTo>
                  <a:lnTo>
                    <a:pt x="142378" y="433267"/>
                  </a:lnTo>
                  <a:lnTo>
                    <a:pt x="143490" y="430475"/>
                  </a:lnTo>
                  <a:lnTo>
                    <a:pt x="144603" y="427669"/>
                  </a:lnTo>
                  <a:lnTo>
                    <a:pt x="145715" y="424853"/>
                  </a:lnTo>
                  <a:lnTo>
                    <a:pt x="146827" y="422028"/>
                  </a:lnTo>
                  <a:lnTo>
                    <a:pt x="147940" y="419196"/>
                  </a:lnTo>
                  <a:lnTo>
                    <a:pt x="149052" y="416353"/>
                  </a:lnTo>
                  <a:lnTo>
                    <a:pt x="150164" y="413505"/>
                  </a:lnTo>
                  <a:lnTo>
                    <a:pt x="151277" y="410652"/>
                  </a:lnTo>
                  <a:lnTo>
                    <a:pt x="152389" y="407790"/>
                  </a:lnTo>
                  <a:lnTo>
                    <a:pt x="153501" y="404925"/>
                  </a:lnTo>
                  <a:lnTo>
                    <a:pt x="154614" y="402056"/>
                  </a:lnTo>
                  <a:lnTo>
                    <a:pt x="155726" y="399183"/>
                  </a:lnTo>
                  <a:lnTo>
                    <a:pt x="156838" y="396306"/>
                  </a:lnTo>
                  <a:lnTo>
                    <a:pt x="157951" y="393426"/>
                  </a:lnTo>
                  <a:lnTo>
                    <a:pt x="159063" y="390544"/>
                  </a:lnTo>
                  <a:lnTo>
                    <a:pt x="160175" y="387658"/>
                  </a:lnTo>
                  <a:lnTo>
                    <a:pt x="161288" y="384771"/>
                  </a:lnTo>
                  <a:lnTo>
                    <a:pt x="162400" y="381882"/>
                  </a:lnTo>
                  <a:lnTo>
                    <a:pt x="163512" y="378990"/>
                  </a:lnTo>
                  <a:lnTo>
                    <a:pt x="164625" y="376096"/>
                  </a:lnTo>
                  <a:lnTo>
                    <a:pt x="165737" y="373200"/>
                  </a:lnTo>
                  <a:lnTo>
                    <a:pt x="166849" y="370300"/>
                  </a:lnTo>
                  <a:lnTo>
                    <a:pt x="167962" y="367399"/>
                  </a:lnTo>
                  <a:lnTo>
                    <a:pt x="169074" y="364495"/>
                  </a:lnTo>
                  <a:lnTo>
                    <a:pt x="170186" y="361586"/>
                  </a:lnTo>
                  <a:lnTo>
                    <a:pt x="171299" y="358674"/>
                  </a:lnTo>
                  <a:lnTo>
                    <a:pt x="172411" y="355758"/>
                  </a:lnTo>
                  <a:lnTo>
                    <a:pt x="173523" y="352837"/>
                  </a:lnTo>
                  <a:lnTo>
                    <a:pt x="174636" y="349910"/>
                  </a:lnTo>
                  <a:lnTo>
                    <a:pt x="175748" y="346977"/>
                  </a:lnTo>
                  <a:lnTo>
                    <a:pt x="176860" y="344038"/>
                  </a:lnTo>
                  <a:lnTo>
                    <a:pt x="177973" y="341089"/>
                  </a:lnTo>
                  <a:lnTo>
                    <a:pt x="179085" y="338134"/>
                  </a:lnTo>
                  <a:lnTo>
                    <a:pt x="180197" y="335171"/>
                  </a:lnTo>
                  <a:lnTo>
                    <a:pt x="181310" y="332194"/>
                  </a:lnTo>
                  <a:lnTo>
                    <a:pt x="182422" y="329208"/>
                  </a:lnTo>
                  <a:lnTo>
                    <a:pt x="183534" y="326213"/>
                  </a:lnTo>
                  <a:lnTo>
                    <a:pt x="184647" y="323201"/>
                  </a:lnTo>
                  <a:lnTo>
                    <a:pt x="185759" y="320177"/>
                  </a:lnTo>
                  <a:lnTo>
                    <a:pt x="186871" y="317142"/>
                  </a:lnTo>
                  <a:lnTo>
                    <a:pt x="187984" y="314089"/>
                  </a:lnTo>
                  <a:lnTo>
                    <a:pt x="189096" y="311019"/>
                  </a:lnTo>
                  <a:lnTo>
                    <a:pt x="190208" y="307937"/>
                  </a:lnTo>
                  <a:lnTo>
                    <a:pt x="191321" y="304837"/>
                  </a:lnTo>
                  <a:lnTo>
                    <a:pt x="192433" y="301716"/>
                  </a:lnTo>
                  <a:lnTo>
                    <a:pt x="193545" y="298581"/>
                  </a:lnTo>
                  <a:lnTo>
                    <a:pt x="194658" y="295429"/>
                  </a:lnTo>
                  <a:lnTo>
                    <a:pt x="195770" y="292254"/>
                  </a:lnTo>
                  <a:lnTo>
                    <a:pt x="196882" y="289063"/>
                  </a:lnTo>
                  <a:lnTo>
                    <a:pt x="197995" y="285857"/>
                  </a:lnTo>
                  <a:lnTo>
                    <a:pt x="199107" y="282625"/>
                  </a:lnTo>
                  <a:lnTo>
                    <a:pt x="200219" y="279379"/>
                  </a:lnTo>
                  <a:lnTo>
                    <a:pt x="201332" y="276119"/>
                  </a:lnTo>
                  <a:lnTo>
                    <a:pt x="202444" y="272836"/>
                  </a:lnTo>
                  <a:lnTo>
                    <a:pt x="203556" y="269538"/>
                  </a:lnTo>
                  <a:lnTo>
                    <a:pt x="204669" y="266227"/>
                  </a:lnTo>
                  <a:lnTo>
                    <a:pt x="205781" y="262900"/>
                  </a:lnTo>
                  <a:lnTo>
                    <a:pt x="206893" y="259558"/>
                  </a:lnTo>
                  <a:lnTo>
                    <a:pt x="208006" y="256207"/>
                  </a:lnTo>
                  <a:lnTo>
                    <a:pt x="209118" y="252845"/>
                  </a:lnTo>
                  <a:lnTo>
                    <a:pt x="210230" y="249473"/>
                  </a:lnTo>
                  <a:lnTo>
                    <a:pt x="211343" y="246096"/>
                  </a:lnTo>
                  <a:lnTo>
                    <a:pt x="212455" y="242715"/>
                  </a:lnTo>
                  <a:lnTo>
                    <a:pt x="213567" y="239330"/>
                  </a:lnTo>
                  <a:lnTo>
                    <a:pt x="214680" y="235945"/>
                  </a:lnTo>
                  <a:lnTo>
                    <a:pt x="215792" y="232562"/>
                  </a:lnTo>
                  <a:lnTo>
                    <a:pt x="216904" y="229185"/>
                  </a:lnTo>
                  <a:lnTo>
                    <a:pt x="218017" y="225816"/>
                  </a:lnTo>
                  <a:lnTo>
                    <a:pt x="219129" y="222455"/>
                  </a:lnTo>
                  <a:lnTo>
                    <a:pt x="220241" y="219109"/>
                  </a:lnTo>
                  <a:lnTo>
                    <a:pt x="221354" y="215781"/>
                  </a:lnTo>
                  <a:lnTo>
                    <a:pt x="222466" y="212468"/>
                  </a:lnTo>
                  <a:lnTo>
                    <a:pt x="223578" y="209178"/>
                  </a:lnTo>
                  <a:lnTo>
                    <a:pt x="224691" y="205918"/>
                  </a:lnTo>
                  <a:lnTo>
                    <a:pt x="225803" y="202680"/>
                  </a:lnTo>
                  <a:lnTo>
                    <a:pt x="226915" y="199471"/>
                  </a:lnTo>
                  <a:lnTo>
                    <a:pt x="228028" y="196307"/>
                  </a:lnTo>
                  <a:lnTo>
                    <a:pt x="229140" y="193173"/>
                  </a:lnTo>
                  <a:lnTo>
                    <a:pt x="230252" y="190070"/>
                  </a:lnTo>
                  <a:lnTo>
                    <a:pt x="231365" y="187027"/>
                  </a:lnTo>
                  <a:lnTo>
                    <a:pt x="232477" y="184022"/>
                  </a:lnTo>
                  <a:lnTo>
                    <a:pt x="233589" y="181054"/>
                  </a:lnTo>
                  <a:lnTo>
                    <a:pt x="234702" y="178149"/>
                  </a:lnTo>
                  <a:lnTo>
                    <a:pt x="235814" y="175296"/>
                  </a:lnTo>
                  <a:lnTo>
                    <a:pt x="236926" y="172485"/>
                  </a:lnTo>
                  <a:lnTo>
                    <a:pt x="238039" y="169735"/>
                  </a:lnTo>
                  <a:lnTo>
                    <a:pt x="239151" y="167050"/>
                  </a:lnTo>
                  <a:lnTo>
                    <a:pt x="240263" y="164412"/>
                  </a:lnTo>
                  <a:lnTo>
                    <a:pt x="241376" y="161830"/>
                  </a:lnTo>
                  <a:lnTo>
                    <a:pt x="242488" y="159325"/>
                  </a:lnTo>
                  <a:lnTo>
                    <a:pt x="243600" y="156868"/>
                  </a:lnTo>
                  <a:lnTo>
                    <a:pt x="244713" y="154461"/>
                  </a:lnTo>
                  <a:lnTo>
                    <a:pt x="245825" y="152140"/>
                  </a:lnTo>
                  <a:lnTo>
                    <a:pt x="246937" y="149867"/>
                  </a:lnTo>
                  <a:lnTo>
                    <a:pt x="248049" y="147642"/>
                  </a:lnTo>
                  <a:lnTo>
                    <a:pt x="249162" y="145495"/>
                  </a:lnTo>
                  <a:lnTo>
                    <a:pt x="250274" y="143400"/>
                  </a:lnTo>
                  <a:lnTo>
                    <a:pt x="251386" y="141350"/>
                  </a:lnTo>
                  <a:lnTo>
                    <a:pt x="252499" y="139365"/>
                  </a:lnTo>
                  <a:lnTo>
                    <a:pt x="253611" y="137436"/>
                  </a:lnTo>
                  <a:lnTo>
                    <a:pt x="254723" y="135548"/>
                  </a:lnTo>
                  <a:lnTo>
                    <a:pt x="255836" y="133709"/>
                  </a:lnTo>
                  <a:lnTo>
                    <a:pt x="256948" y="131926"/>
                  </a:lnTo>
                  <a:lnTo>
                    <a:pt x="258060" y="130177"/>
                  </a:lnTo>
                  <a:lnTo>
                    <a:pt x="259173" y="128464"/>
                  </a:lnTo>
                  <a:lnTo>
                    <a:pt x="260285" y="126802"/>
                  </a:lnTo>
                  <a:lnTo>
                    <a:pt x="261397" y="125166"/>
                  </a:lnTo>
                  <a:lnTo>
                    <a:pt x="262510" y="123555"/>
                  </a:lnTo>
                  <a:lnTo>
                    <a:pt x="263622" y="121982"/>
                  </a:lnTo>
                  <a:lnTo>
                    <a:pt x="264734" y="120428"/>
                  </a:lnTo>
                  <a:lnTo>
                    <a:pt x="265847" y="118890"/>
                  </a:lnTo>
                  <a:lnTo>
                    <a:pt x="266959" y="117374"/>
                  </a:lnTo>
                  <a:lnTo>
                    <a:pt x="268071" y="115869"/>
                  </a:lnTo>
                  <a:lnTo>
                    <a:pt x="269184" y="114372"/>
                  </a:lnTo>
                  <a:lnTo>
                    <a:pt x="270296" y="112883"/>
                  </a:lnTo>
                  <a:lnTo>
                    <a:pt x="271408" y="111394"/>
                  </a:lnTo>
                  <a:lnTo>
                    <a:pt x="272521" y="109905"/>
                  </a:lnTo>
                  <a:lnTo>
                    <a:pt x="273633" y="108412"/>
                  </a:lnTo>
                  <a:lnTo>
                    <a:pt x="274745" y="106908"/>
                  </a:lnTo>
                  <a:lnTo>
                    <a:pt x="275858" y="105394"/>
                  </a:lnTo>
                  <a:lnTo>
                    <a:pt x="276970" y="103870"/>
                  </a:lnTo>
                  <a:lnTo>
                    <a:pt x="278082" y="102322"/>
                  </a:lnTo>
                  <a:lnTo>
                    <a:pt x="279195" y="100756"/>
                  </a:lnTo>
                  <a:lnTo>
                    <a:pt x="280307" y="99174"/>
                  </a:lnTo>
                  <a:lnTo>
                    <a:pt x="281419" y="97560"/>
                  </a:lnTo>
                  <a:lnTo>
                    <a:pt x="282532" y="95920"/>
                  </a:lnTo>
                  <a:lnTo>
                    <a:pt x="283644" y="94257"/>
                  </a:lnTo>
                  <a:lnTo>
                    <a:pt x="284756" y="92561"/>
                  </a:lnTo>
                  <a:lnTo>
                    <a:pt x="285869" y="90829"/>
                  </a:lnTo>
                  <a:lnTo>
                    <a:pt x="286981" y="89071"/>
                  </a:lnTo>
                  <a:lnTo>
                    <a:pt x="288093" y="87281"/>
                  </a:lnTo>
                  <a:lnTo>
                    <a:pt x="289206" y="85447"/>
                  </a:lnTo>
                  <a:lnTo>
                    <a:pt x="290318" y="83586"/>
                  </a:lnTo>
                  <a:lnTo>
                    <a:pt x="291430" y="81696"/>
                  </a:lnTo>
                  <a:lnTo>
                    <a:pt x="292543" y="79757"/>
                  </a:lnTo>
                  <a:lnTo>
                    <a:pt x="293655" y="77791"/>
                  </a:lnTo>
                  <a:lnTo>
                    <a:pt x="294767" y="75798"/>
                  </a:lnTo>
                  <a:lnTo>
                    <a:pt x="295880" y="73762"/>
                  </a:lnTo>
                  <a:lnTo>
                    <a:pt x="296992" y="71697"/>
                  </a:lnTo>
                  <a:lnTo>
                    <a:pt x="298104" y="69609"/>
                  </a:lnTo>
                  <a:lnTo>
                    <a:pt x="299217" y="67487"/>
                  </a:lnTo>
                  <a:lnTo>
                    <a:pt x="300329" y="65337"/>
                  </a:lnTo>
                  <a:lnTo>
                    <a:pt x="301441" y="63169"/>
                  </a:lnTo>
                  <a:lnTo>
                    <a:pt x="302554" y="60977"/>
                  </a:lnTo>
                  <a:lnTo>
                    <a:pt x="303666" y="58763"/>
                  </a:lnTo>
                  <a:lnTo>
                    <a:pt x="304778" y="56536"/>
                  </a:lnTo>
                  <a:lnTo>
                    <a:pt x="305891" y="54297"/>
                  </a:lnTo>
                  <a:lnTo>
                    <a:pt x="307003" y="52045"/>
                  </a:lnTo>
                  <a:lnTo>
                    <a:pt x="308115" y="49788"/>
                  </a:lnTo>
                  <a:lnTo>
                    <a:pt x="309228" y="47528"/>
                  </a:lnTo>
                  <a:lnTo>
                    <a:pt x="310340" y="45268"/>
                  </a:lnTo>
                  <a:lnTo>
                    <a:pt x="311452" y="43015"/>
                  </a:lnTo>
                  <a:lnTo>
                    <a:pt x="312565" y="40768"/>
                  </a:lnTo>
                  <a:lnTo>
                    <a:pt x="313677" y="38536"/>
                  </a:lnTo>
                  <a:lnTo>
                    <a:pt x="314789" y="36323"/>
                  </a:lnTo>
                  <a:lnTo>
                    <a:pt x="315902" y="34128"/>
                  </a:lnTo>
                  <a:lnTo>
                    <a:pt x="317014" y="31959"/>
                  </a:lnTo>
                  <a:lnTo>
                    <a:pt x="318126" y="29828"/>
                  </a:lnTo>
                  <a:lnTo>
                    <a:pt x="319239" y="27727"/>
                  </a:lnTo>
                  <a:lnTo>
                    <a:pt x="320351" y="25661"/>
                  </a:lnTo>
                  <a:lnTo>
                    <a:pt x="321463" y="23655"/>
                  </a:lnTo>
                  <a:lnTo>
                    <a:pt x="322576" y="21691"/>
                  </a:lnTo>
                  <a:lnTo>
                    <a:pt x="323688" y="19769"/>
                  </a:lnTo>
                  <a:lnTo>
                    <a:pt x="324800" y="17933"/>
                  </a:lnTo>
                  <a:lnTo>
                    <a:pt x="325913" y="16151"/>
                  </a:lnTo>
                  <a:lnTo>
                    <a:pt x="327025" y="14424"/>
                  </a:lnTo>
                  <a:lnTo>
                    <a:pt x="328137" y="12791"/>
                  </a:lnTo>
                  <a:lnTo>
                    <a:pt x="329250" y="11237"/>
                  </a:lnTo>
                  <a:lnTo>
                    <a:pt x="330362" y="9748"/>
                  </a:lnTo>
                  <a:lnTo>
                    <a:pt x="331474" y="8358"/>
                  </a:lnTo>
                  <a:lnTo>
                    <a:pt x="332587" y="7073"/>
                  </a:lnTo>
                  <a:lnTo>
                    <a:pt x="333699" y="5866"/>
                  </a:lnTo>
                  <a:lnTo>
                    <a:pt x="334811" y="4756"/>
                  </a:lnTo>
                  <a:lnTo>
                    <a:pt x="335924" y="3780"/>
                  </a:lnTo>
                  <a:lnTo>
                    <a:pt x="337036" y="2892"/>
                  </a:lnTo>
                  <a:lnTo>
                    <a:pt x="338148" y="2095"/>
                  </a:lnTo>
                  <a:lnTo>
                    <a:pt x="339261" y="1463"/>
                  </a:lnTo>
                  <a:lnTo>
                    <a:pt x="340373" y="927"/>
                  </a:lnTo>
                  <a:lnTo>
                    <a:pt x="341485" y="487"/>
                  </a:lnTo>
                  <a:lnTo>
                    <a:pt x="342598" y="212"/>
                  </a:lnTo>
                  <a:lnTo>
                    <a:pt x="343710" y="55"/>
                  </a:lnTo>
                  <a:lnTo>
                    <a:pt x="344822" y="0"/>
                  </a:lnTo>
                  <a:lnTo>
                    <a:pt x="345935" y="97"/>
                  </a:lnTo>
                  <a:lnTo>
                    <a:pt x="347047" y="337"/>
                  </a:lnTo>
                  <a:lnTo>
                    <a:pt x="348159" y="682"/>
                  </a:lnTo>
                  <a:lnTo>
                    <a:pt x="349272" y="1165"/>
                  </a:lnTo>
                  <a:lnTo>
                    <a:pt x="350384" y="1811"/>
                  </a:lnTo>
                  <a:lnTo>
                    <a:pt x="351496" y="2563"/>
                  </a:lnTo>
                  <a:lnTo>
                    <a:pt x="352609" y="3433"/>
                  </a:lnTo>
                  <a:lnTo>
                    <a:pt x="353721" y="4485"/>
                  </a:lnTo>
                  <a:lnTo>
                    <a:pt x="354833" y="5642"/>
                  </a:lnTo>
                  <a:lnTo>
                    <a:pt x="355946" y="6904"/>
                  </a:lnTo>
                  <a:lnTo>
                    <a:pt x="357058" y="8342"/>
                  </a:lnTo>
                  <a:lnTo>
                    <a:pt x="358170" y="9889"/>
                  </a:lnTo>
                  <a:lnTo>
                    <a:pt x="359283" y="11536"/>
                  </a:lnTo>
                  <a:lnTo>
                    <a:pt x="360395" y="13331"/>
                  </a:lnTo>
                  <a:lnTo>
                    <a:pt x="361507" y="15246"/>
                  </a:lnTo>
                  <a:lnTo>
                    <a:pt x="362620" y="17251"/>
                  </a:lnTo>
                  <a:lnTo>
                    <a:pt x="363732" y="19377"/>
                  </a:lnTo>
                  <a:lnTo>
                    <a:pt x="364844" y="21626"/>
                  </a:lnTo>
                  <a:lnTo>
                    <a:pt x="365957" y="23956"/>
                  </a:lnTo>
                  <a:lnTo>
                    <a:pt x="367069" y="26377"/>
                  </a:lnTo>
                  <a:lnTo>
                    <a:pt x="368181" y="28920"/>
                  </a:lnTo>
                  <a:lnTo>
                    <a:pt x="369294" y="31531"/>
                  </a:lnTo>
                  <a:lnTo>
                    <a:pt x="370406" y="34210"/>
                  </a:lnTo>
                  <a:lnTo>
                    <a:pt x="371518" y="36999"/>
                  </a:lnTo>
                  <a:lnTo>
                    <a:pt x="372631" y="39844"/>
                  </a:lnTo>
                  <a:lnTo>
                    <a:pt x="373743" y="42743"/>
                  </a:lnTo>
                  <a:lnTo>
                    <a:pt x="374855" y="45719"/>
                  </a:lnTo>
                  <a:lnTo>
                    <a:pt x="375968" y="48746"/>
                  </a:lnTo>
                  <a:lnTo>
                    <a:pt x="377080" y="51813"/>
                  </a:lnTo>
                  <a:lnTo>
                    <a:pt x="378192" y="54930"/>
                  </a:lnTo>
                  <a:lnTo>
                    <a:pt x="379305" y="58087"/>
                  </a:lnTo>
                  <a:lnTo>
                    <a:pt x="380417" y="61269"/>
                  </a:lnTo>
                  <a:lnTo>
                    <a:pt x="381529" y="64480"/>
                  </a:lnTo>
                  <a:lnTo>
                    <a:pt x="382642" y="67716"/>
                  </a:lnTo>
                  <a:lnTo>
                    <a:pt x="383754" y="70964"/>
                  </a:lnTo>
                  <a:lnTo>
                    <a:pt x="384866" y="74224"/>
                  </a:lnTo>
                  <a:lnTo>
                    <a:pt x="385979" y="77492"/>
                  </a:lnTo>
                  <a:lnTo>
                    <a:pt x="387091" y="80761"/>
                  </a:lnTo>
                  <a:lnTo>
                    <a:pt x="388203" y="84029"/>
                  </a:lnTo>
                  <a:lnTo>
                    <a:pt x="389316" y="87289"/>
                  </a:lnTo>
                  <a:lnTo>
                    <a:pt x="390428" y="90539"/>
                  </a:lnTo>
                  <a:lnTo>
                    <a:pt x="391540" y="93779"/>
                  </a:lnTo>
                  <a:lnTo>
                    <a:pt x="392653" y="97001"/>
                  </a:lnTo>
                  <a:lnTo>
                    <a:pt x="393765" y="100201"/>
                  </a:lnTo>
                  <a:lnTo>
                    <a:pt x="394877" y="103384"/>
                  </a:lnTo>
                  <a:lnTo>
                    <a:pt x="395990" y="106543"/>
                  </a:lnTo>
                  <a:lnTo>
                    <a:pt x="397102" y="109671"/>
                  </a:lnTo>
                  <a:lnTo>
                    <a:pt x="398214" y="112778"/>
                  </a:lnTo>
                  <a:lnTo>
                    <a:pt x="399327" y="115861"/>
                  </a:lnTo>
                  <a:lnTo>
                    <a:pt x="400439" y="118905"/>
                  </a:lnTo>
                  <a:lnTo>
                    <a:pt x="401551" y="121925"/>
                  </a:lnTo>
                  <a:lnTo>
                    <a:pt x="402664" y="124923"/>
                  </a:lnTo>
                  <a:lnTo>
                    <a:pt x="403776" y="127880"/>
                  </a:lnTo>
                  <a:lnTo>
                    <a:pt x="404888" y="130814"/>
                  </a:lnTo>
                  <a:lnTo>
                    <a:pt x="406001" y="133726"/>
                  </a:lnTo>
                  <a:lnTo>
                    <a:pt x="407113" y="136605"/>
                  </a:lnTo>
                  <a:lnTo>
                    <a:pt x="408225" y="139459"/>
                  </a:lnTo>
                  <a:lnTo>
                    <a:pt x="409338" y="142295"/>
                  </a:lnTo>
                  <a:lnTo>
                    <a:pt x="410450" y="145107"/>
                  </a:lnTo>
                  <a:lnTo>
                    <a:pt x="411562" y="147898"/>
                  </a:lnTo>
                  <a:lnTo>
                    <a:pt x="412675" y="150675"/>
                  </a:lnTo>
                  <a:lnTo>
                    <a:pt x="413787" y="153437"/>
                  </a:lnTo>
                  <a:lnTo>
                    <a:pt x="414899" y="156184"/>
                  </a:lnTo>
                  <a:lnTo>
                    <a:pt x="416012" y="158924"/>
                  </a:lnTo>
                  <a:lnTo>
                    <a:pt x="417124" y="161659"/>
                  </a:lnTo>
                  <a:lnTo>
                    <a:pt x="418236" y="164387"/>
                  </a:lnTo>
                  <a:lnTo>
                    <a:pt x="419349" y="167117"/>
                  </a:lnTo>
                  <a:lnTo>
                    <a:pt x="420461" y="169848"/>
                  </a:lnTo>
                  <a:lnTo>
                    <a:pt x="421573" y="172585"/>
                  </a:lnTo>
                  <a:lnTo>
                    <a:pt x="422686" y="175332"/>
                  </a:lnTo>
                  <a:lnTo>
                    <a:pt x="423798" y="178087"/>
                  </a:lnTo>
                  <a:lnTo>
                    <a:pt x="424910" y="180859"/>
                  </a:lnTo>
                  <a:lnTo>
                    <a:pt x="426023" y="183650"/>
                  </a:lnTo>
                  <a:lnTo>
                    <a:pt x="427135" y="186459"/>
                  </a:lnTo>
                  <a:lnTo>
                    <a:pt x="428247" y="189289"/>
                  </a:lnTo>
                  <a:lnTo>
                    <a:pt x="429360" y="192153"/>
                  </a:lnTo>
                  <a:lnTo>
                    <a:pt x="430472" y="195040"/>
                  </a:lnTo>
                  <a:lnTo>
                    <a:pt x="431584" y="197952"/>
                  </a:lnTo>
                  <a:lnTo>
                    <a:pt x="432697" y="200912"/>
                  </a:lnTo>
                  <a:lnTo>
                    <a:pt x="433809" y="203901"/>
                  </a:lnTo>
                  <a:lnTo>
                    <a:pt x="434921" y="206920"/>
                  </a:lnTo>
                  <a:lnTo>
                    <a:pt x="436034" y="209992"/>
                  </a:lnTo>
                  <a:lnTo>
                    <a:pt x="437146" y="213102"/>
                  </a:lnTo>
                  <a:lnTo>
                    <a:pt x="438258" y="216247"/>
                  </a:lnTo>
                  <a:lnTo>
                    <a:pt x="439371" y="219444"/>
                  </a:lnTo>
                  <a:lnTo>
                    <a:pt x="440483" y="222689"/>
                  </a:lnTo>
                  <a:lnTo>
                    <a:pt x="441595" y="225972"/>
                  </a:lnTo>
                  <a:lnTo>
                    <a:pt x="442708" y="229304"/>
                  </a:lnTo>
                  <a:lnTo>
                    <a:pt x="443820" y="232694"/>
                  </a:lnTo>
                  <a:lnTo>
                    <a:pt x="444932" y="236122"/>
                  </a:lnTo>
                  <a:lnTo>
                    <a:pt x="446045" y="239593"/>
                  </a:lnTo>
                  <a:lnTo>
                    <a:pt x="447157" y="243130"/>
                  </a:lnTo>
                  <a:lnTo>
                    <a:pt x="448269" y="246704"/>
                  </a:lnTo>
                  <a:lnTo>
                    <a:pt x="449382" y="250317"/>
                  </a:lnTo>
                  <a:lnTo>
                    <a:pt x="450494" y="253995"/>
                  </a:lnTo>
                  <a:lnTo>
                    <a:pt x="451606" y="257712"/>
                  </a:lnTo>
                  <a:lnTo>
                    <a:pt x="452719" y="261464"/>
                  </a:lnTo>
                  <a:lnTo>
                    <a:pt x="453831" y="265270"/>
                  </a:lnTo>
                  <a:lnTo>
                    <a:pt x="454943" y="269118"/>
                  </a:lnTo>
                  <a:lnTo>
                    <a:pt x="456056" y="272998"/>
                  </a:lnTo>
                  <a:lnTo>
                    <a:pt x="457168" y="276919"/>
                  </a:lnTo>
                  <a:lnTo>
                    <a:pt x="458280" y="280882"/>
                  </a:lnTo>
                  <a:lnTo>
                    <a:pt x="459393" y="284871"/>
                  </a:lnTo>
                  <a:lnTo>
                    <a:pt x="460505" y="288890"/>
                  </a:lnTo>
                  <a:lnTo>
                    <a:pt x="461617" y="292945"/>
                  </a:lnTo>
                  <a:lnTo>
                    <a:pt x="462730" y="297021"/>
                  </a:lnTo>
                  <a:lnTo>
                    <a:pt x="463842" y="301115"/>
                  </a:lnTo>
                  <a:lnTo>
                    <a:pt x="464954" y="305238"/>
                  </a:lnTo>
                  <a:lnTo>
                    <a:pt x="466067" y="309373"/>
                  </a:lnTo>
                  <a:lnTo>
                    <a:pt x="467179" y="313518"/>
                  </a:lnTo>
                  <a:lnTo>
                    <a:pt x="468291" y="317677"/>
                  </a:lnTo>
                  <a:lnTo>
                    <a:pt x="469404" y="321840"/>
                  </a:lnTo>
                  <a:lnTo>
                    <a:pt x="470516" y="326005"/>
                  </a:lnTo>
                  <a:lnTo>
                    <a:pt x="471628" y="330170"/>
                  </a:lnTo>
                  <a:lnTo>
                    <a:pt x="472741" y="334328"/>
                  </a:lnTo>
                  <a:lnTo>
                    <a:pt x="473853" y="338479"/>
                  </a:lnTo>
                  <a:lnTo>
                    <a:pt x="474965" y="342619"/>
                  </a:lnTo>
                  <a:lnTo>
                    <a:pt x="476078" y="346737"/>
                  </a:lnTo>
                  <a:lnTo>
                    <a:pt x="477190" y="350839"/>
                  </a:lnTo>
                  <a:lnTo>
                    <a:pt x="478302" y="354922"/>
                  </a:lnTo>
                  <a:lnTo>
                    <a:pt x="479415" y="358966"/>
                  </a:lnTo>
                  <a:lnTo>
                    <a:pt x="480527" y="362984"/>
                  </a:lnTo>
                  <a:lnTo>
                    <a:pt x="481639" y="366975"/>
                  </a:lnTo>
                  <a:lnTo>
                    <a:pt x="482752" y="370915"/>
                  </a:lnTo>
                  <a:lnTo>
                    <a:pt x="483864" y="374815"/>
                  </a:lnTo>
                  <a:lnTo>
                    <a:pt x="484976" y="378680"/>
                  </a:lnTo>
                  <a:lnTo>
                    <a:pt x="486089" y="382488"/>
                  </a:lnTo>
                  <a:lnTo>
                    <a:pt x="487201" y="386240"/>
                  </a:lnTo>
                  <a:lnTo>
                    <a:pt x="488313" y="389949"/>
                  </a:lnTo>
                  <a:lnTo>
                    <a:pt x="489426" y="393600"/>
                  </a:lnTo>
                  <a:lnTo>
                    <a:pt x="490538" y="397177"/>
                  </a:lnTo>
                  <a:lnTo>
                    <a:pt x="491650" y="400704"/>
                  </a:lnTo>
                  <a:lnTo>
                    <a:pt x="492762" y="404175"/>
                  </a:lnTo>
                  <a:lnTo>
                    <a:pt x="493875" y="407555"/>
                  </a:lnTo>
                  <a:lnTo>
                    <a:pt x="494987" y="410880"/>
                  </a:lnTo>
                  <a:lnTo>
                    <a:pt x="496099" y="414150"/>
                  </a:lnTo>
                  <a:lnTo>
                    <a:pt x="497212" y="417320"/>
                  </a:lnTo>
                  <a:lnTo>
                    <a:pt x="498324" y="420428"/>
                  </a:lnTo>
                  <a:lnTo>
                    <a:pt x="499436" y="423477"/>
                  </a:lnTo>
                  <a:lnTo>
                    <a:pt x="500549" y="426434"/>
                  </a:lnTo>
                  <a:lnTo>
                    <a:pt x="501661" y="429315"/>
                  </a:lnTo>
                  <a:lnTo>
                    <a:pt x="502773" y="432136"/>
                  </a:lnTo>
                  <a:lnTo>
                    <a:pt x="503886" y="434876"/>
                  </a:lnTo>
                  <a:lnTo>
                    <a:pt x="504998" y="437528"/>
                  </a:lnTo>
                  <a:lnTo>
                    <a:pt x="506110" y="440120"/>
                  </a:lnTo>
                  <a:lnTo>
                    <a:pt x="507223" y="442643"/>
                  </a:lnTo>
                  <a:lnTo>
                    <a:pt x="508335" y="445070"/>
                  </a:lnTo>
                  <a:lnTo>
                    <a:pt x="509447" y="447439"/>
                  </a:lnTo>
                  <a:lnTo>
                    <a:pt x="510560" y="449750"/>
                  </a:lnTo>
                  <a:lnTo>
                    <a:pt x="511672" y="451961"/>
                  </a:lnTo>
                  <a:lnTo>
                    <a:pt x="512784" y="454117"/>
                  </a:lnTo>
                  <a:lnTo>
                    <a:pt x="513897" y="456218"/>
                  </a:lnTo>
                  <a:lnTo>
                    <a:pt x="515009" y="458237"/>
                  </a:lnTo>
                  <a:lnTo>
                    <a:pt x="516121" y="460194"/>
                  </a:lnTo>
                  <a:lnTo>
                    <a:pt x="517234" y="462103"/>
                  </a:lnTo>
                  <a:lnTo>
                    <a:pt x="518346" y="463945"/>
                  </a:lnTo>
                  <a:lnTo>
                    <a:pt x="519458" y="465724"/>
                  </a:lnTo>
                  <a:lnTo>
                    <a:pt x="520571" y="467460"/>
                  </a:lnTo>
                  <a:lnTo>
                    <a:pt x="521683" y="469144"/>
                  </a:lnTo>
                  <a:lnTo>
                    <a:pt x="522795" y="470767"/>
                  </a:lnTo>
                  <a:lnTo>
                    <a:pt x="523908" y="472353"/>
                  </a:lnTo>
                  <a:lnTo>
                    <a:pt x="525020" y="473901"/>
                  </a:lnTo>
                  <a:lnTo>
                    <a:pt x="526132" y="475390"/>
                  </a:lnTo>
                  <a:lnTo>
                    <a:pt x="527245" y="476850"/>
                  </a:lnTo>
                  <a:lnTo>
                    <a:pt x="528357" y="478280"/>
                  </a:lnTo>
                  <a:lnTo>
                    <a:pt x="529469" y="479665"/>
                  </a:lnTo>
                  <a:lnTo>
                    <a:pt x="530582" y="481023"/>
                  </a:lnTo>
                  <a:lnTo>
                    <a:pt x="531694" y="482358"/>
                  </a:lnTo>
                  <a:lnTo>
                    <a:pt x="532806" y="483662"/>
                  </a:lnTo>
                  <a:lnTo>
                    <a:pt x="533919" y="484942"/>
                  </a:lnTo>
                  <a:lnTo>
                    <a:pt x="535031" y="486206"/>
                  </a:lnTo>
                  <a:lnTo>
                    <a:pt x="536143" y="487450"/>
                  </a:lnTo>
                  <a:lnTo>
                    <a:pt x="537256" y="488675"/>
                  </a:lnTo>
                  <a:lnTo>
                    <a:pt x="538368" y="489890"/>
                  </a:lnTo>
                  <a:lnTo>
                    <a:pt x="539480" y="491094"/>
                  </a:lnTo>
                  <a:lnTo>
                    <a:pt x="540593" y="492285"/>
                  </a:lnTo>
                  <a:lnTo>
                    <a:pt x="541705" y="493471"/>
                  </a:lnTo>
                  <a:lnTo>
                    <a:pt x="542817" y="494651"/>
                  </a:lnTo>
                  <a:lnTo>
                    <a:pt x="543930" y="495826"/>
                  </a:lnTo>
                  <a:lnTo>
                    <a:pt x="545042" y="497000"/>
                  </a:lnTo>
                  <a:lnTo>
                    <a:pt x="546154" y="498173"/>
                  </a:lnTo>
                  <a:lnTo>
                    <a:pt x="547267" y="499346"/>
                  </a:lnTo>
                  <a:lnTo>
                    <a:pt x="548379" y="500522"/>
                  </a:lnTo>
                  <a:lnTo>
                    <a:pt x="549491" y="501700"/>
                  </a:lnTo>
                  <a:lnTo>
                    <a:pt x="550604" y="502882"/>
                  </a:lnTo>
                  <a:lnTo>
                    <a:pt x="551716" y="504071"/>
                  </a:lnTo>
                  <a:lnTo>
                    <a:pt x="552828" y="505264"/>
                  </a:lnTo>
                  <a:lnTo>
                    <a:pt x="553941" y="506463"/>
                  </a:lnTo>
                  <a:lnTo>
                    <a:pt x="555053" y="507671"/>
                  </a:lnTo>
                  <a:lnTo>
                    <a:pt x="556165" y="508886"/>
                  </a:lnTo>
                  <a:lnTo>
                    <a:pt x="557278" y="510106"/>
                  </a:lnTo>
                  <a:lnTo>
                    <a:pt x="558390" y="511338"/>
                  </a:lnTo>
                  <a:lnTo>
                    <a:pt x="559502" y="512577"/>
                  </a:lnTo>
                  <a:lnTo>
                    <a:pt x="560615" y="513822"/>
                  </a:lnTo>
                  <a:lnTo>
                    <a:pt x="561727" y="515077"/>
                  </a:lnTo>
                  <a:lnTo>
                    <a:pt x="562839" y="516339"/>
                  </a:lnTo>
                  <a:lnTo>
                    <a:pt x="563952" y="517607"/>
                  </a:lnTo>
                  <a:lnTo>
                    <a:pt x="565064" y="518883"/>
                  </a:lnTo>
                  <a:lnTo>
                    <a:pt x="566176" y="520166"/>
                  </a:lnTo>
                  <a:lnTo>
                    <a:pt x="567289" y="521453"/>
                  </a:lnTo>
                  <a:lnTo>
                    <a:pt x="568401" y="522745"/>
                  </a:lnTo>
                  <a:lnTo>
                    <a:pt x="568401" y="577847"/>
                  </a:lnTo>
                  <a:lnTo>
                    <a:pt x="567289" y="577847"/>
                  </a:lnTo>
                  <a:lnTo>
                    <a:pt x="566176" y="577847"/>
                  </a:lnTo>
                  <a:lnTo>
                    <a:pt x="565064" y="577847"/>
                  </a:lnTo>
                  <a:lnTo>
                    <a:pt x="563952" y="577847"/>
                  </a:lnTo>
                  <a:lnTo>
                    <a:pt x="562839" y="577847"/>
                  </a:lnTo>
                  <a:lnTo>
                    <a:pt x="561727" y="577847"/>
                  </a:lnTo>
                  <a:lnTo>
                    <a:pt x="560615" y="577847"/>
                  </a:lnTo>
                  <a:lnTo>
                    <a:pt x="559502" y="577847"/>
                  </a:lnTo>
                  <a:lnTo>
                    <a:pt x="558390" y="577847"/>
                  </a:lnTo>
                  <a:lnTo>
                    <a:pt x="557278" y="577847"/>
                  </a:lnTo>
                  <a:lnTo>
                    <a:pt x="556165" y="577847"/>
                  </a:lnTo>
                  <a:lnTo>
                    <a:pt x="555053" y="577847"/>
                  </a:lnTo>
                  <a:lnTo>
                    <a:pt x="553941" y="577847"/>
                  </a:lnTo>
                  <a:lnTo>
                    <a:pt x="552828" y="577847"/>
                  </a:lnTo>
                  <a:lnTo>
                    <a:pt x="551716" y="577847"/>
                  </a:lnTo>
                  <a:lnTo>
                    <a:pt x="550604" y="577847"/>
                  </a:lnTo>
                  <a:lnTo>
                    <a:pt x="549491" y="577847"/>
                  </a:lnTo>
                  <a:lnTo>
                    <a:pt x="548379" y="577847"/>
                  </a:lnTo>
                  <a:lnTo>
                    <a:pt x="547267" y="577847"/>
                  </a:lnTo>
                  <a:lnTo>
                    <a:pt x="546154" y="577847"/>
                  </a:lnTo>
                  <a:lnTo>
                    <a:pt x="545042" y="577847"/>
                  </a:lnTo>
                  <a:lnTo>
                    <a:pt x="543930" y="577847"/>
                  </a:lnTo>
                  <a:lnTo>
                    <a:pt x="542817" y="577847"/>
                  </a:lnTo>
                  <a:lnTo>
                    <a:pt x="541705" y="577847"/>
                  </a:lnTo>
                  <a:lnTo>
                    <a:pt x="540593" y="577847"/>
                  </a:lnTo>
                  <a:lnTo>
                    <a:pt x="539480" y="577847"/>
                  </a:lnTo>
                  <a:lnTo>
                    <a:pt x="538368" y="577847"/>
                  </a:lnTo>
                  <a:lnTo>
                    <a:pt x="537256" y="577847"/>
                  </a:lnTo>
                  <a:lnTo>
                    <a:pt x="536143" y="577847"/>
                  </a:lnTo>
                  <a:lnTo>
                    <a:pt x="535031" y="577847"/>
                  </a:lnTo>
                  <a:lnTo>
                    <a:pt x="533919" y="577847"/>
                  </a:lnTo>
                  <a:lnTo>
                    <a:pt x="532806" y="577847"/>
                  </a:lnTo>
                  <a:lnTo>
                    <a:pt x="531694" y="577847"/>
                  </a:lnTo>
                  <a:lnTo>
                    <a:pt x="530582" y="577847"/>
                  </a:lnTo>
                  <a:lnTo>
                    <a:pt x="529469" y="577847"/>
                  </a:lnTo>
                  <a:lnTo>
                    <a:pt x="528357" y="577847"/>
                  </a:lnTo>
                  <a:lnTo>
                    <a:pt x="527245" y="577847"/>
                  </a:lnTo>
                  <a:lnTo>
                    <a:pt x="526132" y="577847"/>
                  </a:lnTo>
                  <a:lnTo>
                    <a:pt x="525020" y="577847"/>
                  </a:lnTo>
                  <a:lnTo>
                    <a:pt x="523908" y="577847"/>
                  </a:lnTo>
                  <a:lnTo>
                    <a:pt x="522795" y="577847"/>
                  </a:lnTo>
                  <a:lnTo>
                    <a:pt x="521683" y="577847"/>
                  </a:lnTo>
                  <a:lnTo>
                    <a:pt x="520571" y="577847"/>
                  </a:lnTo>
                  <a:lnTo>
                    <a:pt x="519458" y="577847"/>
                  </a:lnTo>
                  <a:lnTo>
                    <a:pt x="518346" y="577847"/>
                  </a:lnTo>
                  <a:lnTo>
                    <a:pt x="517234" y="577847"/>
                  </a:lnTo>
                  <a:lnTo>
                    <a:pt x="516121" y="577847"/>
                  </a:lnTo>
                  <a:lnTo>
                    <a:pt x="515009" y="577847"/>
                  </a:lnTo>
                  <a:lnTo>
                    <a:pt x="513897" y="577847"/>
                  </a:lnTo>
                  <a:lnTo>
                    <a:pt x="512784" y="577847"/>
                  </a:lnTo>
                  <a:lnTo>
                    <a:pt x="511672" y="577847"/>
                  </a:lnTo>
                  <a:lnTo>
                    <a:pt x="510560" y="577847"/>
                  </a:lnTo>
                  <a:lnTo>
                    <a:pt x="509447" y="577847"/>
                  </a:lnTo>
                  <a:lnTo>
                    <a:pt x="508335" y="577847"/>
                  </a:lnTo>
                  <a:lnTo>
                    <a:pt x="507223" y="577847"/>
                  </a:lnTo>
                  <a:lnTo>
                    <a:pt x="506110" y="577847"/>
                  </a:lnTo>
                  <a:lnTo>
                    <a:pt x="504998" y="577847"/>
                  </a:lnTo>
                  <a:lnTo>
                    <a:pt x="503886" y="577847"/>
                  </a:lnTo>
                  <a:lnTo>
                    <a:pt x="502773" y="577847"/>
                  </a:lnTo>
                  <a:lnTo>
                    <a:pt x="501661" y="577847"/>
                  </a:lnTo>
                  <a:lnTo>
                    <a:pt x="500549" y="577847"/>
                  </a:lnTo>
                  <a:lnTo>
                    <a:pt x="499436" y="577847"/>
                  </a:lnTo>
                  <a:lnTo>
                    <a:pt x="498324" y="577847"/>
                  </a:lnTo>
                  <a:lnTo>
                    <a:pt x="497212" y="577847"/>
                  </a:lnTo>
                  <a:lnTo>
                    <a:pt x="496099" y="577847"/>
                  </a:lnTo>
                  <a:lnTo>
                    <a:pt x="494987" y="577847"/>
                  </a:lnTo>
                  <a:lnTo>
                    <a:pt x="493875" y="577847"/>
                  </a:lnTo>
                  <a:lnTo>
                    <a:pt x="492762" y="577847"/>
                  </a:lnTo>
                  <a:lnTo>
                    <a:pt x="491650" y="577847"/>
                  </a:lnTo>
                  <a:lnTo>
                    <a:pt x="490538" y="577847"/>
                  </a:lnTo>
                  <a:lnTo>
                    <a:pt x="489426" y="577847"/>
                  </a:lnTo>
                  <a:lnTo>
                    <a:pt x="488313" y="577847"/>
                  </a:lnTo>
                  <a:lnTo>
                    <a:pt x="487201" y="577847"/>
                  </a:lnTo>
                  <a:lnTo>
                    <a:pt x="486089" y="577847"/>
                  </a:lnTo>
                  <a:lnTo>
                    <a:pt x="484976" y="577847"/>
                  </a:lnTo>
                  <a:lnTo>
                    <a:pt x="483864" y="577847"/>
                  </a:lnTo>
                  <a:lnTo>
                    <a:pt x="482752" y="577847"/>
                  </a:lnTo>
                  <a:lnTo>
                    <a:pt x="481639" y="577847"/>
                  </a:lnTo>
                  <a:lnTo>
                    <a:pt x="480527" y="577847"/>
                  </a:lnTo>
                  <a:lnTo>
                    <a:pt x="479415" y="577847"/>
                  </a:lnTo>
                  <a:lnTo>
                    <a:pt x="478302" y="577847"/>
                  </a:lnTo>
                  <a:lnTo>
                    <a:pt x="477190" y="577847"/>
                  </a:lnTo>
                  <a:lnTo>
                    <a:pt x="476078" y="577847"/>
                  </a:lnTo>
                  <a:lnTo>
                    <a:pt x="474965" y="577847"/>
                  </a:lnTo>
                  <a:lnTo>
                    <a:pt x="473853" y="577847"/>
                  </a:lnTo>
                  <a:lnTo>
                    <a:pt x="472741" y="577847"/>
                  </a:lnTo>
                  <a:lnTo>
                    <a:pt x="471628" y="577847"/>
                  </a:lnTo>
                  <a:lnTo>
                    <a:pt x="470516" y="577847"/>
                  </a:lnTo>
                  <a:lnTo>
                    <a:pt x="469404" y="577847"/>
                  </a:lnTo>
                  <a:lnTo>
                    <a:pt x="468291" y="577847"/>
                  </a:lnTo>
                  <a:lnTo>
                    <a:pt x="467179" y="577847"/>
                  </a:lnTo>
                  <a:lnTo>
                    <a:pt x="466067" y="577847"/>
                  </a:lnTo>
                  <a:lnTo>
                    <a:pt x="464954" y="577847"/>
                  </a:lnTo>
                  <a:lnTo>
                    <a:pt x="463842" y="577847"/>
                  </a:lnTo>
                  <a:lnTo>
                    <a:pt x="462730" y="577847"/>
                  </a:lnTo>
                  <a:lnTo>
                    <a:pt x="461617" y="577847"/>
                  </a:lnTo>
                  <a:lnTo>
                    <a:pt x="460505" y="577847"/>
                  </a:lnTo>
                  <a:lnTo>
                    <a:pt x="459393" y="577847"/>
                  </a:lnTo>
                  <a:lnTo>
                    <a:pt x="458280" y="577847"/>
                  </a:lnTo>
                  <a:lnTo>
                    <a:pt x="457168" y="577847"/>
                  </a:lnTo>
                  <a:lnTo>
                    <a:pt x="456056" y="577847"/>
                  </a:lnTo>
                  <a:lnTo>
                    <a:pt x="454943" y="577847"/>
                  </a:lnTo>
                  <a:lnTo>
                    <a:pt x="453831" y="577847"/>
                  </a:lnTo>
                  <a:lnTo>
                    <a:pt x="452719" y="577847"/>
                  </a:lnTo>
                  <a:lnTo>
                    <a:pt x="451606" y="577847"/>
                  </a:lnTo>
                  <a:lnTo>
                    <a:pt x="450494" y="577847"/>
                  </a:lnTo>
                  <a:lnTo>
                    <a:pt x="449382" y="577847"/>
                  </a:lnTo>
                  <a:lnTo>
                    <a:pt x="448269" y="577847"/>
                  </a:lnTo>
                  <a:lnTo>
                    <a:pt x="447157" y="577847"/>
                  </a:lnTo>
                  <a:lnTo>
                    <a:pt x="446045" y="577847"/>
                  </a:lnTo>
                  <a:lnTo>
                    <a:pt x="444932" y="577847"/>
                  </a:lnTo>
                  <a:lnTo>
                    <a:pt x="443820" y="577847"/>
                  </a:lnTo>
                  <a:lnTo>
                    <a:pt x="442708" y="577847"/>
                  </a:lnTo>
                  <a:lnTo>
                    <a:pt x="441595" y="577847"/>
                  </a:lnTo>
                  <a:lnTo>
                    <a:pt x="440483" y="577847"/>
                  </a:lnTo>
                  <a:lnTo>
                    <a:pt x="439371" y="577847"/>
                  </a:lnTo>
                  <a:lnTo>
                    <a:pt x="438258" y="577847"/>
                  </a:lnTo>
                  <a:lnTo>
                    <a:pt x="437146" y="577847"/>
                  </a:lnTo>
                  <a:lnTo>
                    <a:pt x="436034" y="577847"/>
                  </a:lnTo>
                  <a:lnTo>
                    <a:pt x="434921" y="577847"/>
                  </a:lnTo>
                  <a:lnTo>
                    <a:pt x="433809" y="577847"/>
                  </a:lnTo>
                  <a:lnTo>
                    <a:pt x="432697" y="577847"/>
                  </a:lnTo>
                  <a:lnTo>
                    <a:pt x="431584" y="577847"/>
                  </a:lnTo>
                  <a:lnTo>
                    <a:pt x="430472" y="577847"/>
                  </a:lnTo>
                  <a:lnTo>
                    <a:pt x="429360" y="577847"/>
                  </a:lnTo>
                  <a:lnTo>
                    <a:pt x="428247" y="577847"/>
                  </a:lnTo>
                  <a:lnTo>
                    <a:pt x="427135" y="577847"/>
                  </a:lnTo>
                  <a:lnTo>
                    <a:pt x="426023" y="577847"/>
                  </a:lnTo>
                  <a:lnTo>
                    <a:pt x="424910" y="577847"/>
                  </a:lnTo>
                  <a:lnTo>
                    <a:pt x="423798" y="577847"/>
                  </a:lnTo>
                  <a:lnTo>
                    <a:pt x="422686" y="577847"/>
                  </a:lnTo>
                  <a:lnTo>
                    <a:pt x="421573" y="577847"/>
                  </a:lnTo>
                  <a:lnTo>
                    <a:pt x="420461" y="577847"/>
                  </a:lnTo>
                  <a:lnTo>
                    <a:pt x="419349" y="577847"/>
                  </a:lnTo>
                  <a:lnTo>
                    <a:pt x="418236" y="577847"/>
                  </a:lnTo>
                  <a:lnTo>
                    <a:pt x="417124" y="577847"/>
                  </a:lnTo>
                  <a:lnTo>
                    <a:pt x="416012" y="577847"/>
                  </a:lnTo>
                  <a:lnTo>
                    <a:pt x="414899" y="577847"/>
                  </a:lnTo>
                  <a:lnTo>
                    <a:pt x="413787" y="577847"/>
                  </a:lnTo>
                  <a:lnTo>
                    <a:pt x="412675" y="577847"/>
                  </a:lnTo>
                  <a:lnTo>
                    <a:pt x="411562" y="577847"/>
                  </a:lnTo>
                  <a:lnTo>
                    <a:pt x="410450" y="577847"/>
                  </a:lnTo>
                  <a:lnTo>
                    <a:pt x="409338" y="577847"/>
                  </a:lnTo>
                  <a:lnTo>
                    <a:pt x="408225" y="577847"/>
                  </a:lnTo>
                  <a:lnTo>
                    <a:pt x="407113" y="577847"/>
                  </a:lnTo>
                  <a:lnTo>
                    <a:pt x="406001" y="577847"/>
                  </a:lnTo>
                  <a:lnTo>
                    <a:pt x="404888" y="577847"/>
                  </a:lnTo>
                  <a:lnTo>
                    <a:pt x="403776" y="577847"/>
                  </a:lnTo>
                  <a:lnTo>
                    <a:pt x="402664" y="577847"/>
                  </a:lnTo>
                  <a:lnTo>
                    <a:pt x="401551" y="577847"/>
                  </a:lnTo>
                  <a:lnTo>
                    <a:pt x="400439" y="577847"/>
                  </a:lnTo>
                  <a:lnTo>
                    <a:pt x="399327" y="577847"/>
                  </a:lnTo>
                  <a:lnTo>
                    <a:pt x="398214" y="577847"/>
                  </a:lnTo>
                  <a:lnTo>
                    <a:pt x="397102" y="577847"/>
                  </a:lnTo>
                  <a:lnTo>
                    <a:pt x="395990" y="577847"/>
                  </a:lnTo>
                  <a:lnTo>
                    <a:pt x="394877" y="577847"/>
                  </a:lnTo>
                  <a:lnTo>
                    <a:pt x="393765" y="577847"/>
                  </a:lnTo>
                  <a:lnTo>
                    <a:pt x="392653" y="577847"/>
                  </a:lnTo>
                  <a:lnTo>
                    <a:pt x="391540" y="577847"/>
                  </a:lnTo>
                  <a:lnTo>
                    <a:pt x="390428" y="577847"/>
                  </a:lnTo>
                  <a:lnTo>
                    <a:pt x="389316" y="577847"/>
                  </a:lnTo>
                  <a:lnTo>
                    <a:pt x="388203" y="577847"/>
                  </a:lnTo>
                  <a:lnTo>
                    <a:pt x="387091" y="577847"/>
                  </a:lnTo>
                  <a:lnTo>
                    <a:pt x="385979" y="577847"/>
                  </a:lnTo>
                  <a:lnTo>
                    <a:pt x="384866" y="577847"/>
                  </a:lnTo>
                  <a:lnTo>
                    <a:pt x="383754" y="577847"/>
                  </a:lnTo>
                  <a:lnTo>
                    <a:pt x="382642" y="577847"/>
                  </a:lnTo>
                  <a:lnTo>
                    <a:pt x="381529" y="577847"/>
                  </a:lnTo>
                  <a:lnTo>
                    <a:pt x="380417" y="577847"/>
                  </a:lnTo>
                  <a:lnTo>
                    <a:pt x="379305" y="577847"/>
                  </a:lnTo>
                  <a:lnTo>
                    <a:pt x="378192" y="577847"/>
                  </a:lnTo>
                  <a:lnTo>
                    <a:pt x="377080" y="577847"/>
                  </a:lnTo>
                  <a:lnTo>
                    <a:pt x="375968" y="577847"/>
                  </a:lnTo>
                  <a:lnTo>
                    <a:pt x="374855" y="577847"/>
                  </a:lnTo>
                  <a:lnTo>
                    <a:pt x="373743" y="577847"/>
                  </a:lnTo>
                  <a:lnTo>
                    <a:pt x="372631" y="577847"/>
                  </a:lnTo>
                  <a:lnTo>
                    <a:pt x="371518" y="577847"/>
                  </a:lnTo>
                  <a:lnTo>
                    <a:pt x="370406" y="577847"/>
                  </a:lnTo>
                  <a:lnTo>
                    <a:pt x="369294" y="577847"/>
                  </a:lnTo>
                  <a:lnTo>
                    <a:pt x="368181" y="577847"/>
                  </a:lnTo>
                  <a:lnTo>
                    <a:pt x="367069" y="577847"/>
                  </a:lnTo>
                  <a:lnTo>
                    <a:pt x="365957" y="577847"/>
                  </a:lnTo>
                  <a:lnTo>
                    <a:pt x="364844" y="577847"/>
                  </a:lnTo>
                  <a:lnTo>
                    <a:pt x="363732" y="577847"/>
                  </a:lnTo>
                  <a:lnTo>
                    <a:pt x="362620" y="577847"/>
                  </a:lnTo>
                  <a:lnTo>
                    <a:pt x="361507" y="577847"/>
                  </a:lnTo>
                  <a:lnTo>
                    <a:pt x="360395" y="577847"/>
                  </a:lnTo>
                  <a:lnTo>
                    <a:pt x="359283" y="577847"/>
                  </a:lnTo>
                  <a:lnTo>
                    <a:pt x="358170" y="577847"/>
                  </a:lnTo>
                  <a:lnTo>
                    <a:pt x="357058" y="577847"/>
                  </a:lnTo>
                  <a:lnTo>
                    <a:pt x="355946" y="577847"/>
                  </a:lnTo>
                  <a:lnTo>
                    <a:pt x="354833" y="577847"/>
                  </a:lnTo>
                  <a:lnTo>
                    <a:pt x="353721" y="577847"/>
                  </a:lnTo>
                  <a:lnTo>
                    <a:pt x="352609" y="577847"/>
                  </a:lnTo>
                  <a:lnTo>
                    <a:pt x="351496" y="577847"/>
                  </a:lnTo>
                  <a:lnTo>
                    <a:pt x="350384" y="577847"/>
                  </a:lnTo>
                  <a:lnTo>
                    <a:pt x="349272" y="577847"/>
                  </a:lnTo>
                  <a:lnTo>
                    <a:pt x="348159" y="577847"/>
                  </a:lnTo>
                  <a:lnTo>
                    <a:pt x="347047" y="577847"/>
                  </a:lnTo>
                  <a:lnTo>
                    <a:pt x="345935" y="577847"/>
                  </a:lnTo>
                  <a:lnTo>
                    <a:pt x="344822" y="577847"/>
                  </a:lnTo>
                  <a:lnTo>
                    <a:pt x="343710" y="577847"/>
                  </a:lnTo>
                  <a:lnTo>
                    <a:pt x="342598" y="577847"/>
                  </a:lnTo>
                  <a:lnTo>
                    <a:pt x="341485" y="577847"/>
                  </a:lnTo>
                  <a:lnTo>
                    <a:pt x="340373" y="577847"/>
                  </a:lnTo>
                  <a:lnTo>
                    <a:pt x="339261" y="577847"/>
                  </a:lnTo>
                  <a:lnTo>
                    <a:pt x="338148" y="577847"/>
                  </a:lnTo>
                  <a:lnTo>
                    <a:pt x="337036" y="577847"/>
                  </a:lnTo>
                  <a:lnTo>
                    <a:pt x="335924" y="577847"/>
                  </a:lnTo>
                  <a:lnTo>
                    <a:pt x="334811" y="577847"/>
                  </a:lnTo>
                  <a:lnTo>
                    <a:pt x="333699" y="577847"/>
                  </a:lnTo>
                  <a:lnTo>
                    <a:pt x="332587" y="577847"/>
                  </a:lnTo>
                  <a:lnTo>
                    <a:pt x="331474" y="577847"/>
                  </a:lnTo>
                  <a:lnTo>
                    <a:pt x="330362" y="577847"/>
                  </a:lnTo>
                  <a:lnTo>
                    <a:pt x="329250" y="577847"/>
                  </a:lnTo>
                  <a:lnTo>
                    <a:pt x="328137" y="577847"/>
                  </a:lnTo>
                  <a:lnTo>
                    <a:pt x="327025" y="577847"/>
                  </a:lnTo>
                  <a:lnTo>
                    <a:pt x="325913" y="577847"/>
                  </a:lnTo>
                  <a:lnTo>
                    <a:pt x="324800" y="577847"/>
                  </a:lnTo>
                  <a:lnTo>
                    <a:pt x="323688" y="577847"/>
                  </a:lnTo>
                  <a:lnTo>
                    <a:pt x="322576" y="577847"/>
                  </a:lnTo>
                  <a:lnTo>
                    <a:pt x="321463" y="577847"/>
                  </a:lnTo>
                  <a:lnTo>
                    <a:pt x="320351" y="577847"/>
                  </a:lnTo>
                  <a:lnTo>
                    <a:pt x="319239" y="577847"/>
                  </a:lnTo>
                  <a:lnTo>
                    <a:pt x="318126" y="577847"/>
                  </a:lnTo>
                  <a:lnTo>
                    <a:pt x="317014" y="577847"/>
                  </a:lnTo>
                  <a:lnTo>
                    <a:pt x="315902" y="577847"/>
                  </a:lnTo>
                  <a:lnTo>
                    <a:pt x="314789" y="577847"/>
                  </a:lnTo>
                  <a:lnTo>
                    <a:pt x="313677" y="577847"/>
                  </a:lnTo>
                  <a:lnTo>
                    <a:pt x="312565" y="577847"/>
                  </a:lnTo>
                  <a:lnTo>
                    <a:pt x="311452" y="577847"/>
                  </a:lnTo>
                  <a:lnTo>
                    <a:pt x="310340" y="577847"/>
                  </a:lnTo>
                  <a:lnTo>
                    <a:pt x="309228" y="577847"/>
                  </a:lnTo>
                  <a:lnTo>
                    <a:pt x="308115" y="577847"/>
                  </a:lnTo>
                  <a:lnTo>
                    <a:pt x="307003" y="577847"/>
                  </a:lnTo>
                  <a:lnTo>
                    <a:pt x="305891" y="577847"/>
                  </a:lnTo>
                  <a:lnTo>
                    <a:pt x="304778" y="577847"/>
                  </a:lnTo>
                  <a:lnTo>
                    <a:pt x="303666" y="577847"/>
                  </a:lnTo>
                  <a:lnTo>
                    <a:pt x="302554" y="577847"/>
                  </a:lnTo>
                  <a:lnTo>
                    <a:pt x="301441" y="577847"/>
                  </a:lnTo>
                  <a:lnTo>
                    <a:pt x="300329" y="577847"/>
                  </a:lnTo>
                  <a:lnTo>
                    <a:pt x="299217" y="577847"/>
                  </a:lnTo>
                  <a:lnTo>
                    <a:pt x="298104" y="577847"/>
                  </a:lnTo>
                  <a:lnTo>
                    <a:pt x="296992" y="577847"/>
                  </a:lnTo>
                  <a:lnTo>
                    <a:pt x="295880" y="577847"/>
                  </a:lnTo>
                  <a:lnTo>
                    <a:pt x="294767" y="577847"/>
                  </a:lnTo>
                  <a:lnTo>
                    <a:pt x="293655" y="577847"/>
                  </a:lnTo>
                  <a:lnTo>
                    <a:pt x="292543" y="577847"/>
                  </a:lnTo>
                  <a:lnTo>
                    <a:pt x="291430" y="577847"/>
                  </a:lnTo>
                  <a:lnTo>
                    <a:pt x="290318" y="577847"/>
                  </a:lnTo>
                  <a:lnTo>
                    <a:pt x="289206" y="577847"/>
                  </a:lnTo>
                  <a:lnTo>
                    <a:pt x="288093" y="577847"/>
                  </a:lnTo>
                  <a:lnTo>
                    <a:pt x="286981" y="577847"/>
                  </a:lnTo>
                  <a:lnTo>
                    <a:pt x="285869" y="577847"/>
                  </a:lnTo>
                  <a:lnTo>
                    <a:pt x="284756" y="577847"/>
                  </a:lnTo>
                  <a:lnTo>
                    <a:pt x="283644" y="577847"/>
                  </a:lnTo>
                  <a:lnTo>
                    <a:pt x="282532" y="577847"/>
                  </a:lnTo>
                  <a:lnTo>
                    <a:pt x="281419" y="577847"/>
                  </a:lnTo>
                  <a:lnTo>
                    <a:pt x="280307" y="577847"/>
                  </a:lnTo>
                  <a:lnTo>
                    <a:pt x="279195" y="577847"/>
                  </a:lnTo>
                  <a:lnTo>
                    <a:pt x="278082" y="577847"/>
                  </a:lnTo>
                  <a:lnTo>
                    <a:pt x="276970" y="577847"/>
                  </a:lnTo>
                  <a:lnTo>
                    <a:pt x="275858" y="577847"/>
                  </a:lnTo>
                  <a:lnTo>
                    <a:pt x="274745" y="577847"/>
                  </a:lnTo>
                  <a:lnTo>
                    <a:pt x="273633" y="577847"/>
                  </a:lnTo>
                  <a:lnTo>
                    <a:pt x="272521" y="577847"/>
                  </a:lnTo>
                  <a:lnTo>
                    <a:pt x="271408" y="577847"/>
                  </a:lnTo>
                  <a:lnTo>
                    <a:pt x="270296" y="577847"/>
                  </a:lnTo>
                  <a:lnTo>
                    <a:pt x="269184" y="577847"/>
                  </a:lnTo>
                  <a:lnTo>
                    <a:pt x="268071" y="577847"/>
                  </a:lnTo>
                  <a:lnTo>
                    <a:pt x="266959" y="577847"/>
                  </a:lnTo>
                  <a:lnTo>
                    <a:pt x="265847" y="577847"/>
                  </a:lnTo>
                  <a:lnTo>
                    <a:pt x="264734" y="577847"/>
                  </a:lnTo>
                  <a:lnTo>
                    <a:pt x="263622" y="577847"/>
                  </a:lnTo>
                  <a:lnTo>
                    <a:pt x="262510" y="577847"/>
                  </a:lnTo>
                  <a:lnTo>
                    <a:pt x="261397" y="577847"/>
                  </a:lnTo>
                  <a:lnTo>
                    <a:pt x="260285" y="577847"/>
                  </a:lnTo>
                  <a:lnTo>
                    <a:pt x="259173" y="577847"/>
                  </a:lnTo>
                  <a:lnTo>
                    <a:pt x="258060" y="577847"/>
                  </a:lnTo>
                  <a:lnTo>
                    <a:pt x="256948" y="577847"/>
                  </a:lnTo>
                  <a:lnTo>
                    <a:pt x="255836" y="577847"/>
                  </a:lnTo>
                  <a:lnTo>
                    <a:pt x="254723" y="577847"/>
                  </a:lnTo>
                  <a:lnTo>
                    <a:pt x="253611" y="577847"/>
                  </a:lnTo>
                  <a:lnTo>
                    <a:pt x="252499" y="577847"/>
                  </a:lnTo>
                  <a:lnTo>
                    <a:pt x="251386" y="577847"/>
                  </a:lnTo>
                  <a:lnTo>
                    <a:pt x="250274" y="577847"/>
                  </a:lnTo>
                  <a:lnTo>
                    <a:pt x="249162" y="577847"/>
                  </a:lnTo>
                  <a:lnTo>
                    <a:pt x="248049" y="577847"/>
                  </a:lnTo>
                  <a:lnTo>
                    <a:pt x="246937" y="577847"/>
                  </a:lnTo>
                  <a:lnTo>
                    <a:pt x="245825" y="577847"/>
                  </a:lnTo>
                  <a:lnTo>
                    <a:pt x="244713" y="577847"/>
                  </a:lnTo>
                  <a:lnTo>
                    <a:pt x="243600" y="577847"/>
                  </a:lnTo>
                  <a:lnTo>
                    <a:pt x="242488" y="577847"/>
                  </a:lnTo>
                  <a:lnTo>
                    <a:pt x="241376" y="577847"/>
                  </a:lnTo>
                  <a:lnTo>
                    <a:pt x="240263" y="577847"/>
                  </a:lnTo>
                  <a:lnTo>
                    <a:pt x="239151" y="577847"/>
                  </a:lnTo>
                  <a:lnTo>
                    <a:pt x="238039" y="577847"/>
                  </a:lnTo>
                  <a:lnTo>
                    <a:pt x="236926" y="577847"/>
                  </a:lnTo>
                  <a:lnTo>
                    <a:pt x="235814" y="577847"/>
                  </a:lnTo>
                  <a:lnTo>
                    <a:pt x="234702" y="577847"/>
                  </a:lnTo>
                  <a:lnTo>
                    <a:pt x="233589" y="577847"/>
                  </a:lnTo>
                  <a:lnTo>
                    <a:pt x="232477" y="577847"/>
                  </a:lnTo>
                  <a:lnTo>
                    <a:pt x="231365" y="577847"/>
                  </a:lnTo>
                  <a:lnTo>
                    <a:pt x="230252" y="577847"/>
                  </a:lnTo>
                  <a:lnTo>
                    <a:pt x="229140" y="577847"/>
                  </a:lnTo>
                  <a:lnTo>
                    <a:pt x="228028" y="577847"/>
                  </a:lnTo>
                  <a:lnTo>
                    <a:pt x="226915" y="577847"/>
                  </a:lnTo>
                  <a:lnTo>
                    <a:pt x="225803" y="577847"/>
                  </a:lnTo>
                  <a:lnTo>
                    <a:pt x="224691" y="577847"/>
                  </a:lnTo>
                  <a:lnTo>
                    <a:pt x="223578" y="577847"/>
                  </a:lnTo>
                  <a:lnTo>
                    <a:pt x="222466" y="577847"/>
                  </a:lnTo>
                  <a:lnTo>
                    <a:pt x="221354" y="577847"/>
                  </a:lnTo>
                  <a:lnTo>
                    <a:pt x="220241" y="577847"/>
                  </a:lnTo>
                  <a:lnTo>
                    <a:pt x="219129" y="577847"/>
                  </a:lnTo>
                  <a:lnTo>
                    <a:pt x="218017" y="577847"/>
                  </a:lnTo>
                  <a:lnTo>
                    <a:pt x="216904" y="577847"/>
                  </a:lnTo>
                  <a:lnTo>
                    <a:pt x="215792" y="577847"/>
                  </a:lnTo>
                  <a:lnTo>
                    <a:pt x="214680" y="577847"/>
                  </a:lnTo>
                  <a:lnTo>
                    <a:pt x="213567" y="577847"/>
                  </a:lnTo>
                  <a:lnTo>
                    <a:pt x="212455" y="577847"/>
                  </a:lnTo>
                  <a:lnTo>
                    <a:pt x="211343" y="577847"/>
                  </a:lnTo>
                  <a:lnTo>
                    <a:pt x="210230" y="577847"/>
                  </a:lnTo>
                  <a:lnTo>
                    <a:pt x="209118" y="577847"/>
                  </a:lnTo>
                  <a:lnTo>
                    <a:pt x="208006" y="577847"/>
                  </a:lnTo>
                  <a:lnTo>
                    <a:pt x="206893" y="577847"/>
                  </a:lnTo>
                  <a:lnTo>
                    <a:pt x="205781" y="577847"/>
                  </a:lnTo>
                  <a:lnTo>
                    <a:pt x="204669" y="577847"/>
                  </a:lnTo>
                  <a:lnTo>
                    <a:pt x="203556" y="577847"/>
                  </a:lnTo>
                  <a:lnTo>
                    <a:pt x="202444" y="577847"/>
                  </a:lnTo>
                  <a:lnTo>
                    <a:pt x="201332" y="577847"/>
                  </a:lnTo>
                  <a:lnTo>
                    <a:pt x="200219" y="577847"/>
                  </a:lnTo>
                  <a:lnTo>
                    <a:pt x="199107" y="577847"/>
                  </a:lnTo>
                  <a:lnTo>
                    <a:pt x="197995" y="577847"/>
                  </a:lnTo>
                  <a:lnTo>
                    <a:pt x="196882" y="577847"/>
                  </a:lnTo>
                  <a:lnTo>
                    <a:pt x="195770" y="577847"/>
                  </a:lnTo>
                  <a:lnTo>
                    <a:pt x="194658" y="577847"/>
                  </a:lnTo>
                  <a:lnTo>
                    <a:pt x="193545" y="577847"/>
                  </a:lnTo>
                  <a:lnTo>
                    <a:pt x="192433" y="577847"/>
                  </a:lnTo>
                  <a:lnTo>
                    <a:pt x="191321" y="577847"/>
                  </a:lnTo>
                  <a:lnTo>
                    <a:pt x="190208" y="577847"/>
                  </a:lnTo>
                  <a:lnTo>
                    <a:pt x="189096" y="577847"/>
                  </a:lnTo>
                  <a:lnTo>
                    <a:pt x="187984" y="577847"/>
                  </a:lnTo>
                  <a:lnTo>
                    <a:pt x="186871" y="577847"/>
                  </a:lnTo>
                  <a:lnTo>
                    <a:pt x="185759" y="577847"/>
                  </a:lnTo>
                  <a:lnTo>
                    <a:pt x="184647" y="577847"/>
                  </a:lnTo>
                  <a:lnTo>
                    <a:pt x="183534" y="577847"/>
                  </a:lnTo>
                  <a:lnTo>
                    <a:pt x="182422" y="577847"/>
                  </a:lnTo>
                  <a:lnTo>
                    <a:pt x="181310" y="577847"/>
                  </a:lnTo>
                  <a:lnTo>
                    <a:pt x="180197" y="577847"/>
                  </a:lnTo>
                  <a:lnTo>
                    <a:pt x="179085" y="577847"/>
                  </a:lnTo>
                  <a:lnTo>
                    <a:pt x="177973" y="577847"/>
                  </a:lnTo>
                  <a:lnTo>
                    <a:pt x="176860" y="577847"/>
                  </a:lnTo>
                  <a:lnTo>
                    <a:pt x="175748" y="577847"/>
                  </a:lnTo>
                  <a:lnTo>
                    <a:pt x="174636" y="577847"/>
                  </a:lnTo>
                  <a:lnTo>
                    <a:pt x="173523" y="577847"/>
                  </a:lnTo>
                  <a:lnTo>
                    <a:pt x="172411" y="577847"/>
                  </a:lnTo>
                  <a:lnTo>
                    <a:pt x="171299" y="577847"/>
                  </a:lnTo>
                  <a:lnTo>
                    <a:pt x="170186" y="577847"/>
                  </a:lnTo>
                  <a:lnTo>
                    <a:pt x="169074" y="577847"/>
                  </a:lnTo>
                  <a:lnTo>
                    <a:pt x="167962" y="577847"/>
                  </a:lnTo>
                  <a:lnTo>
                    <a:pt x="166849" y="577847"/>
                  </a:lnTo>
                  <a:lnTo>
                    <a:pt x="165737" y="577847"/>
                  </a:lnTo>
                  <a:lnTo>
                    <a:pt x="164625" y="577847"/>
                  </a:lnTo>
                  <a:lnTo>
                    <a:pt x="163512" y="577847"/>
                  </a:lnTo>
                  <a:lnTo>
                    <a:pt x="162400" y="577847"/>
                  </a:lnTo>
                  <a:lnTo>
                    <a:pt x="161288" y="577847"/>
                  </a:lnTo>
                  <a:lnTo>
                    <a:pt x="160175" y="577847"/>
                  </a:lnTo>
                  <a:lnTo>
                    <a:pt x="159063" y="577847"/>
                  </a:lnTo>
                  <a:lnTo>
                    <a:pt x="157951" y="577847"/>
                  </a:lnTo>
                  <a:lnTo>
                    <a:pt x="156838" y="577847"/>
                  </a:lnTo>
                  <a:lnTo>
                    <a:pt x="155726" y="577847"/>
                  </a:lnTo>
                  <a:lnTo>
                    <a:pt x="154614" y="577847"/>
                  </a:lnTo>
                  <a:lnTo>
                    <a:pt x="153501" y="577847"/>
                  </a:lnTo>
                  <a:lnTo>
                    <a:pt x="152389" y="577847"/>
                  </a:lnTo>
                  <a:lnTo>
                    <a:pt x="151277" y="577847"/>
                  </a:lnTo>
                  <a:lnTo>
                    <a:pt x="150164" y="577847"/>
                  </a:lnTo>
                  <a:lnTo>
                    <a:pt x="149052" y="577847"/>
                  </a:lnTo>
                  <a:lnTo>
                    <a:pt x="147940" y="577847"/>
                  </a:lnTo>
                  <a:lnTo>
                    <a:pt x="146827" y="577847"/>
                  </a:lnTo>
                  <a:lnTo>
                    <a:pt x="145715" y="577847"/>
                  </a:lnTo>
                  <a:lnTo>
                    <a:pt x="144603" y="577847"/>
                  </a:lnTo>
                  <a:lnTo>
                    <a:pt x="143490" y="577847"/>
                  </a:lnTo>
                  <a:lnTo>
                    <a:pt x="142378" y="577847"/>
                  </a:lnTo>
                  <a:lnTo>
                    <a:pt x="141266" y="577847"/>
                  </a:lnTo>
                  <a:lnTo>
                    <a:pt x="140153" y="577847"/>
                  </a:lnTo>
                  <a:lnTo>
                    <a:pt x="139041" y="577847"/>
                  </a:lnTo>
                  <a:lnTo>
                    <a:pt x="137929" y="577847"/>
                  </a:lnTo>
                  <a:lnTo>
                    <a:pt x="136816" y="577847"/>
                  </a:lnTo>
                  <a:lnTo>
                    <a:pt x="135704" y="577847"/>
                  </a:lnTo>
                  <a:lnTo>
                    <a:pt x="134592" y="577847"/>
                  </a:lnTo>
                  <a:lnTo>
                    <a:pt x="133479" y="577847"/>
                  </a:lnTo>
                  <a:lnTo>
                    <a:pt x="132367" y="577847"/>
                  </a:lnTo>
                  <a:lnTo>
                    <a:pt x="131255" y="577847"/>
                  </a:lnTo>
                  <a:lnTo>
                    <a:pt x="130142" y="577847"/>
                  </a:lnTo>
                  <a:lnTo>
                    <a:pt x="129030" y="577847"/>
                  </a:lnTo>
                  <a:lnTo>
                    <a:pt x="127918" y="577847"/>
                  </a:lnTo>
                  <a:lnTo>
                    <a:pt x="126805" y="577847"/>
                  </a:lnTo>
                  <a:lnTo>
                    <a:pt x="125693" y="577847"/>
                  </a:lnTo>
                  <a:lnTo>
                    <a:pt x="124581" y="577847"/>
                  </a:lnTo>
                  <a:lnTo>
                    <a:pt x="123468" y="577847"/>
                  </a:lnTo>
                  <a:lnTo>
                    <a:pt x="122356" y="577847"/>
                  </a:lnTo>
                  <a:lnTo>
                    <a:pt x="121244" y="577847"/>
                  </a:lnTo>
                  <a:lnTo>
                    <a:pt x="120131" y="577847"/>
                  </a:lnTo>
                  <a:lnTo>
                    <a:pt x="119019" y="577847"/>
                  </a:lnTo>
                  <a:lnTo>
                    <a:pt x="117907" y="577847"/>
                  </a:lnTo>
                  <a:lnTo>
                    <a:pt x="116794" y="577847"/>
                  </a:lnTo>
                  <a:lnTo>
                    <a:pt x="115682" y="577847"/>
                  </a:lnTo>
                  <a:lnTo>
                    <a:pt x="114570" y="577847"/>
                  </a:lnTo>
                  <a:lnTo>
                    <a:pt x="113457" y="577847"/>
                  </a:lnTo>
                  <a:lnTo>
                    <a:pt x="112345" y="577847"/>
                  </a:lnTo>
                  <a:lnTo>
                    <a:pt x="111233" y="577847"/>
                  </a:lnTo>
                  <a:lnTo>
                    <a:pt x="110120" y="577847"/>
                  </a:lnTo>
                  <a:lnTo>
                    <a:pt x="109008" y="577847"/>
                  </a:lnTo>
                  <a:lnTo>
                    <a:pt x="107896" y="577847"/>
                  </a:lnTo>
                  <a:lnTo>
                    <a:pt x="106783" y="577847"/>
                  </a:lnTo>
                  <a:lnTo>
                    <a:pt x="105671" y="577847"/>
                  </a:lnTo>
                  <a:lnTo>
                    <a:pt x="104559" y="577847"/>
                  </a:lnTo>
                  <a:lnTo>
                    <a:pt x="103446" y="577847"/>
                  </a:lnTo>
                  <a:lnTo>
                    <a:pt x="102334" y="577847"/>
                  </a:lnTo>
                  <a:lnTo>
                    <a:pt x="101222" y="577847"/>
                  </a:lnTo>
                  <a:lnTo>
                    <a:pt x="100109" y="577847"/>
                  </a:lnTo>
                  <a:lnTo>
                    <a:pt x="98997" y="577847"/>
                  </a:lnTo>
                  <a:lnTo>
                    <a:pt x="97885" y="577847"/>
                  </a:lnTo>
                  <a:lnTo>
                    <a:pt x="96772" y="577847"/>
                  </a:lnTo>
                  <a:lnTo>
                    <a:pt x="95660" y="577847"/>
                  </a:lnTo>
                  <a:lnTo>
                    <a:pt x="94548" y="577847"/>
                  </a:lnTo>
                  <a:lnTo>
                    <a:pt x="93435" y="577847"/>
                  </a:lnTo>
                  <a:lnTo>
                    <a:pt x="92323" y="577847"/>
                  </a:lnTo>
                  <a:lnTo>
                    <a:pt x="91211" y="577847"/>
                  </a:lnTo>
                  <a:lnTo>
                    <a:pt x="90098" y="577847"/>
                  </a:lnTo>
                  <a:lnTo>
                    <a:pt x="88986" y="577847"/>
                  </a:lnTo>
                  <a:lnTo>
                    <a:pt x="87874" y="577847"/>
                  </a:lnTo>
                  <a:lnTo>
                    <a:pt x="86761" y="577847"/>
                  </a:lnTo>
                  <a:lnTo>
                    <a:pt x="85649" y="577847"/>
                  </a:lnTo>
                  <a:lnTo>
                    <a:pt x="84537" y="577847"/>
                  </a:lnTo>
                  <a:lnTo>
                    <a:pt x="83424" y="577847"/>
                  </a:lnTo>
                  <a:lnTo>
                    <a:pt x="82312" y="577847"/>
                  </a:lnTo>
                  <a:lnTo>
                    <a:pt x="81200" y="577847"/>
                  </a:lnTo>
                  <a:lnTo>
                    <a:pt x="80087" y="577847"/>
                  </a:lnTo>
                  <a:lnTo>
                    <a:pt x="78975" y="577847"/>
                  </a:lnTo>
                  <a:lnTo>
                    <a:pt x="77863" y="577847"/>
                  </a:lnTo>
                  <a:lnTo>
                    <a:pt x="76750" y="577847"/>
                  </a:lnTo>
                  <a:lnTo>
                    <a:pt x="75638" y="577847"/>
                  </a:lnTo>
                  <a:lnTo>
                    <a:pt x="74526" y="577847"/>
                  </a:lnTo>
                  <a:lnTo>
                    <a:pt x="73413" y="577847"/>
                  </a:lnTo>
                  <a:lnTo>
                    <a:pt x="72301" y="577847"/>
                  </a:lnTo>
                  <a:lnTo>
                    <a:pt x="71189" y="577847"/>
                  </a:lnTo>
                  <a:lnTo>
                    <a:pt x="70076" y="577847"/>
                  </a:lnTo>
                  <a:lnTo>
                    <a:pt x="68964" y="577847"/>
                  </a:lnTo>
                  <a:lnTo>
                    <a:pt x="67852" y="577847"/>
                  </a:lnTo>
                  <a:lnTo>
                    <a:pt x="66739" y="577847"/>
                  </a:lnTo>
                  <a:lnTo>
                    <a:pt x="65627" y="577847"/>
                  </a:lnTo>
                  <a:lnTo>
                    <a:pt x="64515" y="577847"/>
                  </a:lnTo>
                  <a:lnTo>
                    <a:pt x="63402" y="577847"/>
                  </a:lnTo>
                  <a:lnTo>
                    <a:pt x="62290" y="577847"/>
                  </a:lnTo>
                  <a:lnTo>
                    <a:pt x="61178" y="577847"/>
                  </a:lnTo>
                  <a:lnTo>
                    <a:pt x="60065" y="577847"/>
                  </a:lnTo>
                  <a:lnTo>
                    <a:pt x="58953" y="577847"/>
                  </a:lnTo>
                  <a:lnTo>
                    <a:pt x="57841" y="577847"/>
                  </a:lnTo>
                  <a:lnTo>
                    <a:pt x="56728" y="577847"/>
                  </a:lnTo>
                  <a:lnTo>
                    <a:pt x="55616" y="577847"/>
                  </a:lnTo>
                  <a:lnTo>
                    <a:pt x="54504" y="577847"/>
                  </a:lnTo>
                  <a:lnTo>
                    <a:pt x="53391" y="577847"/>
                  </a:lnTo>
                  <a:lnTo>
                    <a:pt x="52279" y="577847"/>
                  </a:lnTo>
                  <a:lnTo>
                    <a:pt x="51167" y="577847"/>
                  </a:lnTo>
                  <a:lnTo>
                    <a:pt x="50054" y="577847"/>
                  </a:lnTo>
                  <a:lnTo>
                    <a:pt x="48942" y="577847"/>
                  </a:lnTo>
                  <a:lnTo>
                    <a:pt x="47830" y="577847"/>
                  </a:lnTo>
                  <a:lnTo>
                    <a:pt x="46717" y="577847"/>
                  </a:lnTo>
                  <a:lnTo>
                    <a:pt x="45605" y="577847"/>
                  </a:lnTo>
                  <a:lnTo>
                    <a:pt x="44493" y="577847"/>
                  </a:lnTo>
                  <a:lnTo>
                    <a:pt x="43380" y="577847"/>
                  </a:lnTo>
                  <a:lnTo>
                    <a:pt x="42268" y="577847"/>
                  </a:lnTo>
                  <a:lnTo>
                    <a:pt x="41156" y="577847"/>
                  </a:lnTo>
                  <a:lnTo>
                    <a:pt x="40043" y="577847"/>
                  </a:lnTo>
                  <a:lnTo>
                    <a:pt x="38931" y="577847"/>
                  </a:lnTo>
                  <a:lnTo>
                    <a:pt x="37819" y="577847"/>
                  </a:lnTo>
                  <a:lnTo>
                    <a:pt x="36706" y="577847"/>
                  </a:lnTo>
                  <a:lnTo>
                    <a:pt x="35594" y="577847"/>
                  </a:lnTo>
                  <a:lnTo>
                    <a:pt x="34482" y="577847"/>
                  </a:lnTo>
                  <a:lnTo>
                    <a:pt x="33369" y="577847"/>
                  </a:lnTo>
                  <a:lnTo>
                    <a:pt x="32257" y="577847"/>
                  </a:lnTo>
                  <a:lnTo>
                    <a:pt x="31145" y="577847"/>
                  </a:lnTo>
                  <a:lnTo>
                    <a:pt x="30032" y="577847"/>
                  </a:lnTo>
                  <a:lnTo>
                    <a:pt x="28920" y="577847"/>
                  </a:lnTo>
                  <a:lnTo>
                    <a:pt x="27808" y="577847"/>
                  </a:lnTo>
                  <a:lnTo>
                    <a:pt x="26695" y="577847"/>
                  </a:lnTo>
                  <a:lnTo>
                    <a:pt x="25583" y="577847"/>
                  </a:lnTo>
                  <a:lnTo>
                    <a:pt x="24471" y="577847"/>
                  </a:lnTo>
                  <a:lnTo>
                    <a:pt x="23358" y="577847"/>
                  </a:lnTo>
                  <a:lnTo>
                    <a:pt x="22246" y="577847"/>
                  </a:lnTo>
                  <a:lnTo>
                    <a:pt x="21134" y="577847"/>
                  </a:lnTo>
                  <a:lnTo>
                    <a:pt x="20021" y="577847"/>
                  </a:lnTo>
                  <a:lnTo>
                    <a:pt x="18909" y="577847"/>
                  </a:lnTo>
                  <a:lnTo>
                    <a:pt x="17797" y="577847"/>
                  </a:lnTo>
                  <a:lnTo>
                    <a:pt x="16684" y="577847"/>
                  </a:lnTo>
                  <a:lnTo>
                    <a:pt x="15572" y="577847"/>
                  </a:lnTo>
                  <a:lnTo>
                    <a:pt x="14460" y="577847"/>
                  </a:lnTo>
                  <a:lnTo>
                    <a:pt x="13347" y="577847"/>
                  </a:lnTo>
                  <a:lnTo>
                    <a:pt x="12235" y="577847"/>
                  </a:lnTo>
                  <a:lnTo>
                    <a:pt x="11123" y="577847"/>
                  </a:lnTo>
                  <a:lnTo>
                    <a:pt x="10010" y="577847"/>
                  </a:lnTo>
                  <a:lnTo>
                    <a:pt x="8898" y="577847"/>
                  </a:lnTo>
                  <a:lnTo>
                    <a:pt x="7786" y="577847"/>
                  </a:lnTo>
                  <a:lnTo>
                    <a:pt x="6673" y="577847"/>
                  </a:lnTo>
                  <a:lnTo>
                    <a:pt x="5561" y="577847"/>
                  </a:lnTo>
                  <a:lnTo>
                    <a:pt x="4449" y="577847"/>
                  </a:lnTo>
                  <a:lnTo>
                    <a:pt x="3336" y="577847"/>
                  </a:lnTo>
                  <a:lnTo>
                    <a:pt x="2224" y="577847"/>
                  </a:lnTo>
                  <a:lnTo>
                    <a:pt x="1112" y="577847"/>
                  </a:lnTo>
                  <a:lnTo>
                    <a:pt x="0" y="57784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485" name="pl9485"/>
            <p:cNvSpPr/>
            <p:nvPr/>
          </p:nvSpPr>
          <p:spPr>
            <a:xfrm>
              <a:off x="10071716" y="7905400"/>
              <a:ext cx="568401" cy="560269"/>
            </a:xfrm>
            <a:custGeom>
              <a:avLst/>
              <a:pathLst>
                <a:path w="568401" h="560269">
                  <a:moveTo>
                    <a:pt x="0" y="560269"/>
                  </a:moveTo>
                  <a:lnTo>
                    <a:pt x="1112" y="560042"/>
                  </a:lnTo>
                  <a:lnTo>
                    <a:pt x="2224" y="559825"/>
                  </a:lnTo>
                  <a:lnTo>
                    <a:pt x="3336" y="559616"/>
                  </a:lnTo>
                  <a:lnTo>
                    <a:pt x="4449" y="559419"/>
                  </a:lnTo>
                  <a:lnTo>
                    <a:pt x="5561" y="559233"/>
                  </a:lnTo>
                  <a:lnTo>
                    <a:pt x="6673" y="559056"/>
                  </a:lnTo>
                  <a:lnTo>
                    <a:pt x="7786" y="558887"/>
                  </a:lnTo>
                  <a:lnTo>
                    <a:pt x="8898" y="558731"/>
                  </a:lnTo>
                  <a:lnTo>
                    <a:pt x="10010" y="558582"/>
                  </a:lnTo>
                  <a:lnTo>
                    <a:pt x="11123" y="558440"/>
                  </a:lnTo>
                  <a:lnTo>
                    <a:pt x="12235" y="558310"/>
                  </a:lnTo>
                  <a:lnTo>
                    <a:pt x="13347" y="558186"/>
                  </a:lnTo>
                  <a:lnTo>
                    <a:pt x="14460" y="558067"/>
                  </a:lnTo>
                  <a:lnTo>
                    <a:pt x="15572" y="557958"/>
                  </a:lnTo>
                  <a:lnTo>
                    <a:pt x="16684" y="557854"/>
                  </a:lnTo>
                  <a:lnTo>
                    <a:pt x="17797" y="557754"/>
                  </a:lnTo>
                  <a:lnTo>
                    <a:pt x="18909" y="557659"/>
                  </a:lnTo>
                  <a:lnTo>
                    <a:pt x="20021" y="557569"/>
                  </a:lnTo>
                  <a:lnTo>
                    <a:pt x="21134" y="557481"/>
                  </a:lnTo>
                  <a:lnTo>
                    <a:pt x="22246" y="557396"/>
                  </a:lnTo>
                  <a:lnTo>
                    <a:pt x="23358" y="557314"/>
                  </a:lnTo>
                  <a:lnTo>
                    <a:pt x="24471" y="557231"/>
                  </a:lnTo>
                  <a:lnTo>
                    <a:pt x="25583" y="557150"/>
                  </a:lnTo>
                  <a:lnTo>
                    <a:pt x="26695" y="557067"/>
                  </a:lnTo>
                  <a:lnTo>
                    <a:pt x="27808" y="556983"/>
                  </a:lnTo>
                  <a:lnTo>
                    <a:pt x="28920" y="556898"/>
                  </a:lnTo>
                  <a:lnTo>
                    <a:pt x="30032" y="556809"/>
                  </a:lnTo>
                  <a:lnTo>
                    <a:pt x="31145" y="556717"/>
                  </a:lnTo>
                  <a:lnTo>
                    <a:pt x="32257" y="556621"/>
                  </a:lnTo>
                  <a:lnTo>
                    <a:pt x="33369" y="556520"/>
                  </a:lnTo>
                  <a:lnTo>
                    <a:pt x="34482" y="556412"/>
                  </a:lnTo>
                  <a:lnTo>
                    <a:pt x="35594" y="556300"/>
                  </a:lnTo>
                  <a:lnTo>
                    <a:pt x="36706" y="556181"/>
                  </a:lnTo>
                  <a:lnTo>
                    <a:pt x="37819" y="556052"/>
                  </a:lnTo>
                  <a:lnTo>
                    <a:pt x="38931" y="555917"/>
                  </a:lnTo>
                  <a:lnTo>
                    <a:pt x="40043" y="555775"/>
                  </a:lnTo>
                  <a:lnTo>
                    <a:pt x="41156" y="555620"/>
                  </a:lnTo>
                  <a:lnTo>
                    <a:pt x="42268" y="555458"/>
                  </a:lnTo>
                  <a:lnTo>
                    <a:pt x="43380" y="555287"/>
                  </a:lnTo>
                  <a:lnTo>
                    <a:pt x="44493" y="555102"/>
                  </a:lnTo>
                  <a:lnTo>
                    <a:pt x="45605" y="554907"/>
                  </a:lnTo>
                  <a:lnTo>
                    <a:pt x="46717" y="554703"/>
                  </a:lnTo>
                  <a:lnTo>
                    <a:pt x="47830" y="554484"/>
                  </a:lnTo>
                  <a:lnTo>
                    <a:pt x="48942" y="554253"/>
                  </a:lnTo>
                  <a:lnTo>
                    <a:pt x="50054" y="554012"/>
                  </a:lnTo>
                  <a:lnTo>
                    <a:pt x="51167" y="553756"/>
                  </a:lnTo>
                  <a:lnTo>
                    <a:pt x="52279" y="553485"/>
                  </a:lnTo>
                  <a:lnTo>
                    <a:pt x="53391" y="553203"/>
                  </a:lnTo>
                  <a:lnTo>
                    <a:pt x="54504" y="552906"/>
                  </a:lnTo>
                  <a:lnTo>
                    <a:pt x="55616" y="552591"/>
                  </a:lnTo>
                  <a:lnTo>
                    <a:pt x="56728" y="552263"/>
                  </a:lnTo>
                  <a:lnTo>
                    <a:pt x="57841" y="551923"/>
                  </a:lnTo>
                  <a:lnTo>
                    <a:pt x="58953" y="551559"/>
                  </a:lnTo>
                  <a:lnTo>
                    <a:pt x="60065" y="551182"/>
                  </a:lnTo>
                  <a:lnTo>
                    <a:pt x="61178" y="550791"/>
                  </a:lnTo>
                  <a:lnTo>
                    <a:pt x="62290" y="550376"/>
                  </a:lnTo>
                  <a:lnTo>
                    <a:pt x="63402" y="549944"/>
                  </a:lnTo>
                  <a:lnTo>
                    <a:pt x="64515" y="549497"/>
                  </a:lnTo>
                  <a:lnTo>
                    <a:pt x="65627" y="549026"/>
                  </a:lnTo>
                  <a:lnTo>
                    <a:pt x="66739" y="548534"/>
                  </a:lnTo>
                  <a:lnTo>
                    <a:pt x="67852" y="548024"/>
                  </a:lnTo>
                  <a:lnTo>
                    <a:pt x="68964" y="547492"/>
                  </a:lnTo>
                  <a:lnTo>
                    <a:pt x="70076" y="546932"/>
                  </a:lnTo>
                  <a:lnTo>
                    <a:pt x="71189" y="546352"/>
                  </a:lnTo>
                  <a:lnTo>
                    <a:pt x="72301" y="545752"/>
                  </a:lnTo>
                  <a:lnTo>
                    <a:pt x="73413" y="545116"/>
                  </a:lnTo>
                  <a:lnTo>
                    <a:pt x="74526" y="544459"/>
                  </a:lnTo>
                  <a:lnTo>
                    <a:pt x="75638" y="543781"/>
                  </a:lnTo>
                  <a:lnTo>
                    <a:pt x="76750" y="543064"/>
                  </a:lnTo>
                  <a:lnTo>
                    <a:pt x="77863" y="542320"/>
                  </a:lnTo>
                  <a:lnTo>
                    <a:pt x="78975" y="541553"/>
                  </a:lnTo>
                  <a:lnTo>
                    <a:pt x="80087" y="540747"/>
                  </a:lnTo>
                  <a:lnTo>
                    <a:pt x="81200" y="539908"/>
                  </a:lnTo>
                  <a:lnTo>
                    <a:pt x="82312" y="539043"/>
                  </a:lnTo>
                  <a:lnTo>
                    <a:pt x="83424" y="538141"/>
                  </a:lnTo>
                  <a:lnTo>
                    <a:pt x="84537" y="537197"/>
                  </a:lnTo>
                  <a:lnTo>
                    <a:pt x="85649" y="536223"/>
                  </a:lnTo>
                  <a:lnTo>
                    <a:pt x="86761" y="535217"/>
                  </a:lnTo>
                  <a:lnTo>
                    <a:pt x="87874" y="534159"/>
                  </a:lnTo>
                  <a:lnTo>
                    <a:pt x="88986" y="533069"/>
                  </a:lnTo>
                  <a:lnTo>
                    <a:pt x="90098" y="531949"/>
                  </a:lnTo>
                  <a:lnTo>
                    <a:pt x="91211" y="530770"/>
                  </a:lnTo>
                  <a:lnTo>
                    <a:pt x="92323" y="529557"/>
                  </a:lnTo>
                  <a:lnTo>
                    <a:pt x="93435" y="528310"/>
                  </a:lnTo>
                  <a:lnTo>
                    <a:pt x="94548" y="527010"/>
                  </a:lnTo>
                  <a:lnTo>
                    <a:pt x="95660" y="525666"/>
                  </a:lnTo>
                  <a:lnTo>
                    <a:pt x="96772" y="524287"/>
                  </a:lnTo>
                  <a:lnTo>
                    <a:pt x="97885" y="522860"/>
                  </a:lnTo>
                  <a:lnTo>
                    <a:pt x="98997" y="521381"/>
                  </a:lnTo>
                  <a:lnTo>
                    <a:pt x="100109" y="519867"/>
                  </a:lnTo>
                  <a:lnTo>
                    <a:pt x="101222" y="518309"/>
                  </a:lnTo>
                  <a:lnTo>
                    <a:pt x="102334" y="516693"/>
                  </a:lnTo>
                  <a:lnTo>
                    <a:pt x="103446" y="515041"/>
                  </a:lnTo>
                  <a:lnTo>
                    <a:pt x="104559" y="513351"/>
                  </a:lnTo>
                  <a:lnTo>
                    <a:pt x="105671" y="511597"/>
                  </a:lnTo>
                  <a:lnTo>
                    <a:pt x="106783" y="509808"/>
                  </a:lnTo>
                  <a:lnTo>
                    <a:pt x="107896" y="507982"/>
                  </a:lnTo>
                  <a:lnTo>
                    <a:pt x="109008" y="506098"/>
                  </a:lnTo>
                  <a:lnTo>
                    <a:pt x="110120" y="504173"/>
                  </a:lnTo>
                  <a:lnTo>
                    <a:pt x="111233" y="502213"/>
                  </a:lnTo>
                  <a:lnTo>
                    <a:pt x="112345" y="500203"/>
                  </a:lnTo>
                  <a:lnTo>
                    <a:pt x="113457" y="498148"/>
                  </a:lnTo>
                  <a:lnTo>
                    <a:pt x="114570" y="496059"/>
                  </a:lnTo>
                  <a:lnTo>
                    <a:pt x="115682" y="493929"/>
                  </a:lnTo>
                  <a:lnTo>
                    <a:pt x="116794" y="491750"/>
                  </a:lnTo>
                  <a:lnTo>
                    <a:pt x="117907" y="489539"/>
                  </a:lnTo>
                  <a:lnTo>
                    <a:pt x="119019" y="487296"/>
                  </a:lnTo>
                  <a:lnTo>
                    <a:pt x="120131" y="485001"/>
                  </a:lnTo>
                  <a:lnTo>
                    <a:pt x="121244" y="482678"/>
                  </a:lnTo>
                  <a:lnTo>
                    <a:pt x="122356" y="480327"/>
                  </a:lnTo>
                  <a:lnTo>
                    <a:pt x="123468" y="477929"/>
                  </a:lnTo>
                  <a:lnTo>
                    <a:pt x="124581" y="475503"/>
                  </a:lnTo>
                  <a:lnTo>
                    <a:pt x="125693" y="473052"/>
                  </a:lnTo>
                  <a:lnTo>
                    <a:pt x="126805" y="470564"/>
                  </a:lnTo>
                  <a:lnTo>
                    <a:pt x="127918" y="468046"/>
                  </a:lnTo>
                  <a:lnTo>
                    <a:pt x="129030" y="465506"/>
                  </a:lnTo>
                  <a:lnTo>
                    <a:pt x="130142" y="462937"/>
                  </a:lnTo>
                  <a:lnTo>
                    <a:pt x="131255" y="460338"/>
                  </a:lnTo>
                  <a:lnTo>
                    <a:pt x="132367" y="457721"/>
                  </a:lnTo>
                  <a:lnTo>
                    <a:pt x="133479" y="455082"/>
                  </a:lnTo>
                  <a:lnTo>
                    <a:pt x="134592" y="452415"/>
                  </a:lnTo>
                  <a:lnTo>
                    <a:pt x="135704" y="449731"/>
                  </a:lnTo>
                  <a:lnTo>
                    <a:pt x="136816" y="447032"/>
                  </a:lnTo>
                  <a:lnTo>
                    <a:pt x="137929" y="444307"/>
                  </a:lnTo>
                  <a:lnTo>
                    <a:pt x="139041" y="441569"/>
                  </a:lnTo>
                  <a:lnTo>
                    <a:pt x="140153" y="438818"/>
                  </a:lnTo>
                  <a:lnTo>
                    <a:pt x="141266" y="436049"/>
                  </a:lnTo>
                  <a:lnTo>
                    <a:pt x="142378" y="433267"/>
                  </a:lnTo>
                  <a:lnTo>
                    <a:pt x="143490" y="430475"/>
                  </a:lnTo>
                  <a:lnTo>
                    <a:pt x="144603" y="427669"/>
                  </a:lnTo>
                  <a:lnTo>
                    <a:pt x="145715" y="424853"/>
                  </a:lnTo>
                  <a:lnTo>
                    <a:pt x="146827" y="422028"/>
                  </a:lnTo>
                  <a:lnTo>
                    <a:pt x="147940" y="419196"/>
                  </a:lnTo>
                  <a:lnTo>
                    <a:pt x="149052" y="416353"/>
                  </a:lnTo>
                  <a:lnTo>
                    <a:pt x="150164" y="413505"/>
                  </a:lnTo>
                  <a:lnTo>
                    <a:pt x="151277" y="410652"/>
                  </a:lnTo>
                  <a:lnTo>
                    <a:pt x="152389" y="407790"/>
                  </a:lnTo>
                  <a:lnTo>
                    <a:pt x="153501" y="404925"/>
                  </a:lnTo>
                  <a:lnTo>
                    <a:pt x="154614" y="402056"/>
                  </a:lnTo>
                  <a:lnTo>
                    <a:pt x="155726" y="399183"/>
                  </a:lnTo>
                  <a:lnTo>
                    <a:pt x="156838" y="396306"/>
                  </a:lnTo>
                  <a:lnTo>
                    <a:pt x="157951" y="393426"/>
                  </a:lnTo>
                  <a:lnTo>
                    <a:pt x="159063" y="390544"/>
                  </a:lnTo>
                  <a:lnTo>
                    <a:pt x="160175" y="387658"/>
                  </a:lnTo>
                  <a:lnTo>
                    <a:pt x="161288" y="384771"/>
                  </a:lnTo>
                  <a:lnTo>
                    <a:pt x="162400" y="381882"/>
                  </a:lnTo>
                  <a:lnTo>
                    <a:pt x="163512" y="378990"/>
                  </a:lnTo>
                  <a:lnTo>
                    <a:pt x="164625" y="376096"/>
                  </a:lnTo>
                  <a:lnTo>
                    <a:pt x="165737" y="373200"/>
                  </a:lnTo>
                  <a:lnTo>
                    <a:pt x="166849" y="370300"/>
                  </a:lnTo>
                  <a:lnTo>
                    <a:pt x="167962" y="367399"/>
                  </a:lnTo>
                  <a:lnTo>
                    <a:pt x="169074" y="364495"/>
                  </a:lnTo>
                  <a:lnTo>
                    <a:pt x="170186" y="361586"/>
                  </a:lnTo>
                  <a:lnTo>
                    <a:pt x="171299" y="358674"/>
                  </a:lnTo>
                  <a:lnTo>
                    <a:pt x="172411" y="355758"/>
                  </a:lnTo>
                  <a:lnTo>
                    <a:pt x="173523" y="352837"/>
                  </a:lnTo>
                  <a:lnTo>
                    <a:pt x="174636" y="349910"/>
                  </a:lnTo>
                  <a:lnTo>
                    <a:pt x="175748" y="346977"/>
                  </a:lnTo>
                  <a:lnTo>
                    <a:pt x="176860" y="344038"/>
                  </a:lnTo>
                  <a:lnTo>
                    <a:pt x="177973" y="341089"/>
                  </a:lnTo>
                  <a:lnTo>
                    <a:pt x="179085" y="338134"/>
                  </a:lnTo>
                  <a:lnTo>
                    <a:pt x="180197" y="335171"/>
                  </a:lnTo>
                  <a:lnTo>
                    <a:pt x="181310" y="332194"/>
                  </a:lnTo>
                  <a:lnTo>
                    <a:pt x="182422" y="329208"/>
                  </a:lnTo>
                  <a:lnTo>
                    <a:pt x="183534" y="326213"/>
                  </a:lnTo>
                  <a:lnTo>
                    <a:pt x="184647" y="323201"/>
                  </a:lnTo>
                  <a:lnTo>
                    <a:pt x="185759" y="320177"/>
                  </a:lnTo>
                  <a:lnTo>
                    <a:pt x="186871" y="317142"/>
                  </a:lnTo>
                  <a:lnTo>
                    <a:pt x="187984" y="314089"/>
                  </a:lnTo>
                  <a:lnTo>
                    <a:pt x="189096" y="311019"/>
                  </a:lnTo>
                  <a:lnTo>
                    <a:pt x="190208" y="307937"/>
                  </a:lnTo>
                  <a:lnTo>
                    <a:pt x="191321" y="304837"/>
                  </a:lnTo>
                  <a:lnTo>
                    <a:pt x="192433" y="301716"/>
                  </a:lnTo>
                  <a:lnTo>
                    <a:pt x="193545" y="298581"/>
                  </a:lnTo>
                  <a:lnTo>
                    <a:pt x="194658" y="295429"/>
                  </a:lnTo>
                  <a:lnTo>
                    <a:pt x="195770" y="292254"/>
                  </a:lnTo>
                  <a:lnTo>
                    <a:pt x="196882" y="289063"/>
                  </a:lnTo>
                  <a:lnTo>
                    <a:pt x="197995" y="285857"/>
                  </a:lnTo>
                  <a:lnTo>
                    <a:pt x="199107" y="282625"/>
                  </a:lnTo>
                  <a:lnTo>
                    <a:pt x="200219" y="279379"/>
                  </a:lnTo>
                  <a:lnTo>
                    <a:pt x="201332" y="276119"/>
                  </a:lnTo>
                  <a:lnTo>
                    <a:pt x="202444" y="272836"/>
                  </a:lnTo>
                  <a:lnTo>
                    <a:pt x="203556" y="269538"/>
                  </a:lnTo>
                  <a:lnTo>
                    <a:pt x="204669" y="266227"/>
                  </a:lnTo>
                  <a:lnTo>
                    <a:pt x="205781" y="262900"/>
                  </a:lnTo>
                  <a:lnTo>
                    <a:pt x="206893" y="259558"/>
                  </a:lnTo>
                  <a:lnTo>
                    <a:pt x="208006" y="256207"/>
                  </a:lnTo>
                  <a:lnTo>
                    <a:pt x="209118" y="252845"/>
                  </a:lnTo>
                  <a:lnTo>
                    <a:pt x="210230" y="249473"/>
                  </a:lnTo>
                  <a:lnTo>
                    <a:pt x="211343" y="246096"/>
                  </a:lnTo>
                  <a:lnTo>
                    <a:pt x="212455" y="242715"/>
                  </a:lnTo>
                  <a:lnTo>
                    <a:pt x="213567" y="239330"/>
                  </a:lnTo>
                  <a:lnTo>
                    <a:pt x="214680" y="235945"/>
                  </a:lnTo>
                  <a:lnTo>
                    <a:pt x="215792" y="232562"/>
                  </a:lnTo>
                  <a:lnTo>
                    <a:pt x="216904" y="229185"/>
                  </a:lnTo>
                  <a:lnTo>
                    <a:pt x="218017" y="225816"/>
                  </a:lnTo>
                  <a:lnTo>
                    <a:pt x="219129" y="222455"/>
                  </a:lnTo>
                  <a:lnTo>
                    <a:pt x="220241" y="219109"/>
                  </a:lnTo>
                  <a:lnTo>
                    <a:pt x="221354" y="215781"/>
                  </a:lnTo>
                  <a:lnTo>
                    <a:pt x="222466" y="212468"/>
                  </a:lnTo>
                  <a:lnTo>
                    <a:pt x="223578" y="209178"/>
                  </a:lnTo>
                  <a:lnTo>
                    <a:pt x="224691" y="205918"/>
                  </a:lnTo>
                  <a:lnTo>
                    <a:pt x="225803" y="202680"/>
                  </a:lnTo>
                  <a:lnTo>
                    <a:pt x="226915" y="199471"/>
                  </a:lnTo>
                  <a:lnTo>
                    <a:pt x="228028" y="196307"/>
                  </a:lnTo>
                  <a:lnTo>
                    <a:pt x="229140" y="193173"/>
                  </a:lnTo>
                  <a:lnTo>
                    <a:pt x="230252" y="190070"/>
                  </a:lnTo>
                  <a:lnTo>
                    <a:pt x="231365" y="187027"/>
                  </a:lnTo>
                  <a:lnTo>
                    <a:pt x="232477" y="184022"/>
                  </a:lnTo>
                  <a:lnTo>
                    <a:pt x="233589" y="181054"/>
                  </a:lnTo>
                  <a:lnTo>
                    <a:pt x="234702" y="178149"/>
                  </a:lnTo>
                  <a:lnTo>
                    <a:pt x="235814" y="175296"/>
                  </a:lnTo>
                  <a:lnTo>
                    <a:pt x="236926" y="172485"/>
                  </a:lnTo>
                  <a:lnTo>
                    <a:pt x="238039" y="169735"/>
                  </a:lnTo>
                  <a:lnTo>
                    <a:pt x="239151" y="167050"/>
                  </a:lnTo>
                  <a:lnTo>
                    <a:pt x="240263" y="164412"/>
                  </a:lnTo>
                  <a:lnTo>
                    <a:pt x="241376" y="161830"/>
                  </a:lnTo>
                  <a:lnTo>
                    <a:pt x="242488" y="159325"/>
                  </a:lnTo>
                  <a:lnTo>
                    <a:pt x="243600" y="156868"/>
                  </a:lnTo>
                  <a:lnTo>
                    <a:pt x="244713" y="154461"/>
                  </a:lnTo>
                  <a:lnTo>
                    <a:pt x="245825" y="152140"/>
                  </a:lnTo>
                  <a:lnTo>
                    <a:pt x="246937" y="149867"/>
                  </a:lnTo>
                  <a:lnTo>
                    <a:pt x="248049" y="147642"/>
                  </a:lnTo>
                  <a:lnTo>
                    <a:pt x="249162" y="145495"/>
                  </a:lnTo>
                  <a:lnTo>
                    <a:pt x="250274" y="143400"/>
                  </a:lnTo>
                  <a:lnTo>
                    <a:pt x="251386" y="141350"/>
                  </a:lnTo>
                  <a:lnTo>
                    <a:pt x="252499" y="139365"/>
                  </a:lnTo>
                  <a:lnTo>
                    <a:pt x="253611" y="137436"/>
                  </a:lnTo>
                  <a:lnTo>
                    <a:pt x="254723" y="135548"/>
                  </a:lnTo>
                  <a:lnTo>
                    <a:pt x="255836" y="133709"/>
                  </a:lnTo>
                  <a:lnTo>
                    <a:pt x="256948" y="131926"/>
                  </a:lnTo>
                  <a:lnTo>
                    <a:pt x="258060" y="130177"/>
                  </a:lnTo>
                  <a:lnTo>
                    <a:pt x="259173" y="128464"/>
                  </a:lnTo>
                  <a:lnTo>
                    <a:pt x="260285" y="126802"/>
                  </a:lnTo>
                  <a:lnTo>
                    <a:pt x="261397" y="125166"/>
                  </a:lnTo>
                  <a:lnTo>
                    <a:pt x="262510" y="123555"/>
                  </a:lnTo>
                  <a:lnTo>
                    <a:pt x="263622" y="121982"/>
                  </a:lnTo>
                  <a:lnTo>
                    <a:pt x="264734" y="120428"/>
                  </a:lnTo>
                  <a:lnTo>
                    <a:pt x="265847" y="118890"/>
                  </a:lnTo>
                  <a:lnTo>
                    <a:pt x="266959" y="117374"/>
                  </a:lnTo>
                  <a:lnTo>
                    <a:pt x="268071" y="115869"/>
                  </a:lnTo>
                  <a:lnTo>
                    <a:pt x="269184" y="114372"/>
                  </a:lnTo>
                  <a:lnTo>
                    <a:pt x="270296" y="112883"/>
                  </a:lnTo>
                  <a:lnTo>
                    <a:pt x="271408" y="111394"/>
                  </a:lnTo>
                  <a:lnTo>
                    <a:pt x="272521" y="109905"/>
                  </a:lnTo>
                  <a:lnTo>
                    <a:pt x="273633" y="108412"/>
                  </a:lnTo>
                  <a:lnTo>
                    <a:pt x="274745" y="106908"/>
                  </a:lnTo>
                  <a:lnTo>
                    <a:pt x="275858" y="105394"/>
                  </a:lnTo>
                  <a:lnTo>
                    <a:pt x="276970" y="103870"/>
                  </a:lnTo>
                  <a:lnTo>
                    <a:pt x="278082" y="102322"/>
                  </a:lnTo>
                  <a:lnTo>
                    <a:pt x="279195" y="100756"/>
                  </a:lnTo>
                  <a:lnTo>
                    <a:pt x="280307" y="99174"/>
                  </a:lnTo>
                  <a:lnTo>
                    <a:pt x="281419" y="97560"/>
                  </a:lnTo>
                  <a:lnTo>
                    <a:pt x="282532" y="95920"/>
                  </a:lnTo>
                  <a:lnTo>
                    <a:pt x="283644" y="94257"/>
                  </a:lnTo>
                  <a:lnTo>
                    <a:pt x="284756" y="92561"/>
                  </a:lnTo>
                  <a:lnTo>
                    <a:pt x="285869" y="90829"/>
                  </a:lnTo>
                  <a:lnTo>
                    <a:pt x="286981" y="89071"/>
                  </a:lnTo>
                  <a:lnTo>
                    <a:pt x="288093" y="87281"/>
                  </a:lnTo>
                  <a:lnTo>
                    <a:pt x="289206" y="85447"/>
                  </a:lnTo>
                  <a:lnTo>
                    <a:pt x="290318" y="83586"/>
                  </a:lnTo>
                  <a:lnTo>
                    <a:pt x="291430" y="81696"/>
                  </a:lnTo>
                  <a:lnTo>
                    <a:pt x="292543" y="79757"/>
                  </a:lnTo>
                  <a:lnTo>
                    <a:pt x="293655" y="77791"/>
                  </a:lnTo>
                  <a:lnTo>
                    <a:pt x="294767" y="75798"/>
                  </a:lnTo>
                  <a:lnTo>
                    <a:pt x="295880" y="73762"/>
                  </a:lnTo>
                  <a:lnTo>
                    <a:pt x="296992" y="71697"/>
                  </a:lnTo>
                  <a:lnTo>
                    <a:pt x="298104" y="69609"/>
                  </a:lnTo>
                  <a:lnTo>
                    <a:pt x="299217" y="67487"/>
                  </a:lnTo>
                  <a:lnTo>
                    <a:pt x="300329" y="65337"/>
                  </a:lnTo>
                  <a:lnTo>
                    <a:pt x="301441" y="63169"/>
                  </a:lnTo>
                  <a:lnTo>
                    <a:pt x="302554" y="60977"/>
                  </a:lnTo>
                  <a:lnTo>
                    <a:pt x="303666" y="58763"/>
                  </a:lnTo>
                  <a:lnTo>
                    <a:pt x="304778" y="56536"/>
                  </a:lnTo>
                  <a:lnTo>
                    <a:pt x="305891" y="54297"/>
                  </a:lnTo>
                  <a:lnTo>
                    <a:pt x="307003" y="52045"/>
                  </a:lnTo>
                  <a:lnTo>
                    <a:pt x="308115" y="49788"/>
                  </a:lnTo>
                  <a:lnTo>
                    <a:pt x="309228" y="47528"/>
                  </a:lnTo>
                  <a:lnTo>
                    <a:pt x="310340" y="45268"/>
                  </a:lnTo>
                  <a:lnTo>
                    <a:pt x="311452" y="43015"/>
                  </a:lnTo>
                  <a:lnTo>
                    <a:pt x="312565" y="40768"/>
                  </a:lnTo>
                  <a:lnTo>
                    <a:pt x="313677" y="38536"/>
                  </a:lnTo>
                  <a:lnTo>
                    <a:pt x="314789" y="36323"/>
                  </a:lnTo>
                  <a:lnTo>
                    <a:pt x="315902" y="34128"/>
                  </a:lnTo>
                  <a:lnTo>
                    <a:pt x="317014" y="31959"/>
                  </a:lnTo>
                  <a:lnTo>
                    <a:pt x="318126" y="29828"/>
                  </a:lnTo>
                  <a:lnTo>
                    <a:pt x="319239" y="27727"/>
                  </a:lnTo>
                  <a:lnTo>
                    <a:pt x="320351" y="25661"/>
                  </a:lnTo>
                  <a:lnTo>
                    <a:pt x="321463" y="23655"/>
                  </a:lnTo>
                  <a:lnTo>
                    <a:pt x="322576" y="21691"/>
                  </a:lnTo>
                  <a:lnTo>
                    <a:pt x="323688" y="19769"/>
                  </a:lnTo>
                  <a:lnTo>
                    <a:pt x="324800" y="17933"/>
                  </a:lnTo>
                  <a:lnTo>
                    <a:pt x="325913" y="16151"/>
                  </a:lnTo>
                  <a:lnTo>
                    <a:pt x="327025" y="14424"/>
                  </a:lnTo>
                  <a:lnTo>
                    <a:pt x="328137" y="12791"/>
                  </a:lnTo>
                  <a:lnTo>
                    <a:pt x="329250" y="11237"/>
                  </a:lnTo>
                  <a:lnTo>
                    <a:pt x="330362" y="9748"/>
                  </a:lnTo>
                  <a:lnTo>
                    <a:pt x="331474" y="8358"/>
                  </a:lnTo>
                  <a:lnTo>
                    <a:pt x="332587" y="7073"/>
                  </a:lnTo>
                  <a:lnTo>
                    <a:pt x="333699" y="5866"/>
                  </a:lnTo>
                  <a:lnTo>
                    <a:pt x="334811" y="4756"/>
                  </a:lnTo>
                  <a:lnTo>
                    <a:pt x="335924" y="3780"/>
                  </a:lnTo>
                  <a:lnTo>
                    <a:pt x="337036" y="2892"/>
                  </a:lnTo>
                  <a:lnTo>
                    <a:pt x="338148" y="2095"/>
                  </a:lnTo>
                  <a:lnTo>
                    <a:pt x="339261" y="1463"/>
                  </a:lnTo>
                  <a:lnTo>
                    <a:pt x="340373" y="927"/>
                  </a:lnTo>
                  <a:lnTo>
                    <a:pt x="341485" y="487"/>
                  </a:lnTo>
                  <a:lnTo>
                    <a:pt x="342598" y="212"/>
                  </a:lnTo>
                  <a:lnTo>
                    <a:pt x="343710" y="55"/>
                  </a:lnTo>
                  <a:lnTo>
                    <a:pt x="344822" y="0"/>
                  </a:lnTo>
                  <a:lnTo>
                    <a:pt x="345935" y="97"/>
                  </a:lnTo>
                  <a:lnTo>
                    <a:pt x="347047" y="337"/>
                  </a:lnTo>
                  <a:lnTo>
                    <a:pt x="348159" y="682"/>
                  </a:lnTo>
                  <a:lnTo>
                    <a:pt x="349272" y="1165"/>
                  </a:lnTo>
                  <a:lnTo>
                    <a:pt x="350384" y="1811"/>
                  </a:lnTo>
                  <a:lnTo>
                    <a:pt x="351496" y="2563"/>
                  </a:lnTo>
                  <a:lnTo>
                    <a:pt x="352609" y="3433"/>
                  </a:lnTo>
                  <a:lnTo>
                    <a:pt x="353721" y="4485"/>
                  </a:lnTo>
                  <a:lnTo>
                    <a:pt x="354833" y="5642"/>
                  </a:lnTo>
                  <a:lnTo>
                    <a:pt x="355946" y="6904"/>
                  </a:lnTo>
                  <a:lnTo>
                    <a:pt x="357058" y="8342"/>
                  </a:lnTo>
                  <a:lnTo>
                    <a:pt x="358170" y="9889"/>
                  </a:lnTo>
                  <a:lnTo>
                    <a:pt x="359283" y="11536"/>
                  </a:lnTo>
                  <a:lnTo>
                    <a:pt x="360395" y="13331"/>
                  </a:lnTo>
                  <a:lnTo>
                    <a:pt x="361507" y="15246"/>
                  </a:lnTo>
                  <a:lnTo>
                    <a:pt x="362620" y="17251"/>
                  </a:lnTo>
                  <a:lnTo>
                    <a:pt x="363732" y="19377"/>
                  </a:lnTo>
                  <a:lnTo>
                    <a:pt x="364844" y="21626"/>
                  </a:lnTo>
                  <a:lnTo>
                    <a:pt x="365957" y="23956"/>
                  </a:lnTo>
                  <a:lnTo>
                    <a:pt x="367069" y="26377"/>
                  </a:lnTo>
                  <a:lnTo>
                    <a:pt x="368181" y="28920"/>
                  </a:lnTo>
                  <a:lnTo>
                    <a:pt x="369294" y="31531"/>
                  </a:lnTo>
                  <a:lnTo>
                    <a:pt x="370406" y="34210"/>
                  </a:lnTo>
                  <a:lnTo>
                    <a:pt x="371518" y="36999"/>
                  </a:lnTo>
                  <a:lnTo>
                    <a:pt x="372631" y="39844"/>
                  </a:lnTo>
                  <a:lnTo>
                    <a:pt x="373743" y="42743"/>
                  </a:lnTo>
                  <a:lnTo>
                    <a:pt x="374855" y="45719"/>
                  </a:lnTo>
                  <a:lnTo>
                    <a:pt x="375968" y="48746"/>
                  </a:lnTo>
                  <a:lnTo>
                    <a:pt x="377080" y="51813"/>
                  </a:lnTo>
                  <a:lnTo>
                    <a:pt x="378192" y="54930"/>
                  </a:lnTo>
                  <a:lnTo>
                    <a:pt x="379305" y="58087"/>
                  </a:lnTo>
                  <a:lnTo>
                    <a:pt x="380417" y="61269"/>
                  </a:lnTo>
                  <a:lnTo>
                    <a:pt x="381529" y="64480"/>
                  </a:lnTo>
                  <a:lnTo>
                    <a:pt x="382642" y="67716"/>
                  </a:lnTo>
                  <a:lnTo>
                    <a:pt x="383754" y="70964"/>
                  </a:lnTo>
                  <a:lnTo>
                    <a:pt x="384866" y="74224"/>
                  </a:lnTo>
                  <a:lnTo>
                    <a:pt x="385979" y="77492"/>
                  </a:lnTo>
                  <a:lnTo>
                    <a:pt x="387091" y="80761"/>
                  </a:lnTo>
                  <a:lnTo>
                    <a:pt x="388203" y="84029"/>
                  </a:lnTo>
                  <a:lnTo>
                    <a:pt x="389316" y="87289"/>
                  </a:lnTo>
                  <a:lnTo>
                    <a:pt x="390428" y="90539"/>
                  </a:lnTo>
                  <a:lnTo>
                    <a:pt x="391540" y="93779"/>
                  </a:lnTo>
                  <a:lnTo>
                    <a:pt x="392653" y="97001"/>
                  </a:lnTo>
                  <a:lnTo>
                    <a:pt x="393765" y="100201"/>
                  </a:lnTo>
                  <a:lnTo>
                    <a:pt x="394877" y="103384"/>
                  </a:lnTo>
                  <a:lnTo>
                    <a:pt x="395990" y="106543"/>
                  </a:lnTo>
                  <a:lnTo>
                    <a:pt x="397102" y="109671"/>
                  </a:lnTo>
                  <a:lnTo>
                    <a:pt x="398214" y="112778"/>
                  </a:lnTo>
                  <a:lnTo>
                    <a:pt x="399327" y="115861"/>
                  </a:lnTo>
                  <a:lnTo>
                    <a:pt x="400439" y="118905"/>
                  </a:lnTo>
                  <a:lnTo>
                    <a:pt x="401551" y="121925"/>
                  </a:lnTo>
                  <a:lnTo>
                    <a:pt x="402664" y="124923"/>
                  </a:lnTo>
                  <a:lnTo>
                    <a:pt x="403776" y="127880"/>
                  </a:lnTo>
                  <a:lnTo>
                    <a:pt x="404888" y="130814"/>
                  </a:lnTo>
                  <a:lnTo>
                    <a:pt x="406001" y="133726"/>
                  </a:lnTo>
                  <a:lnTo>
                    <a:pt x="407113" y="136605"/>
                  </a:lnTo>
                  <a:lnTo>
                    <a:pt x="408225" y="139459"/>
                  </a:lnTo>
                  <a:lnTo>
                    <a:pt x="409338" y="142295"/>
                  </a:lnTo>
                  <a:lnTo>
                    <a:pt x="410450" y="145107"/>
                  </a:lnTo>
                  <a:lnTo>
                    <a:pt x="411562" y="147898"/>
                  </a:lnTo>
                  <a:lnTo>
                    <a:pt x="412675" y="150675"/>
                  </a:lnTo>
                  <a:lnTo>
                    <a:pt x="413787" y="153437"/>
                  </a:lnTo>
                  <a:lnTo>
                    <a:pt x="414899" y="156184"/>
                  </a:lnTo>
                  <a:lnTo>
                    <a:pt x="416012" y="158924"/>
                  </a:lnTo>
                  <a:lnTo>
                    <a:pt x="417124" y="161659"/>
                  </a:lnTo>
                  <a:lnTo>
                    <a:pt x="418236" y="164387"/>
                  </a:lnTo>
                  <a:lnTo>
                    <a:pt x="419349" y="167117"/>
                  </a:lnTo>
                  <a:lnTo>
                    <a:pt x="420461" y="169848"/>
                  </a:lnTo>
                  <a:lnTo>
                    <a:pt x="421573" y="172585"/>
                  </a:lnTo>
                  <a:lnTo>
                    <a:pt x="422686" y="175332"/>
                  </a:lnTo>
                  <a:lnTo>
                    <a:pt x="423798" y="178087"/>
                  </a:lnTo>
                  <a:lnTo>
                    <a:pt x="424910" y="180859"/>
                  </a:lnTo>
                  <a:lnTo>
                    <a:pt x="426023" y="183650"/>
                  </a:lnTo>
                  <a:lnTo>
                    <a:pt x="427135" y="186459"/>
                  </a:lnTo>
                  <a:lnTo>
                    <a:pt x="428247" y="189289"/>
                  </a:lnTo>
                  <a:lnTo>
                    <a:pt x="429360" y="192153"/>
                  </a:lnTo>
                  <a:lnTo>
                    <a:pt x="430472" y="195040"/>
                  </a:lnTo>
                  <a:lnTo>
                    <a:pt x="431584" y="197952"/>
                  </a:lnTo>
                  <a:lnTo>
                    <a:pt x="432697" y="200912"/>
                  </a:lnTo>
                  <a:lnTo>
                    <a:pt x="433809" y="203901"/>
                  </a:lnTo>
                  <a:lnTo>
                    <a:pt x="434921" y="206920"/>
                  </a:lnTo>
                  <a:lnTo>
                    <a:pt x="436034" y="209992"/>
                  </a:lnTo>
                  <a:lnTo>
                    <a:pt x="437146" y="213102"/>
                  </a:lnTo>
                  <a:lnTo>
                    <a:pt x="438258" y="216247"/>
                  </a:lnTo>
                  <a:lnTo>
                    <a:pt x="439371" y="219444"/>
                  </a:lnTo>
                  <a:lnTo>
                    <a:pt x="440483" y="222689"/>
                  </a:lnTo>
                  <a:lnTo>
                    <a:pt x="441595" y="225972"/>
                  </a:lnTo>
                  <a:lnTo>
                    <a:pt x="442708" y="229304"/>
                  </a:lnTo>
                  <a:lnTo>
                    <a:pt x="443820" y="232694"/>
                  </a:lnTo>
                  <a:lnTo>
                    <a:pt x="444932" y="236122"/>
                  </a:lnTo>
                  <a:lnTo>
                    <a:pt x="446045" y="239593"/>
                  </a:lnTo>
                  <a:lnTo>
                    <a:pt x="447157" y="243130"/>
                  </a:lnTo>
                  <a:lnTo>
                    <a:pt x="448269" y="246704"/>
                  </a:lnTo>
                  <a:lnTo>
                    <a:pt x="449382" y="250317"/>
                  </a:lnTo>
                  <a:lnTo>
                    <a:pt x="450494" y="253995"/>
                  </a:lnTo>
                  <a:lnTo>
                    <a:pt x="451606" y="257712"/>
                  </a:lnTo>
                  <a:lnTo>
                    <a:pt x="452719" y="261464"/>
                  </a:lnTo>
                  <a:lnTo>
                    <a:pt x="453831" y="265270"/>
                  </a:lnTo>
                  <a:lnTo>
                    <a:pt x="454943" y="269118"/>
                  </a:lnTo>
                  <a:lnTo>
                    <a:pt x="456056" y="272998"/>
                  </a:lnTo>
                  <a:lnTo>
                    <a:pt x="457168" y="276919"/>
                  </a:lnTo>
                  <a:lnTo>
                    <a:pt x="458280" y="280882"/>
                  </a:lnTo>
                  <a:lnTo>
                    <a:pt x="459393" y="284871"/>
                  </a:lnTo>
                  <a:lnTo>
                    <a:pt x="460505" y="288890"/>
                  </a:lnTo>
                  <a:lnTo>
                    <a:pt x="461617" y="292945"/>
                  </a:lnTo>
                  <a:lnTo>
                    <a:pt x="462730" y="297021"/>
                  </a:lnTo>
                  <a:lnTo>
                    <a:pt x="463842" y="301115"/>
                  </a:lnTo>
                  <a:lnTo>
                    <a:pt x="464954" y="305238"/>
                  </a:lnTo>
                  <a:lnTo>
                    <a:pt x="466067" y="309373"/>
                  </a:lnTo>
                  <a:lnTo>
                    <a:pt x="467179" y="313518"/>
                  </a:lnTo>
                  <a:lnTo>
                    <a:pt x="468291" y="317677"/>
                  </a:lnTo>
                  <a:lnTo>
                    <a:pt x="469404" y="321840"/>
                  </a:lnTo>
                  <a:lnTo>
                    <a:pt x="470516" y="326005"/>
                  </a:lnTo>
                  <a:lnTo>
                    <a:pt x="471628" y="330170"/>
                  </a:lnTo>
                  <a:lnTo>
                    <a:pt x="472741" y="334328"/>
                  </a:lnTo>
                  <a:lnTo>
                    <a:pt x="473853" y="338479"/>
                  </a:lnTo>
                  <a:lnTo>
                    <a:pt x="474965" y="342619"/>
                  </a:lnTo>
                  <a:lnTo>
                    <a:pt x="476078" y="346737"/>
                  </a:lnTo>
                  <a:lnTo>
                    <a:pt x="477190" y="350839"/>
                  </a:lnTo>
                  <a:lnTo>
                    <a:pt x="478302" y="354922"/>
                  </a:lnTo>
                  <a:lnTo>
                    <a:pt x="479415" y="358966"/>
                  </a:lnTo>
                  <a:lnTo>
                    <a:pt x="480527" y="362984"/>
                  </a:lnTo>
                  <a:lnTo>
                    <a:pt x="481639" y="366975"/>
                  </a:lnTo>
                  <a:lnTo>
                    <a:pt x="482752" y="370915"/>
                  </a:lnTo>
                  <a:lnTo>
                    <a:pt x="483864" y="374815"/>
                  </a:lnTo>
                  <a:lnTo>
                    <a:pt x="484976" y="378680"/>
                  </a:lnTo>
                  <a:lnTo>
                    <a:pt x="486089" y="382488"/>
                  </a:lnTo>
                  <a:lnTo>
                    <a:pt x="487201" y="386240"/>
                  </a:lnTo>
                  <a:lnTo>
                    <a:pt x="488313" y="389949"/>
                  </a:lnTo>
                  <a:lnTo>
                    <a:pt x="489426" y="393600"/>
                  </a:lnTo>
                  <a:lnTo>
                    <a:pt x="490538" y="397177"/>
                  </a:lnTo>
                  <a:lnTo>
                    <a:pt x="491650" y="400704"/>
                  </a:lnTo>
                  <a:lnTo>
                    <a:pt x="492762" y="404175"/>
                  </a:lnTo>
                  <a:lnTo>
                    <a:pt x="493875" y="407555"/>
                  </a:lnTo>
                  <a:lnTo>
                    <a:pt x="494987" y="410880"/>
                  </a:lnTo>
                  <a:lnTo>
                    <a:pt x="496099" y="414150"/>
                  </a:lnTo>
                  <a:lnTo>
                    <a:pt x="497212" y="417320"/>
                  </a:lnTo>
                  <a:lnTo>
                    <a:pt x="498324" y="420428"/>
                  </a:lnTo>
                  <a:lnTo>
                    <a:pt x="499436" y="423477"/>
                  </a:lnTo>
                  <a:lnTo>
                    <a:pt x="500549" y="426434"/>
                  </a:lnTo>
                  <a:lnTo>
                    <a:pt x="501661" y="429315"/>
                  </a:lnTo>
                  <a:lnTo>
                    <a:pt x="502773" y="432136"/>
                  </a:lnTo>
                  <a:lnTo>
                    <a:pt x="503886" y="434876"/>
                  </a:lnTo>
                  <a:lnTo>
                    <a:pt x="504998" y="437528"/>
                  </a:lnTo>
                  <a:lnTo>
                    <a:pt x="506110" y="440120"/>
                  </a:lnTo>
                  <a:lnTo>
                    <a:pt x="507223" y="442643"/>
                  </a:lnTo>
                  <a:lnTo>
                    <a:pt x="508335" y="445070"/>
                  </a:lnTo>
                  <a:lnTo>
                    <a:pt x="509447" y="447439"/>
                  </a:lnTo>
                  <a:lnTo>
                    <a:pt x="510560" y="449750"/>
                  </a:lnTo>
                  <a:lnTo>
                    <a:pt x="511672" y="451961"/>
                  </a:lnTo>
                  <a:lnTo>
                    <a:pt x="512784" y="454117"/>
                  </a:lnTo>
                  <a:lnTo>
                    <a:pt x="513897" y="456218"/>
                  </a:lnTo>
                  <a:lnTo>
                    <a:pt x="515009" y="458237"/>
                  </a:lnTo>
                  <a:lnTo>
                    <a:pt x="516121" y="460194"/>
                  </a:lnTo>
                  <a:lnTo>
                    <a:pt x="517234" y="462103"/>
                  </a:lnTo>
                  <a:lnTo>
                    <a:pt x="518346" y="463945"/>
                  </a:lnTo>
                  <a:lnTo>
                    <a:pt x="519458" y="465724"/>
                  </a:lnTo>
                  <a:lnTo>
                    <a:pt x="520571" y="467460"/>
                  </a:lnTo>
                  <a:lnTo>
                    <a:pt x="521683" y="469144"/>
                  </a:lnTo>
                  <a:lnTo>
                    <a:pt x="522795" y="470767"/>
                  </a:lnTo>
                  <a:lnTo>
                    <a:pt x="523908" y="472353"/>
                  </a:lnTo>
                  <a:lnTo>
                    <a:pt x="525020" y="473901"/>
                  </a:lnTo>
                  <a:lnTo>
                    <a:pt x="526132" y="475390"/>
                  </a:lnTo>
                  <a:lnTo>
                    <a:pt x="527245" y="476850"/>
                  </a:lnTo>
                  <a:lnTo>
                    <a:pt x="528357" y="478280"/>
                  </a:lnTo>
                  <a:lnTo>
                    <a:pt x="529469" y="479665"/>
                  </a:lnTo>
                  <a:lnTo>
                    <a:pt x="530582" y="481023"/>
                  </a:lnTo>
                  <a:lnTo>
                    <a:pt x="531694" y="482358"/>
                  </a:lnTo>
                  <a:lnTo>
                    <a:pt x="532806" y="483662"/>
                  </a:lnTo>
                  <a:lnTo>
                    <a:pt x="533919" y="484942"/>
                  </a:lnTo>
                  <a:lnTo>
                    <a:pt x="535031" y="486206"/>
                  </a:lnTo>
                  <a:lnTo>
                    <a:pt x="536143" y="487450"/>
                  </a:lnTo>
                  <a:lnTo>
                    <a:pt x="537256" y="488675"/>
                  </a:lnTo>
                  <a:lnTo>
                    <a:pt x="538368" y="489890"/>
                  </a:lnTo>
                  <a:lnTo>
                    <a:pt x="539480" y="491094"/>
                  </a:lnTo>
                  <a:lnTo>
                    <a:pt x="540593" y="492285"/>
                  </a:lnTo>
                  <a:lnTo>
                    <a:pt x="541705" y="493471"/>
                  </a:lnTo>
                  <a:lnTo>
                    <a:pt x="542817" y="494651"/>
                  </a:lnTo>
                  <a:lnTo>
                    <a:pt x="543930" y="495826"/>
                  </a:lnTo>
                  <a:lnTo>
                    <a:pt x="545042" y="497000"/>
                  </a:lnTo>
                  <a:lnTo>
                    <a:pt x="546154" y="498173"/>
                  </a:lnTo>
                  <a:lnTo>
                    <a:pt x="547267" y="499346"/>
                  </a:lnTo>
                  <a:lnTo>
                    <a:pt x="548379" y="500522"/>
                  </a:lnTo>
                  <a:lnTo>
                    <a:pt x="549491" y="501700"/>
                  </a:lnTo>
                  <a:lnTo>
                    <a:pt x="550604" y="502882"/>
                  </a:lnTo>
                  <a:lnTo>
                    <a:pt x="551716" y="504071"/>
                  </a:lnTo>
                  <a:lnTo>
                    <a:pt x="552828" y="505264"/>
                  </a:lnTo>
                  <a:lnTo>
                    <a:pt x="553941" y="506463"/>
                  </a:lnTo>
                  <a:lnTo>
                    <a:pt x="555053" y="507671"/>
                  </a:lnTo>
                  <a:lnTo>
                    <a:pt x="556165" y="508886"/>
                  </a:lnTo>
                  <a:lnTo>
                    <a:pt x="557278" y="510106"/>
                  </a:lnTo>
                  <a:lnTo>
                    <a:pt x="558390" y="511338"/>
                  </a:lnTo>
                  <a:lnTo>
                    <a:pt x="559502" y="512577"/>
                  </a:lnTo>
                  <a:lnTo>
                    <a:pt x="560615" y="513822"/>
                  </a:lnTo>
                  <a:lnTo>
                    <a:pt x="561727" y="515077"/>
                  </a:lnTo>
                  <a:lnTo>
                    <a:pt x="562839" y="516339"/>
                  </a:lnTo>
                  <a:lnTo>
                    <a:pt x="563952" y="517607"/>
                  </a:lnTo>
                  <a:lnTo>
                    <a:pt x="565064" y="518883"/>
                  </a:lnTo>
                  <a:lnTo>
                    <a:pt x="566176" y="520166"/>
                  </a:lnTo>
                  <a:lnTo>
                    <a:pt x="567289" y="521453"/>
                  </a:lnTo>
                  <a:lnTo>
                    <a:pt x="568401" y="52274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6" name="rc9486"/>
            <p:cNvSpPr/>
            <p:nvPr/>
          </p:nvSpPr>
          <p:spPr>
            <a:xfrm>
              <a:off x="10043296" y="8581729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87" name="pl9487"/>
            <p:cNvSpPr/>
            <p:nvPr/>
          </p:nvSpPr>
          <p:spPr>
            <a:xfrm>
              <a:off x="10043296" y="914161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8" name="pl9488"/>
            <p:cNvSpPr/>
            <p:nvPr/>
          </p:nvSpPr>
          <p:spPr>
            <a:xfrm>
              <a:off x="10043296" y="903186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9" name="pl9489"/>
            <p:cNvSpPr/>
            <p:nvPr/>
          </p:nvSpPr>
          <p:spPr>
            <a:xfrm>
              <a:off x="10043296" y="892211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0" name="pl9490"/>
            <p:cNvSpPr/>
            <p:nvPr/>
          </p:nvSpPr>
          <p:spPr>
            <a:xfrm>
              <a:off x="10043296" y="881236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1" name="pl9491"/>
            <p:cNvSpPr/>
            <p:nvPr/>
          </p:nvSpPr>
          <p:spPr>
            <a:xfrm>
              <a:off x="10043296" y="870261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2" name="pl9492"/>
            <p:cNvSpPr/>
            <p:nvPr/>
          </p:nvSpPr>
          <p:spPr>
            <a:xfrm>
              <a:off x="10043296" y="859285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3" name="pl9493"/>
            <p:cNvSpPr/>
            <p:nvPr/>
          </p:nvSpPr>
          <p:spPr>
            <a:xfrm>
              <a:off x="10101748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4" name="pl9494"/>
            <p:cNvSpPr/>
            <p:nvPr/>
          </p:nvSpPr>
          <p:spPr>
            <a:xfrm>
              <a:off x="10213247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5" name="pl9495"/>
            <p:cNvSpPr/>
            <p:nvPr/>
          </p:nvSpPr>
          <p:spPr>
            <a:xfrm>
              <a:off x="10324746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6" name="pl9496"/>
            <p:cNvSpPr/>
            <p:nvPr/>
          </p:nvSpPr>
          <p:spPr>
            <a:xfrm>
              <a:off x="10436246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7" name="pl9497"/>
            <p:cNvSpPr/>
            <p:nvPr/>
          </p:nvSpPr>
          <p:spPr>
            <a:xfrm>
              <a:off x="10547745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8" name="pl9498"/>
            <p:cNvSpPr/>
            <p:nvPr/>
          </p:nvSpPr>
          <p:spPr>
            <a:xfrm>
              <a:off x="10659244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9" name="pl9499"/>
            <p:cNvSpPr/>
            <p:nvPr/>
          </p:nvSpPr>
          <p:spPr>
            <a:xfrm>
              <a:off x="10043296" y="919649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0" name="pl9500"/>
            <p:cNvSpPr/>
            <p:nvPr/>
          </p:nvSpPr>
          <p:spPr>
            <a:xfrm>
              <a:off x="10043296" y="908674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1" name="pl9501"/>
            <p:cNvSpPr/>
            <p:nvPr/>
          </p:nvSpPr>
          <p:spPr>
            <a:xfrm>
              <a:off x="10043296" y="897698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2" name="pl9502"/>
            <p:cNvSpPr/>
            <p:nvPr/>
          </p:nvSpPr>
          <p:spPr>
            <a:xfrm>
              <a:off x="10043296" y="886723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3" name="pl9503"/>
            <p:cNvSpPr/>
            <p:nvPr/>
          </p:nvSpPr>
          <p:spPr>
            <a:xfrm>
              <a:off x="10043296" y="875748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4" name="pl9504"/>
            <p:cNvSpPr/>
            <p:nvPr/>
          </p:nvSpPr>
          <p:spPr>
            <a:xfrm>
              <a:off x="10043296" y="864773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5" name="pl9505"/>
            <p:cNvSpPr/>
            <p:nvPr/>
          </p:nvSpPr>
          <p:spPr>
            <a:xfrm>
              <a:off x="10045998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6" name="pl9506"/>
            <p:cNvSpPr/>
            <p:nvPr/>
          </p:nvSpPr>
          <p:spPr>
            <a:xfrm>
              <a:off x="10157498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7" name="pl9507"/>
            <p:cNvSpPr/>
            <p:nvPr/>
          </p:nvSpPr>
          <p:spPr>
            <a:xfrm>
              <a:off x="10268997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8" name="pl9508"/>
            <p:cNvSpPr/>
            <p:nvPr/>
          </p:nvSpPr>
          <p:spPr>
            <a:xfrm>
              <a:off x="10380496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9" name="pl9509"/>
            <p:cNvSpPr/>
            <p:nvPr/>
          </p:nvSpPr>
          <p:spPr>
            <a:xfrm>
              <a:off x="10491995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0" name="pl9510"/>
            <p:cNvSpPr/>
            <p:nvPr/>
          </p:nvSpPr>
          <p:spPr>
            <a:xfrm>
              <a:off x="10603495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1" name="pt9511"/>
            <p:cNvSpPr/>
            <p:nvPr/>
          </p:nvSpPr>
          <p:spPr>
            <a:xfrm>
              <a:off x="10463084" y="8755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2" name="pt9512"/>
            <p:cNvSpPr/>
            <p:nvPr/>
          </p:nvSpPr>
          <p:spPr>
            <a:xfrm>
              <a:off x="10288714" y="8882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3" name="pt9513"/>
            <p:cNvSpPr/>
            <p:nvPr/>
          </p:nvSpPr>
          <p:spPr>
            <a:xfrm>
              <a:off x="10392043" y="8741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4" name="pt9514"/>
            <p:cNvSpPr/>
            <p:nvPr/>
          </p:nvSpPr>
          <p:spPr>
            <a:xfrm>
              <a:off x="10338483" y="8899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5" name="pt9515"/>
            <p:cNvSpPr/>
            <p:nvPr/>
          </p:nvSpPr>
          <p:spPr>
            <a:xfrm>
              <a:off x="10539528" y="86404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6" name="pt9516"/>
            <p:cNvSpPr/>
            <p:nvPr/>
          </p:nvSpPr>
          <p:spPr>
            <a:xfrm>
              <a:off x="10354316" y="88855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7" name="pt9517"/>
            <p:cNvSpPr/>
            <p:nvPr/>
          </p:nvSpPr>
          <p:spPr>
            <a:xfrm>
              <a:off x="10517369" y="8714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8" name="pt9518"/>
            <p:cNvSpPr/>
            <p:nvPr/>
          </p:nvSpPr>
          <p:spPr>
            <a:xfrm>
              <a:off x="10448446" y="87308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9" name="pt9519"/>
            <p:cNvSpPr/>
            <p:nvPr/>
          </p:nvSpPr>
          <p:spPr>
            <a:xfrm>
              <a:off x="10615291" y="86384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0" name="pt9520"/>
            <p:cNvSpPr/>
            <p:nvPr/>
          </p:nvSpPr>
          <p:spPr>
            <a:xfrm>
              <a:off x="10369518" y="88646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1" name="pt9521"/>
            <p:cNvSpPr/>
            <p:nvPr/>
          </p:nvSpPr>
          <p:spPr>
            <a:xfrm>
              <a:off x="10529789" y="8699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2" name="pt9522"/>
            <p:cNvSpPr/>
            <p:nvPr/>
          </p:nvSpPr>
          <p:spPr>
            <a:xfrm>
              <a:off x="10417235" y="87926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3" name="pt9523"/>
            <p:cNvSpPr/>
            <p:nvPr/>
          </p:nvSpPr>
          <p:spPr>
            <a:xfrm>
              <a:off x="10573825" y="8636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4" name="pt9524"/>
            <p:cNvSpPr/>
            <p:nvPr/>
          </p:nvSpPr>
          <p:spPr>
            <a:xfrm>
              <a:off x="10304668" y="89313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5" name="pt9525"/>
            <p:cNvSpPr/>
            <p:nvPr/>
          </p:nvSpPr>
          <p:spPr>
            <a:xfrm>
              <a:off x="10200502" y="89916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6" name="pt9526"/>
            <p:cNvSpPr/>
            <p:nvPr/>
          </p:nvSpPr>
          <p:spPr>
            <a:xfrm>
              <a:off x="10399011" y="8889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7" name="pt9527"/>
            <p:cNvSpPr/>
            <p:nvPr/>
          </p:nvSpPr>
          <p:spPr>
            <a:xfrm>
              <a:off x="10371994" y="88744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8" name="pt9528"/>
            <p:cNvSpPr/>
            <p:nvPr/>
          </p:nvSpPr>
          <p:spPr>
            <a:xfrm>
              <a:off x="10269998" y="8934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9" name="pt9529"/>
            <p:cNvSpPr/>
            <p:nvPr/>
          </p:nvSpPr>
          <p:spPr>
            <a:xfrm>
              <a:off x="10391510" y="87444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0" name="pt9530"/>
            <p:cNvSpPr/>
            <p:nvPr/>
          </p:nvSpPr>
          <p:spPr>
            <a:xfrm>
              <a:off x="10476970" y="8751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1" name="pt9531"/>
            <p:cNvSpPr/>
            <p:nvPr/>
          </p:nvSpPr>
          <p:spPr>
            <a:xfrm>
              <a:off x="10319199" y="89116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2" name="pt9532"/>
            <p:cNvSpPr/>
            <p:nvPr/>
          </p:nvSpPr>
          <p:spPr>
            <a:xfrm>
              <a:off x="10610715" y="86716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3" name="pt9533"/>
            <p:cNvSpPr/>
            <p:nvPr/>
          </p:nvSpPr>
          <p:spPr>
            <a:xfrm>
              <a:off x="10251442" y="89575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4" name="pt9534"/>
            <p:cNvSpPr/>
            <p:nvPr/>
          </p:nvSpPr>
          <p:spPr>
            <a:xfrm>
              <a:off x="10286261" y="89615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5" name="pt9535"/>
            <p:cNvSpPr/>
            <p:nvPr/>
          </p:nvSpPr>
          <p:spPr>
            <a:xfrm>
              <a:off x="10511697" y="8719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6" name="pt9536"/>
            <p:cNvSpPr/>
            <p:nvPr/>
          </p:nvSpPr>
          <p:spPr>
            <a:xfrm>
              <a:off x="10375964" y="88490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7" name="pt9537"/>
            <p:cNvSpPr/>
            <p:nvPr/>
          </p:nvSpPr>
          <p:spPr>
            <a:xfrm>
              <a:off x="10364466" y="88358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8" name="pt9538"/>
            <p:cNvSpPr/>
            <p:nvPr/>
          </p:nvSpPr>
          <p:spPr>
            <a:xfrm>
              <a:off x="10333197" y="8870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9" name="pt9539"/>
            <p:cNvSpPr/>
            <p:nvPr/>
          </p:nvSpPr>
          <p:spPr>
            <a:xfrm>
              <a:off x="10566448" y="85857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0" name="pt9540"/>
            <p:cNvSpPr/>
            <p:nvPr/>
          </p:nvSpPr>
          <p:spPr>
            <a:xfrm>
              <a:off x="10329345" y="88491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1" name="pt9541"/>
            <p:cNvSpPr/>
            <p:nvPr/>
          </p:nvSpPr>
          <p:spPr>
            <a:xfrm>
              <a:off x="10502510" y="86660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2" name="pt9542"/>
            <p:cNvSpPr/>
            <p:nvPr/>
          </p:nvSpPr>
          <p:spPr>
            <a:xfrm>
              <a:off x="10456635" y="88133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3" name="pt9543"/>
            <p:cNvSpPr/>
            <p:nvPr/>
          </p:nvSpPr>
          <p:spPr>
            <a:xfrm>
              <a:off x="10204103" y="8926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4" name="pt9544"/>
            <p:cNvSpPr/>
            <p:nvPr/>
          </p:nvSpPr>
          <p:spPr>
            <a:xfrm>
              <a:off x="10534445" y="8685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5" name="pt9545"/>
            <p:cNvSpPr/>
            <p:nvPr/>
          </p:nvSpPr>
          <p:spPr>
            <a:xfrm>
              <a:off x="10510128" y="86121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6" name="pt9546"/>
            <p:cNvSpPr/>
            <p:nvPr/>
          </p:nvSpPr>
          <p:spPr>
            <a:xfrm>
              <a:off x="10335603" y="88158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7" name="pt9547"/>
            <p:cNvSpPr/>
            <p:nvPr/>
          </p:nvSpPr>
          <p:spPr>
            <a:xfrm>
              <a:off x="10476040" y="87599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8" name="pt9548"/>
            <p:cNvSpPr/>
            <p:nvPr/>
          </p:nvSpPr>
          <p:spPr>
            <a:xfrm>
              <a:off x="10234155" y="90092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9" name="pt9549"/>
            <p:cNvSpPr/>
            <p:nvPr/>
          </p:nvSpPr>
          <p:spPr>
            <a:xfrm>
              <a:off x="10533085" y="8698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0" name="pt9550"/>
            <p:cNvSpPr/>
            <p:nvPr/>
          </p:nvSpPr>
          <p:spPr>
            <a:xfrm>
              <a:off x="10351917" y="8916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1" name="pt9551"/>
            <p:cNvSpPr/>
            <p:nvPr/>
          </p:nvSpPr>
          <p:spPr>
            <a:xfrm>
              <a:off x="10305751" y="8920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2" name="pt9552"/>
            <p:cNvSpPr/>
            <p:nvPr/>
          </p:nvSpPr>
          <p:spPr>
            <a:xfrm>
              <a:off x="10330082" y="8899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3" name="pt9553"/>
            <p:cNvSpPr/>
            <p:nvPr/>
          </p:nvSpPr>
          <p:spPr>
            <a:xfrm>
              <a:off x="10465031" y="87577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4" name="pt9554"/>
            <p:cNvSpPr/>
            <p:nvPr/>
          </p:nvSpPr>
          <p:spPr>
            <a:xfrm>
              <a:off x="10368848" y="88788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5" name="pt9555"/>
            <p:cNvSpPr/>
            <p:nvPr/>
          </p:nvSpPr>
          <p:spPr>
            <a:xfrm>
              <a:off x="10265284" y="89368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6" name="pt9556"/>
            <p:cNvSpPr/>
            <p:nvPr/>
          </p:nvSpPr>
          <p:spPr>
            <a:xfrm>
              <a:off x="10565023" y="8663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7" name="pt9557"/>
            <p:cNvSpPr/>
            <p:nvPr/>
          </p:nvSpPr>
          <p:spPr>
            <a:xfrm>
              <a:off x="10478434" y="8753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8" name="pt9558"/>
            <p:cNvSpPr/>
            <p:nvPr/>
          </p:nvSpPr>
          <p:spPr>
            <a:xfrm>
              <a:off x="10408462" y="8830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9" name="pt9559"/>
            <p:cNvSpPr/>
            <p:nvPr/>
          </p:nvSpPr>
          <p:spPr>
            <a:xfrm>
              <a:off x="10407479" y="87573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0" name="pt9560"/>
            <p:cNvSpPr/>
            <p:nvPr/>
          </p:nvSpPr>
          <p:spPr>
            <a:xfrm>
              <a:off x="10220487" y="9020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1" name="pt9561"/>
            <p:cNvSpPr/>
            <p:nvPr/>
          </p:nvSpPr>
          <p:spPr>
            <a:xfrm>
              <a:off x="10263841" y="8948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2" name="pt9562"/>
            <p:cNvSpPr/>
            <p:nvPr/>
          </p:nvSpPr>
          <p:spPr>
            <a:xfrm>
              <a:off x="10300364" y="89489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3" name="pt9563"/>
            <p:cNvSpPr/>
            <p:nvPr/>
          </p:nvSpPr>
          <p:spPr>
            <a:xfrm>
              <a:off x="10330816" y="89108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4" name="pt9564"/>
            <p:cNvSpPr/>
            <p:nvPr/>
          </p:nvSpPr>
          <p:spPr>
            <a:xfrm>
              <a:off x="10452998" y="8765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5" name="pt9565"/>
            <p:cNvSpPr/>
            <p:nvPr/>
          </p:nvSpPr>
          <p:spPr>
            <a:xfrm>
              <a:off x="10407137" y="88028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6" name="pt9566"/>
            <p:cNvSpPr/>
            <p:nvPr/>
          </p:nvSpPr>
          <p:spPr>
            <a:xfrm>
              <a:off x="10285348" y="89614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7" name="pt9567"/>
            <p:cNvSpPr/>
            <p:nvPr/>
          </p:nvSpPr>
          <p:spPr>
            <a:xfrm>
              <a:off x="10404552" y="8761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8" name="pt9568"/>
            <p:cNvSpPr/>
            <p:nvPr/>
          </p:nvSpPr>
          <p:spPr>
            <a:xfrm>
              <a:off x="10396168" y="8833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9" name="pt9569"/>
            <p:cNvSpPr/>
            <p:nvPr/>
          </p:nvSpPr>
          <p:spPr>
            <a:xfrm>
              <a:off x="10059970" y="9139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0" name="pt9570"/>
            <p:cNvSpPr/>
            <p:nvPr/>
          </p:nvSpPr>
          <p:spPr>
            <a:xfrm>
              <a:off x="10289527" y="89676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1" name="pt9571"/>
            <p:cNvSpPr/>
            <p:nvPr/>
          </p:nvSpPr>
          <p:spPr>
            <a:xfrm>
              <a:off x="10506547" y="86703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2" name="pt9572"/>
            <p:cNvSpPr/>
            <p:nvPr/>
          </p:nvSpPr>
          <p:spPr>
            <a:xfrm>
              <a:off x="10386028" y="88592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3" name="pt9573"/>
            <p:cNvSpPr/>
            <p:nvPr/>
          </p:nvSpPr>
          <p:spPr>
            <a:xfrm>
              <a:off x="10337323" y="8868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4" name="pt9574"/>
            <p:cNvSpPr/>
            <p:nvPr/>
          </p:nvSpPr>
          <p:spPr>
            <a:xfrm>
              <a:off x="10514442" y="86504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5" name="pt9575"/>
            <p:cNvSpPr/>
            <p:nvPr/>
          </p:nvSpPr>
          <p:spPr>
            <a:xfrm>
              <a:off x="10179041" y="89825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6" name="pt9576"/>
            <p:cNvSpPr/>
            <p:nvPr/>
          </p:nvSpPr>
          <p:spPr>
            <a:xfrm>
              <a:off x="10295895" y="8863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7" name="pt9577"/>
            <p:cNvSpPr/>
            <p:nvPr/>
          </p:nvSpPr>
          <p:spPr>
            <a:xfrm>
              <a:off x="10348694" y="88723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8" name="pt9578"/>
            <p:cNvSpPr/>
            <p:nvPr/>
          </p:nvSpPr>
          <p:spPr>
            <a:xfrm>
              <a:off x="10230164" y="89425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9" name="pt9579"/>
            <p:cNvSpPr/>
            <p:nvPr/>
          </p:nvSpPr>
          <p:spPr>
            <a:xfrm>
              <a:off x="10372559" y="88425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0" name="pt9580"/>
            <p:cNvSpPr/>
            <p:nvPr/>
          </p:nvSpPr>
          <p:spPr>
            <a:xfrm>
              <a:off x="10312504" y="8888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1" name="pt9581"/>
            <p:cNvSpPr/>
            <p:nvPr/>
          </p:nvSpPr>
          <p:spPr>
            <a:xfrm>
              <a:off x="10426991" y="8803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2" name="pt9582"/>
            <p:cNvSpPr/>
            <p:nvPr/>
          </p:nvSpPr>
          <p:spPr>
            <a:xfrm>
              <a:off x="10405156" y="8863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3" name="pt9583"/>
            <p:cNvSpPr/>
            <p:nvPr/>
          </p:nvSpPr>
          <p:spPr>
            <a:xfrm>
              <a:off x="10471318" y="86994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4" name="pt9584"/>
            <p:cNvSpPr/>
            <p:nvPr/>
          </p:nvSpPr>
          <p:spPr>
            <a:xfrm>
              <a:off x="10283119" y="89528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5" name="pt9585"/>
            <p:cNvSpPr/>
            <p:nvPr/>
          </p:nvSpPr>
          <p:spPr>
            <a:xfrm>
              <a:off x="10359470" y="8897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6" name="pt9586"/>
            <p:cNvSpPr/>
            <p:nvPr/>
          </p:nvSpPr>
          <p:spPr>
            <a:xfrm>
              <a:off x="10290038" y="88550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7" name="pt9587"/>
            <p:cNvSpPr/>
            <p:nvPr/>
          </p:nvSpPr>
          <p:spPr>
            <a:xfrm>
              <a:off x="10370068" y="88060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8" name="pt9588"/>
            <p:cNvSpPr/>
            <p:nvPr/>
          </p:nvSpPr>
          <p:spPr>
            <a:xfrm>
              <a:off x="10570380" y="8722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9" name="pt9589"/>
            <p:cNvSpPr/>
            <p:nvPr/>
          </p:nvSpPr>
          <p:spPr>
            <a:xfrm>
              <a:off x="10334385" y="89265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0" name="pt9590"/>
            <p:cNvSpPr/>
            <p:nvPr/>
          </p:nvSpPr>
          <p:spPr>
            <a:xfrm>
              <a:off x="10336810" y="89115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1" name="pt9591"/>
            <p:cNvSpPr/>
            <p:nvPr/>
          </p:nvSpPr>
          <p:spPr>
            <a:xfrm>
              <a:off x="10213162" y="89411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2" name="pt9592"/>
            <p:cNvSpPr/>
            <p:nvPr/>
          </p:nvSpPr>
          <p:spPr>
            <a:xfrm>
              <a:off x="10416994" y="8835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3" name="pt9593"/>
            <p:cNvSpPr/>
            <p:nvPr/>
          </p:nvSpPr>
          <p:spPr>
            <a:xfrm>
              <a:off x="10371568" y="88771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4" name="pt9594"/>
            <p:cNvSpPr/>
            <p:nvPr/>
          </p:nvSpPr>
          <p:spPr>
            <a:xfrm>
              <a:off x="10337401" y="88400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5" name="pt9595"/>
            <p:cNvSpPr/>
            <p:nvPr/>
          </p:nvSpPr>
          <p:spPr>
            <a:xfrm>
              <a:off x="10288268" y="89508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6" name="pt9596"/>
            <p:cNvSpPr/>
            <p:nvPr/>
          </p:nvSpPr>
          <p:spPr>
            <a:xfrm>
              <a:off x="10468562" y="87590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7" name="pt9597"/>
            <p:cNvSpPr/>
            <p:nvPr/>
          </p:nvSpPr>
          <p:spPr>
            <a:xfrm>
              <a:off x="10439011" y="87890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8" name="pt9598"/>
            <p:cNvSpPr/>
            <p:nvPr/>
          </p:nvSpPr>
          <p:spPr>
            <a:xfrm>
              <a:off x="10418951" y="87145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9" name="pt9599"/>
            <p:cNvSpPr/>
            <p:nvPr/>
          </p:nvSpPr>
          <p:spPr>
            <a:xfrm>
              <a:off x="10401213" y="8804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0" name="pt9600"/>
            <p:cNvSpPr/>
            <p:nvPr/>
          </p:nvSpPr>
          <p:spPr>
            <a:xfrm>
              <a:off x="10433491" y="87513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1" name="pt9601"/>
            <p:cNvSpPr/>
            <p:nvPr/>
          </p:nvSpPr>
          <p:spPr>
            <a:xfrm>
              <a:off x="10473369" y="86833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2" name="pt9602"/>
            <p:cNvSpPr/>
            <p:nvPr/>
          </p:nvSpPr>
          <p:spPr>
            <a:xfrm>
              <a:off x="10575106" y="8632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3" name="pt9603"/>
            <p:cNvSpPr/>
            <p:nvPr/>
          </p:nvSpPr>
          <p:spPr>
            <a:xfrm>
              <a:off x="10467400" y="8840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4" name="pt9604"/>
            <p:cNvSpPr/>
            <p:nvPr/>
          </p:nvSpPr>
          <p:spPr>
            <a:xfrm>
              <a:off x="10284574" y="8922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5" name="pt9605"/>
            <p:cNvSpPr/>
            <p:nvPr/>
          </p:nvSpPr>
          <p:spPr>
            <a:xfrm>
              <a:off x="10414499" y="88327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6" name="pt9606"/>
            <p:cNvSpPr/>
            <p:nvPr/>
          </p:nvSpPr>
          <p:spPr>
            <a:xfrm>
              <a:off x="10408836" y="87800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7" name="pt9607"/>
            <p:cNvSpPr/>
            <p:nvPr/>
          </p:nvSpPr>
          <p:spPr>
            <a:xfrm>
              <a:off x="10359377" y="88371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8" name="pt9608"/>
            <p:cNvSpPr/>
            <p:nvPr/>
          </p:nvSpPr>
          <p:spPr>
            <a:xfrm>
              <a:off x="10301156" y="89232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9" name="pt9609"/>
            <p:cNvSpPr/>
            <p:nvPr/>
          </p:nvSpPr>
          <p:spPr>
            <a:xfrm>
              <a:off x="10434550" y="8798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0" name="pt9610"/>
            <p:cNvSpPr/>
            <p:nvPr/>
          </p:nvSpPr>
          <p:spPr>
            <a:xfrm>
              <a:off x="10410178" y="88369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1" name="pt9611"/>
            <p:cNvSpPr/>
            <p:nvPr/>
          </p:nvSpPr>
          <p:spPr>
            <a:xfrm>
              <a:off x="10295165" y="8942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2" name="pt9612"/>
            <p:cNvSpPr/>
            <p:nvPr/>
          </p:nvSpPr>
          <p:spPr>
            <a:xfrm>
              <a:off x="10191064" y="90301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3" name="pt9613"/>
            <p:cNvSpPr/>
            <p:nvPr/>
          </p:nvSpPr>
          <p:spPr>
            <a:xfrm>
              <a:off x="10332372" y="89104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4" name="pt9614"/>
            <p:cNvSpPr/>
            <p:nvPr/>
          </p:nvSpPr>
          <p:spPr>
            <a:xfrm>
              <a:off x="10310087" y="8889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5" name="pt9615"/>
            <p:cNvSpPr/>
            <p:nvPr/>
          </p:nvSpPr>
          <p:spPr>
            <a:xfrm>
              <a:off x="10410774" y="87564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6" name="pt9616"/>
            <p:cNvSpPr/>
            <p:nvPr/>
          </p:nvSpPr>
          <p:spPr>
            <a:xfrm>
              <a:off x="10361583" y="8894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7" name="pt9617"/>
            <p:cNvSpPr/>
            <p:nvPr/>
          </p:nvSpPr>
          <p:spPr>
            <a:xfrm>
              <a:off x="10280580" y="89507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8" name="pt9618"/>
            <p:cNvSpPr/>
            <p:nvPr/>
          </p:nvSpPr>
          <p:spPr>
            <a:xfrm>
              <a:off x="10318310" y="8923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9" name="pt9619"/>
            <p:cNvSpPr/>
            <p:nvPr/>
          </p:nvSpPr>
          <p:spPr>
            <a:xfrm>
              <a:off x="10233977" y="9009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0" name="pt9620"/>
            <p:cNvSpPr/>
            <p:nvPr/>
          </p:nvSpPr>
          <p:spPr>
            <a:xfrm>
              <a:off x="10248477" y="8990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1" name="pt9621"/>
            <p:cNvSpPr/>
            <p:nvPr/>
          </p:nvSpPr>
          <p:spPr>
            <a:xfrm>
              <a:off x="10114566" y="9118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2" name="pt9622"/>
            <p:cNvSpPr/>
            <p:nvPr/>
          </p:nvSpPr>
          <p:spPr>
            <a:xfrm>
              <a:off x="10396200" y="8784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3" name="pt9623"/>
            <p:cNvSpPr/>
            <p:nvPr/>
          </p:nvSpPr>
          <p:spPr>
            <a:xfrm>
              <a:off x="10395741" y="87416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4" name="pt9624"/>
            <p:cNvSpPr/>
            <p:nvPr/>
          </p:nvSpPr>
          <p:spPr>
            <a:xfrm>
              <a:off x="10463656" y="8795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5" name="pt9625"/>
            <p:cNvSpPr/>
            <p:nvPr/>
          </p:nvSpPr>
          <p:spPr>
            <a:xfrm>
              <a:off x="10382354" y="88658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6" name="pt9626"/>
            <p:cNvSpPr/>
            <p:nvPr/>
          </p:nvSpPr>
          <p:spPr>
            <a:xfrm>
              <a:off x="10292718" y="8946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7" name="pt9627"/>
            <p:cNvSpPr/>
            <p:nvPr/>
          </p:nvSpPr>
          <p:spPr>
            <a:xfrm>
              <a:off x="10267361" y="8945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8" name="pt9628"/>
            <p:cNvSpPr/>
            <p:nvPr/>
          </p:nvSpPr>
          <p:spPr>
            <a:xfrm>
              <a:off x="10507337" y="87022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9" name="pt9629"/>
            <p:cNvSpPr/>
            <p:nvPr/>
          </p:nvSpPr>
          <p:spPr>
            <a:xfrm>
              <a:off x="10485886" y="87288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0" name="pt9630"/>
            <p:cNvSpPr/>
            <p:nvPr/>
          </p:nvSpPr>
          <p:spPr>
            <a:xfrm>
              <a:off x="10186836" y="89615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1" name="pt9631"/>
            <p:cNvSpPr/>
            <p:nvPr/>
          </p:nvSpPr>
          <p:spPr>
            <a:xfrm>
              <a:off x="10518230" y="87064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2" name="pt9632"/>
            <p:cNvSpPr/>
            <p:nvPr/>
          </p:nvSpPr>
          <p:spPr>
            <a:xfrm>
              <a:off x="10307970" y="89689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3" name="pt9633"/>
            <p:cNvSpPr/>
            <p:nvPr/>
          </p:nvSpPr>
          <p:spPr>
            <a:xfrm>
              <a:off x="10459930" y="8728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4" name="pt9634"/>
            <p:cNvSpPr/>
            <p:nvPr/>
          </p:nvSpPr>
          <p:spPr>
            <a:xfrm>
              <a:off x="10351481" y="88564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5" name="pt9635"/>
            <p:cNvSpPr/>
            <p:nvPr/>
          </p:nvSpPr>
          <p:spPr>
            <a:xfrm>
              <a:off x="10521600" y="86504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6" name="pt9636"/>
            <p:cNvSpPr/>
            <p:nvPr/>
          </p:nvSpPr>
          <p:spPr>
            <a:xfrm>
              <a:off x="10374349" y="88433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7" name="pt9637"/>
            <p:cNvSpPr/>
            <p:nvPr/>
          </p:nvSpPr>
          <p:spPr>
            <a:xfrm>
              <a:off x="10163577" y="90679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8" name="pt9638"/>
            <p:cNvSpPr/>
            <p:nvPr/>
          </p:nvSpPr>
          <p:spPr>
            <a:xfrm>
              <a:off x="10250898" y="8962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9" name="pt9639"/>
            <p:cNvSpPr/>
            <p:nvPr/>
          </p:nvSpPr>
          <p:spPr>
            <a:xfrm>
              <a:off x="10475092" y="88382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0" name="pt9640"/>
            <p:cNvSpPr/>
            <p:nvPr/>
          </p:nvSpPr>
          <p:spPr>
            <a:xfrm>
              <a:off x="10203635" y="90618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1" name="pt9641"/>
            <p:cNvSpPr/>
            <p:nvPr/>
          </p:nvSpPr>
          <p:spPr>
            <a:xfrm>
              <a:off x="10367197" y="89029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2" name="pt9642"/>
            <p:cNvSpPr/>
            <p:nvPr/>
          </p:nvSpPr>
          <p:spPr>
            <a:xfrm>
              <a:off x="10507685" y="8707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3" name="pt9643"/>
            <p:cNvSpPr/>
            <p:nvPr/>
          </p:nvSpPr>
          <p:spPr>
            <a:xfrm>
              <a:off x="10295248" y="8928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4" name="pt9644"/>
            <p:cNvSpPr/>
            <p:nvPr/>
          </p:nvSpPr>
          <p:spPr>
            <a:xfrm>
              <a:off x="10332507" y="89326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5" name="pt9645"/>
            <p:cNvSpPr/>
            <p:nvPr/>
          </p:nvSpPr>
          <p:spPr>
            <a:xfrm>
              <a:off x="10298435" y="8941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6" name="pt9646"/>
            <p:cNvSpPr/>
            <p:nvPr/>
          </p:nvSpPr>
          <p:spPr>
            <a:xfrm>
              <a:off x="10286944" y="89277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7" name="pt9647"/>
            <p:cNvSpPr/>
            <p:nvPr/>
          </p:nvSpPr>
          <p:spPr>
            <a:xfrm>
              <a:off x="10046890" y="91636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8" name="pt9648"/>
            <p:cNvSpPr/>
            <p:nvPr/>
          </p:nvSpPr>
          <p:spPr>
            <a:xfrm>
              <a:off x="10279867" y="8932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9" name="pt9649"/>
            <p:cNvSpPr/>
            <p:nvPr/>
          </p:nvSpPr>
          <p:spPr>
            <a:xfrm>
              <a:off x="10461099" y="87556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0" name="pt9650"/>
            <p:cNvSpPr/>
            <p:nvPr/>
          </p:nvSpPr>
          <p:spPr>
            <a:xfrm>
              <a:off x="10415210" y="8850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1" name="pt9651"/>
            <p:cNvSpPr/>
            <p:nvPr/>
          </p:nvSpPr>
          <p:spPr>
            <a:xfrm>
              <a:off x="10273003" y="89429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2" name="pt9652"/>
            <p:cNvSpPr/>
            <p:nvPr/>
          </p:nvSpPr>
          <p:spPr>
            <a:xfrm>
              <a:off x="10410601" y="88340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3" name="pt9653"/>
            <p:cNvSpPr/>
            <p:nvPr/>
          </p:nvSpPr>
          <p:spPr>
            <a:xfrm>
              <a:off x="10388493" y="88099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4" name="pt9654"/>
            <p:cNvSpPr/>
            <p:nvPr/>
          </p:nvSpPr>
          <p:spPr>
            <a:xfrm>
              <a:off x="10345418" y="8871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5" name="pt9655"/>
            <p:cNvSpPr/>
            <p:nvPr/>
          </p:nvSpPr>
          <p:spPr>
            <a:xfrm>
              <a:off x="10308657" y="89450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6" name="pt9656"/>
            <p:cNvSpPr/>
            <p:nvPr/>
          </p:nvSpPr>
          <p:spPr>
            <a:xfrm>
              <a:off x="10228820" y="89659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7" name="pt9657"/>
            <p:cNvSpPr/>
            <p:nvPr/>
          </p:nvSpPr>
          <p:spPr>
            <a:xfrm>
              <a:off x="10174948" y="90705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8" name="pt9658"/>
            <p:cNvSpPr/>
            <p:nvPr/>
          </p:nvSpPr>
          <p:spPr>
            <a:xfrm>
              <a:off x="10247230" y="8960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9" name="pt9659"/>
            <p:cNvSpPr/>
            <p:nvPr/>
          </p:nvSpPr>
          <p:spPr>
            <a:xfrm>
              <a:off x="10352381" y="88989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0" name="pt9660"/>
            <p:cNvSpPr/>
            <p:nvPr/>
          </p:nvSpPr>
          <p:spPr>
            <a:xfrm>
              <a:off x="10253488" y="8939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1" name="pt9661"/>
            <p:cNvSpPr/>
            <p:nvPr/>
          </p:nvSpPr>
          <p:spPr>
            <a:xfrm>
              <a:off x="10459126" y="87683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2" name="pt9662"/>
            <p:cNvSpPr/>
            <p:nvPr/>
          </p:nvSpPr>
          <p:spPr>
            <a:xfrm>
              <a:off x="10481231" y="87472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3" name="pt9663"/>
            <p:cNvSpPr/>
            <p:nvPr/>
          </p:nvSpPr>
          <p:spPr>
            <a:xfrm>
              <a:off x="10239766" y="89825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4" name="pt9664"/>
            <p:cNvSpPr/>
            <p:nvPr/>
          </p:nvSpPr>
          <p:spPr>
            <a:xfrm>
              <a:off x="10510708" y="8722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5" name="pt9665"/>
            <p:cNvSpPr/>
            <p:nvPr/>
          </p:nvSpPr>
          <p:spPr>
            <a:xfrm>
              <a:off x="10437739" y="87156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6" name="pt9666"/>
            <p:cNvSpPr/>
            <p:nvPr/>
          </p:nvSpPr>
          <p:spPr>
            <a:xfrm>
              <a:off x="10406963" y="8827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7" name="pt9667"/>
            <p:cNvSpPr/>
            <p:nvPr/>
          </p:nvSpPr>
          <p:spPr>
            <a:xfrm>
              <a:off x="10270758" y="89589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8" name="pt9668"/>
            <p:cNvSpPr/>
            <p:nvPr/>
          </p:nvSpPr>
          <p:spPr>
            <a:xfrm>
              <a:off x="10160716" y="90564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9" name="pt9669"/>
            <p:cNvSpPr/>
            <p:nvPr/>
          </p:nvSpPr>
          <p:spPr>
            <a:xfrm>
              <a:off x="10422722" y="8789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0" name="pt9670"/>
            <p:cNvSpPr/>
            <p:nvPr/>
          </p:nvSpPr>
          <p:spPr>
            <a:xfrm>
              <a:off x="10500389" y="86583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1" name="pt9671"/>
            <p:cNvSpPr/>
            <p:nvPr/>
          </p:nvSpPr>
          <p:spPr>
            <a:xfrm>
              <a:off x="10415771" y="88117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2" name="pt9672"/>
            <p:cNvSpPr/>
            <p:nvPr/>
          </p:nvSpPr>
          <p:spPr>
            <a:xfrm>
              <a:off x="10388508" y="88961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3" name="pt9673"/>
            <p:cNvSpPr/>
            <p:nvPr/>
          </p:nvSpPr>
          <p:spPr>
            <a:xfrm>
              <a:off x="10445445" y="87918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4" name="pt9674"/>
            <p:cNvSpPr/>
            <p:nvPr/>
          </p:nvSpPr>
          <p:spPr>
            <a:xfrm>
              <a:off x="10401567" y="88382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5" name="pt9675"/>
            <p:cNvSpPr/>
            <p:nvPr/>
          </p:nvSpPr>
          <p:spPr>
            <a:xfrm>
              <a:off x="10381574" y="8755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6" name="pt9676"/>
            <p:cNvSpPr/>
            <p:nvPr/>
          </p:nvSpPr>
          <p:spPr>
            <a:xfrm>
              <a:off x="10404426" y="8763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7" name="pt9677"/>
            <p:cNvSpPr/>
            <p:nvPr/>
          </p:nvSpPr>
          <p:spPr>
            <a:xfrm>
              <a:off x="10377683" y="88360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8" name="pt9678"/>
            <p:cNvSpPr/>
            <p:nvPr/>
          </p:nvSpPr>
          <p:spPr>
            <a:xfrm>
              <a:off x="10228148" y="89721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9" name="pt9679"/>
            <p:cNvSpPr/>
            <p:nvPr/>
          </p:nvSpPr>
          <p:spPr>
            <a:xfrm>
              <a:off x="10487871" y="87618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0" name="pt9680"/>
            <p:cNvSpPr/>
            <p:nvPr/>
          </p:nvSpPr>
          <p:spPr>
            <a:xfrm>
              <a:off x="10221274" y="89961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1" name="pt9681"/>
            <p:cNvSpPr/>
            <p:nvPr/>
          </p:nvSpPr>
          <p:spPr>
            <a:xfrm>
              <a:off x="10518245" y="87270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2" name="pt9682"/>
            <p:cNvSpPr/>
            <p:nvPr/>
          </p:nvSpPr>
          <p:spPr>
            <a:xfrm>
              <a:off x="10267070" y="89399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3" name="pt9683"/>
            <p:cNvSpPr/>
            <p:nvPr/>
          </p:nvSpPr>
          <p:spPr>
            <a:xfrm>
              <a:off x="10411960" y="88173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4" name="pt9684"/>
            <p:cNvSpPr/>
            <p:nvPr/>
          </p:nvSpPr>
          <p:spPr>
            <a:xfrm>
              <a:off x="10439144" y="87115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5" name="pt9685"/>
            <p:cNvSpPr/>
            <p:nvPr/>
          </p:nvSpPr>
          <p:spPr>
            <a:xfrm>
              <a:off x="10274996" y="89409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6" name="pt9686"/>
            <p:cNvSpPr/>
            <p:nvPr/>
          </p:nvSpPr>
          <p:spPr>
            <a:xfrm>
              <a:off x="10390289" y="88346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7" name="pt9687"/>
            <p:cNvSpPr/>
            <p:nvPr/>
          </p:nvSpPr>
          <p:spPr>
            <a:xfrm>
              <a:off x="10245759" y="89900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8" name="pt9688"/>
            <p:cNvSpPr/>
            <p:nvPr/>
          </p:nvSpPr>
          <p:spPr>
            <a:xfrm>
              <a:off x="10462671" y="87135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9" name="pt9689"/>
            <p:cNvSpPr/>
            <p:nvPr/>
          </p:nvSpPr>
          <p:spPr>
            <a:xfrm>
              <a:off x="10456461" y="87559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0" name="pt9690"/>
            <p:cNvSpPr/>
            <p:nvPr/>
          </p:nvSpPr>
          <p:spPr>
            <a:xfrm>
              <a:off x="10394993" y="8818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1" name="pt9691"/>
            <p:cNvSpPr/>
            <p:nvPr/>
          </p:nvSpPr>
          <p:spPr>
            <a:xfrm>
              <a:off x="10449777" y="8766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2" name="pt9692"/>
            <p:cNvSpPr/>
            <p:nvPr/>
          </p:nvSpPr>
          <p:spPr>
            <a:xfrm>
              <a:off x="10347934" y="88251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3" name="pt9693"/>
            <p:cNvSpPr/>
            <p:nvPr/>
          </p:nvSpPr>
          <p:spPr>
            <a:xfrm>
              <a:off x="10403006" y="87649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4" name="pt9694"/>
            <p:cNvSpPr/>
            <p:nvPr/>
          </p:nvSpPr>
          <p:spPr>
            <a:xfrm>
              <a:off x="10420655" y="8815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5" name="pt9695"/>
            <p:cNvSpPr/>
            <p:nvPr/>
          </p:nvSpPr>
          <p:spPr>
            <a:xfrm>
              <a:off x="10301391" y="88972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6" name="pt9696"/>
            <p:cNvSpPr/>
            <p:nvPr/>
          </p:nvSpPr>
          <p:spPr>
            <a:xfrm>
              <a:off x="10361737" y="88431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7" name="pt9697"/>
            <p:cNvSpPr/>
            <p:nvPr/>
          </p:nvSpPr>
          <p:spPr>
            <a:xfrm>
              <a:off x="10198483" y="90271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8" name="pt9698"/>
            <p:cNvSpPr/>
            <p:nvPr/>
          </p:nvSpPr>
          <p:spPr>
            <a:xfrm>
              <a:off x="10415262" y="8843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9" name="pt9699"/>
            <p:cNvSpPr/>
            <p:nvPr/>
          </p:nvSpPr>
          <p:spPr>
            <a:xfrm>
              <a:off x="10324141" y="88427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0" name="pt9700"/>
            <p:cNvSpPr/>
            <p:nvPr/>
          </p:nvSpPr>
          <p:spPr>
            <a:xfrm>
              <a:off x="10606694" y="86438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1" name="pt9701"/>
            <p:cNvSpPr/>
            <p:nvPr/>
          </p:nvSpPr>
          <p:spPr>
            <a:xfrm>
              <a:off x="10438403" y="8792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2" name="pt9702"/>
            <p:cNvSpPr/>
            <p:nvPr/>
          </p:nvSpPr>
          <p:spPr>
            <a:xfrm>
              <a:off x="10230252" y="8984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3" name="pt9703"/>
            <p:cNvSpPr/>
            <p:nvPr/>
          </p:nvSpPr>
          <p:spPr>
            <a:xfrm>
              <a:off x="10391774" y="8883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4" name="pt9704"/>
            <p:cNvSpPr/>
            <p:nvPr/>
          </p:nvSpPr>
          <p:spPr>
            <a:xfrm>
              <a:off x="10117533" y="9092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5" name="pt9705"/>
            <p:cNvSpPr/>
            <p:nvPr/>
          </p:nvSpPr>
          <p:spPr>
            <a:xfrm>
              <a:off x="10408613" y="8790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6" name="pt9706"/>
            <p:cNvSpPr/>
            <p:nvPr/>
          </p:nvSpPr>
          <p:spPr>
            <a:xfrm>
              <a:off x="10427961" y="88106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7" name="pt9707"/>
            <p:cNvSpPr/>
            <p:nvPr/>
          </p:nvSpPr>
          <p:spPr>
            <a:xfrm>
              <a:off x="10321615" y="88831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8" name="pt9708"/>
            <p:cNvSpPr/>
            <p:nvPr/>
          </p:nvSpPr>
          <p:spPr>
            <a:xfrm>
              <a:off x="10357584" y="88716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9" name="pt9709"/>
            <p:cNvSpPr/>
            <p:nvPr/>
          </p:nvSpPr>
          <p:spPr>
            <a:xfrm>
              <a:off x="10320623" y="88782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0" name="pt9710"/>
            <p:cNvSpPr/>
            <p:nvPr/>
          </p:nvSpPr>
          <p:spPr>
            <a:xfrm>
              <a:off x="10493264" y="8714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1" name="pt9711"/>
            <p:cNvSpPr/>
            <p:nvPr/>
          </p:nvSpPr>
          <p:spPr>
            <a:xfrm>
              <a:off x="10301157" y="89329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2" name="pt9712"/>
            <p:cNvSpPr/>
            <p:nvPr/>
          </p:nvSpPr>
          <p:spPr>
            <a:xfrm>
              <a:off x="10490469" y="8729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3" name="pt9713"/>
            <p:cNvSpPr/>
            <p:nvPr/>
          </p:nvSpPr>
          <p:spPr>
            <a:xfrm>
              <a:off x="10232668" y="89718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4" name="pt9714"/>
            <p:cNvSpPr/>
            <p:nvPr/>
          </p:nvSpPr>
          <p:spPr>
            <a:xfrm>
              <a:off x="10260525" y="89606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5" name="pt9715"/>
            <p:cNvSpPr/>
            <p:nvPr/>
          </p:nvSpPr>
          <p:spPr>
            <a:xfrm>
              <a:off x="10448609" y="87430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6" name="pt9716"/>
            <p:cNvSpPr/>
            <p:nvPr/>
          </p:nvSpPr>
          <p:spPr>
            <a:xfrm>
              <a:off x="10369801" y="87835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7" name="pt9717"/>
            <p:cNvSpPr/>
            <p:nvPr/>
          </p:nvSpPr>
          <p:spPr>
            <a:xfrm>
              <a:off x="10444849" y="88096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8" name="pt9718"/>
            <p:cNvSpPr/>
            <p:nvPr/>
          </p:nvSpPr>
          <p:spPr>
            <a:xfrm>
              <a:off x="10608467" y="8635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9" name="pt9719"/>
            <p:cNvSpPr/>
            <p:nvPr/>
          </p:nvSpPr>
          <p:spPr>
            <a:xfrm>
              <a:off x="10325526" y="8906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0" name="pt9720"/>
            <p:cNvSpPr/>
            <p:nvPr/>
          </p:nvSpPr>
          <p:spPr>
            <a:xfrm>
              <a:off x="10462371" y="87432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1" name="pt9721"/>
            <p:cNvSpPr/>
            <p:nvPr/>
          </p:nvSpPr>
          <p:spPr>
            <a:xfrm>
              <a:off x="10496095" y="87725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2" name="pt9722"/>
            <p:cNvSpPr/>
            <p:nvPr/>
          </p:nvSpPr>
          <p:spPr>
            <a:xfrm>
              <a:off x="10490563" y="87410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3" name="pt9723"/>
            <p:cNvSpPr/>
            <p:nvPr/>
          </p:nvSpPr>
          <p:spPr>
            <a:xfrm>
              <a:off x="10374346" y="8907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4" name="pt9724"/>
            <p:cNvSpPr/>
            <p:nvPr/>
          </p:nvSpPr>
          <p:spPr>
            <a:xfrm>
              <a:off x="10353991" y="8789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5" name="pt9725"/>
            <p:cNvSpPr/>
            <p:nvPr/>
          </p:nvSpPr>
          <p:spPr>
            <a:xfrm>
              <a:off x="10306881" y="89045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6" name="pt9726"/>
            <p:cNvSpPr/>
            <p:nvPr/>
          </p:nvSpPr>
          <p:spPr>
            <a:xfrm>
              <a:off x="10287484" y="88484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7" name="pt9727"/>
            <p:cNvSpPr/>
            <p:nvPr/>
          </p:nvSpPr>
          <p:spPr>
            <a:xfrm>
              <a:off x="10431119" y="8757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8" name="pt9728"/>
            <p:cNvSpPr/>
            <p:nvPr/>
          </p:nvSpPr>
          <p:spPr>
            <a:xfrm>
              <a:off x="10385825" y="87927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9" name="pt9729"/>
            <p:cNvSpPr/>
            <p:nvPr/>
          </p:nvSpPr>
          <p:spPr>
            <a:xfrm>
              <a:off x="10583254" y="86214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0" name="pt9730"/>
            <p:cNvSpPr/>
            <p:nvPr/>
          </p:nvSpPr>
          <p:spPr>
            <a:xfrm>
              <a:off x="10482530" y="87403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1" name="pt9731"/>
            <p:cNvSpPr/>
            <p:nvPr/>
          </p:nvSpPr>
          <p:spPr>
            <a:xfrm>
              <a:off x="10344396" y="88799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2" name="pt9732"/>
            <p:cNvSpPr/>
            <p:nvPr/>
          </p:nvSpPr>
          <p:spPr>
            <a:xfrm>
              <a:off x="10358599" y="8850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3" name="pt9733"/>
            <p:cNvSpPr/>
            <p:nvPr/>
          </p:nvSpPr>
          <p:spPr>
            <a:xfrm>
              <a:off x="10400720" y="89084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4" name="pt9734"/>
            <p:cNvSpPr/>
            <p:nvPr/>
          </p:nvSpPr>
          <p:spPr>
            <a:xfrm>
              <a:off x="10302305" y="8979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5" name="pt9735"/>
            <p:cNvSpPr/>
            <p:nvPr/>
          </p:nvSpPr>
          <p:spPr>
            <a:xfrm>
              <a:off x="10227139" y="90528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6" name="pt9736"/>
            <p:cNvSpPr/>
            <p:nvPr/>
          </p:nvSpPr>
          <p:spPr>
            <a:xfrm>
              <a:off x="10371413" y="88027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7" name="pt9737"/>
            <p:cNvSpPr/>
            <p:nvPr/>
          </p:nvSpPr>
          <p:spPr>
            <a:xfrm>
              <a:off x="10481521" y="87009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8" name="pt9738"/>
            <p:cNvSpPr/>
            <p:nvPr/>
          </p:nvSpPr>
          <p:spPr>
            <a:xfrm>
              <a:off x="10374189" y="8824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9" name="pt9739"/>
            <p:cNvSpPr/>
            <p:nvPr/>
          </p:nvSpPr>
          <p:spPr>
            <a:xfrm>
              <a:off x="10197215" y="90921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0" name="pt9740"/>
            <p:cNvSpPr/>
            <p:nvPr/>
          </p:nvSpPr>
          <p:spPr>
            <a:xfrm>
              <a:off x="10406416" y="8805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1" name="pt9741"/>
            <p:cNvSpPr/>
            <p:nvPr/>
          </p:nvSpPr>
          <p:spPr>
            <a:xfrm>
              <a:off x="10416738" y="87667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2" name="pt9742"/>
            <p:cNvSpPr/>
            <p:nvPr/>
          </p:nvSpPr>
          <p:spPr>
            <a:xfrm>
              <a:off x="10492016" y="87345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3" name="pt9743"/>
            <p:cNvSpPr/>
            <p:nvPr/>
          </p:nvSpPr>
          <p:spPr>
            <a:xfrm>
              <a:off x="10358704" y="88736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4" name="pt9744"/>
            <p:cNvSpPr/>
            <p:nvPr/>
          </p:nvSpPr>
          <p:spPr>
            <a:xfrm>
              <a:off x="10433900" y="88210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5" name="pt9745"/>
            <p:cNvSpPr/>
            <p:nvPr/>
          </p:nvSpPr>
          <p:spPr>
            <a:xfrm>
              <a:off x="10384134" y="87946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6" name="rc9746"/>
            <p:cNvSpPr/>
            <p:nvPr/>
          </p:nvSpPr>
          <p:spPr>
            <a:xfrm>
              <a:off x="10738126" y="1529513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747" name="tx9747"/>
            <p:cNvSpPr/>
            <p:nvPr/>
          </p:nvSpPr>
          <p:spPr>
            <a:xfrm>
              <a:off x="10894969" y="1692779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9748" name="tx9748"/>
            <p:cNvSpPr/>
            <p:nvPr/>
          </p:nvSpPr>
          <p:spPr>
            <a:xfrm>
              <a:off x="10793479" y="1894672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0.259***</a:t>
              </a:r>
            </a:p>
          </p:txBody>
        </p:sp>
        <p:sp>
          <p:nvSpPr>
            <p:cNvPr id="9749" name="rc9749"/>
            <p:cNvSpPr/>
            <p:nvPr/>
          </p:nvSpPr>
          <p:spPr>
            <a:xfrm>
              <a:off x="10738126" y="1529513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0" name="rc9750"/>
            <p:cNvSpPr/>
            <p:nvPr/>
          </p:nvSpPr>
          <p:spPr>
            <a:xfrm>
              <a:off x="10738126" y="2234734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751" name="tx9751"/>
            <p:cNvSpPr/>
            <p:nvPr/>
          </p:nvSpPr>
          <p:spPr>
            <a:xfrm>
              <a:off x="10894969" y="2398000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9752" name="tx9752"/>
            <p:cNvSpPr/>
            <p:nvPr/>
          </p:nvSpPr>
          <p:spPr>
            <a:xfrm>
              <a:off x="10793479" y="2599894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0.515***</a:t>
              </a:r>
            </a:p>
          </p:txBody>
        </p:sp>
        <p:sp>
          <p:nvSpPr>
            <p:cNvPr id="9753" name="rc9753"/>
            <p:cNvSpPr/>
            <p:nvPr/>
          </p:nvSpPr>
          <p:spPr>
            <a:xfrm>
              <a:off x="10738126" y="2234734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4" name="rc9754"/>
            <p:cNvSpPr/>
            <p:nvPr/>
          </p:nvSpPr>
          <p:spPr>
            <a:xfrm>
              <a:off x="10738126" y="2939956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755" name="tx9755"/>
            <p:cNvSpPr/>
            <p:nvPr/>
          </p:nvSpPr>
          <p:spPr>
            <a:xfrm>
              <a:off x="10894969" y="3103222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9756" name="tx9756"/>
            <p:cNvSpPr/>
            <p:nvPr/>
          </p:nvSpPr>
          <p:spPr>
            <a:xfrm>
              <a:off x="10793479" y="3305116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0.500***</a:t>
              </a:r>
            </a:p>
          </p:txBody>
        </p:sp>
        <p:sp>
          <p:nvSpPr>
            <p:cNvPr id="9757" name="rc9757"/>
            <p:cNvSpPr/>
            <p:nvPr/>
          </p:nvSpPr>
          <p:spPr>
            <a:xfrm>
              <a:off x="10738126" y="2939956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8" name="rc9758"/>
            <p:cNvSpPr/>
            <p:nvPr/>
          </p:nvSpPr>
          <p:spPr>
            <a:xfrm>
              <a:off x="10738126" y="3645178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759" name="tx9759"/>
            <p:cNvSpPr/>
            <p:nvPr/>
          </p:nvSpPr>
          <p:spPr>
            <a:xfrm>
              <a:off x="10894969" y="3808444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9760" name="tx9760"/>
            <p:cNvSpPr/>
            <p:nvPr/>
          </p:nvSpPr>
          <p:spPr>
            <a:xfrm>
              <a:off x="10793479" y="4010337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0.540***</a:t>
              </a:r>
            </a:p>
          </p:txBody>
        </p:sp>
        <p:sp>
          <p:nvSpPr>
            <p:cNvPr id="9761" name="rc9761"/>
            <p:cNvSpPr/>
            <p:nvPr/>
          </p:nvSpPr>
          <p:spPr>
            <a:xfrm>
              <a:off x="10738126" y="3645178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2" name="rc9762"/>
            <p:cNvSpPr/>
            <p:nvPr/>
          </p:nvSpPr>
          <p:spPr>
            <a:xfrm>
              <a:off x="10738126" y="4350399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763" name="tx9763"/>
            <p:cNvSpPr/>
            <p:nvPr/>
          </p:nvSpPr>
          <p:spPr>
            <a:xfrm>
              <a:off x="10894969" y="4513665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9764" name="tx9764"/>
            <p:cNvSpPr/>
            <p:nvPr/>
          </p:nvSpPr>
          <p:spPr>
            <a:xfrm>
              <a:off x="10793479" y="4715490"/>
              <a:ext cx="514536" cy="1038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0.473***</a:t>
              </a:r>
            </a:p>
          </p:txBody>
        </p:sp>
        <p:sp>
          <p:nvSpPr>
            <p:cNvPr id="9765" name="rc9765"/>
            <p:cNvSpPr/>
            <p:nvPr/>
          </p:nvSpPr>
          <p:spPr>
            <a:xfrm>
              <a:off x="10738126" y="4350399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6" name="rc9766"/>
            <p:cNvSpPr/>
            <p:nvPr/>
          </p:nvSpPr>
          <p:spPr>
            <a:xfrm>
              <a:off x="10738126" y="5055621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767" name="tx9767"/>
            <p:cNvSpPr/>
            <p:nvPr/>
          </p:nvSpPr>
          <p:spPr>
            <a:xfrm>
              <a:off x="10894969" y="5218887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9768" name="tx9768"/>
            <p:cNvSpPr/>
            <p:nvPr/>
          </p:nvSpPr>
          <p:spPr>
            <a:xfrm>
              <a:off x="10793479" y="5420712"/>
              <a:ext cx="514536" cy="1038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0.534***</a:t>
              </a:r>
            </a:p>
          </p:txBody>
        </p:sp>
        <p:sp>
          <p:nvSpPr>
            <p:cNvPr id="9769" name="rc9769"/>
            <p:cNvSpPr/>
            <p:nvPr/>
          </p:nvSpPr>
          <p:spPr>
            <a:xfrm>
              <a:off x="10738126" y="5055621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0" name="rc9770"/>
            <p:cNvSpPr/>
            <p:nvPr/>
          </p:nvSpPr>
          <p:spPr>
            <a:xfrm>
              <a:off x="10738126" y="5760843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771" name="tx9771"/>
            <p:cNvSpPr/>
            <p:nvPr/>
          </p:nvSpPr>
          <p:spPr>
            <a:xfrm>
              <a:off x="10894969" y="5924109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9772" name="tx9772"/>
            <p:cNvSpPr/>
            <p:nvPr/>
          </p:nvSpPr>
          <p:spPr>
            <a:xfrm>
              <a:off x="10793479" y="6125934"/>
              <a:ext cx="514536" cy="1038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0.376***</a:t>
              </a:r>
            </a:p>
          </p:txBody>
        </p:sp>
        <p:sp>
          <p:nvSpPr>
            <p:cNvPr id="9773" name="rc9773"/>
            <p:cNvSpPr/>
            <p:nvPr/>
          </p:nvSpPr>
          <p:spPr>
            <a:xfrm>
              <a:off x="10738126" y="5760843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4" name="rc9774"/>
            <p:cNvSpPr/>
            <p:nvPr/>
          </p:nvSpPr>
          <p:spPr>
            <a:xfrm>
              <a:off x="10738126" y="6466064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775" name="tx9775"/>
            <p:cNvSpPr/>
            <p:nvPr/>
          </p:nvSpPr>
          <p:spPr>
            <a:xfrm>
              <a:off x="10894969" y="6629330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9776" name="tx9776"/>
            <p:cNvSpPr/>
            <p:nvPr/>
          </p:nvSpPr>
          <p:spPr>
            <a:xfrm>
              <a:off x="10793479" y="6831224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0.512***</a:t>
              </a:r>
            </a:p>
          </p:txBody>
        </p:sp>
        <p:sp>
          <p:nvSpPr>
            <p:cNvPr id="9777" name="rc9777"/>
            <p:cNvSpPr/>
            <p:nvPr/>
          </p:nvSpPr>
          <p:spPr>
            <a:xfrm>
              <a:off x="10738126" y="6466064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8" name="rc9778"/>
            <p:cNvSpPr/>
            <p:nvPr/>
          </p:nvSpPr>
          <p:spPr>
            <a:xfrm>
              <a:off x="10738126" y="7171286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779" name="tx9779"/>
            <p:cNvSpPr/>
            <p:nvPr/>
          </p:nvSpPr>
          <p:spPr>
            <a:xfrm>
              <a:off x="10894969" y="7334552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9780" name="tx9780"/>
            <p:cNvSpPr/>
            <p:nvPr/>
          </p:nvSpPr>
          <p:spPr>
            <a:xfrm>
              <a:off x="10793479" y="7536446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0.477***</a:t>
              </a:r>
            </a:p>
          </p:txBody>
        </p:sp>
        <p:sp>
          <p:nvSpPr>
            <p:cNvPr id="9781" name="rc9781"/>
            <p:cNvSpPr/>
            <p:nvPr/>
          </p:nvSpPr>
          <p:spPr>
            <a:xfrm>
              <a:off x="10738126" y="7171286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2" name="rc9782"/>
            <p:cNvSpPr/>
            <p:nvPr/>
          </p:nvSpPr>
          <p:spPr>
            <a:xfrm>
              <a:off x="10738126" y="7876508"/>
              <a:ext cx="625241" cy="63563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783" name="tx9783"/>
            <p:cNvSpPr/>
            <p:nvPr/>
          </p:nvSpPr>
          <p:spPr>
            <a:xfrm>
              <a:off x="10894969" y="8039774"/>
              <a:ext cx="31155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Corr:</a:t>
              </a:r>
            </a:p>
          </p:txBody>
        </p:sp>
        <p:sp>
          <p:nvSpPr>
            <p:cNvPr id="9784" name="tx9784"/>
            <p:cNvSpPr/>
            <p:nvPr/>
          </p:nvSpPr>
          <p:spPr>
            <a:xfrm>
              <a:off x="10793479" y="8241667"/>
              <a:ext cx="514536" cy="1037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717171">
                      <a:alpha val="100000"/>
                    </a:srgbClr>
                  </a:solidFill>
                  <a:latin typeface="Arial"/>
                  <a:cs typeface="Arial"/>
                </a:rPr>
                <a:t>0.944***</a:t>
              </a:r>
            </a:p>
          </p:txBody>
        </p:sp>
        <p:sp>
          <p:nvSpPr>
            <p:cNvPr id="9785" name="rc9785"/>
            <p:cNvSpPr/>
            <p:nvPr/>
          </p:nvSpPr>
          <p:spPr>
            <a:xfrm>
              <a:off x="10738126" y="7876508"/>
              <a:ext cx="625241" cy="635632"/>
            </a:xfrm>
            <a:prstGeom prst="rect">
              <a:avLst/>
            </a:prstGeom>
            <a:ln w="13550" cap="rnd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6" name="rc9786"/>
            <p:cNvSpPr/>
            <p:nvPr/>
          </p:nvSpPr>
          <p:spPr>
            <a:xfrm>
              <a:off x="10738126" y="8581729"/>
              <a:ext cx="625241" cy="635632"/>
            </a:xfrm>
            <a:prstGeom prst="rect">
              <a:avLst/>
            </a:prstGeom>
            <a:solidFill>
              <a:srgbClr val="EBEBE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87" name="pl9787"/>
            <p:cNvSpPr/>
            <p:nvPr/>
          </p:nvSpPr>
          <p:spPr>
            <a:xfrm>
              <a:off x="10738126" y="9104427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8" name="pl9788"/>
            <p:cNvSpPr/>
            <p:nvPr/>
          </p:nvSpPr>
          <p:spPr>
            <a:xfrm>
              <a:off x="10738126" y="8936341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9" name="pl9789"/>
            <p:cNvSpPr/>
            <p:nvPr/>
          </p:nvSpPr>
          <p:spPr>
            <a:xfrm>
              <a:off x="10738126" y="8768256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0" name="pl9790"/>
            <p:cNvSpPr/>
            <p:nvPr/>
          </p:nvSpPr>
          <p:spPr>
            <a:xfrm>
              <a:off x="10738126" y="8600170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1" name="pl9791"/>
            <p:cNvSpPr/>
            <p:nvPr/>
          </p:nvSpPr>
          <p:spPr>
            <a:xfrm>
              <a:off x="10812634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2" name="pl9792"/>
            <p:cNvSpPr/>
            <p:nvPr/>
          </p:nvSpPr>
          <p:spPr>
            <a:xfrm>
              <a:off x="10920591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3" name="pl9793"/>
            <p:cNvSpPr/>
            <p:nvPr/>
          </p:nvSpPr>
          <p:spPr>
            <a:xfrm>
              <a:off x="11028549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4" name="pl9794"/>
            <p:cNvSpPr/>
            <p:nvPr/>
          </p:nvSpPr>
          <p:spPr>
            <a:xfrm>
              <a:off x="11136506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5" name="pl9795"/>
            <p:cNvSpPr/>
            <p:nvPr/>
          </p:nvSpPr>
          <p:spPr>
            <a:xfrm>
              <a:off x="11244463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6" name="pl9796"/>
            <p:cNvSpPr/>
            <p:nvPr/>
          </p:nvSpPr>
          <p:spPr>
            <a:xfrm>
              <a:off x="11352421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7" name="pl9797"/>
            <p:cNvSpPr/>
            <p:nvPr/>
          </p:nvSpPr>
          <p:spPr>
            <a:xfrm>
              <a:off x="10738126" y="9188469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8" name="pl9798"/>
            <p:cNvSpPr/>
            <p:nvPr/>
          </p:nvSpPr>
          <p:spPr>
            <a:xfrm>
              <a:off x="10738126" y="9020384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9" name="pl9799"/>
            <p:cNvSpPr/>
            <p:nvPr/>
          </p:nvSpPr>
          <p:spPr>
            <a:xfrm>
              <a:off x="10738126" y="8852298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0" name="pl9800"/>
            <p:cNvSpPr/>
            <p:nvPr/>
          </p:nvSpPr>
          <p:spPr>
            <a:xfrm>
              <a:off x="10738126" y="8684213"/>
              <a:ext cx="625241" cy="0"/>
            </a:xfrm>
            <a:custGeom>
              <a:avLst/>
              <a:pathLst>
                <a:path w="625241" h="0">
                  <a:moveTo>
                    <a:pt x="0" y="0"/>
                  </a:moveTo>
                  <a:lnTo>
                    <a:pt x="625241" y="0"/>
                  </a:lnTo>
                  <a:lnTo>
                    <a:pt x="625241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1" name="pl9801"/>
            <p:cNvSpPr/>
            <p:nvPr/>
          </p:nvSpPr>
          <p:spPr>
            <a:xfrm>
              <a:off x="10758655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2" name="pl9802"/>
            <p:cNvSpPr/>
            <p:nvPr/>
          </p:nvSpPr>
          <p:spPr>
            <a:xfrm>
              <a:off x="10866613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3" name="pl9803"/>
            <p:cNvSpPr/>
            <p:nvPr/>
          </p:nvSpPr>
          <p:spPr>
            <a:xfrm>
              <a:off x="10974570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4" name="pl9804"/>
            <p:cNvSpPr/>
            <p:nvPr/>
          </p:nvSpPr>
          <p:spPr>
            <a:xfrm>
              <a:off x="11082527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5" name="pl9805"/>
            <p:cNvSpPr/>
            <p:nvPr/>
          </p:nvSpPr>
          <p:spPr>
            <a:xfrm>
              <a:off x="11190485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6" name="pl9806"/>
            <p:cNvSpPr/>
            <p:nvPr/>
          </p:nvSpPr>
          <p:spPr>
            <a:xfrm>
              <a:off x="11298442" y="8581729"/>
              <a:ext cx="0" cy="635632"/>
            </a:xfrm>
            <a:custGeom>
              <a:avLst/>
              <a:pathLst>
                <a:path w="0" h="635632">
                  <a:moveTo>
                    <a:pt x="0" y="63563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7" name="pg9807"/>
            <p:cNvSpPr/>
            <p:nvPr/>
          </p:nvSpPr>
          <p:spPr>
            <a:xfrm>
              <a:off x="10766546" y="8610622"/>
              <a:ext cx="568401" cy="577847"/>
            </a:xfrm>
            <a:custGeom>
              <a:avLst/>
              <a:pathLst>
                <a:path w="568401" h="577847">
                  <a:moveTo>
                    <a:pt x="0" y="555109"/>
                  </a:moveTo>
                  <a:lnTo>
                    <a:pt x="1112" y="554568"/>
                  </a:lnTo>
                  <a:lnTo>
                    <a:pt x="2224" y="554027"/>
                  </a:lnTo>
                  <a:lnTo>
                    <a:pt x="3336" y="553484"/>
                  </a:lnTo>
                  <a:lnTo>
                    <a:pt x="4449" y="552940"/>
                  </a:lnTo>
                  <a:lnTo>
                    <a:pt x="5561" y="552394"/>
                  </a:lnTo>
                  <a:lnTo>
                    <a:pt x="6673" y="551848"/>
                  </a:lnTo>
                  <a:lnTo>
                    <a:pt x="7786" y="551299"/>
                  </a:lnTo>
                  <a:lnTo>
                    <a:pt x="8898" y="550750"/>
                  </a:lnTo>
                  <a:lnTo>
                    <a:pt x="10010" y="550199"/>
                  </a:lnTo>
                  <a:lnTo>
                    <a:pt x="11123" y="549646"/>
                  </a:lnTo>
                  <a:lnTo>
                    <a:pt x="12235" y="549092"/>
                  </a:lnTo>
                  <a:lnTo>
                    <a:pt x="13347" y="548536"/>
                  </a:lnTo>
                  <a:lnTo>
                    <a:pt x="14460" y="547977"/>
                  </a:lnTo>
                  <a:lnTo>
                    <a:pt x="15572" y="547416"/>
                  </a:lnTo>
                  <a:lnTo>
                    <a:pt x="16684" y="546853"/>
                  </a:lnTo>
                  <a:lnTo>
                    <a:pt x="17797" y="546285"/>
                  </a:lnTo>
                  <a:lnTo>
                    <a:pt x="18909" y="545715"/>
                  </a:lnTo>
                  <a:lnTo>
                    <a:pt x="20021" y="545142"/>
                  </a:lnTo>
                  <a:lnTo>
                    <a:pt x="21134" y="544564"/>
                  </a:lnTo>
                  <a:lnTo>
                    <a:pt x="22246" y="543981"/>
                  </a:lnTo>
                  <a:lnTo>
                    <a:pt x="23358" y="543395"/>
                  </a:lnTo>
                  <a:lnTo>
                    <a:pt x="24471" y="542803"/>
                  </a:lnTo>
                  <a:lnTo>
                    <a:pt x="25583" y="542205"/>
                  </a:lnTo>
                  <a:lnTo>
                    <a:pt x="26695" y="541602"/>
                  </a:lnTo>
                  <a:lnTo>
                    <a:pt x="27808" y="540993"/>
                  </a:lnTo>
                  <a:lnTo>
                    <a:pt x="28920" y="540375"/>
                  </a:lnTo>
                  <a:lnTo>
                    <a:pt x="30032" y="539752"/>
                  </a:lnTo>
                  <a:lnTo>
                    <a:pt x="31145" y="539122"/>
                  </a:lnTo>
                  <a:lnTo>
                    <a:pt x="32257" y="538482"/>
                  </a:lnTo>
                  <a:lnTo>
                    <a:pt x="33369" y="537835"/>
                  </a:lnTo>
                  <a:lnTo>
                    <a:pt x="34482" y="537181"/>
                  </a:lnTo>
                  <a:lnTo>
                    <a:pt x="35594" y="536515"/>
                  </a:lnTo>
                  <a:lnTo>
                    <a:pt x="36706" y="535842"/>
                  </a:lnTo>
                  <a:lnTo>
                    <a:pt x="37819" y="535161"/>
                  </a:lnTo>
                  <a:lnTo>
                    <a:pt x="38931" y="534466"/>
                  </a:lnTo>
                  <a:lnTo>
                    <a:pt x="40043" y="533763"/>
                  </a:lnTo>
                  <a:lnTo>
                    <a:pt x="41156" y="533053"/>
                  </a:lnTo>
                  <a:lnTo>
                    <a:pt x="42268" y="532329"/>
                  </a:lnTo>
                  <a:lnTo>
                    <a:pt x="43380" y="531595"/>
                  </a:lnTo>
                  <a:lnTo>
                    <a:pt x="44493" y="530853"/>
                  </a:lnTo>
                  <a:lnTo>
                    <a:pt x="45605" y="530099"/>
                  </a:lnTo>
                  <a:lnTo>
                    <a:pt x="46717" y="529334"/>
                  </a:lnTo>
                  <a:lnTo>
                    <a:pt x="47830" y="528561"/>
                  </a:lnTo>
                  <a:lnTo>
                    <a:pt x="48942" y="527776"/>
                  </a:lnTo>
                  <a:lnTo>
                    <a:pt x="50054" y="526980"/>
                  </a:lnTo>
                  <a:lnTo>
                    <a:pt x="51167" y="526176"/>
                  </a:lnTo>
                  <a:lnTo>
                    <a:pt x="52279" y="525362"/>
                  </a:lnTo>
                  <a:lnTo>
                    <a:pt x="53391" y="524537"/>
                  </a:lnTo>
                  <a:lnTo>
                    <a:pt x="54504" y="523705"/>
                  </a:lnTo>
                  <a:lnTo>
                    <a:pt x="55616" y="522865"/>
                  </a:lnTo>
                  <a:lnTo>
                    <a:pt x="56728" y="522013"/>
                  </a:lnTo>
                  <a:lnTo>
                    <a:pt x="57841" y="521156"/>
                  </a:lnTo>
                  <a:lnTo>
                    <a:pt x="58953" y="520292"/>
                  </a:lnTo>
                  <a:lnTo>
                    <a:pt x="60065" y="519418"/>
                  </a:lnTo>
                  <a:lnTo>
                    <a:pt x="61178" y="518539"/>
                  </a:lnTo>
                  <a:lnTo>
                    <a:pt x="62290" y="517655"/>
                  </a:lnTo>
                  <a:lnTo>
                    <a:pt x="63402" y="516764"/>
                  </a:lnTo>
                  <a:lnTo>
                    <a:pt x="64515" y="515868"/>
                  </a:lnTo>
                  <a:lnTo>
                    <a:pt x="65627" y="514969"/>
                  </a:lnTo>
                  <a:lnTo>
                    <a:pt x="66739" y="514066"/>
                  </a:lnTo>
                  <a:lnTo>
                    <a:pt x="67852" y="513159"/>
                  </a:lnTo>
                  <a:lnTo>
                    <a:pt x="68964" y="512250"/>
                  </a:lnTo>
                  <a:lnTo>
                    <a:pt x="70076" y="511338"/>
                  </a:lnTo>
                  <a:lnTo>
                    <a:pt x="71189" y="510425"/>
                  </a:lnTo>
                  <a:lnTo>
                    <a:pt x="72301" y="509511"/>
                  </a:lnTo>
                  <a:lnTo>
                    <a:pt x="73413" y="508596"/>
                  </a:lnTo>
                  <a:lnTo>
                    <a:pt x="74526" y="507681"/>
                  </a:lnTo>
                  <a:lnTo>
                    <a:pt x="75638" y="506766"/>
                  </a:lnTo>
                  <a:lnTo>
                    <a:pt x="76750" y="505851"/>
                  </a:lnTo>
                  <a:lnTo>
                    <a:pt x="77863" y="504937"/>
                  </a:lnTo>
                  <a:lnTo>
                    <a:pt x="78975" y="504024"/>
                  </a:lnTo>
                  <a:lnTo>
                    <a:pt x="80087" y="503112"/>
                  </a:lnTo>
                  <a:lnTo>
                    <a:pt x="81200" y="502202"/>
                  </a:lnTo>
                  <a:lnTo>
                    <a:pt x="82312" y="501293"/>
                  </a:lnTo>
                  <a:lnTo>
                    <a:pt x="83424" y="500384"/>
                  </a:lnTo>
                  <a:lnTo>
                    <a:pt x="84537" y="499476"/>
                  </a:lnTo>
                  <a:lnTo>
                    <a:pt x="85649" y="498569"/>
                  </a:lnTo>
                  <a:lnTo>
                    <a:pt x="86761" y="497663"/>
                  </a:lnTo>
                  <a:lnTo>
                    <a:pt x="87874" y="496755"/>
                  </a:lnTo>
                  <a:lnTo>
                    <a:pt x="88986" y="495847"/>
                  </a:lnTo>
                  <a:lnTo>
                    <a:pt x="90098" y="494938"/>
                  </a:lnTo>
                  <a:lnTo>
                    <a:pt x="91211" y="494026"/>
                  </a:lnTo>
                  <a:lnTo>
                    <a:pt x="92323" y="493109"/>
                  </a:lnTo>
                  <a:lnTo>
                    <a:pt x="93435" y="492190"/>
                  </a:lnTo>
                  <a:lnTo>
                    <a:pt x="94548" y="491264"/>
                  </a:lnTo>
                  <a:lnTo>
                    <a:pt x="95660" y="490330"/>
                  </a:lnTo>
                  <a:lnTo>
                    <a:pt x="96772" y="489389"/>
                  </a:lnTo>
                  <a:lnTo>
                    <a:pt x="97885" y="488439"/>
                  </a:lnTo>
                  <a:lnTo>
                    <a:pt x="98997" y="487473"/>
                  </a:lnTo>
                  <a:lnTo>
                    <a:pt x="100109" y="486497"/>
                  </a:lnTo>
                  <a:lnTo>
                    <a:pt x="101222" y="485508"/>
                  </a:lnTo>
                  <a:lnTo>
                    <a:pt x="102334" y="484494"/>
                  </a:lnTo>
                  <a:lnTo>
                    <a:pt x="103446" y="483464"/>
                  </a:lnTo>
                  <a:lnTo>
                    <a:pt x="104559" y="482417"/>
                  </a:lnTo>
                  <a:lnTo>
                    <a:pt x="105671" y="481336"/>
                  </a:lnTo>
                  <a:lnTo>
                    <a:pt x="106783" y="480231"/>
                  </a:lnTo>
                  <a:lnTo>
                    <a:pt x="107896" y="479104"/>
                  </a:lnTo>
                  <a:lnTo>
                    <a:pt x="109008" y="477935"/>
                  </a:lnTo>
                  <a:lnTo>
                    <a:pt x="110120" y="476732"/>
                  </a:lnTo>
                  <a:lnTo>
                    <a:pt x="111233" y="475499"/>
                  </a:lnTo>
                  <a:lnTo>
                    <a:pt x="112345" y="474219"/>
                  </a:lnTo>
                  <a:lnTo>
                    <a:pt x="113457" y="472890"/>
                  </a:lnTo>
                  <a:lnTo>
                    <a:pt x="114570" y="471525"/>
                  </a:lnTo>
                  <a:lnTo>
                    <a:pt x="115682" y="470108"/>
                  </a:lnTo>
                  <a:lnTo>
                    <a:pt x="116794" y="468626"/>
                  </a:lnTo>
                  <a:lnTo>
                    <a:pt x="117907" y="467099"/>
                  </a:lnTo>
                  <a:lnTo>
                    <a:pt x="119019" y="465517"/>
                  </a:lnTo>
                  <a:lnTo>
                    <a:pt x="120131" y="463853"/>
                  </a:lnTo>
                  <a:lnTo>
                    <a:pt x="121244" y="462135"/>
                  </a:lnTo>
                  <a:lnTo>
                    <a:pt x="122356" y="460362"/>
                  </a:lnTo>
                  <a:lnTo>
                    <a:pt x="123468" y="458484"/>
                  </a:lnTo>
                  <a:lnTo>
                    <a:pt x="124581" y="456546"/>
                  </a:lnTo>
                  <a:lnTo>
                    <a:pt x="125693" y="454547"/>
                  </a:lnTo>
                  <a:lnTo>
                    <a:pt x="126805" y="452433"/>
                  </a:lnTo>
                  <a:lnTo>
                    <a:pt x="127918" y="450246"/>
                  </a:lnTo>
                  <a:lnTo>
                    <a:pt x="129030" y="447989"/>
                  </a:lnTo>
                  <a:lnTo>
                    <a:pt x="130142" y="445616"/>
                  </a:lnTo>
                  <a:lnTo>
                    <a:pt x="131255" y="443151"/>
                  </a:lnTo>
                  <a:lnTo>
                    <a:pt x="132367" y="440611"/>
                  </a:lnTo>
                  <a:lnTo>
                    <a:pt x="133479" y="437954"/>
                  </a:lnTo>
                  <a:lnTo>
                    <a:pt x="134592" y="435187"/>
                  </a:lnTo>
                  <a:lnTo>
                    <a:pt x="135704" y="432338"/>
                  </a:lnTo>
                  <a:lnTo>
                    <a:pt x="136816" y="429377"/>
                  </a:lnTo>
                  <a:lnTo>
                    <a:pt x="137929" y="426287"/>
                  </a:lnTo>
                  <a:lnTo>
                    <a:pt x="139041" y="423109"/>
                  </a:lnTo>
                  <a:lnTo>
                    <a:pt x="140153" y="419826"/>
                  </a:lnTo>
                  <a:lnTo>
                    <a:pt x="141266" y="416394"/>
                  </a:lnTo>
                  <a:lnTo>
                    <a:pt x="142378" y="412872"/>
                  </a:lnTo>
                  <a:lnTo>
                    <a:pt x="143490" y="409253"/>
                  </a:lnTo>
                  <a:lnTo>
                    <a:pt x="144603" y="405469"/>
                  </a:lnTo>
                  <a:lnTo>
                    <a:pt x="145715" y="401592"/>
                  </a:lnTo>
                  <a:lnTo>
                    <a:pt x="146827" y="397622"/>
                  </a:lnTo>
                  <a:lnTo>
                    <a:pt x="147940" y="393486"/>
                  </a:lnTo>
                  <a:lnTo>
                    <a:pt x="149052" y="389250"/>
                  </a:lnTo>
                  <a:lnTo>
                    <a:pt x="150164" y="384922"/>
                  </a:lnTo>
                  <a:lnTo>
                    <a:pt x="151277" y="380441"/>
                  </a:lnTo>
                  <a:lnTo>
                    <a:pt x="152389" y="375849"/>
                  </a:lnTo>
                  <a:lnTo>
                    <a:pt x="153501" y="371165"/>
                  </a:lnTo>
                  <a:lnTo>
                    <a:pt x="154614" y="366347"/>
                  </a:lnTo>
                  <a:lnTo>
                    <a:pt x="155726" y="361409"/>
                  </a:lnTo>
                  <a:lnTo>
                    <a:pt x="156838" y="356384"/>
                  </a:lnTo>
                  <a:lnTo>
                    <a:pt x="157951" y="351242"/>
                  </a:lnTo>
                  <a:lnTo>
                    <a:pt x="159063" y="345976"/>
                  </a:lnTo>
                  <a:lnTo>
                    <a:pt x="160175" y="340629"/>
                  </a:lnTo>
                  <a:lnTo>
                    <a:pt x="161288" y="335186"/>
                  </a:lnTo>
                  <a:lnTo>
                    <a:pt x="162400" y="329618"/>
                  </a:lnTo>
                  <a:lnTo>
                    <a:pt x="163512" y="323978"/>
                  </a:lnTo>
                  <a:lnTo>
                    <a:pt x="164625" y="318262"/>
                  </a:lnTo>
                  <a:lnTo>
                    <a:pt x="165737" y="312426"/>
                  </a:lnTo>
                  <a:lnTo>
                    <a:pt x="166849" y="306530"/>
                  </a:lnTo>
                  <a:lnTo>
                    <a:pt x="167962" y="300572"/>
                  </a:lnTo>
                  <a:lnTo>
                    <a:pt x="169074" y="294516"/>
                  </a:lnTo>
                  <a:lnTo>
                    <a:pt x="170186" y="288406"/>
                  </a:lnTo>
                  <a:lnTo>
                    <a:pt x="171299" y="282249"/>
                  </a:lnTo>
                  <a:lnTo>
                    <a:pt x="172411" y="276022"/>
                  </a:lnTo>
                  <a:lnTo>
                    <a:pt x="173523" y="269751"/>
                  </a:lnTo>
                  <a:lnTo>
                    <a:pt x="174636" y="263448"/>
                  </a:lnTo>
                  <a:lnTo>
                    <a:pt x="175748" y="257101"/>
                  </a:lnTo>
                  <a:lnTo>
                    <a:pt x="176860" y="250727"/>
                  </a:lnTo>
                  <a:lnTo>
                    <a:pt x="177973" y="244335"/>
                  </a:lnTo>
                  <a:lnTo>
                    <a:pt x="179085" y="237926"/>
                  </a:lnTo>
                  <a:lnTo>
                    <a:pt x="180197" y="231510"/>
                  </a:lnTo>
                  <a:lnTo>
                    <a:pt x="181310" y="225095"/>
                  </a:lnTo>
                  <a:lnTo>
                    <a:pt x="182422" y="218684"/>
                  </a:lnTo>
                  <a:lnTo>
                    <a:pt x="183534" y="212292"/>
                  </a:lnTo>
                  <a:lnTo>
                    <a:pt x="184647" y="205919"/>
                  </a:lnTo>
                  <a:lnTo>
                    <a:pt x="185759" y="199568"/>
                  </a:lnTo>
                  <a:lnTo>
                    <a:pt x="186871" y="193269"/>
                  </a:lnTo>
                  <a:lnTo>
                    <a:pt x="187984" y="187006"/>
                  </a:lnTo>
                  <a:lnTo>
                    <a:pt x="189096" y="180781"/>
                  </a:lnTo>
                  <a:lnTo>
                    <a:pt x="190208" y="174639"/>
                  </a:lnTo>
                  <a:lnTo>
                    <a:pt x="191321" y="168554"/>
                  </a:lnTo>
                  <a:lnTo>
                    <a:pt x="192433" y="162524"/>
                  </a:lnTo>
                  <a:lnTo>
                    <a:pt x="193545" y="156598"/>
                  </a:lnTo>
                  <a:lnTo>
                    <a:pt x="194658" y="150755"/>
                  </a:lnTo>
                  <a:lnTo>
                    <a:pt x="195770" y="144984"/>
                  </a:lnTo>
                  <a:lnTo>
                    <a:pt x="196882" y="139331"/>
                  </a:lnTo>
                  <a:lnTo>
                    <a:pt x="197995" y="133790"/>
                  </a:lnTo>
                  <a:lnTo>
                    <a:pt x="199107" y="128336"/>
                  </a:lnTo>
                  <a:lnTo>
                    <a:pt x="200219" y="123008"/>
                  </a:lnTo>
                  <a:lnTo>
                    <a:pt x="201332" y="117822"/>
                  </a:lnTo>
                  <a:lnTo>
                    <a:pt x="202444" y="112737"/>
                  </a:lnTo>
                  <a:lnTo>
                    <a:pt x="203556" y="107778"/>
                  </a:lnTo>
                  <a:lnTo>
                    <a:pt x="204669" y="102993"/>
                  </a:lnTo>
                  <a:lnTo>
                    <a:pt x="205781" y="98319"/>
                  </a:lnTo>
                  <a:lnTo>
                    <a:pt x="206893" y="93767"/>
                  </a:lnTo>
                  <a:lnTo>
                    <a:pt x="208006" y="89418"/>
                  </a:lnTo>
                  <a:lnTo>
                    <a:pt x="209118" y="85187"/>
                  </a:lnTo>
                  <a:lnTo>
                    <a:pt x="210230" y="81074"/>
                  </a:lnTo>
                  <a:lnTo>
                    <a:pt x="211343" y="77180"/>
                  </a:lnTo>
                  <a:lnTo>
                    <a:pt x="212455" y="73414"/>
                  </a:lnTo>
                  <a:lnTo>
                    <a:pt x="213567" y="69770"/>
                  </a:lnTo>
                  <a:lnTo>
                    <a:pt x="214680" y="66332"/>
                  </a:lnTo>
                  <a:lnTo>
                    <a:pt x="215792" y="63039"/>
                  </a:lnTo>
                  <a:lnTo>
                    <a:pt x="216904" y="59870"/>
                  </a:lnTo>
                  <a:lnTo>
                    <a:pt x="218017" y="56889"/>
                  </a:lnTo>
                  <a:lnTo>
                    <a:pt x="219129" y="54069"/>
                  </a:lnTo>
                  <a:lnTo>
                    <a:pt x="220241" y="51370"/>
                  </a:lnTo>
                  <a:lnTo>
                    <a:pt x="221354" y="48838"/>
                  </a:lnTo>
                  <a:lnTo>
                    <a:pt x="222466" y="46477"/>
                  </a:lnTo>
                  <a:lnTo>
                    <a:pt x="223578" y="44231"/>
                  </a:lnTo>
                  <a:lnTo>
                    <a:pt x="224691" y="42128"/>
                  </a:lnTo>
                  <a:lnTo>
                    <a:pt x="225803" y="40202"/>
                  </a:lnTo>
                  <a:lnTo>
                    <a:pt x="226915" y="38383"/>
                  </a:lnTo>
                  <a:lnTo>
                    <a:pt x="228028" y="36682"/>
                  </a:lnTo>
                  <a:lnTo>
                    <a:pt x="229140" y="35159"/>
                  </a:lnTo>
                  <a:lnTo>
                    <a:pt x="230252" y="33732"/>
                  </a:lnTo>
                  <a:lnTo>
                    <a:pt x="231365" y="32401"/>
                  </a:lnTo>
                  <a:lnTo>
                    <a:pt x="232477" y="31236"/>
                  </a:lnTo>
                  <a:lnTo>
                    <a:pt x="233589" y="30159"/>
                  </a:lnTo>
                  <a:lnTo>
                    <a:pt x="234702" y="29165"/>
                  </a:lnTo>
                  <a:lnTo>
                    <a:pt x="235814" y="28305"/>
                  </a:lnTo>
                  <a:lnTo>
                    <a:pt x="236926" y="27529"/>
                  </a:lnTo>
                  <a:lnTo>
                    <a:pt x="238039" y="26824"/>
                  </a:lnTo>
                  <a:lnTo>
                    <a:pt x="239151" y="26221"/>
                  </a:lnTo>
                  <a:lnTo>
                    <a:pt x="240263" y="25696"/>
                  </a:lnTo>
                  <a:lnTo>
                    <a:pt x="241376" y="25227"/>
                  </a:lnTo>
                  <a:lnTo>
                    <a:pt x="242488" y="24833"/>
                  </a:lnTo>
                  <a:lnTo>
                    <a:pt x="243600" y="24506"/>
                  </a:lnTo>
                  <a:lnTo>
                    <a:pt x="244713" y="24222"/>
                  </a:lnTo>
                  <a:lnTo>
                    <a:pt x="245825" y="23988"/>
                  </a:lnTo>
                  <a:lnTo>
                    <a:pt x="246937" y="23807"/>
                  </a:lnTo>
                  <a:lnTo>
                    <a:pt x="248049" y="23655"/>
                  </a:lnTo>
                  <a:lnTo>
                    <a:pt x="249162" y="23534"/>
                  </a:lnTo>
                  <a:lnTo>
                    <a:pt x="250274" y="23450"/>
                  </a:lnTo>
                  <a:lnTo>
                    <a:pt x="251386" y="23381"/>
                  </a:lnTo>
                  <a:lnTo>
                    <a:pt x="252499" y="23329"/>
                  </a:lnTo>
                  <a:lnTo>
                    <a:pt x="253611" y="23295"/>
                  </a:lnTo>
                  <a:lnTo>
                    <a:pt x="254723" y="23266"/>
                  </a:lnTo>
                  <a:lnTo>
                    <a:pt x="255836" y="23241"/>
                  </a:lnTo>
                  <a:lnTo>
                    <a:pt x="256948" y="23217"/>
                  </a:lnTo>
                  <a:lnTo>
                    <a:pt x="258060" y="23188"/>
                  </a:lnTo>
                  <a:lnTo>
                    <a:pt x="259173" y="23154"/>
                  </a:lnTo>
                  <a:lnTo>
                    <a:pt x="260285" y="23106"/>
                  </a:lnTo>
                  <a:lnTo>
                    <a:pt x="261397" y="23044"/>
                  </a:lnTo>
                  <a:lnTo>
                    <a:pt x="262510" y="22968"/>
                  </a:lnTo>
                  <a:lnTo>
                    <a:pt x="263622" y="22871"/>
                  </a:lnTo>
                  <a:lnTo>
                    <a:pt x="264734" y="22749"/>
                  </a:lnTo>
                  <a:lnTo>
                    <a:pt x="265847" y="22608"/>
                  </a:lnTo>
                  <a:lnTo>
                    <a:pt x="266959" y="22442"/>
                  </a:lnTo>
                  <a:lnTo>
                    <a:pt x="268071" y="22241"/>
                  </a:lnTo>
                  <a:lnTo>
                    <a:pt x="269184" y="22017"/>
                  </a:lnTo>
                  <a:lnTo>
                    <a:pt x="270296" y="21767"/>
                  </a:lnTo>
                  <a:lnTo>
                    <a:pt x="271408" y="21476"/>
                  </a:lnTo>
                  <a:lnTo>
                    <a:pt x="272521" y="21160"/>
                  </a:lnTo>
                  <a:lnTo>
                    <a:pt x="273633" y="20819"/>
                  </a:lnTo>
                  <a:lnTo>
                    <a:pt x="274745" y="20432"/>
                  </a:lnTo>
                  <a:lnTo>
                    <a:pt x="275858" y="20021"/>
                  </a:lnTo>
                  <a:lnTo>
                    <a:pt x="276970" y="19586"/>
                  </a:lnTo>
                  <a:lnTo>
                    <a:pt x="278082" y="19110"/>
                  </a:lnTo>
                  <a:lnTo>
                    <a:pt x="279195" y="18608"/>
                  </a:lnTo>
                  <a:lnTo>
                    <a:pt x="280307" y="18083"/>
                  </a:lnTo>
                  <a:lnTo>
                    <a:pt x="281419" y="17525"/>
                  </a:lnTo>
                  <a:lnTo>
                    <a:pt x="282532" y="16942"/>
                  </a:lnTo>
                  <a:lnTo>
                    <a:pt x="283644" y="16341"/>
                  </a:lnTo>
                  <a:lnTo>
                    <a:pt x="284756" y="15714"/>
                  </a:lnTo>
                  <a:lnTo>
                    <a:pt x="285869" y="15066"/>
                  </a:lnTo>
                  <a:lnTo>
                    <a:pt x="286981" y="14404"/>
                  </a:lnTo>
                  <a:lnTo>
                    <a:pt x="288093" y="13726"/>
                  </a:lnTo>
                  <a:lnTo>
                    <a:pt x="289206" y="13034"/>
                  </a:lnTo>
                  <a:lnTo>
                    <a:pt x="290318" y="12333"/>
                  </a:lnTo>
                  <a:lnTo>
                    <a:pt x="291430" y="11625"/>
                  </a:lnTo>
                  <a:lnTo>
                    <a:pt x="292543" y="10912"/>
                  </a:lnTo>
                  <a:lnTo>
                    <a:pt x="293655" y="10197"/>
                  </a:lnTo>
                  <a:lnTo>
                    <a:pt x="294767" y="9483"/>
                  </a:lnTo>
                  <a:lnTo>
                    <a:pt x="295880" y="8775"/>
                  </a:lnTo>
                  <a:lnTo>
                    <a:pt x="296992" y="8074"/>
                  </a:lnTo>
                  <a:lnTo>
                    <a:pt x="298104" y="7381"/>
                  </a:lnTo>
                  <a:lnTo>
                    <a:pt x="299217" y="6705"/>
                  </a:lnTo>
                  <a:lnTo>
                    <a:pt x="300329" y="6046"/>
                  </a:lnTo>
                  <a:lnTo>
                    <a:pt x="301441" y="5401"/>
                  </a:lnTo>
                  <a:lnTo>
                    <a:pt x="302554" y="4784"/>
                  </a:lnTo>
                  <a:lnTo>
                    <a:pt x="303666" y="4194"/>
                  </a:lnTo>
                  <a:lnTo>
                    <a:pt x="304778" y="3626"/>
                  </a:lnTo>
                  <a:lnTo>
                    <a:pt x="305891" y="3093"/>
                  </a:lnTo>
                  <a:lnTo>
                    <a:pt x="307003" y="2599"/>
                  </a:lnTo>
                  <a:lnTo>
                    <a:pt x="308115" y="2134"/>
                  </a:lnTo>
                  <a:lnTo>
                    <a:pt x="309228" y="1708"/>
                  </a:lnTo>
                  <a:lnTo>
                    <a:pt x="310340" y="1334"/>
                  </a:lnTo>
                  <a:lnTo>
                    <a:pt x="311452" y="994"/>
                  </a:lnTo>
                  <a:lnTo>
                    <a:pt x="312565" y="696"/>
                  </a:lnTo>
                  <a:lnTo>
                    <a:pt x="313677" y="462"/>
                  </a:lnTo>
                  <a:lnTo>
                    <a:pt x="314789" y="268"/>
                  </a:lnTo>
                  <a:lnTo>
                    <a:pt x="315902" y="113"/>
                  </a:lnTo>
                  <a:lnTo>
                    <a:pt x="317014" y="35"/>
                  </a:lnTo>
                  <a:lnTo>
                    <a:pt x="318126" y="0"/>
                  </a:lnTo>
                  <a:lnTo>
                    <a:pt x="319239" y="6"/>
                  </a:lnTo>
                  <a:lnTo>
                    <a:pt x="320351" y="89"/>
                  </a:lnTo>
                  <a:lnTo>
                    <a:pt x="321463" y="220"/>
                  </a:lnTo>
                  <a:lnTo>
                    <a:pt x="322576" y="396"/>
                  </a:lnTo>
                  <a:lnTo>
                    <a:pt x="323688" y="641"/>
                  </a:lnTo>
                  <a:lnTo>
                    <a:pt x="324800" y="942"/>
                  </a:lnTo>
                  <a:lnTo>
                    <a:pt x="325913" y="1287"/>
                  </a:lnTo>
                  <a:lnTo>
                    <a:pt x="327025" y="1694"/>
                  </a:lnTo>
                  <a:lnTo>
                    <a:pt x="328137" y="2161"/>
                  </a:lnTo>
                  <a:lnTo>
                    <a:pt x="329250" y="2669"/>
                  </a:lnTo>
                  <a:lnTo>
                    <a:pt x="330362" y="3231"/>
                  </a:lnTo>
                  <a:lnTo>
                    <a:pt x="331474" y="3853"/>
                  </a:lnTo>
                  <a:lnTo>
                    <a:pt x="332587" y="4513"/>
                  </a:lnTo>
                  <a:lnTo>
                    <a:pt x="333699" y="5216"/>
                  </a:lnTo>
                  <a:lnTo>
                    <a:pt x="334811" y="5979"/>
                  </a:lnTo>
                  <a:lnTo>
                    <a:pt x="335924" y="6773"/>
                  </a:lnTo>
                  <a:lnTo>
                    <a:pt x="337036" y="7602"/>
                  </a:lnTo>
                  <a:lnTo>
                    <a:pt x="338148" y="8484"/>
                  </a:lnTo>
                  <a:lnTo>
                    <a:pt x="339261" y="9392"/>
                  </a:lnTo>
                  <a:lnTo>
                    <a:pt x="340373" y="10327"/>
                  </a:lnTo>
                  <a:lnTo>
                    <a:pt x="341485" y="11302"/>
                  </a:lnTo>
                  <a:lnTo>
                    <a:pt x="342598" y="12300"/>
                  </a:lnTo>
                  <a:lnTo>
                    <a:pt x="343710" y="13317"/>
                  </a:lnTo>
                  <a:lnTo>
                    <a:pt x="344822" y="14361"/>
                  </a:lnTo>
                  <a:lnTo>
                    <a:pt x="345935" y="15421"/>
                  </a:lnTo>
                  <a:lnTo>
                    <a:pt x="347047" y="16494"/>
                  </a:lnTo>
                  <a:lnTo>
                    <a:pt x="348159" y="17581"/>
                  </a:lnTo>
                  <a:lnTo>
                    <a:pt x="349272" y="18677"/>
                  </a:lnTo>
                  <a:lnTo>
                    <a:pt x="350384" y="19779"/>
                  </a:lnTo>
                  <a:lnTo>
                    <a:pt x="351496" y="20886"/>
                  </a:lnTo>
                  <a:lnTo>
                    <a:pt x="352609" y="21993"/>
                  </a:lnTo>
                  <a:lnTo>
                    <a:pt x="353721" y="23100"/>
                  </a:lnTo>
                  <a:lnTo>
                    <a:pt x="354833" y="24204"/>
                  </a:lnTo>
                  <a:lnTo>
                    <a:pt x="355946" y="25300"/>
                  </a:lnTo>
                  <a:lnTo>
                    <a:pt x="357058" y="26391"/>
                  </a:lnTo>
                  <a:lnTo>
                    <a:pt x="358170" y="27474"/>
                  </a:lnTo>
                  <a:lnTo>
                    <a:pt x="359283" y="28542"/>
                  </a:lnTo>
                  <a:lnTo>
                    <a:pt x="360395" y="29600"/>
                  </a:lnTo>
                  <a:lnTo>
                    <a:pt x="361507" y="30647"/>
                  </a:lnTo>
                  <a:lnTo>
                    <a:pt x="362620" y="31676"/>
                  </a:lnTo>
                  <a:lnTo>
                    <a:pt x="363732" y="32691"/>
                  </a:lnTo>
                  <a:lnTo>
                    <a:pt x="364844" y="33695"/>
                  </a:lnTo>
                  <a:lnTo>
                    <a:pt x="365957" y="34679"/>
                  </a:lnTo>
                  <a:lnTo>
                    <a:pt x="367069" y="35650"/>
                  </a:lnTo>
                  <a:lnTo>
                    <a:pt x="368181" y="36608"/>
                  </a:lnTo>
                  <a:lnTo>
                    <a:pt x="369294" y="37551"/>
                  </a:lnTo>
                  <a:lnTo>
                    <a:pt x="370406" y="38480"/>
                  </a:lnTo>
                  <a:lnTo>
                    <a:pt x="371518" y="39401"/>
                  </a:lnTo>
                  <a:lnTo>
                    <a:pt x="372631" y="40310"/>
                  </a:lnTo>
                  <a:lnTo>
                    <a:pt x="373743" y="41211"/>
                  </a:lnTo>
                  <a:lnTo>
                    <a:pt x="374855" y="42108"/>
                  </a:lnTo>
                  <a:lnTo>
                    <a:pt x="375968" y="43000"/>
                  </a:lnTo>
                  <a:lnTo>
                    <a:pt x="377080" y="43892"/>
                  </a:lnTo>
                  <a:lnTo>
                    <a:pt x="378192" y="44786"/>
                  </a:lnTo>
                  <a:lnTo>
                    <a:pt x="379305" y="45683"/>
                  </a:lnTo>
                  <a:lnTo>
                    <a:pt x="380417" y="46592"/>
                  </a:lnTo>
                  <a:lnTo>
                    <a:pt x="381529" y="47511"/>
                  </a:lnTo>
                  <a:lnTo>
                    <a:pt x="382642" y="48442"/>
                  </a:lnTo>
                  <a:lnTo>
                    <a:pt x="383754" y="49398"/>
                  </a:lnTo>
                  <a:lnTo>
                    <a:pt x="384866" y="50376"/>
                  </a:lnTo>
                  <a:lnTo>
                    <a:pt x="385979" y="51375"/>
                  </a:lnTo>
                  <a:lnTo>
                    <a:pt x="387091" y="52412"/>
                  </a:lnTo>
                  <a:lnTo>
                    <a:pt x="388203" y="53485"/>
                  </a:lnTo>
                  <a:lnTo>
                    <a:pt x="389316" y="54589"/>
                  </a:lnTo>
                  <a:lnTo>
                    <a:pt x="390428" y="55742"/>
                  </a:lnTo>
                  <a:lnTo>
                    <a:pt x="391540" y="56949"/>
                  </a:lnTo>
                  <a:lnTo>
                    <a:pt x="392653" y="58197"/>
                  </a:lnTo>
                  <a:lnTo>
                    <a:pt x="393765" y="59503"/>
                  </a:lnTo>
                  <a:lnTo>
                    <a:pt x="394877" y="60882"/>
                  </a:lnTo>
                  <a:lnTo>
                    <a:pt x="395990" y="62312"/>
                  </a:lnTo>
                  <a:lnTo>
                    <a:pt x="397102" y="63806"/>
                  </a:lnTo>
                  <a:lnTo>
                    <a:pt x="398214" y="65394"/>
                  </a:lnTo>
                  <a:lnTo>
                    <a:pt x="399327" y="67042"/>
                  </a:lnTo>
                  <a:lnTo>
                    <a:pt x="400439" y="68756"/>
                  </a:lnTo>
                  <a:lnTo>
                    <a:pt x="401551" y="70586"/>
                  </a:lnTo>
                  <a:lnTo>
                    <a:pt x="402664" y="72485"/>
                  </a:lnTo>
                  <a:lnTo>
                    <a:pt x="403776" y="74453"/>
                  </a:lnTo>
                  <a:lnTo>
                    <a:pt x="404888" y="76548"/>
                  </a:lnTo>
                  <a:lnTo>
                    <a:pt x="406001" y="78724"/>
                  </a:lnTo>
                  <a:lnTo>
                    <a:pt x="407113" y="80974"/>
                  </a:lnTo>
                  <a:lnTo>
                    <a:pt x="408225" y="83350"/>
                  </a:lnTo>
                  <a:lnTo>
                    <a:pt x="409338" y="85822"/>
                  </a:lnTo>
                  <a:lnTo>
                    <a:pt x="410450" y="88373"/>
                  </a:lnTo>
                  <a:lnTo>
                    <a:pt x="411562" y="91043"/>
                  </a:lnTo>
                  <a:lnTo>
                    <a:pt x="412675" y="93822"/>
                  </a:lnTo>
                  <a:lnTo>
                    <a:pt x="413787" y="96683"/>
                  </a:lnTo>
                  <a:lnTo>
                    <a:pt x="414899" y="99653"/>
                  </a:lnTo>
                  <a:lnTo>
                    <a:pt x="416012" y="102744"/>
                  </a:lnTo>
                  <a:lnTo>
                    <a:pt x="417124" y="105915"/>
                  </a:lnTo>
                  <a:lnTo>
                    <a:pt x="418236" y="109184"/>
                  </a:lnTo>
                  <a:lnTo>
                    <a:pt x="419349" y="112581"/>
                  </a:lnTo>
                  <a:lnTo>
                    <a:pt x="420461" y="116056"/>
                  </a:lnTo>
                  <a:lnTo>
                    <a:pt x="421573" y="119613"/>
                  </a:lnTo>
                  <a:lnTo>
                    <a:pt x="422686" y="123304"/>
                  </a:lnTo>
                  <a:lnTo>
                    <a:pt x="423798" y="127066"/>
                  </a:lnTo>
                  <a:lnTo>
                    <a:pt x="424910" y="130900"/>
                  </a:lnTo>
                  <a:lnTo>
                    <a:pt x="426023" y="134858"/>
                  </a:lnTo>
                  <a:lnTo>
                    <a:pt x="427135" y="138884"/>
                  </a:lnTo>
                  <a:lnTo>
                    <a:pt x="428247" y="142975"/>
                  </a:lnTo>
                  <a:lnTo>
                    <a:pt x="429360" y="147167"/>
                  </a:lnTo>
                  <a:lnTo>
                    <a:pt x="430472" y="151427"/>
                  </a:lnTo>
                  <a:lnTo>
                    <a:pt x="431584" y="155743"/>
                  </a:lnTo>
                  <a:lnTo>
                    <a:pt x="432697" y="160137"/>
                  </a:lnTo>
                  <a:lnTo>
                    <a:pt x="433809" y="164595"/>
                  </a:lnTo>
                  <a:lnTo>
                    <a:pt x="434921" y="169097"/>
                  </a:lnTo>
                  <a:lnTo>
                    <a:pt x="436034" y="173657"/>
                  </a:lnTo>
                  <a:lnTo>
                    <a:pt x="437146" y="178271"/>
                  </a:lnTo>
                  <a:lnTo>
                    <a:pt x="438258" y="182918"/>
                  </a:lnTo>
                  <a:lnTo>
                    <a:pt x="439371" y="187603"/>
                  </a:lnTo>
                  <a:lnTo>
                    <a:pt x="440483" y="192328"/>
                  </a:lnTo>
                  <a:lnTo>
                    <a:pt x="441595" y="197074"/>
                  </a:lnTo>
                  <a:lnTo>
                    <a:pt x="442708" y="201841"/>
                  </a:lnTo>
                  <a:lnTo>
                    <a:pt x="443820" y="206631"/>
                  </a:lnTo>
                  <a:lnTo>
                    <a:pt x="444932" y="211430"/>
                  </a:lnTo>
                  <a:lnTo>
                    <a:pt x="446045" y="216235"/>
                  </a:lnTo>
                  <a:lnTo>
                    <a:pt x="447157" y="221043"/>
                  </a:lnTo>
                  <a:lnTo>
                    <a:pt x="448269" y="225846"/>
                  </a:lnTo>
                  <a:lnTo>
                    <a:pt x="449382" y="230644"/>
                  </a:lnTo>
                  <a:lnTo>
                    <a:pt x="450494" y="235425"/>
                  </a:lnTo>
                  <a:lnTo>
                    <a:pt x="451606" y="240187"/>
                  </a:lnTo>
                  <a:lnTo>
                    <a:pt x="452719" y="244932"/>
                  </a:lnTo>
                  <a:lnTo>
                    <a:pt x="453831" y="249645"/>
                  </a:lnTo>
                  <a:lnTo>
                    <a:pt x="454943" y="254323"/>
                  </a:lnTo>
                  <a:lnTo>
                    <a:pt x="456056" y="258973"/>
                  </a:lnTo>
                  <a:lnTo>
                    <a:pt x="457168" y="263579"/>
                  </a:lnTo>
                  <a:lnTo>
                    <a:pt x="458280" y="268134"/>
                  </a:lnTo>
                  <a:lnTo>
                    <a:pt x="459393" y="272650"/>
                  </a:lnTo>
                  <a:lnTo>
                    <a:pt x="460505" y="277117"/>
                  </a:lnTo>
                  <a:lnTo>
                    <a:pt x="461617" y="281514"/>
                  </a:lnTo>
                  <a:lnTo>
                    <a:pt x="462730" y="285864"/>
                  </a:lnTo>
                  <a:lnTo>
                    <a:pt x="463842" y="290163"/>
                  </a:lnTo>
                  <a:lnTo>
                    <a:pt x="464954" y="294373"/>
                  </a:lnTo>
                  <a:lnTo>
                    <a:pt x="466067" y="298531"/>
                  </a:lnTo>
                  <a:lnTo>
                    <a:pt x="467179" y="302637"/>
                  </a:lnTo>
                  <a:lnTo>
                    <a:pt x="468291" y="306643"/>
                  </a:lnTo>
                  <a:lnTo>
                    <a:pt x="469404" y="310590"/>
                  </a:lnTo>
                  <a:lnTo>
                    <a:pt x="470516" y="314480"/>
                  </a:lnTo>
                  <a:lnTo>
                    <a:pt x="471628" y="318273"/>
                  </a:lnTo>
                  <a:lnTo>
                    <a:pt x="472741" y="321998"/>
                  </a:lnTo>
                  <a:lnTo>
                    <a:pt x="473853" y="325663"/>
                  </a:lnTo>
                  <a:lnTo>
                    <a:pt x="474965" y="329239"/>
                  </a:lnTo>
                  <a:lnTo>
                    <a:pt x="476078" y="332737"/>
                  </a:lnTo>
                  <a:lnTo>
                    <a:pt x="477190" y="336177"/>
                  </a:lnTo>
                  <a:lnTo>
                    <a:pt x="478302" y="339535"/>
                  </a:lnTo>
                  <a:lnTo>
                    <a:pt x="479415" y="342811"/>
                  </a:lnTo>
                  <a:lnTo>
                    <a:pt x="480527" y="346030"/>
                  </a:lnTo>
                  <a:lnTo>
                    <a:pt x="481639" y="349181"/>
                  </a:lnTo>
                  <a:lnTo>
                    <a:pt x="482752" y="352245"/>
                  </a:lnTo>
                  <a:lnTo>
                    <a:pt x="483864" y="355257"/>
                  </a:lnTo>
                  <a:lnTo>
                    <a:pt x="484976" y="358212"/>
                  </a:lnTo>
                  <a:lnTo>
                    <a:pt x="486089" y="361082"/>
                  </a:lnTo>
                  <a:lnTo>
                    <a:pt x="487201" y="363906"/>
                  </a:lnTo>
                  <a:lnTo>
                    <a:pt x="488313" y="366684"/>
                  </a:lnTo>
                  <a:lnTo>
                    <a:pt x="489426" y="369384"/>
                  </a:lnTo>
                  <a:lnTo>
                    <a:pt x="490538" y="372044"/>
                  </a:lnTo>
                  <a:lnTo>
                    <a:pt x="491650" y="374664"/>
                  </a:lnTo>
                  <a:lnTo>
                    <a:pt x="492762" y="377224"/>
                  </a:lnTo>
                  <a:lnTo>
                    <a:pt x="493875" y="379747"/>
                  </a:lnTo>
                  <a:lnTo>
                    <a:pt x="494987" y="382238"/>
                  </a:lnTo>
                  <a:lnTo>
                    <a:pt x="496099" y="384685"/>
                  </a:lnTo>
                  <a:lnTo>
                    <a:pt x="497212" y="387099"/>
                  </a:lnTo>
                  <a:lnTo>
                    <a:pt x="498324" y="389490"/>
                  </a:lnTo>
                  <a:lnTo>
                    <a:pt x="499436" y="391852"/>
                  </a:lnTo>
                  <a:lnTo>
                    <a:pt x="500549" y="394189"/>
                  </a:lnTo>
                  <a:lnTo>
                    <a:pt x="501661" y="396510"/>
                  </a:lnTo>
                  <a:lnTo>
                    <a:pt x="502773" y="398814"/>
                  </a:lnTo>
                  <a:lnTo>
                    <a:pt x="503886" y="401102"/>
                  </a:lnTo>
                  <a:lnTo>
                    <a:pt x="504998" y="403381"/>
                  </a:lnTo>
                  <a:lnTo>
                    <a:pt x="506110" y="405653"/>
                  </a:lnTo>
                  <a:lnTo>
                    <a:pt x="507223" y="407918"/>
                  </a:lnTo>
                  <a:lnTo>
                    <a:pt x="508335" y="410181"/>
                  </a:lnTo>
                  <a:lnTo>
                    <a:pt x="509447" y="412443"/>
                  </a:lnTo>
                  <a:lnTo>
                    <a:pt x="510560" y="414708"/>
                  </a:lnTo>
                  <a:lnTo>
                    <a:pt x="511672" y="416977"/>
                  </a:lnTo>
                  <a:lnTo>
                    <a:pt x="512784" y="419250"/>
                  </a:lnTo>
                  <a:lnTo>
                    <a:pt x="513897" y="421532"/>
                  </a:lnTo>
                  <a:lnTo>
                    <a:pt x="515009" y="423823"/>
                  </a:lnTo>
                  <a:lnTo>
                    <a:pt x="516121" y="426122"/>
                  </a:lnTo>
                  <a:lnTo>
                    <a:pt x="517234" y="428434"/>
                  </a:lnTo>
                  <a:lnTo>
                    <a:pt x="518346" y="430758"/>
                  </a:lnTo>
                  <a:lnTo>
                    <a:pt x="519458" y="433092"/>
                  </a:lnTo>
                  <a:lnTo>
                    <a:pt x="520571" y="435441"/>
                  </a:lnTo>
                  <a:lnTo>
                    <a:pt x="521683" y="437804"/>
                  </a:lnTo>
                  <a:lnTo>
                    <a:pt x="522795" y="440178"/>
                  </a:lnTo>
                  <a:lnTo>
                    <a:pt x="523908" y="442565"/>
                  </a:lnTo>
                  <a:lnTo>
                    <a:pt x="525020" y="444967"/>
                  </a:lnTo>
                  <a:lnTo>
                    <a:pt x="526132" y="447380"/>
                  </a:lnTo>
                  <a:lnTo>
                    <a:pt x="527245" y="449802"/>
                  </a:lnTo>
                  <a:lnTo>
                    <a:pt x="528357" y="452239"/>
                  </a:lnTo>
                  <a:lnTo>
                    <a:pt x="529469" y="454684"/>
                  </a:lnTo>
                  <a:lnTo>
                    <a:pt x="530582" y="457135"/>
                  </a:lnTo>
                  <a:lnTo>
                    <a:pt x="531694" y="459597"/>
                  </a:lnTo>
                  <a:lnTo>
                    <a:pt x="532806" y="462062"/>
                  </a:lnTo>
                  <a:lnTo>
                    <a:pt x="533919" y="464532"/>
                  </a:lnTo>
                  <a:lnTo>
                    <a:pt x="535031" y="467004"/>
                  </a:lnTo>
                  <a:lnTo>
                    <a:pt x="536143" y="469477"/>
                  </a:lnTo>
                  <a:lnTo>
                    <a:pt x="537256" y="471950"/>
                  </a:lnTo>
                  <a:lnTo>
                    <a:pt x="538368" y="474419"/>
                  </a:lnTo>
                  <a:lnTo>
                    <a:pt x="539480" y="476883"/>
                  </a:lnTo>
                  <a:lnTo>
                    <a:pt x="540593" y="479342"/>
                  </a:lnTo>
                  <a:lnTo>
                    <a:pt x="541705" y="481791"/>
                  </a:lnTo>
                  <a:lnTo>
                    <a:pt x="542817" y="484227"/>
                  </a:lnTo>
                  <a:lnTo>
                    <a:pt x="543930" y="486654"/>
                  </a:lnTo>
                  <a:lnTo>
                    <a:pt x="545042" y="489066"/>
                  </a:lnTo>
                  <a:lnTo>
                    <a:pt x="546154" y="491457"/>
                  </a:lnTo>
                  <a:lnTo>
                    <a:pt x="547267" y="493833"/>
                  </a:lnTo>
                  <a:lnTo>
                    <a:pt x="548379" y="496192"/>
                  </a:lnTo>
                  <a:lnTo>
                    <a:pt x="549491" y="498519"/>
                  </a:lnTo>
                  <a:lnTo>
                    <a:pt x="550604" y="500827"/>
                  </a:lnTo>
                  <a:lnTo>
                    <a:pt x="551716" y="503115"/>
                  </a:lnTo>
                  <a:lnTo>
                    <a:pt x="552828" y="505363"/>
                  </a:lnTo>
                  <a:lnTo>
                    <a:pt x="553941" y="507587"/>
                  </a:lnTo>
                  <a:lnTo>
                    <a:pt x="555053" y="509787"/>
                  </a:lnTo>
                  <a:lnTo>
                    <a:pt x="556165" y="511944"/>
                  </a:lnTo>
                  <a:lnTo>
                    <a:pt x="557278" y="514069"/>
                  </a:lnTo>
                  <a:lnTo>
                    <a:pt x="558390" y="516168"/>
                  </a:lnTo>
                  <a:lnTo>
                    <a:pt x="559502" y="518221"/>
                  </a:lnTo>
                  <a:lnTo>
                    <a:pt x="560615" y="520237"/>
                  </a:lnTo>
                  <a:lnTo>
                    <a:pt x="561727" y="522223"/>
                  </a:lnTo>
                  <a:lnTo>
                    <a:pt x="562839" y="524165"/>
                  </a:lnTo>
                  <a:lnTo>
                    <a:pt x="563952" y="526063"/>
                  </a:lnTo>
                  <a:lnTo>
                    <a:pt x="565064" y="527928"/>
                  </a:lnTo>
                  <a:lnTo>
                    <a:pt x="566176" y="529751"/>
                  </a:lnTo>
                  <a:lnTo>
                    <a:pt x="567289" y="531524"/>
                  </a:lnTo>
                  <a:lnTo>
                    <a:pt x="568401" y="533263"/>
                  </a:lnTo>
                  <a:lnTo>
                    <a:pt x="568401" y="577847"/>
                  </a:lnTo>
                  <a:lnTo>
                    <a:pt x="567289" y="577847"/>
                  </a:lnTo>
                  <a:lnTo>
                    <a:pt x="566176" y="577847"/>
                  </a:lnTo>
                  <a:lnTo>
                    <a:pt x="565064" y="577847"/>
                  </a:lnTo>
                  <a:lnTo>
                    <a:pt x="563952" y="577847"/>
                  </a:lnTo>
                  <a:lnTo>
                    <a:pt x="562839" y="577847"/>
                  </a:lnTo>
                  <a:lnTo>
                    <a:pt x="561727" y="577847"/>
                  </a:lnTo>
                  <a:lnTo>
                    <a:pt x="560615" y="577847"/>
                  </a:lnTo>
                  <a:lnTo>
                    <a:pt x="559502" y="577847"/>
                  </a:lnTo>
                  <a:lnTo>
                    <a:pt x="558390" y="577847"/>
                  </a:lnTo>
                  <a:lnTo>
                    <a:pt x="557278" y="577847"/>
                  </a:lnTo>
                  <a:lnTo>
                    <a:pt x="556165" y="577847"/>
                  </a:lnTo>
                  <a:lnTo>
                    <a:pt x="555053" y="577847"/>
                  </a:lnTo>
                  <a:lnTo>
                    <a:pt x="553941" y="577847"/>
                  </a:lnTo>
                  <a:lnTo>
                    <a:pt x="552828" y="577847"/>
                  </a:lnTo>
                  <a:lnTo>
                    <a:pt x="551716" y="577847"/>
                  </a:lnTo>
                  <a:lnTo>
                    <a:pt x="550604" y="577847"/>
                  </a:lnTo>
                  <a:lnTo>
                    <a:pt x="549491" y="577847"/>
                  </a:lnTo>
                  <a:lnTo>
                    <a:pt x="548379" y="577847"/>
                  </a:lnTo>
                  <a:lnTo>
                    <a:pt x="547267" y="577847"/>
                  </a:lnTo>
                  <a:lnTo>
                    <a:pt x="546154" y="577847"/>
                  </a:lnTo>
                  <a:lnTo>
                    <a:pt x="545042" y="577847"/>
                  </a:lnTo>
                  <a:lnTo>
                    <a:pt x="543930" y="577847"/>
                  </a:lnTo>
                  <a:lnTo>
                    <a:pt x="542817" y="577847"/>
                  </a:lnTo>
                  <a:lnTo>
                    <a:pt x="541705" y="577847"/>
                  </a:lnTo>
                  <a:lnTo>
                    <a:pt x="540593" y="577847"/>
                  </a:lnTo>
                  <a:lnTo>
                    <a:pt x="539480" y="577847"/>
                  </a:lnTo>
                  <a:lnTo>
                    <a:pt x="538368" y="577847"/>
                  </a:lnTo>
                  <a:lnTo>
                    <a:pt x="537256" y="577847"/>
                  </a:lnTo>
                  <a:lnTo>
                    <a:pt x="536143" y="577847"/>
                  </a:lnTo>
                  <a:lnTo>
                    <a:pt x="535031" y="577847"/>
                  </a:lnTo>
                  <a:lnTo>
                    <a:pt x="533919" y="577847"/>
                  </a:lnTo>
                  <a:lnTo>
                    <a:pt x="532806" y="577847"/>
                  </a:lnTo>
                  <a:lnTo>
                    <a:pt x="531694" y="577847"/>
                  </a:lnTo>
                  <a:lnTo>
                    <a:pt x="530582" y="577847"/>
                  </a:lnTo>
                  <a:lnTo>
                    <a:pt x="529469" y="577847"/>
                  </a:lnTo>
                  <a:lnTo>
                    <a:pt x="528357" y="577847"/>
                  </a:lnTo>
                  <a:lnTo>
                    <a:pt x="527245" y="577847"/>
                  </a:lnTo>
                  <a:lnTo>
                    <a:pt x="526132" y="577847"/>
                  </a:lnTo>
                  <a:lnTo>
                    <a:pt x="525020" y="577847"/>
                  </a:lnTo>
                  <a:lnTo>
                    <a:pt x="523908" y="577847"/>
                  </a:lnTo>
                  <a:lnTo>
                    <a:pt x="522795" y="577847"/>
                  </a:lnTo>
                  <a:lnTo>
                    <a:pt x="521683" y="577847"/>
                  </a:lnTo>
                  <a:lnTo>
                    <a:pt x="520571" y="577847"/>
                  </a:lnTo>
                  <a:lnTo>
                    <a:pt x="519458" y="577847"/>
                  </a:lnTo>
                  <a:lnTo>
                    <a:pt x="518346" y="577847"/>
                  </a:lnTo>
                  <a:lnTo>
                    <a:pt x="517234" y="577847"/>
                  </a:lnTo>
                  <a:lnTo>
                    <a:pt x="516121" y="577847"/>
                  </a:lnTo>
                  <a:lnTo>
                    <a:pt x="515009" y="577847"/>
                  </a:lnTo>
                  <a:lnTo>
                    <a:pt x="513897" y="577847"/>
                  </a:lnTo>
                  <a:lnTo>
                    <a:pt x="512784" y="577847"/>
                  </a:lnTo>
                  <a:lnTo>
                    <a:pt x="511672" y="577847"/>
                  </a:lnTo>
                  <a:lnTo>
                    <a:pt x="510560" y="577847"/>
                  </a:lnTo>
                  <a:lnTo>
                    <a:pt x="509447" y="577847"/>
                  </a:lnTo>
                  <a:lnTo>
                    <a:pt x="508335" y="577847"/>
                  </a:lnTo>
                  <a:lnTo>
                    <a:pt x="507223" y="577847"/>
                  </a:lnTo>
                  <a:lnTo>
                    <a:pt x="506110" y="577847"/>
                  </a:lnTo>
                  <a:lnTo>
                    <a:pt x="504998" y="577847"/>
                  </a:lnTo>
                  <a:lnTo>
                    <a:pt x="503886" y="577847"/>
                  </a:lnTo>
                  <a:lnTo>
                    <a:pt x="502773" y="577847"/>
                  </a:lnTo>
                  <a:lnTo>
                    <a:pt x="501661" y="577847"/>
                  </a:lnTo>
                  <a:lnTo>
                    <a:pt x="500549" y="577847"/>
                  </a:lnTo>
                  <a:lnTo>
                    <a:pt x="499436" y="577847"/>
                  </a:lnTo>
                  <a:lnTo>
                    <a:pt x="498324" y="577847"/>
                  </a:lnTo>
                  <a:lnTo>
                    <a:pt x="497212" y="577847"/>
                  </a:lnTo>
                  <a:lnTo>
                    <a:pt x="496099" y="577847"/>
                  </a:lnTo>
                  <a:lnTo>
                    <a:pt x="494987" y="577847"/>
                  </a:lnTo>
                  <a:lnTo>
                    <a:pt x="493875" y="577847"/>
                  </a:lnTo>
                  <a:lnTo>
                    <a:pt x="492762" y="577847"/>
                  </a:lnTo>
                  <a:lnTo>
                    <a:pt x="491650" y="577847"/>
                  </a:lnTo>
                  <a:lnTo>
                    <a:pt x="490538" y="577847"/>
                  </a:lnTo>
                  <a:lnTo>
                    <a:pt x="489426" y="577847"/>
                  </a:lnTo>
                  <a:lnTo>
                    <a:pt x="488313" y="577847"/>
                  </a:lnTo>
                  <a:lnTo>
                    <a:pt x="487201" y="577847"/>
                  </a:lnTo>
                  <a:lnTo>
                    <a:pt x="486089" y="577847"/>
                  </a:lnTo>
                  <a:lnTo>
                    <a:pt x="484976" y="577847"/>
                  </a:lnTo>
                  <a:lnTo>
                    <a:pt x="483864" y="577847"/>
                  </a:lnTo>
                  <a:lnTo>
                    <a:pt x="482752" y="577847"/>
                  </a:lnTo>
                  <a:lnTo>
                    <a:pt x="481639" y="577847"/>
                  </a:lnTo>
                  <a:lnTo>
                    <a:pt x="480527" y="577847"/>
                  </a:lnTo>
                  <a:lnTo>
                    <a:pt x="479415" y="577847"/>
                  </a:lnTo>
                  <a:lnTo>
                    <a:pt x="478302" y="577847"/>
                  </a:lnTo>
                  <a:lnTo>
                    <a:pt x="477190" y="577847"/>
                  </a:lnTo>
                  <a:lnTo>
                    <a:pt x="476078" y="577847"/>
                  </a:lnTo>
                  <a:lnTo>
                    <a:pt x="474965" y="577847"/>
                  </a:lnTo>
                  <a:lnTo>
                    <a:pt x="473853" y="577847"/>
                  </a:lnTo>
                  <a:lnTo>
                    <a:pt x="472741" y="577847"/>
                  </a:lnTo>
                  <a:lnTo>
                    <a:pt x="471628" y="577847"/>
                  </a:lnTo>
                  <a:lnTo>
                    <a:pt x="470516" y="577847"/>
                  </a:lnTo>
                  <a:lnTo>
                    <a:pt x="469404" y="577847"/>
                  </a:lnTo>
                  <a:lnTo>
                    <a:pt x="468291" y="577847"/>
                  </a:lnTo>
                  <a:lnTo>
                    <a:pt x="467179" y="577847"/>
                  </a:lnTo>
                  <a:lnTo>
                    <a:pt x="466067" y="577847"/>
                  </a:lnTo>
                  <a:lnTo>
                    <a:pt x="464954" y="577847"/>
                  </a:lnTo>
                  <a:lnTo>
                    <a:pt x="463842" y="577847"/>
                  </a:lnTo>
                  <a:lnTo>
                    <a:pt x="462730" y="577847"/>
                  </a:lnTo>
                  <a:lnTo>
                    <a:pt x="461617" y="577847"/>
                  </a:lnTo>
                  <a:lnTo>
                    <a:pt x="460505" y="577847"/>
                  </a:lnTo>
                  <a:lnTo>
                    <a:pt x="459393" y="577847"/>
                  </a:lnTo>
                  <a:lnTo>
                    <a:pt x="458280" y="577847"/>
                  </a:lnTo>
                  <a:lnTo>
                    <a:pt x="457168" y="577847"/>
                  </a:lnTo>
                  <a:lnTo>
                    <a:pt x="456056" y="577847"/>
                  </a:lnTo>
                  <a:lnTo>
                    <a:pt x="454943" y="577847"/>
                  </a:lnTo>
                  <a:lnTo>
                    <a:pt x="453831" y="577847"/>
                  </a:lnTo>
                  <a:lnTo>
                    <a:pt x="452719" y="577847"/>
                  </a:lnTo>
                  <a:lnTo>
                    <a:pt x="451606" y="577847"/>
                  </a:lnTo>
                  <a:lnTo>
                    <a:pt x="450494" y="577847"/>
                  </a:lnTo>
                  <a:lnTo>
                    <a:pt x="449382" y="577847"/>
                  </a:lnTo>
                  <a:lnTo>
                    <a:pt x="448269" y="577847"/>
                  </a:lnTo>
                  <a:lnTo>
                    <a:pt x="447157" y="577847"/>
                  </a:lnTo>
                  <a:lnTo>
                    <a:pt x="446045" y="577847"/>
                  </a:lnTo>
                  <a:lnTo>
                    <a:pt x="444932" y="577847"/>
                  </a:lnTo>
                  <a:lnTo>
                    <a:pt x="443820" y="577847"/>
                  </a:lnTo>
                  <a:lnTo>
                    <a:pt x="442708" y="577847"/>
                  </a:lnTo>
                  <a:lnTo>
                    <a:pt x="441595" y="577847"/>
                  </a:lnTo>
                  <a:lnTo>
                    <a:pt x="440483" y="577847"/>
                  </a:lnTo>
                  <a:lnTo>
                    <a:pt x="439371" y="577847"/>
                  </a:lnTo>
                  <a:lnTo>
                    <a:pt x="438258" y="577847"/>
                  </a:lnTo>
                  <a:lnTo>
                    <a:pt x="437146" y="577847"/>
                  </a:lnTo>
                  <a:lnTo>
                    <a:pt x="436034" y="577847"/>
                  </a:lnTo>
                  <a:lnTo>
                    <a:pt x="434921" y="577847"/>
                  </a:lnTo>
                  <a:lnTo>
                    <a:pt x="433809" y="577847"/>
                  </a:lnTo>
                  <a:lnTo>
                    <a:pt x="432697" y="577847"/>
                  </a:lnTo>
                  <a:lnTo>
                    <a:pt x="431584" y="577847"/>
                  </a:lnTo>
                  <a:lnTo>
                    <a:pt x="430472" y="577847"/>
                  </a:lnTo>
                  <a:lnTo>
                    <a:pt x="429360" y="577847"/>
                  </a:lnTo>
                  <a:lnTo>
                    <a:pt x="428247" y="577847"/>
                  </a:lnTo>
                  <a:lnTo>
                    <a:pt x="427135" y="577847"/>
                  </a:lnTo>
                  <a:lnTo>
                    <a:pt x="426023" y="577847"/>
                  </a:lnTo>
                  <a:lnTo>
                    <a:pt x="424910" y="577847"/>
                  </a:lnTo>
                  <a:lnTo>
                    <a:pt x="423798" y="577847"/>
                  </a:lnTo>
                  <a:lnTo>
                    <a:pt x="422686" y="577847"/>
                  </a:lnTo>
                  <a:lnTo>
                    <a:pt x="421573" y="577847"/>
                  </a:lnTo>
                  <a:lnTo>
                    <a:pt x="420461" y="577847"/>
                  </a:lnTo>
                  <a:lnTo>
                    <a:pt x="419349" y="577847"/>
                  </a:lnTo>
                  <a:lnTo>
                    <a:pt x="418236" y="577847"/>
                  </a:lnTo>
                  <a:lnTo>
                    <a:pt x="417124" y="577847"/>
                  </a:lnTo>
                  <a:lnTo>
                    <a:pt x="416012" y="577847"/>
                  </a:lnTo>
                  <a:lnTo>
                    <a:pt x="414899" y="577847"/>
                  </a:lnTo>
                  <a:lnTo>
                    <a:pt x="413787" y="577847"/>
                  </a:lnTo>
                  <a:lnTo>
                    <a:pt x="412675" y="577847"/>
                  </a:lnTo>
                  <a:lnTo>
                    <a:pt x="411562" y="577847"/>
                  </a:lnTo>
                  <a:lnTo>
                    <a:pt x="410450" y="577847"/>
                  </a:lnTo>
                  <a:lnTo>
                    <a:pt x="409338" y="577847"/>
                  </a:lnTo>
                  <a:lnTo>
                    <a:pt x="408225" y="577847"/>
                  </a:lnTo>
                  <a:lnTo>
                    <a:pt x="407113" y="577847"/>
                  </a:lnTo>
                  <a:lnTo>
                    <a:pt x="406001" y="577847"/>
                  </a:lnTo>
                  <a:lnTo>
                    <a:pt x="404888" y="577847"/>
                  </a:lnTo>
                  <a:lnTo>
                    <a:pt x="403776" y="577847"/>
                  </a:lnTo>
                  <a:lnTo>
                    <a:pt x="402664" y="577847"/>
                  </a:lnTo>
                  <a:lnTo>
                    <a:pt x="401551" y="577847"/>
                  </a:lnTo>
                  <a:lnTo>
                    <a:pt x="400439" y="577847"/>
                  </a:lnTo>
                  <a:lnTo>
                    <a:pt x="399327" y="577847"/>
                  </a:lnTo>
                  <a:lnTo>
                    <a:pt x="398214" y="577847"/>
                  </a:lnTo>
                  <a:lnTo>
                    <a:pt x="397102" y="577847"/>
                  </a:lnTo>
                  <a:lnTo>
                    <a:pt x="395990" y="577847"/>
                  </a:lnTo>
                  <a:lnTo>
                    <a:pt x="394877" y="577847"/>
                  </a:lnTo>
                  <a:lnTo>
                    <a:pt x="393765" y="577847"/>
                  </a:lnTo>
                  <a:lnTo>
                    <a:pt x="392653" y="577847"/>
                  </a:lnTo>
                  <a:lnTo>
                    <a:pt x="391540" y="577847"/>
                  </a:lnTo>
                  <a:lnTo>
                    <a:pt x="390428" y="577847"/>
                  </a:lnTo>
                  <a:lnTo>
                    <a:pt x="389316" y="577847"/>
                  </a:lnTo>
                  <a:lnTo>
                    <a:pt x="388203" y="577847"/>
                  </a:lnTo>
                  <a:lnTo>
                    <a:pt x="387091" y="577847"/>
                  </a:lnTo>
                  <a:lnTo>
                    <a:pt x="385979" y="577847"/>
                  </a:lnTo>
                  <a:lnTo>
                    <a:pt x="384866" y="577847"/>
                  </a:lnTo>
                  <a:lnTo>
                    <a:pt x="383754" y="577847"/>
                  </a:lnTo>
                  <a:lnTo>
                    <a:pt x="382642" y="577847"/>
                  </a:lnTo>
                  <a:lnTo>
                    <a:pt x="381529" y="577847"/>
                  </a:lnTo>
                  <a:lnTo>
                    <a:pt x="380417" y="577847"/>
                  </a:lnTo>
                  <a:lnTo>
                    <a:pt x="379305" y="577847"/>
                  </a:lnTo>
                  <a:lnTo>
                    <a:pt x="378192" y="577847"/>
                  </a:lnTo>
                  <a:lnTo>
                    <a:pt x="377080" y="577847"/>
                  </a:lnTo>
                  <a:lnTo>
                    <a:pt x="375968" y="577847"/>
                  </a:lnTo>
                  <a:lnTo>
                    <a:pt x="374855" y="577847"/>
                  </a:lnTo>
                  <a:lnTo>
                    <a:pt x="373743" y="577847"/>
                  </a:lnTo>
                  <a:lnTo>
                    <a:pt x="372631" y="577847"/>
                  </a:lnTo>
                  <a:lnTo>
                    <a:pt x="371518" y="577847"/>
                  </a:lnTo>
                  <a:lnTo>
                    <a:pt x="370406" y="577847"/>
                  </a:lnTo>
                  <a:lnTo>
                    <a:pt x="369294" y="577847"/>
                  </a:lnTo>
                  <a:lnTo>
                    <a:pt x="368181" y="577847"/>
                  </a:lnTo>
                  <a:lnTo>
                    <a:pt x="367069" y="577847"/>
                  </a:lnTo>
                  <a:lnTo>
                    <a:pt x="365957" y="577847"/>
                  </a:lnTo>
                  <a:lnTo>
                    <a:pt x="364844" y="577847"/>
                  </a:lnTo>
                  <a:lnTo>
                    <a:pt x="363732" y="577847"/>
                  </a:lnTo>
                  <a:lnTo>
                    <a:pt x="362620" y="577847"/>
                  </a:lnTo>
                  <a:lnTo>
                    <a:pt x="361507" y="577847"/>
                  </a:lnTo>
                  <a:lnTo>
                    <a:pt x="360395" y="577847"/>
                  </a:lnTo>
                  <a:lnTo>
                    <a:pt x="359283" y="577847"/>
                  </a:lnTo>
                  <a:lnTo>
                    <a:pt x="358170" y="577847"/>
                  </a:lnTo>
                  <a:lnTo>
                    <a:pt x="357058" y="577847"/>
                  </a:lnTo>
                  <a:lnTo>
                    <a:pt x="355946" y="577847"/>
                  </a:lnTo>
                  <a:lnTo>
                    <a:pt x="354833" y="577847"/>
                  </a:lnTo>
                  <a:lnTo>
                    <a:pt x="353721" y="577847"/>
                  </a:lnTo>
                  <a:lnTo>
                    <a:pt x="352609" y="577847"/>
                  </a:lnTo>
                  <a:lnTo>
                    <a:pt x="351496" y="577847"/>
                  </a:lnTo>
                  <a:lnTo>
                    <a:pt x="350384" y="577847"/>
                  </a:lnTo>
                  <a:lnTo>
                    <a:pt x="349272" y="577847"/>
                  </a:lnTo>
                  <a:lnTo>
                    <a:pt x="348159" y="577847"/>
                  </a:lnTo>
                  <a:lnTo>
                    <a:pt x="347047" y="577847"/>
                  </a:lnTo>
                  <a:lnTo>
                    <a:pt x="345935" y="577847"/>
                  </a:lnTo>
                  <a:lnTo>
                    <a:pt x="344822" y="577847"/>
                  </a:lnTo>
                  <a:lnTo>
                    <a:pt x="343710" y="577847"/>
                  </a:lnTo>
                  <a:lnTo>
                    <a:pt x="342598" y="577847"/>
                  </a:lnTo>
                  <a:lnTo>
                    <a:pt x="341485" y="577847"/>
                  </a:lnTo>
                  <a:lnTo>
                    <a:pt x="340373" y="577847"/>
                  </a:lnTo>
                  <a:lnTo>
                    <a:pt x="339261" y="577847"/>
                  </a:lnTo>
                  <a:lnTo>
                    <a:pt x="338148" y="577847"/>
                  </a:lnTo>
                  <a:lnTo>
                    <a:pt x="337036" y="577847"/>
                  </a:lnTo>
                  <a:lnTo>
                    <a:pt x="335924" y="577847"/>
                  </a:lnTo>
                  <a:lnTo>
                    <a:pt x="334811" y="577847"/>
                  </a:lnTo>
                  <a:lnTo>
                    <a:pt x="333699" y="577847"/>
                  </a:lnTo>
                  <a:lnTo>
                    <a:pt x="332587" y="577847"/>
                  </a:lnTo>
                  <a:lnTo>
                    <a:pt x="331474" y="577847"/>
                  </a:lnTo>
                  <a:lnTo>
                    <a:pt x="330362" y="577847"/>
                  </a:lnTo>
                  <a:lnTo>
                    <a:pt x="329250" y="577847"/>
                  </a:lnTo>
                  <a:lnTo>
                    <a:pt x="328137" y="577847"/>
                  </a:lnTo>
                  <a:lnTo>
                    <a:pt x="327025" y="577847"/>
                  </a:lnTo>
                  <a:lnTo>
                    <a:pt x="325913" y="577847"/>
                  </a:lnTo>
                  <a:lnTo>
                    <a:pt x="324800" y="577847"/>
                  </a:lnTo>
                  <a:lnTo>
                    <a:pt x="323688" y="577847"/>
                  </a:lnTo>
                  <a:lnTo>
                    <a:pt x="322576" y="577847"/>
                  </a:lnTo>
                  <a:lnTo>
                    <a:pt x="321463" y="577847"/>
                  </a:lnTo>
                  <a:lnTo>
                    <a:pt x="320351" y="577847"/>
                  </a:lnTo>
                  <a:lnTo>
                    <a:pt x="319239" y="577847"/>
                  </a:lnTo>
                  <a:lnTo>
                    <a:pt x="318126" y="577847"/>
                  </a:lnTo>
                  <a:lnTo>
                    <a:pt x="317014" y="577847"/>
                  </a:lnTo>
                  <a:lnTo>
                    <a:pt x="315902" y="577847"/>
                  </a:lnTo>
                  <a:lnTo>
                    <a:pt x="314789" y="577847"/>
                  </a:lnTo>
                  <a:lnTo>
                    <a:pt x="313677" y="577847"/>
                  </a:lnTo>
                  <a:lnTo>
                    <a:pt x="312565" y="577847"/>
                  </a:lnTo>
                  <a:lnTo>
                    <a:pt x="311452" y="577847"/>
                  </a:lnTo>
                  <a:lnTo>
                    <a:pt x="310340" y="577847"/>
                  </a:lnTo>
                  <a:lnTo>
                    <a:pt x="309228" y="577847"/>
                  </a:lnTo>
                  <a:lnTo>
                    <a:pt x="308115" y="577847"/>
                  </a:lnTo>
                  <a:lnTo>
                    <a:pt x="307003" y="577847"/>
                  </a:lnTo>
                  <a:lnTo>
                    <a:pt x="305891" y="577847"/>
                  </a:lnTo>
                  <a:lnTo>
                    <a:pt x="304778" y="577847"/>
                  </a:lnTo>
                  <a:lnTo>
                    <a:pt x="303666" y="577847"/>
                  </a:lnTo>
                  <a:lnTo>
                    <a:pt x="302554" y="577847"/>
                  </a:lnTo>
                  <a:lnTo>
                    <a:pt x="301441" y="577847"/>
                  </a:lnTo>
                  <a:lnTo>
                    <a:pt x="300329" y="577847"/>
                  </a:lnTo>
                  <a:lnTo>
                    <a:pt x="299217" y="577847"/>
                  </a:lnTo>
                  <a:lnTo>
                    <a:pt x="298104" y="577847"/>
                  </a:lnTo>
                  <a:lnTo>
                    <a:pt x="296992" y="577847"/>
                  </a:lnTo>
                  <a:lnTo>
                    <a:pt x="295880" y="577847"/>
                  </a:lnTo>
                  <a:lnTo>
                    <a:pt x="294767" y="577847"/>
                  </a:lnTo>
                  <a:lnTo>
                    <a:pt x="293655" y="577847"/>
                  </a:lnTo>
                  <a:lnTo>
                    <a:pt x="292543" y="577847"/>
                  </a:lnTo>
                  <a:lnTo>
                    <a:pt x="291430" y="577847"/>
                  </a:lnTo>
                  <a:lnTo>
                    <a:pt x="290318" y="577847"/>
                  </a:lnTo>
                  <a:lnTo>
                    <a:pt x="289206" y="577847"/>
                  </a:lnTo>
                  <a:lnTo>
                    <a:pt x="288093" y="577847"/>
                  </a:lnTo>
                  <a:lnTo>
                    <a:pt x="286981" y="577847"/>
                  </a:lnTo>
                  <a:lnTo>
                    <a:pt x="285869" y="577847"/>
                  </a:lnTo>
                  <a:lnTo>
                    <a:pt x="284756" y="577847"/>
                  </a:lnTo>
                  <a:lnTo>
                    <a:pt x="283644" y="577847"/>
                  </a:lnTo>
                  <a:lnTo>
                    <a:pt x="282532" y="577847"/>
                  </a:lnTo>
                  <a:lnTo>
                    <a:pt x="281419" y="577847"/>
                  </a:lnTo>
                  <a:lnTo>
                    <a:pt x="280307" y="577847"/>
                  </a:lnTo>
                  <a:lnTo>
                    <a:pt x="279195" y="577847"/>
                  </a:lnTo>
                  <a:lnTo>
                    <a:pt x="278082" y="577847"/>
                  </a:lnTo>
                  <a:lnTo>
                    <a:pt x="276970" y="577847"/>
                  </a:lnTo>
                  <a:lnTo>
                    <a:pt x="275858" y="577847"/>
                  </a:lnTo>
                  <a:lnTo>
                    <a:pt x="274745" y="577847"/>
                  </a:lnTo>
                  <a:lnTo>
                    <a:pt x="273633" y="577847"/>
                  </a:lnTo>
                  <a:lnTo>
                    <a:pt x="272521" y="577847"/>
                  </a:lnTo>
                  <a:lnTo>
                    <a:pt x="271408" y="577847"/>
                  </a:lnTo>
                  <a:lnTo>
                    <a:pt x="270296" y="577847"/>
                  </a:lnTo>
                  <a:lnTo>
                    <a:pt x="269184" y="577847"/>
                  </a:lnTo>
                  <a:lnTo>
                    <a:pt x="268071" y="577847"/>
                  </a:lnTo>
                  <a:lnTo>
                    <a:pt x="266959" y="577847"/>
                  </a:lnTo>
                  <a:lnTo>
                    <a:pt x="265847" y="577847"/>
                  </a:lnTo>
                  <a:lnTo>
                    <a:pt x="264734" y="577847"/>
                  </a:lnTo>
                  <a:lnTo>
                    <a:pt x="263622" y="577847"/>
                  </a:lnTo>
                  <a:lnTo>
                    <a:pt x="262510" y="577847"/>
                  </a:lnTo>
                  <a:lnTo>
                    <a:pt x="261397" y="577847"/>
                  </a:lnTo>
                  <a:lnTo>
                    <a:pt x="260285" y="577847"/>
                  </a:lnTo>
                  <a:lnTo>
                    <a:pt x="259173" y="577847"/>
                  </a:lnTo>
                  <a:lnTo>
                    <a:pt x="258060" y="577847"/>
                  </a:lnTo>
                  <a:lnTo>
                    <a:pt x="256948" y="577847"/>
                  </a:lnTo>
                  <a:lnTo>
                    <a:pt x="255836" y="577847"/>
                  </a:lnTo>
                  <a:lnTo>
                    <a:pt x="254723" y="577847"/>
                  </a:lnTo>
                  <a:lnTo>
                    <a:pt x="253611" y="577847"/>
                  </a:lnTo>
                  <a:lnTo>
                    <a:pt x="252499" y="577847"/>
                  </a:lnTo>
                  <a:lnTo>
                    <a:pt x="251386" y="577847"/>
                  </a:lnTo>
                  <a:lnTo>
                    <a:pt x="250274" y="577847"/>
                  </a:lnTo>
                  <a:lnTo>
                    <a:pt x="249162" y="577847"/>
                  </a:lnTo>
                  <a:lnTo>
                    <a:pt x="248049" y="577847"/>
                  </a:lnTo>
                  <a:lnTo>
                    <a:pt x="246937" y="577847"/>
                  </a:lnTo>
                  <a:lnTo>
                    <a:pt x="245825" y="577847"/>
                  </a:lnTo>
                  <a:lnTo>
                    <a:pt x="244713" y="577847"/>
                  </a:lnTo>
                  <a:lnTo>
                    <a:pt x="243600" y="577847"/>
                  </a:lnTo>
                  <a:lnTo>
                    <a:pt x="242488" y="577847"/>
                  </a:lnTo>
                  <a:lnTo>
                    <a:pt x="241376" y="577847"/>
                  </a:lnTo>
                  <a:lnTo>
                    <a:pt x="240263" y="577847"/>
                  </a:lnTo>
                  <a:lnTo>
                    <a:pt x="239151" y="577847"/>
                  </a:lnTo>
                  <a:lnTo>
                    <a:pt x="238039" y="577847"/>
                  </a:lnTo>
                  <a:lnTo>
                    <a:pt x="236926" y="577847"/>
                  </a:lnTo>
                  <a:lnTo>
                    <a:pt x="235814" y="577847"/>
                  </a:lnTo>
                  <a:lnTo>
                    <a:pt x="234702" y="577847"/>
                  </a:lnTo>
                  <a:lnTo>
                    <a:pt x="233589" y="577847"/>
                  </a:lnTo>
                  <a:lnTo>
                    <a:pt x="232477" y="577847"/>
                  </a:lnTo>
                  <a:lnTo>
                    <a:pt x="231365" y="577847"/>
                  </a:lnTo>
                  <a:lnTo>
                    <a:pt x="230252" y="577847"/>
                  </a:lnTo>
                  <a:lnTo>
                    <a:pt x="229140" y="577847"/>
                  </a:lnTo>
                  <a:lnTo>
                    <a:pt x="228028" y="577847"/>
                  </a:lnTo>
                  <a:lnTo>
                    <a:pt x="226915" y="577847"/>
                  </a:lnTo>
                  <a:lnTo>
                    <a:pt x="225803" y="577847"/>
                  </a:lnTo>
                  <a:lnTo>
                    <a:pt x="224691" y="577847"/>
                  </a:lnTo>
                  <a:lnTo>
                    <a:pt x="223578" y="577847"/>
                  </a:lnTo>
                  <a:lnTo>
                    <a:pt x="222466" y="577847"/>
                  </a:lnTo>
                  <a:lnTo>
                    <a:pt x="221354" y="577847"/>
                  </a:lnTo>
                  <a:lnTo>
                    <a:pt x="220241" y="577847"/>
                  </a:lnTo>
                  <a:lnTo>
                    <a:pt x="219129" y="577847"/>
                  </a:lnTo>
                  <a:lnTo>
                    <a:pt x="218017" y="577847"/>
                  </a:lnTo>
                  <a:lnTo>
                    <a:pt x="216904" y="577847"/>
                  </a:lnTo>
                  <a:lnTo>
                    <a:pt x="215792" y="577847"/>
                  </a:lnTo>
                  <a:lnTo>
                    <a:pt x="214680" y="577847"/>
                  </a:lnTo>
                  <a:lnTo>
                    <a:pt x="213567" y="577847"/>
                  </a:lnTo>
                  <a:lnTo>
                    <a:pt x="212455" y="577847"/>
                  </a:lnTo>
                  <a:lnTo>
                    <a:pt x="211343" y="577847"/>
                  </a:lnTo>
                  <a:lnTo>
                    <a:pt x="210230" y="577847"/>
                  </a:lnTo>
                  <a:lnTo>
                    <a:pt x="209118" y="577847"/>
                  </a:lnTo>
                  <a:lnTo>
                    <a:pt x="208006" y="577847"/>
                  </a:lnTo>
                  <a:lnTo>
                    <a:pt x="206893" y="577847"/>
                  </a:lnTo>
                  <a:lnTo>
                    <a:pt x="205781" y="577847"/>
                  </a:lnTo>
                  <a:lnTo>
                    <a:pt x="204669" y="577847"/>
                  </a:lnTo>
                  <a:lnTo>
                    <a:pt x="203556" y="577847"/>
                  </a:lnTo>
                  <a:lnTo>
                    <a:pt x="202444" y="577847"/>
                  </a:lnTo>
                  <a:lnTo>
                    <a:pt x="201332" y="577847"/>
                  </a:lnTo>
                  <a:lnTo>
                    <a:pt x="200219" y="577847"/>
                  </a:lnTo>
                  <a:lnTo>
                    <a:pt x="199107" y="577847"/>
                  </a:lnTo>
                  <a:lnTo>
                    <a:pt x="197995" y="577847"/>
                  </a:lnTo>
                  <a:lnTo>
                    <a:pt x="196882" y="577847"/>
                  </a:lnTo>
                  <a:lnTo>
                    <a:pt x="195770" y="577847"/>
                  </a:lnTo>
                  <a:lnTo>
                    <a:pt x="194658" y="577847"/>
                  </a:lnTo>
                  <a:lnTo>
                    <a:pt x="193545" y="577847"/>
                  </a:lnTo>
                  <a:lnTo>
                    <a:pt x="192433" y="577847"/>
                  </a:lnTo>
                  <a:lnTo>
                    <a:pt x="191321" y="577847"/>
                  </a:lnTo>
                  <a:lnTo>
                    <a:pt x="190208" y="577847"/>
                  </a:lnTo>
                  <a:lnTo>
                    <a:pt x="189096" y="577847"/>
                  </a:lnTo>
                  <a:lnTo>
                    <a:pt x="187984" y="577847"/>
                  </a:lnTo>
                  <a:lnTo>
                    <a:pt x="186871" y="577847"/>
                  </a:lnTo>
                  <a:lnTo>
                    <a:pt x="185759" y="577847"/>
                  </a:lnTo>
                  <a:lnTo>
                    <a:pt x="184647" y="577847"/>
                  </a:lnTo>
                  <a:lnTo>
                    <a:pt x="183534" y="577847"/>
                  </a:lnTo>
                  <a:lnTo>
                    <a:pt x="182422" y="577847"/>
                  </a:lnTo>
                  <a:lnTo>
                    <a:pt x="181310" y="577847"/>
                  </a:lnTo>
                  <a:lnTo>
                    <a:pt x="180197" y="577847"/>
                  </a:lnTo>
                  <a:lnTo>
                    <a:pt x="179085" y="577847"/>
                  </a:lnTo>
                  <a:lnTo>
                    <a:pt x="177973" y="577847"/>
                  </a:lnTo>
                  <a:lnTo>
                    <a:pt x="176860" y="577847"/>
                  </a:lnTo>
                  <a:lnTo>
                    <a:pt x="175748" y="577847"/>
                  </a:lnTo>
                  <a:lnTo>
                    <a:pt x="174636" y="577847"/>
                  </a:lnTo>
                  <a:lnTo>
                    <a:pt x="173523" y="577847"/>
                  </a:lnTo>
                  <a:lnTo>
                    <a:pt x="172411" y="577847"/>
                  </a:lnTo>
                  <a:lnTo>
                    <a:pt x="171299" y="577847"/>
                  </a:lnTo>
                  <a:lnTo>
                    <a:pt x="170186" y="577847"/>
                  </a:lnTo>
                  <a:lnTo>
                    <a:pt x="169074" y="577847"/>
                  </a:lnTo>
                  <a:lnTo>
                    <a:pt x="167962" y="577847"/>
                  </a:lnTo>
                  <a:lnTo>
                    <a:pt x="166849" y="577847"/>
                  </a:lnTo>
                  <a:lnTo>
                    <a:pt x="165737" y="577847"/>
                  </a:lnTo>
                  <a:lnTo>
                    <a:pt x="164625" y="577847"/>
                  </a:lnTo>
                  <a:lnTo>
                    <a:pt x="163512" y="577847"/>
                  </a:lnTo>
                  <a:lnTo>
                    <a:pt x="162400" y="577847"/>
                  </a:lnTo>
                  <a:lnTo>
                    <a:pt x="161288" y="577847"/>
                  </a:lnTo>
                  <a:lnTo>
                    <a:pt x="160175" y="577847"/>
                  </a:lnTo>
                  <a:lnTo>
                    <a:pt x="159063" y="577847"/>
                  </a:lnTo>
                  <a:lnTo>
                    <a:pt x="157951" y="577847"/>
                  </a:lnTo>
                  <a:lnTo>
                    <a:pt x="156838" y="577847"/>
                  </a:lnTo>
                  <a:lnTo>
                    <a:pt x="155726" y="577847"/>
                  </a:lnTo>
                  <a:lnTo>
                    <a:pt x="154614" y="577847"/>
                  </a:lnTo>
                  <a:lnTo>
                    <a:pt x="153501" y="577847"/>
                  </a:lnTo>
                  <a:lnTo>
                    <a:pt x="152389" y="577847"/>
                  </a:lnTo>
                  <a:lnTo>
                    <a:pt x="151277" y="577847"/>
                  </a:lnTo>
                  <a:lnTo>
                    <a:pt x="150164" y="577847"/>
                  </a:lnTo>
                  <a:lnTo>
                    <a:pt x="149052" y="577847"/>
                  </a:lnTo>
                  <a:lnTo>
                    <a:pt x="147940" y="577847"/>
                  </a:lnTo>
                  <a:lnTo>
                    <a:pt x="146827" y="577847"/>
                  </a:lnTo>
                  <a:lnTo>
                    <a:pt x="145715" y="577847"/>
                  </a:lnTo>
                  <a:lnTo>
                    <a:pt x="144603" y="577847"/>
                  </a:lnTo>
                  <a:lnTo>
                    <a:pt x="143490" y="577847"/>
                  </a:lnTo>
                  <a:lnTo>
                    <a:pt x="142378" y="577847"/>
                  </a:lnTo>
                  <a:lnTo>
                    <a:pt x="141266" y="577847"/>
                  </a:lnTo>
                  <a:lnTo>
                    <a:pt x="140153" y="577847"/>
                  </a:lnTo>
                  <a:lnTo>
                    <a:pt x="139041" y="577847"/>
                  </a:lnTo>
                  <a:lnTo>
                    <a:pt x="137929" y="577847"/>
                  </a:lnTo>
                  <a:lnTo>
                    <a:pt x="136816" y="577847"/>
                  </a:lnTo>
                  <a:lnTo>
                    <a:pt x="135704" y="577847"/>
                  </a:lnTo>
                  <a:lnTo>
                    <a:pt x="134592" y="577847"/>
                  </a:lnTo>
                  <a:lnTo>
                    <a:pt x="133479" y="577847"/>
                  </a:lnTo>
                  <a:lnTo>
                    <a:pt x="132367" y="577847"/>
                  </a:lnTo>
                  <a:lnTo>
                    <a:pt x="131255" y="577847"/>
                  </a:lnTo>
                  <a:lnTo>
                    <a:pt x="130142" y="577847"/>
                  </a:lnTo>
                  <a:lnTo>
                    <a:pt x="129030" y="577847"/>
                  </a:lnTo>
                  <a:lnTo>
                    <a:pt x="127918" y="577847"/>
                  </a:lnTo>
                  <a:lnTo>
                    <a:pt x="126805" y="577847"/>
                  </a:lnTo>
                  <a:lnTo>
                    <a:pt x="125693" y="577847"/>
                  </a:lnTo>
                  <a:lnTo>
                    <a:pt x="124581" y="577847"/>
                  </a:lnTo>
                  <a:lnTo>
                    <a:pt x="123468" y="577847"/>
                  </a:lnTo>
                  <a:lnTo>
                    <a:pt x="122356" y="577847"/>
                  </a:lnTo>
                  <a:lnTo>
                    <a:pt x="121244" y="577847"/>
                  </a:lnTo>
                  <a:lnTo>
                    <a:pt x="120131" y="577847"/>
                  </a:lnTo>
                  <a:lnTo>
                    <a:pt x="119019" y="577847"/>
                  </a:lnTo>
                  <a:lnTo>
                    <a:pt x="117907" y="577847"/>
                  </a:lnTo>
                  <a:lnTo>
                    <a:pt x="116794" y="577847"/>
                  </a:lnTo>
                  <a:lnTo>
                    <a:pt x="115682" y="577847"/>
                  </a:lnTo>
                  <a:lnTo>
                    <a:pt x="114570" y="577847"/>
                  </a:lnTo>
                  <a:lnTo>
                    <a:pt x="113457" y="577847"/>
                  </a:lnTo>
                  <a:lnTo>
                    <a:pt x="112345" y="577847"/>
                  </a:lnTo>
                  <a:lnTo>
                    <a:pt x="111233" y="577847"/>
                  </a:lnTo>
                  <a:lnTo>
                    <a:pt x="110120" y="577847"/>
                  </a:lnTo>
                  <a:lnTo>
                    <a:pt x="109008" y="577847"/>
                  </a:lnTo>
                  <a:lnTo>
                    <a:pt x="107896" y="577847"/>
                  </a:lnTo>
                  <a:lnTo>
                    <a:pt x="106783" y="577847"/>
                  </a:lnTo>
                  <a:lnTo>
                    <a:pt x="105671" y="577847"/>
                  </a:lnTo>
                  <a:lnTo>
                    <a:pt x="104559" y="577847"/>
                  </a:lnTo>
                  <a:lnTo>
                    <a:pt x="103446" y="577847"/>
                  </a:lnTo>
                  <a:lnTo>
                    <a:pt x="102334" y="577847"/>
                  </a:lnTo>
                  <a:lnTo>
                    <a:pt x="101222" y="577847"/>
                  </a:lnTo>
                  <a:lnTo>
                    <a:pt x="100109" y="577847"/>
                  </a:lnTo>
                  <a:lnTo>
                    <a:pt x="98997" y="577847"/>
                  </a:lnTo>
                  <a:lnTo>
                    <a:pt x="97885" y="577847"/>
                  </a:lnTo>
                  <a:lnTo>
                    <a:pt x="96772" y="577847"/>
                  </a:lnTo>
                  <a:lnTo>
                    <a:pt x="95660" y="577847"/>
                  </a:lnTo>
                  <a:lnTo>
                    <a:pt x="94548" y="577847"/>
                  </a:lnTo>
                  <a:lnTo>
                    <a:pt x="93435" y="577847"/>
                  </a:lnTo>
                  <a:lnTo>
                    <a:pt x="92323" y="577847"/>
                  </a:lnTo>
                  <a:lnTo>
                    <a:pt x="91211" y="577847"/>
                  </a:lnTo>
                  <a:lnTo>
                    <a:pt x="90098" y="577847"/>
                  </a:lnTo>
                  <a:lnTo>
                    <a:pt x="88986" y="577847"/>
                  </a:lnTo>
                  <a:lnTo>
                    <a:pt x="87874" y="577847"/>
                  </a:lnTo>
                  <a:lnTo>
                    <a:pt x="86761" y="577847"/>
                  </a:lnTo>
                  <a:lnTo>
                    <a:pt x="85649" y="577847"/>
                  </a:lnTo>
                  <a:lnTo>
                    <a:pt x="84537" y="577847"/>
                  </a:lnTo>
                  <a:lnTo>
                    <a:pt x="83424" y="577847"/>
                  </a:lnTo>
                  <a:lnTo>
                    <a:pt x="82312" y="577847"/>
                  </a:lnTo>
                  <a:lnTo>
                    <a:pt x="81200" y="577847"/>
                  </a:lnTo>
                  <a:lnTo>
                    <a:pt x="80087" y="577847"/>
                  </a:lnTo>
                  <a:lnTo>
                    <a:pt x="78975" y="577847"/>
                  </a:lnTo>
                  <a:lnTo>
                    <a:pt x="77863" y="577847"/>
                  </a:lnTo>
                  <a:lnTo>
                    <a:pt x="76750" y="577847"/>
                  </a:lnTo>
                  <a:lnTo>
                    <a:pt x="75638" y="577847"/>
                  </a:lnTo>
                  <a:lnTo>
                    <a:pt x="74526" y="577847"/>
                  </a:lnTo>
                  <a:lnTo>
                    <a:pt x="73413" y="577847"/>
                  </a:lnTo>
                  <a:lnTo>
                    <a:pt x="72301" y="577847"/>
                  </a:lnTo>
                  <a:lnTo>
                    <a:pt x="71189" y="577847"/>
                  </a:lnTo>
                  <a:lnTo>
                    <a:pt x="70076" y="577847"/>
                  </a:lnTo>
                  <a:lnTo>
                    <a:pt x="68964" y="577847"/>
                  </a:lnTo>
                  <a:lnTo>
                    <a:pt x="67852" y="577847"/>
                  </a:lnTo>
                  <a:lnTo>
                    <a:pt x="66739" y="577847"/>
                  </a:lnTo>
                  <a:lnTo>
                    <a:pt x="65627" y="577847"/>
                  </a:lnTo>
                  <a:lnTo>
                    <a:pt x="64515" y="577847"/>
                  </a:lnTo>
                  <a:lnTo>
                    <a:pt x="63402" y="577847"/>
                  </a:lnTo>
                  <a:lnTo>
                    <a:pt x="62290" y="577847"/>
                  </a:lnTo>
                  <a:lnTo>
                    <a:pt x="61178" y="577847"/>
                  </a:lnTo>
                  <a:lnTo>
                    <a:pt x="60065" y="577847"/>
                  </a:lnTo>
                  <a:lnTo>
                    <a:pt x="58953" y="577847"/>
                  </a:lnTo>
                  <a:lnTo>
                    <a:pt x="57841" y="577847"/>
                  </a:lnTo>
                  <a:lnTo>
                    <a:pt x="56728" y="577847"/>
                  </a:lnTo>
                  <a:lnTo>
                    <a:pt x="55616" y="577847"/>
                  </a:lnTo>
                  <a:lnTo>
                    <a:pt x="54504" y="577847"/>
                  </a:lnTo>
                  <a:lnTo>
                    <a:pt x="53391" y="577847"/>
                  </a:lnTo>
                  <a:lnTo>
                    <a:pt x="52279" y="577847"/>
                  </a:lnTo>
                  <a:lnTo>
                    <a:pt x="51167" y="577847"/>
                  </a:lnTo>
                  <a:lnTo>
                    <a:pt x="50054" y="577847"/>
                  </a:lnTo>
                  <a:lnTo>
                    <a:pt x="48942" y="577847"/>
                  </a:lnTo>
                  <a:lnTo>
                    <a:pt x="47830" y="577847"/>
                  </a:lnTo>
                  <a:lnTo>
                    <a:pt x="46717" y="577847"/>
                  </a:lnTo>
                  <a:lnTo>
                    <a:pt x="45605" y="577847"/>
                  </a:lnTo>
                  <a:lnTo>
                    <a:pt x="44493" y="577847"/>
                  </a:lnTo>
                  <a:lnTo>
                    <a:pt x="43380" y="577847"/>
                  </a:lnTo>
                  <a:lnTo>
                    <a:pt x="42268" y="577847"/>
                  </a:lnTo>
                  <a:lnTo>
                    <a:pt x="41156" y="577847"/>
                  </a:lnTo>
                  <a:lnTo>
                    <a:pt x="40043" y="577847"/>
                  </a:lnTo>
                  <a:lnTo>
                    <a:pt x="38931" y="577847"/>
                  </a:lnTo>
                  <a:lnTo>
                    <a:pt x="37819" y="577847"/>
                  </a:lnTo>
                  <a:lnTo>
                    <a:pt x="36706" y="577847"/>
                  </a:lnTo>
                  <a:lnTo>
                    <a:pt x="35594" y="577847"/>
                  </a:lnTo>
                  <a:lnTo>
                    <a:pt x="34482" y="577847"/>
                  </a:lnTo>
                  <a:lnTo>
                    <a:pt x="33369" y="577847"/>
                  </a:lnTo>
                  <a:lnTo>
                    <a:pt x="32257" y="577847"/>
                  </a:lnTo>
                  <a:lnTo>
                    <a:pt x="31145" y="577847"/>
                  </a:lnTo>
                  <a:lnTo>
                    <a:pt x="30032" y="577847"/>
                  </a:lnTo>
                  <a:lnTo>
                    <a:pt x="28920" y="577847"/>
                  </a:lnTo>
                  <a:lnTo>
                    <a:pt x="27808" y="577847"/>
                  </a:lnTo>
                  <a:lnTo>
                    <a:pt x="26695" y="577847"/>
                  </a:lnTo>
                  <a:lnTo>
                    <a:pt x="25583" y="577847"/>
                  </a:lnTo>
                  <a:lnTo>
                    <a:pt x="24471" y="577847"/>
                  </a:lnTo>
                  <a:lnTo>
                    <a:pt x="23358" y="577847"/>
                  </a:lnTo>
                  <a:lnTo>
                    <a:pt x="22246" y="577847"/>
                  </a:lnTo>
                  <a:lnTo>
                    <a:pt x="21134" y="577847"/>
                  </a:lnTo>
                  <a:lnTo>
                    <a:pt x="20021" y="577847"/>
                  </a:lnTo>
                  <a:lnTo>
                    <a:pt x="18909" y="577847"/>
                  </a:lnTo>
                  <a:lnTo>
                    <a:pt x="17797" y="577847"/>
                  </a:lnTo>
                  <a:lnTo>
                    <a:pt x="16684" y="577847"/>
                  </a:lnTo>
                  <a:lnTo>
                    <a:pt x="15572" y="577847"/>
                  </a:lnTo>
                  <a:lnTo>
                    <a:pt x="14460" y="577847"/>
                  </a:lnTo>
                  <a:lnTo>
                    <a:pt x="13347" y="577847"/>
                  </a:lnTo>
                  <a:lnTo>
                    <a:pt x="12235" y="577847"/>
                  </a:lnTo>
                  <a:lnTo>
                    <a:pt x="11123" y="577847"/>
                  </a:lnTo>
                  <a:lnTo>
                    <a:pt x="10010" y="577847"/>
                  </a:lnTo>
                  <a:lnTo>
                    <a:pt x="8898" y="577847"/>
                  </a:lnTo>
                  <a:lnTo>
                    <a:pt x="7786" y="577847"/>
                  </a:lnTo>
                  <a:lnTo>
                    <a:pt x="6673" y="577847"/>
                  </a:lnTo>
                  <a:lnTo>
                    <a:pt x="5561" y="577847"/>
                  </a:lnTo>
                  <a:lnTo>
                    <a:pt x="4449" y="577847"/>
                  </a:lnTo>
                  <a:lnTo>
                    <a:pt x="3336" y="577847"/>
                  </a:lnTo>
                  <a:lnTo>
                    <a:pt x="2224" y="577847"/>
                  </a:lnTo>
                  <a:lnTo>
                    <a:pt x="1112" y="577847"/>
                  </a:lnTo>
                  <a:lnTo>
                    <a:pt x="0" y="57784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808" name="pl9808"/>
            <p:cNvSpPr/>
            <p:nvPr/>
          </p:nvSpPr>
          <p:spPr>
            <a:xfrm>
              <a:off x="10766546" y="8610622"/>
              <a:ext cx="568401" cy="555109"/>
            </a:xfrm>
            <a:custGeom>
              <a:avLst/>
              <a:pathLst>
                <a:path w="568401" h="555109">
                  <a:moveTo>
                    <a:pt x="0" y="555109"/>
                  </a:moveTo>
                  <a:lnTo>
                    <a:pt x="1112" y="554568"/>
                  </a:lnTo>
                  <a:lnTo>
                    <a:pt x="2224" y="554027"/>
                  </a:lnTo>
                  <a:lnTo>
                    <a:pt x="3336" y="553484"/>
                  </a:lnTo>
                  <a:lnTo>
                    <a:pt x="4449" y="552940"/>
                  </a:lnTo>
                  <a:lnTo>
                    <a:pt x="5561" y="552394"/>
                  </a:lnTo>
                  <a:lnTo>
                    <a:pt x="6673" y="551848"/>
                  </a:lnTo>
                  <a:lnTo>
                    <a:pt x="7786" y="551299"/>
                  </a:lnTo>
                  <a:lnTo>
                    <a:pt x="8898" y="550750"/>
                  </a:lnTo>
                  <a:lnTo>
                    <a:pt x="10010" y="550199"/>
                  </a:lnTo>
                  <a:lnTo>
                    <a:pt x="11123" y="549646"/>
                  </a:lnTo>
                  <a:lnTo>
                    <a:pt x="12235" y="549092"/>
                  </a:lnTo>
                  <a:lnTo>
                    <a:pt x="13347" y="548536"/>
                  </a:lnTo>
                  <a:lnTo>
                    <a:pt x="14460" y="547977"/>
                  </a:lnTo>
                  <a:lnTo>
                    <a:pt x="15572" y="547416"/>
                  </a:lnTo>
                  <a:lnTo>
                    <a:pt x="16684" y="546853"/>
                  </a:lnTo>
                  <a:lnTo>
                    <a:pt x="17797" y="546285"/>
                  </a:lnTo>
                  <a:lnTo>
                    <a:pt x="18909" y="545715"/>
                  </a:lnTo>
                  <a:lnTo>
                    <a:pt x="20021" y="545142"/>
                  </a:lnTo>
                  <a:lnTo>
                    <a:pt x="21134" y="544564"/>
                  </a:lnTo>
                  <a:lnTo>
                    <a:pt x="22246" y="543981"/>
                  </a:lnTo>
                  <a:lnTo>
                    <a:pt x="23358" y="543395"/>
                  </a:lnTo>
                  <a:lnTo>
                    <a:pt x="24471" y="542803"/>
                  </a:lnTo>
                  <a:lnTo>
                    <a:pt x="25583" y="542205"/>
                  </a:lnTo>
                  <a:lnTo>
                    <a:pt x="26695" y="541602"/>
                  </a:lnTo>
                  <a:lnTo>
                    <a:pt x="27808" y="540993"/>
                  </a:lnTo>
                  <a:lnTo>
                    <a:pt x="28920" y="540375"/>
                  </a:lnTo>
                  <a:lnTo>
                    <a:pt x="30032" y="539752"/>
                  </a:lnTo>
                  <a:lnTo>
                    <a:pt x="31145" y="539122"/>
                  </a:lnTo>
                  <a:lnTo>
                    <a:pt x="32257" y="538482"/>
                  </a:lnTo>
                  <a:lnTo>
                    <a:pt x="33369" y="537835"/>
                  </a:lnTo>
                  <a:lnTo>
                    <a:pt x="34482" y="537181"/>
                  </a:lnTo>
                  <a:lnTo>
                    <a:pt x="35594" y="536515"/>
                  </a:lnTo>
                  <a:lnTo>
                    <a:pt x="36706" y="535842"/>
                  </a:lnTo>
                  <a:lnTo>
                    <a:pt x="37819" y="535161"/>
                  </a:lnTo>
                  <a:lnTo>
                    <a:pt x="38931" y="534466"/>
                  </a:lnTo>
                  <a:lnTo>
                    <a:pt x="40043" y="533763"/>
                  </a:lnTo>
                  <a:lnTo>
                    <a:pt x="41156" y="533053"/>
                  </a:lnTo>
                  <a:lnTo>
                    <a:pt x="42268" y="532329"/>
                  </a:lnTo>
                  <a:lnTo>
                    <a:pt x="43380" y="531595"/>
                  </a:lnTo>
                  <a:lnTo>
                    <a:pt x="44493" y="530853"/>
                  </a:lnTo>
                  <a:lnTo>
                    <a:pt x="45605" y="530099"/>
                  </a:lnTo>
                  <a:lnTo>
                    <a:pt x="46717" y="529334"/>
                  </a:lnTo>
                  <a:lnTo>
                    <a:pt x="47830" y="528561"/>
                  </a:lnTo>
                  <a:lnTo>
                    <a:pt x="48942" y="527776"/>
                  </a:lnTo>
                  <a:lnTo>
                    <a:pt x="50054" y="526980"/>
                  </a:lnTo>
                  <a:lnTo>
                    <a:pt x="51167" y="526176"/>
                  </a:lnTo>
                  <a:lnTo>
                    <a:pt x="52279" y="525362"/>
                  </a:lnTo>
                  <a:lnTo>
                    <a:pt x="53391" y="524537"/>
                  </a:lnTo>
                  <a:lnTo>
                    <a:pt x="54504" y="523705"/>
                  </a:lnTo>
                  <a:lnTo>
                    <a:pt x="55616" y="522865"/>
                  </a:lnTo>
                  <a:lnTo>
                    <a:pt x="56728" y="522013"/>
                  </a:lnTo>
                  <a:lnTo>
                    <a:pt x="57841" y="521156"/>
                  </a:lnTo>
                  <a:lnTo>
                    <a:pt x="58953" y="520292"/>
                  </a:lnTo>
                  <a:lnTo>
                    <a:pt x="60065" y="519418"/>
                  </a:lnTo>
                  <a:lnTo>
                    <a:pt x="61178" y="518539"/>
                  </a:lnTo>
                  <a:lnTo>
                    <a:pt x="62290" y="517655"/>
                  </a:lnTo>
                  <a:lnTo>
                    <a:pt x="63402" y="516764"/>
                  </a:lnTo>
                  <a:lnTo>
                    <a:pt x="64515" y="515868"/>
                  </a:lnTo>
                  <a:lnTo>
                    <a:pt x="65627" y="514969"/>
                  </a:lnTo>
                  <a:lnTo>
                    <a:pt x="66739" y="514066"/>
                  </a:lnTo>
                  <a:lnTo>
                    <a:pt x="67852" y="513159"/>
                  </a:lnTo>
                  <a:lnTo>
                    <a:pt x="68964" y="512250"/>
                  </a:lnTo>
                  <a:lnTo>
                    <a:pt x="70076" y="511338"/>
                  </a:lnTo>
                  <a:lnTo>
                    <a:pt x="71189" y="510425"/>
                  </a:lnTo>
                  <a:lnTo>
                    <a:pt x="72301" y="509511"/>
                  </a:lnTo>
                  <a:lnTo>
                    <a:pt x="73413" y="508596"/>
                  </a:lnTo>
                  <a:lnTo>
                    <a:pt x="74526" y="507681"/>
                  </a:lnTo>
                  <a:lnTo>
                    <a:pt x="75638" y="506766"/>
                  </a:lnTo>
                  <a:lnTo>
                    <a:pt x="76750" y="505851"/>
                  </a:lnTo>
                  <a:lnTo>
                    <a:pt x="77863" y="504937"/>
                  </a:lnTo>
                  <a:lnTo>
                    <a:pt x="78975" y="504024"/>
                  </a:lnTo>
                  <a:lnTo>
                    <a:pt x="80087" y="503112"/>
                  </a:lnTo>
                  <a:lnTo>
                    <a:pt x="81200" y="502202"/>
                  </a:lnTo>
                  <a:lnTo>
                    <a:pt x="82312" y="501293"/>
                  </a:lnTo>
                  <a:lnTo>
                    <a:pt x="83424" y="500384"/>
                  </a:lnTo>
                  <a:lnTo>
                    <a:pt x="84537" y="499476"/>
                  </a:lnTo>
                  <a:lnTo>
                    <a:pt x="85649" y="498569"/>
                  </a:lnTo>
                  <a:lnTo>
                    <a:pt x="86761" y="497663"/>
                  </a:lnTo>
                  <a:lnTo>
                    <a:pt x="87874" y="496755"/>
                  </a:lnTo>
                  <a:lnTo>
                    <a:pt x="88986" y="495847"/>
                  </a:lnTo>
                  <a:lnTo>
                    <a:pt x="90098" y="494938"/>
                  </a:lnTo>
                  <a:lnTo>
                    <a:pt x="91211" y="494026"/>
                  </a:lnTo>
                  <a:lnTo>
                    <a:pt x="92323" y="493109"/>
                  </a:lnTo>
                  <a:lnTo>
                    <a:pt x="93435" y="492190"/>
                  </a:lnTo>
                  <a:lnTo>
                    <a:pt x="94548" y="491264"/>
                  </a:lnTo>
                  <a:lnTo>
                    <a:pt x="95660" y="490330"/>
                  </a:lnTo>
                  <a:lnTo>
                    <a:pt x="96772" y="489389"/>
                  </a:lnTo>
                  <a:lnTo>
                    <a:pt x="97885" y="488439"/>
                  </a:lnTo>
                  <a:lnTo>
                    <a:pt x="98997" y="487473"/>
                  </a:lnTo>
                  <a:lnTo>
                    <a:pt x="100109" y="486497"/>
                  </a:lnTo>
                  <a:lnTo>
                    <a:pt x="101222" y="485508"/>
                  </a:lnTo>
                  <a:lnTo>
                    <a:pt x="102334" y="484494"/>
                  </a:lnTo>
                  <a:lnTo>
                    <a:pt x="103446" y="483464"/>
                  </a:lnTo>
                  <a:lnTo>
                    <a:pt x="104559" y="482417"/>
                  </a:lnTo>
                  <a:lnTo>
                    <a:pt x="105671" y="481336"/>
                  </a:lnTo>
                  <a:lnTo>
                    <a:pt x="106783" y="480231"/>
                  </a:lnTo>
                  <a:lnTo>
                    <a:pt x="107896" y="479104"/>
                  </a:lnTo>
                  <a:lnTo>
                    <a:pt x="109008" y="477935"/>
                  </a:lnTo>
                  <a:lnTo>
                    <a:pt x="110120" y="476732"/>
                  </a:lnTo>
                  <a:lnTo>
                    <a:pt x="111233" y="475499"/>
                  </a:lnTo>
                  <a:lnTo>
                    <a:pt x="112345" y="474219"/>
                  </a:lnTo>
                  <a:lnTo>
                    <a:pt x="113457" y="472890"/>
                  </a:lnTo>
                  <a:lnTo>
                    <a:pt x="114570" y="471525"/>
                  </a:lnTo>
                  <a:lnTo>
                    <a:pt x="115682" y="470108"/>
                  </a:lnTo>
                  <a:lnTo>
                    <a:pt x="116794" y="468626"/>
                  </a:lnTo>
                  <a:lnTo>
                    <a:pt x="117907" y="467099"/>
                  </a:lnTo>
                  <a:lnTo>
                    <a:pt x="119019" y="465517"/>
                  </a:lnTo>
                  <a:lnTo>
                    <a:pt x="120131" y="463853"/>
                  </a:lnTo>
                  <a:lnTo>
                    <a:pt x="121244" y="462135"/>
                  </a:lnTo>
                  <a:lnTo>
                    <a:pt x="122356" y="460362"/>
                  </a:lnTo>
                  <a:lnTo>
                    <a:pt x="123468" y="458484"/>
                  </a:lnTo>
                  <a:lnTo>
                    <a:pt x="124581" y="456546"/>
                  </a:lnTo>
                  <a:lnTo>
                    <a:pt x="125693" y="454547"/>
                  </a:lnTo>
                  <a:lnTo>
                    <a:pt x="126805" y="452433"/>
                  </a:lnTo>
                  <a:lnTo>
                    <a:pt x="127918" y="450246"/>
                  </a:lnTo>
                  <a:lnTo>
                    <a:pt x="129030" y="447989"/>
                  </a:lnTo>
                  <a:lnTo>
                    <a:pt x="130142" y="445616"/>
                  </a:lnTo>
                  <a:lnTo>
                    <a:pt x="131255" y="443151"/>
                  </a:lnTo>
                  <a:lnTo>
                    <a:pt x="132367" y="440611"/>
                  </a:lnTo>
                  <a:lnTo>
                    <a:pt x="133479" y="437954"/>
                  </a:lnTo>
                  <a:lnTo>
                    <a:pt x="134592" y="435187"/>
                  </a:lnTo>
                  <a:lnTo>
                    <a:pt x="135704" y="432338"/>
                  </a:lnTo>
                  <a:lnTo>
                    <a:pt x="136816" y="429377"/>
                  </a:lnTo>
                  <a:lnTo>
                    <a:pt x="137929" y="426287"/>
                  </a:lnTo>
                  <a:lnTo>
                    <a:pt x="139041" y="423109"/>
                  </a:lnTo>
                  <a:lnTo>
                    <a:pt x="140153" y="419826"/>
                  </a:lnTo>
                  <a:lnTo>
                    <a:pt x="141266" y="416394"/>
                  </a:lnTo>
                  <a:lnTo>
                    <a:pt x="142378" y="412872"/>
                  </a:lnTo>
                  <a:lnTo>
                    <a:pt x="143490" y="409253"/>
                  </a:lnTo>
                  <a:lnTo>
                    <a:pt x="144603" y="405469"/>
                  </a:lnTo>
                  <a:lnTo>
                    <a:pt x="145715" y="401592"/>
                  </a:lnTo>
                  <a:lnTo>
                    <a:pt x="146827" y="397622"/>
                  </a:lnTo>
                  <a:lnTo>
                    <a:pt x="147940" y="393486"/>
                  </a:lnTo>
                  <a:lnTo>
                    <a:pt x="149052" y="389250"/>
                  </a:lnTo>
                  <a:lnTo>
                    <a:pt x="150164" y="384922"/>
                  </a:lnTo>
                  <a:lnTo>
                    <a:pt x="151277" y="380441"/>
                  </a:lnTo>
                  <a:lnTo>
                    <a:pt x="152389" y="375849"/>
                  </a:lnTo>
                  <a:lnTo>
                    <a:pt x="153501" y="371165"/>
                  </a:lnTo>
                  <a:lnTo>
                    <a:pt x="154614" y="366347"/>
                  </a:lnTo>
                  <a:lnTo>
                    <a:pt x="155726" y="361409"/>
                  </a:lnTo>
                  <a:lnTo>
                    <a:pt x="156838" y="356384"/>
                  </a:lnTo>
                  <a:lnTo>
                    <a:pt x="157951" y="351242"/>
                  </a:lnTo>
                  <a:lnTo>
                    <a:pt x="159063" y="345976"/>
                  </a:lnTo>
                  <a:lnTo>
                    <a:pt x="160175" y="340629"/>
                  </a:lnTo>
                  <a:lnTo>
                    <a:pt x="161288" y="335186"/>
                  </a:lnTo>
                  <a:lnTo>
                    <a:pt x="162400" y="329618"/>
                  </a:lnTo>
                  <a:lnTo>
                    <a:pt x="163512" y="323978"/>
                  </a:lnTo>
                  <a:lnTo>
                    <a:pt x="164625" y="318262"/>
                  </a:lnTo>
                  <a:lnTo>
                    <a:pt x="165737" y="312426"/>
                  </a:lnTo>
                  <a:lnTo>
                    <a:pt x="166849" y="306530"/>
                  </a:lnTo>
                  <a:lnTo>
                    <a:pt x="167962" y="300572"/>
                  </a:lnTo>
                  <a:lnTo>
                    <a:pt x="169074" y="294516"/>
                  </a:lnTo>
                  <a:lnTo>
                    <a:pt x="170186" y="288406"/>
                  </a:lnTo>
                  <a:lnTo>
                    <a:pt x="171299" y="282249"/>
                  </a:lnTo>
                  <a:lnTo>
                    <a:pt x="172411" y="276022"/>
                  </a:lnTo>
                  <a:lnTo>
                    <a:pt x="173523" y="269751"/>
                  </a:lnTo>
                  <a:lnTo>
                    <a:pt x="174636" y="263448"/>
                  </a:lnTo>
                  <a:lnTo>
                    <a:pt x="175748" y="257101"/>
                  </a:lnTo>
                  <a:lnTo>
                    <a:pt x="176860" y="250727"/>
                  </a:lnTo>
                  <a:lnTo>
                    <a:pt x="177973" y="244335"/>
                  </a:lnTo>
                  <a:lnTo>
                    <a:pt x="179085" y="237926"/>
                  </a:lnTo>
                  <a:lnTo>
                    <a:pt x="180197" y="231510"/>
                  </a:lnTo>
                  <a:lnTo>
                    <a:pt x="181310" y="225095"/>
                  </a:lnTo>
                  <a:lnTo>
                    <a:pt x="182422" y="218684"/>
                  </a:lnTo>
                  <a:lnTo>
                    <a:pt x="183534" y="212292"/>
                  </a:lnTo>
                  <a:lnTo>
                    <a:pt x="184647" y="205919"/>
                  </a:lnTo>
                  <a:lnTo>
                    <a:pt x="185759" y="199568"/>
                  </a:lnTo>
                  <a:lnTo>
                    <a:pt x="186871" y="193269"/>
                  </a:lnTo>
                  <a:lnTo>
                    <a:pt x="187984" y="187006"/>
                  </a:lnTo>
                  <a:lnTo>
                    <a:pt x="189096" y="180781"/>
                  </a:lnTo>
                  <a:lnTo>
                    <a:pt x="190208" y="174639"/>
                  </a:lnTo>
                  <a:lnTo>
                    <a:pt x="191321" y="168554"/>
                  </a:lnTo>
                  <a:lnTo>
                    <a:pt x="192433" y="162524"/>
                  </a:lnTo>
                  <a:lnTo>
                    <a:pt x="193545" y="156598"/>
                  </a:lnTo>
                  <a:lnTo>
                    <a:pt x="194658" y="150755"/>
                  </a:lnTo>
                  <a:lnTo>
                    <a:pt x="195770" y="144984"/>
                  </a:lnTo>
                  <a:lnTo>
                    <a:pt x="196882" y="139331"/>
                  </a:lnTo>
                  <a:lnTo>
                    <a:pt x="197995" y="133790"/>
                  </a:lnTo>
                  <a:lnTo>
                    <a:pt x="199107" y="128336"/>
                  </a:lnTo>
                  <a:lnTo>
                    <a:pt x="200219" y="123008"/>
                  </a:lnTo>
                  <a:lnTo>
                    <a:pt x="201332" y="117822"/>
                  </a:lnTo>
                  <a:lnTo>
                    <a:pt x="202444" y="112737"/>
                  </a:lnTo>
                  <a:lnTo>
                    <a:pt x="203556" y="107778"/>
                  </a:lnTo>
                  <a:lnTo>
                    <a:pt x="204669" y="102993"/>
                  </a:lnTo>
                  <a:lnTo>
                    <a:pt x="205781" y="98319"/>
                  </a:lnTo>
                  <a:lnTo>
                    <a:pt x="206893" y="93767"/>
                  </a:lnTo>
                  <a:lnTo>
                    <a:pt x="208006" y="89418"/>
                  </a:lnTo>
                  <a:lnTo>
                    <a:pt x="209118" y="85187"/>
                  </a:lnTo>
                  <a:lnTo>
                    <a:pt x="210230" y="81074"/>
                  </a:lnTo>
                  <a:lnTo>
                    <a:pt x="211343" y="77180"/>
                  </a:lnTo>
                  <a:lnTo>
                    <a:pt x="212455" y="73414"/>
                  </a:lnTo>
                  <a:lnTo>
                    <a:pt x="213567" y="69770"/>
                  </a:lnTo>
                  <a:lnTo>
                    <a:pt x="214680" y="66332"/>
                  </a:lnTo>
                  <a:lnTo>
                    <a:pt x="215792" y="63039"/>
                  </a:lnTo>
                  <a:lnTo>
                    <a:pt x="216904" y="59870"/>
                  </a:lnTo>
                  <a:lnTo>
                    <a:pt x="218017" y="56889"/>
                  </a:lnTo>
                  <a:lnTo>
                    <a:pt x="219129" y="54069"/>
                  </a:lnTo>
                  <a:lnTo>
                    <a:pt x="220241" y="51370"/>
                  </a:lnTo>
                  <a:lnTo>
                    <a:pt x="221354" y="48838"/>
                  </a:lnTo>
                  <a:lnTo>
                    <a:pt x="222466" y="46477"/>
                  </a:lnTo>
                  <a:lnTo>
                    <a:pt x="223578" y="44231"/>
                  </a:lnTo>
                  <a:lnTo>
                    <a:pt x="224691" y="42128"/>
                  </a:lnTo>
                  <a:lnTo>
                    <a:pt x="225803" y="40202"/>
                  </a:lnTo>
                  <a:lnTo>
                    <a:pt x="226915" y="38383"/>
                  </a:lnTo>
                  <a:lnTo>
                    <a:pt x="228028" y="36682"/>
                  </a:lnTo>
                  <a:lnTo>
                    <a:pt x="229140" y="35159"/>
                  </a:lnTo>
                  <a:lnTo>
                    <a:pt x="230252" y="33732"/>
                  </a:lnTo>
                  <a:lnTo>
                    <a:pt x="231365" y="32401"/>
                  </a:lnTo>
                  <a:lnTo>
                    <a:pt x="232477" y="31236"/>
                  </a:lnTo>
                  <a:lnTo>
                    <a:pt x="233589" y="30159"/>
                  </a:lnTo>
                  <a:lnTo>
                    <a:pt x="234702" y="29165"/>
                  </a:lnTo>
                  <a:lnTo>
                    <a:pt x="235814" y="28305"/>
                  </a:lnTo>
                  <a:lnTo>
                    <a:pt x="236926" y="27529"/>
                  </a:lnTo>
                  <a:lnTo>
                    <a:pt x="238039" y="26824"/>
                  </a:lnTo>
                  <a:lnTo>
                    <a:pt x="239151" y="26221"/>
                  </a:lnTo>
                  <a:lnTo>
                    <a:pt x="240263" y="25696"/>
                  </a:lnTo>
                  <a:lnTo>
                    <a:pt x="241376" y="25227"/>
                  </a:lnTo>
                  <a:lnTo>
                    <a:pt x="242488" y="24833"/>
                  </a:lnTo>
                  <a:lnTo>
                    <a:pt x="243600" y="24506"/>
                  </a:lnTo>
                  <a:lnTo>
                    <a:pt x="244713" y="24222"/>
                  </a:lnTo>
                  <a:lnTo>
                    <a:pt x="245825" y="23988"/>
                  </a:lnTo>
                  <a:lnTo>
                    <a:pt x="246937" y="23807"/>
                  </a:lnTo>
                  <a:lnTo>
                    <a:pt x="248049" y="23655"/>
                  </a:lnTo>
                  <a:lnTo>
                    <a:pt x="249162" y="23534"/>
                  </a:lnTo>
                  <a:lnTo>
                    <a:pt x="250274" y="23450"/>
                  </a:lnTo>
                  <a:lnTo>
                    <a:pt x="251386" y="23381"/>
                  </a:lnTo>
                  <a:lnTo>
                    <a:pt x="252499" y="23329"/>
                  </a:lnTo>
                  <a:lnTo>
                    <a:pt x="253611" y="23295"/>
                  </a:lnTo>
                  <a:lnTo>
                    <a:pt x="254723" y="23266"/>
                  </a:lnTo>
                  <a:lnTo>
                    <a:pt x="255836" y="23241"/>
                  </a:lnTo>
                  <a:lnTo>
                    <a:pt x="256948" y="23217"/>
                  </a:lnTo>
                  <a:lnTo>
                    <a:pt x="258060" y="23188"/>
                  </a:lnTo>
                  <a:lnTo>
                    <a:pt x="259173" y="23154"/>
                  </a:lnTo>
                  <a:lnTo>
                    <a:pt x="260285" y="23106"/>
                  </a:lnTo>
                  <a:lnTo>
                    <a:pt x="261397" y="23044"/>
                  </a:lnTo>
                  <a:lnTo>
                    <a:pt x="262510" y="22968"/>
                  </a:lnTo>
                  <a:lnTo>
                    <a:pt x="263622" y="22871"/>
                  </a:lnTo>
                  <a:lnTo>
                    <a:pt x="264734" y="22749"/>
                  </a:lnTo>
                  <a:lnTo>
                    <a:pt x="265847" y="22608"/>
                  </a:lnTo>
                  <a:lnTo>
                    <a:pt x="266959" y="22442"/>
                  </a:lnTo>
                  <a:lnTo>
                    <a:pt x="268071" y="22241"/>
                  </a:lnTo>
                  <a:lnTo>
                    <a:pt x="269184" y="22017"/>
                  </a:lnTo>
                  <a:lnTo>
                    <a:pt x="270296" y="21767"/>
                  </a:lnTo>
                  <a:lnTo>
                    <a:pt x="271408" y="21476"/>
                  </a:lnTo>
                  <a:lnTo>
                    <a:pt x="272521" y="21160"/>
                  </a:lnTo>
                  <a:lnTo>
                    <a:pt x="273633" y="20819"/>
                  </a:lnTo>
                  <a:lnTo>
                    <a:pt x="274745" y="20432"/>
                  </a:lnTo>
                  <a:lnTo>
                    <a:pt x="275858" y="20021"/>
                  </a:lnTo>
                  <a:lnTo>
                    <a:pt x="276970" y="19586"/>
                  </a:lnTo>
                  <a:lnTo>
                    <a:pt x="278082" y="19110"/>
                  </a:lnTo>
                  <a:lnTo>
                    <a:pt x="279195" y="18608"/>
                  </a:lnTo>
                  <a:lnTo>
                    <a:pt x="280307" y="18083"/>
                  </a:lnTo>
                  <a:lnTo>
                    <a:pt x="281419" y="17525"/>
                  </a:lnTo>
                  <a:lnTo>
                    <a:pt x="282532" y="16942"/>
                  </a:lnTo>
                  <a:lnTo>
                    <a:pt x="283644" y="16341"/>
                  </a:lnTo>
                  <a:lnTo>
                    <a:pt x="284756" y="15714"/>
                  </a:lnTo>
                  <a:lnTo>
                    <a:pt x="285869" y="15066"/>
                  </a:lnTo>
                  <a:lnTo>
                    <a:pt x="286981" y="14404"/>
                  </a:lnTo>
                  <a:lnTo>
                    <a:pt x="288093" y="13726"/>
                  </a:lnTo>
                  <a:lnTo>
                    <a:pt x="289206" y="13034"/>
                  </a:lnTo>
                  <a:lnTo>
                    <a:pt x="290318" y="12333"/>
                  </a:lnTo>
                  <a:lnTo>
                    <a:pt x="291430" y="11625"/>
                  </a:lnTo>
                  <a:lnTo>
                    <a:pt x="292543" y="10912"/>
                  </a:lnTo>
                  <a:lnTo>
                    <a:pt x="293655" y="10197"/>
                  </a:lnTo>
                  <a:lnTo>
                    <a:pt x="294767" y="9483"/>
                  </a:lnTo>
                  <a:lnTo>
                    <a:pt x="295880" y="8775"/>
                  </a:lnTo>
                  <a:lnTo>
                    <a:pt x="296992" y="8074"/>
                  </a:lnTo>
                  <a:lnTo>
                    <a:pt x="298104" y="7381"/>
                  </a:lnTo>
                  <a:lnTo>
                    <a:pt x="299217" y="6705"/>
                  </a:lnTo>
                  <a:lnTo>
                    <a:pt x="300329" y="6046"/>
                  </a:lnTo>
                  <a:lnTo>
                    <a:pt x="301441" y="5401"/>
                  </a:lnTo>
                  <a:lnTo>
                    <a:pt x="302554" y="4784"/>
                  </a:lnTo>
                  <a:lnTo>
                    <a:pt x="303666" y="4194"/>
                  </a:lnTo>
                  <a:lnTo>
                    <a:pt x="304778" y="3626"/>
                  </a:lnTo>
                  <a:lnTo>
                    <a:pt x="305891" y="3093"/>
                  </a:lnTo>
                  <a:lnTo>
                    <a:pt x="307003" y="2599"/>
                  </a:lnTo>
                  <a:lnTo>
                    <a:pt x="308115" y="2134"/>
                  </a:lnTo>
                  <a:lnTo>
                    <a:pt x="309228" y="1708"/>
                  </a:lnTo>
                  <a:lnTo>
                    <a:pt x="310340" y="1334"/>
                  </a:lnTo>
                  <a:lnTo>
                    <a:pt x="311452" y="994"/>
                  </a:lnTo>
                  <a:lnTo>
                    <a:pt x="312565" y="696"/>
                  </a:lnTo>
                  <a:lnTo>
                    <a:pt x="313677" y="462"/>
                  </a:lnTo>
                  <a:lnTo>
                    <a:pt x="314789" y="268"/>
                  </a:lnTo>
                  <a:lnTo>
                    <a:pt x="315902" y="113"/>
                  </a:lnTo>
                  <a:lnTo>
                    <a:pt x="317014" y="35"/>
                  </a:lnTo>
                  <a:lnTo>
                    <a:pt x="318126" y="0"/>
                  </a:lnTo>
                  <a:lnTo>
                    <a:pt x="319239" y="6"/>
                  </a:lnTo>
                  <a:lnTo>
                    <a:pt x="320351" y="89"/>
                  </a:lnTo>
                  <a:lnTo>
                    <a:pt x="321463" y="220"/>
                  </a:lnTo>
                  <a:lnTo>
                    <a:pt x="322576" y="396"/>
                  </a:lnTo>
                  <a:lnTo>
                    <a:pt x="323688" y="641"/>
                  </a:lnTo>
                  <a:lnTo>
                    <a:pt x="324800" y="942"/>
                  </a:lnTo>
                  <a:lnTo>
                    <a:pt x="325913" y="1287"/>
                  </a:lnTo>
                  <a:lnTo>
                    <a:pt x="327025" y="1694"/>
                  </a:lnTo>
                  <a:lnTo>
                    <a:pt x="328137" y="2161"/>
                  </a:lnTo>
                  <a:lnTo>
                    <a:pt x="329250" y="2669"/>
                  </a:lnTo>
                  <a:lnTo>
                    <a:pt x="330362" y="3231"/>
                  </a:lnTo>
                  <a:lnTo>
                    <a:pt x="331474" y="3853"/>
                  </a:lnTo>
                  <a:lnTo>
                    <a:pt x="332587" y="4513"/>
                  </a:lnTo>
                  <a:lnTo>
                    <a:pt x="333699" y="5216"/>
                  </a:lnTo>
                  <a:lnTo>
                    <a:pt x="334811" y="5979"/>
                  </a:lnTo>
                  <a:lnTo>
                    <a:pt x="335924" y="6773"/>
                  </a:lnTo>
                  <a:lnTo>
                    <a:pt x="337036" y="7602"/>
                  </a:lnTo>
                  <a:lnTo>
                    <a:pt x="338148" y="8484"/>
                  </a:lnTo>
                  <a:lnTo>
                    <a:pt x="339261" y="9392"/>
                  </a:lnTo>
                  <a:lnTo>
                    <a:pt x="340373" y="10327"/>
                  </a:lnTo>
                  <a:lnTo>
                    <a:pt x="341485" y="11302"/>
                  </a:lnTo>
                  <a:lnTo>
                    <a:pt x="342598" y="12300"/>
                  </a:lnTo>
                  <a:lnTo>
                    <a:pt x="343710" y="13317"/>
                  </a:lnTo>
                  <a:lnTo>
                    <a:pt x="344822" y="14361"/>
                  </a:lnTo>
                  <a:lnTo>
                    <a:pt x="345935" y="15421"/>
                  </a:lnTo>
                  <a:lnTo>
                    <a:pt x="347047" y="16494"/>
                  </a:lnTo>
                  <a:lnTo>
                    <a:pt x="348159" y="17581"/>
                  </a:lnTo>
                  <a:lnTo>
                    <a:pt x="349272" y="18677"/>
                  </a:lnTo>
                  <a:lnTo>
                    <a:pt x="350384" y="19779"/>
                  </a:lnTo>
                  <a:lnTo>
                    <a:pt x="351496" y="20886"/>
                  </a:lnTo>
                  <a:lnTo>
                    <a:pt x="352609" y="21993"/>
                  </a:lnTo>
                  <a:lnTo>
                    <a:pt x="353721" y="23100"/>
                  </a:lnTo>
                  <a:lnTo>
                    <a:pt x="354833" y="24204"/>
                  </a:lnTo>
                  <a:lnTo>
                    <a:pt x="355946" y="25300"/>
                  </a:lnTo>
                  <a:lnTo>
                    <a:pt x="357058" y="26391"/>
                  </a:lnTo>
                  <a:lnTo>
                    <a:pt x="358170" y="27474"/>
                  </a:lnTo>
                  <a:lnTo>
                    <a:pt x="359283" y="28542"/>
                  </a:lnTo>
                  <a:lnTo>
                    <a:pt x="360395" y="29600"/>
                  </a:lnTo>
                  <a:lnTo>
                    <a:pt x="361507" y="30647"/>
                  </a:lnTo>
                  <a:lnTo>
                    <a:pt x="362620" y="31676"/>
                  </a:lnTo>
                  <a:lnTo>
                    <a:pt x="363732" y="32691"/>
                  </a:lnTo>
                  <a:lnTo>
                    <a:pt x="364844" y="33695"/>
                  </a:lnTo>
                  <a:lnTo>
                    <a:pt x="365957" y="34679"/>
                  </a:lnTo>
                  <a:lnTo>
                    <a:pt x="367069" y="35650"/>
                  </a:lnTo>
                  <a:lnTo>
                    <a:pt x="368181" y="36608"/>
                  </a:lnTo>
                  <a:lnTo>
                    <a:pt x="369294" y="37551"/>
                  </a:lnTo>
                  <a:lnTo>
                    <a:pt x="370406" y="38480"/>
                  </a:lnTo>
                  <a:lnTo>
                    <a:pt x="371518" y="39401"/>
                  </a:lnTo>
                  <a:lnTo>
                    <a:pt x="372631" y="40310"/>
                  </a:lnTo>
                  <a:lnTo>
                    <a:pt x="373743" y="41211"/>
                  </a:lnTo>
                  <a:lnTo>
                    <a:pt x="374855" y="42108"/>
                  </a:lnTo>
                  <a:lnTo>
                    <a:pt x="375968" y="43000"/>
                  </a:lnTo>
                  <a:lnTo>
                    <a:pt x="377080" y="43892"/>
                  </a:lnTo>
                  <a:lnTo>
                    <a:pt x="378192" y="44786"/>
                  </a:lnTo>
                  <a:lnTo>
                    <a:pt x="379305" y="45683"/>
                  </a:lnTo>
                  <a:lnTo>
                    <a:pt x="380417" y="46592"/>
                  </a:lnTo>
                  <a:lnTo>
                    <a:pt x="381529" y="47511"/>
                  </a:lnTo>
                  <a:lnTo>
                    <a:pt x="382642" y="48442"/>
                  </a:lnTo>
                  <a:lnTo>
                    <a:pt x="383754" y="49398"/>
                  </a:lnTo>
                  <a:lnTo>
                    <a:pt x="384866" y="50376"/>
                  </a:lnTo>
                  <a:lnTo>
                    <a:pt x="385979" y="51375"/>
                  </a:lnTo>
                  <a:lnTo>
                    <a:pt x="387091" y="52412"/>
                  </a:lnTo>
                  <a:lnTo>
                    <a:pt x="388203" y="53485"/>
                  </a:lnTo>
                  <a:lnTo>
                    <a:pt x="389316" y="54589"/>
                  </a:lnTo>
                  <a:lnTo>
                    <a:pt x="390428" y="55742"/>
                  </a:lnTo>
                  <a:lnTo>
                    <a:pt x="391540" y="56949"/>
                  </a:lnTo>
                  <a:lnTo>
                    <a:pt x="392653" y="58197"/>
                  </a:lnTo>
                  <a:lnTo>
                    <a:pt x="393765" y="59503"/>
                  </a:lnTo>
                  <a:lnTo>
                    <a:pt x="394877" y="60882"/>
                  </a:lnTo>
                  <a:lnTo>
                    <a:pt x="395990" y="62312"/>
                  </a:lnTo>
                  <a:lnTo>
                    <a:pt x="397102" y="63806"/>
                  </a:lnTo>
                  <a:lnTo>
                    <a:pt x="398214" y="65394"/>
                  </a:lnTo>
                  <a:lnTo>
                    <a:pt x="399327" y="67042"/>
                  </a:lnTo>
                  <a:lnTo>
                    <a:pt x="400439" y="68756"/>
                  </a:lnTo>
                  <a:lnTo>
                    <a:pt x="401551" y="70586"/>
                  </a:lnTo>
                  <a:lnTo>
                    <a:pt x="402664" y="72485"/>
                  </a:lnTo>
                  <a:lnTo>
                    <a:pt x="403776" y="74453"/>
                  </a:lnTo>
                  <a:lnTo>
                    <a:pt x="404888" y="76548"/>
                  </a:lnTo>
                  <a:lnTo>
                    <a:pt x="406001" y="78724"/>
                  </a:lnTo>
                  <a:lnTo>
                    <a:pt x="407113" y="80974"/>
                  </a:lnTo>
                  <a:lnTo>
                    <a:pt x="408225" y="83350"/>
                  </a:lnTo>
                  <a:lnTo>
                    <a:pt x="409338" y="85822"/>
                  </a:lnTo>
                  <a:lnTo>
                    <a:pt x="410450" y="88373"/>
                  </a:lnTo>
                  <a:lnTo>
                    <a:pt x="411562" y="91043"/>
                  </a:lnTo>
                  <a:lnTo>
                    <a:pt x="412675" y="93822"/>
                  </a:lnTo>
                  <a:lnTo>
                    <a:pt x="413787" y="96683"/>
                  </a:lnTo>
                  <a:lnTo>
                    <a:pt x="414899" y="99653"/>
                  </a:lnTo>
                  <a:lnTo>
                    <a:pt x="416012" y="102744"/>
                  </a:lnTo>
                  <a:lnTo>
                    <a:pt x="417124" y="105915"/>
                  </a:lnTo>
                  <a:lnTo>
                    <a:pt x="418236" y="109184"/>
                  </a:lnTo>
                  <a:lnTo>
                    <a:pt x="419349" y="112581"/>
                  </a:lnTo>
                  <a:lnTo>
                    <a:pt x="420461" y="116056"/>
                  </a:lnTo>
                  <a:lnTo>
                    <a:pt x="421573" y="119613"/>
                  </a:lnTo>
                  <a:lnTo>
                    <a:pt x="422686" y="123304"/>
                  </a:lnTo>
                  <a:lnTo>
                    <a:pt x="423798" y="127066"/>
                  </a:lnTo>
                  <a:lnTo>
                    <a:pt x="424910" y="130900"/>
                  </a:lnTo>
                  <a:lnTo>
                    <a:pt x="426023" y="134858"/>
                  </a:lnTo>
                  <a:lnTo>
                    <a:pt x="427135" y="138884"/>
                  </a:lnTo>
                  <a:lnTo>
                    <a:pt x="428247" y="142975"/>
                  </a:lnTo>
                  <a:lnTo>
                    <a:pt x="429360" y="147167"/>
                  </a:lnTo>
                  <a:lnTo>
                    <a:pt x="430472" y="151427"/>
                  </a:lnTo>
                  <a:lnTo>
                    <a:pt x="431584" y="155743"/>
                  </a:lnTo>
                  <a:lnTo>
                    <a:pt x="432697" y="160137"/>
                  </a:lnTo>
                  <a:lnTo>
                    <a:pt x="433809" y="164595"/>
                  </a:lnTo>
                  <a:lnTo>
                    <a:pt x="434921" y="169097"/>
                  </a:lnTo>
                  <a:lnTo>
                    <a:pt x="436034" y="173657"/>
                  </a:lnTo>
                  <a:lnTo>
                    <a:pt x="437146" y="178271"/>
                  </a:lnTo>
                  <a:lnTo>
                    <a:pt x="438258" y="182918"/>
                  </a:lnTo>
                  <a:lnTo>
                    <a:pt x="439371" y="187603"/>
                  </a:lnTo>
                  <a:lnTo>
                    <a:pt x="440483" y="192328"/>
                  </a:lnTo>
                  <a:lnTo>
                    <a:pt x="441595" y="197074"/>
                  </a:lnTo>
                  <a:lnTo>
                    <a:pt x="442708" y="201841"/>
                  </a:lnTo>
                  <a:lnTo>
                    <a:pt x="443820" y="206631"/>
                  </a:lnTo>
                  <a:lnTo>
                    <a:pt x="444932" y="211430"/>
                  </a:lnTo>
                  <a:lnTo>
                    <a:pt x="446045" y="216235"/>
                  </a:lnTo>
                  <a:lnTo>
                    <a:pt x="447157" y="221043"/>
                  </a:lnTo>
                  <a:lnTo>
                    <a:pt x="448269" y="225846"/>
                  </a:lnTo>
                  <a:lnTo>
                    <a:pt x="449382" y="230644"/>
                  </a:lnTo>
                  <a:lnTo>
                    <a:pt x="450494" y="235425"/>
                  </a:lnTo>
                  <a:lnTo>
                    <a:pt x="451606" y="240187"/>
                  </a:lnTo>
                  <a:lnTo>
                    <a:pt x="452719" y="244932"/>
                  </a:lnTo>
                  <a:lnTo>
                    <a:pt x="453831" y="249645"/>
                  </a:lnTo>
                  <a:lnTo>
                    <a:pt x="454943" y="254323"/>
                  </a:lnTo>
                  <a:lnTo>
                    <a:pt x="456056" y="258973"/>
                  </a:lnTo>
                  <a:lnTo>
                    <a:pt x="457168" y="263579"/>
                  </a:lnTo>
                  <a:lnTo>
                    <a:pt x="458280" y="268134"/>
                  </a:lnTo>
                  <a:lnTo>
                    <a:pt x="459393" y="272650"/>
                  </a:lnTo>
                  <a:lnTo>
                    <a:pt x="460505" y="277117"/>
                  </a:lnTo>
                  <a:lnTo>
                    <a:pt x="461617" y="281514"/>
                  </a:lnTo>
                  <a:lnTo>
                    <a:pt x="462730" y="285864"/>
                  </a:lnTo>
                  <a:lnTo>
                    <a:pt x="463842" y="290163"/>
                  </a:lnTo>
                  <a:lnTo>
                    <a:pt x="464954" y="294373"/>
                  </a:lnTo>
                  <a:lnTo>
                    <a:pt x="466067" y="298531"/>
                  </a:lnTo>
                  <a:lnTo>
                    <a:pt x="467179" y="302637"/>
                  </a:lnTo>
                  <a:lnTo>
                    <a:pt x="468291" y="306643"/>
                  </a:lnTo>
                  <a:lnTo>
                    <a:pt x="469404" y="310590"/>
                  </a:lnTo>
                  <a:lnTo>
                    <a:pt x="470516" y="314480"/>
                  </a:lnTo>
                  <a:lnTo>
                    <a:pt x="471628" y="318273"/>
                  </a:lnTo>
                  <a:lnTo>
                    <a:pt x="472741" y="321998"/>
                  </a:lnTo>
                  <a:lnTo>
                    <a:pt x="473853" y="325663"/>
                  </a:lnTo>
                  <a:lnTo>
                    <a:pt x="474965" y="329239"/>
                  </a:lnTo>
                  <a:lnTo>
                    <a:pt x="476078" y="332737"/>
                  </a:lnTo>
                  <a:lnTo>
                    <a:pt x="477190" y="336177"/>
                  </a:lnTo>
                  <a:lnTo>
                    <a:pt x="478302" y="339535"/>
                  </a:lnTo>
                  <a:lnTo>
                    <a:pt x="479415" y="342811"/>
                  </a:lnTo>
                  <a:lnTo>
                    <a:pt x="480527" y="346030"/>
                  </a:lnTo>
                  <a:lnTo>
                    <a:pt x="481639" y="349181"/>
                  </a:lnTo>
                  <a:lnTo>
                    <a:pt x="482752" y="352245"/>
                  </a:lnTo>
                  <a:lnTo>
                    <a:pt x="483864" y="355257"/>
                  </a:lnTo>
                  <a:lnTo>
                    <a:pt x="484976" y="358212"/>
                  </a:lnTo>
                  <a:lnTo>
                    <a:pt x="486089" y="361082"/>
                  </a:lnTo>
                  <a:lnTo>
                    <a:pt x="487201" y="363906"/>
                  </a:lnTo>
                  <a:lnTo>
                    <a:pt x="488313" y="366684"/>
                  </a:lnTo>
                  <a:lnTo>
                    <a:pt x="489426" y="369384"/>
                  </a:lnTo>
                  <a:lnTo>
                    <a:pt x="490538" y="372044"/>
                  </a:lnTo>
                  <a:lnTo>
                    <a:pt x="491650" y="374664"/>
                  </a:lnTo>
                  <a:lnTo>
                    <a:pt x="492762" y="377224"/>
                  </a:lnTo>
                  <a:lnTo>
                    <a:pt x="493875" y="379747"/>
                  </a:lnTo>
                  <a:lnTo>
                    <a:pt x="494987" y="382238"/>
                  </a:lnTo>
                  <a:lnTo>
                    <a:pt x="496099" y="384685"/>
                  </a:lnTo>
                  <a:lnTo>
                    <a:pt x="497212" y="387099"/>
                  </a:lnTo>
                  <a:lnTo>
                    <a:pt x="498324" y="389490"/>
                  </a:lnTo>
                  <a:lnTo>
                    <a:pt x="499436" y="391852"/>
                  </a:lnTo>
                  <a:lnTo>
                    <a:pt x="500549" y="394189"/>
                  </a:lnTo>
                  <a:lnTo>
                    <a:pt x="501661" y="396510"/>
                  </a:lnTo>
                  <a:lnTo>
                    <a:pt x="502773" y="398814"/>
                  </a:lnTo>
                  <a:lnTo>
                    <a:pt x="503886" y="401102"/>
                  </a:lnTo>
                  <a:lnTo>
                    <a:pt x="504998" y="403381"/>
                  </a:lnTo>
                  <a:lnTo>
                    <a:pt x="506110" y="405653"/>
                  </a:lnTo>
                  <a:lnTo>
                    <a:pt x="507223" y="407918"/>
                  </a:lnTo>
                  <a:lnTo>
                    <a:pt x="508335" y="410181"/>
                  </a:lnTo>
                  <a:lnTo>
                    <a:pt x="509447" y="412443"/>
                  </a:lnTo>
                  <a:lnTo>
                    <a:pt x="510560" y="414708"/>
                  </a:lnTo>
                  <a:lnTo>
                    <a:pt x="511672" y="416977"/>
                  </a:lnTo>
                  <a:lnTo>
                    <a:pt x="512784" y="419250"/>
                  </a:lnTo>
                  <a:lnTo>
                    <a:pt x="513897" y="421532"/>
                  </a:lnTo>
                  <a:lnTo>
                    <a:pt x="515009" y="423823"/>
                  </a:lnTo>
                  <a:lnTo>
                    <a:pt x="516121" y="426122"/>
                  </a:lnTo>
                  <a:lnTo>
                    <a:pt x="517234" y="428434"/>
                  </a:lnTo>
                  <a:lnTo>
                    <a:pt x="518346" y="430758"/>
                  </a:lnTo>
                  <a:lnTo>
                    <a:pt x="519458" y="433092"/>
                  </a:lnTo>
                  <a:lnTo>
                    <a:pt x="520571" y="435441"/>
                  </a:lnTo>
                  <a:lnTo>
                    <a:pt x="521683" y="437804"/>
                  </a:lnTo>
                  <a:lnTo>
                    <a:pt x="522795" y="440178"/>
                  </a:lnTo>
                  <a:lnTo>
                    <a:pt x="523908" y="442565"/>
                  </a:lnTo>
                  <a:lnTo>
                    <a:pt x="525020" y="444967"/>
                  </a:lnTo>
                  <a:lnTo>
                    <a:pt x="526132" y="447380"/>
                  </a:lnTo>
                  <a:lnTo>
                    <a:pt x="527245" y="449802"/>
                  </a:lnTo>
                  <a:lnTo>
                    <a:pt x="528357" y="452239"/>
                  </a:lnTo>
                  <a:lnTo>
                    <a:pt x="529469" y="454684"/>
                  </a:lnTo>
                  <a:lnTo>
                    <a:pt x="530582" y="457135"/>
                  </a:lnTo>
                  <a:lnTo>
                    <a:pt x="531694" y="459597"/>
                  </a:lnTo>
                  <a:lnTo>
                    <a:pt x="532806" y="462062"/>
                  </a:lnTo>
                  <a:lnTo>
                    <a:pt x="533919" y="464532"/>
                  </a:lnTo>
                  <a:lnTo>
                    <a:pt x="535031" y="467004"/>
                  </a:lnTo>
                  <a:lnTo>
                    <a:pt x="536143" y="469477"/>
                  </a:lnTo>
                  <a:lnTo>
                    <a:pt x="537256" y="471950"/>
                  </a:lnTo>
                  <a:lnTo>
                    <a:pt x="538368" y="474419"/>
                  </a:lnTo>
                  <a:lnTo>
                    <a:pt x="539480" y="476883"/>
                  </a:lnTo>
                  <a:lnTo>
                    <a:pt x="540593" y="479342"/>
                  </a:lnTo>
                  <a:lnTo>
                    <a:pt x="541705" y="481791"/>
                  </a:lnTo>
                  <a:lnTo>
                    <a:pt x="542817" y="484227"/>
                  </a:lnTo>
                  <a:lnTo>
                    <a:pt x="543930" y="486654"/>
                  </a:lnTo>
                  <a:lnTo>
                    <a:pt x="545042" y="489066"/>
                  </a:lnTo>
                  <a:lnTo>
                    <a:pt x="546154" y="491457"/>
                  </a:lnTo>
                  <a:lnTo>
                    <a:pt x="547267" y="493833"/>
                  </a:lnTo>
                  <a:lnTo>
                    <a:pt x="548379" y="496192"/>
                  </a:lnTo>
                  <a:lnTo>
                    <a:pt x="549491" y="498519"/>
                  </a:lnTo>
                  <a:lnTo>
                    <a:pt x="550604" y="500827"/>
                  </a:lnTo>
                  <a:lnTo>
                    <a:pt x="551716" y="503115"/>
                  </a:lnTo>
                  <a:lnTo>
                    <a:pt x="552828" y="505363"/>
                  </a:lnTo>
                  <a:lnTo>
                    <a:pt x="553941" y="507587"/>
                  </a:lnTo>
                  <a:lnTo>
                    <a:pt x="555053" y="509787"/>
                  </a:lnTo>
                  <a:lnTo>
                    <a:pt x="556165" y="511944"/>
                  </a:lnTo>
                  <a:lnTo>
                    <a:pt x="557278" y="514069"/>
                  </a:lnTo>
                  <a:lnTo>
                    <a:pt x="558390" y="516168"/>
                  </a:lnTo>
                  <a:lnTo>
                    <a:pt x="559502" y="518221"/>
                  </a:lnTo>
                  <a:lnTo>
                    <a:pt x="560615" y="520237"/>
                  </a:lnTo>
                  <a:lnTo>
                    <a:pt x="561727" y="522223"/>
                  </a:lnTo>
                  <a:lnTo>
                    <a:pt x="562839" y="524165"/>
                  </a:lnTo>
                  <a:lnTo>
                    <a:pt x="563952" y="526063"/>
                  </a:lnTo>
                  <a:lnTo>
                    <a:pt x="565064" y="527928"/>
                  </a:lnTo>
                  <a:lnTo>
                    <a:pt x="566176" y="529751"/>
                  </a:lnTo>
                  <a:lnTo>
                    <a:pt x="567289" y="531524"/>
                  </a:lnTo>
                  <a:lnTo>
                    <a:pt x="568401" y="533263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9" name="rc9809"/>
            <p:cNvSpPr/>
            <p:nvPr/>
          </p:nvSpPr>
          <p:spPr>
            <a:xfrm>
              <a:off x="3789819" y="1303870"/>
              <a:ext cx="625241" cy="22564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10" name="tx9810"/>
            <p:cNvSpPr/>
            <p:nvPr/>
          </p:nvSpPr>
          <p:spPr>
            <a:xfrm>
              <a:off x="4031007" y="1373963"/>
              <a:ext cx="142865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CL</a:t>
              </a:r>
            </a:p>
          </p:txBody>
        </p:sp>
        <p:sp>
          <p:nvSpPr>
            <p:cNvPr id="9811" name="rc9811"/>
            <p:cNvSpPr/>
            <p:nvPr/>
          </p:nvSpPr>
          <p:spPr>
            <a:xfrm>
              <a:off x="4484649" y="1303870"/>
              <a:ext cx="625241" cy="22564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12" name="tx9812"/>
            <p:cNvSpPr/>
            <p:nvPr/>
          </p:nvSpPr>
          <p:spPr>
            <a:xfrm>
              <a:off x="4384200" y="1353117"/>
              <a:ext cx="826139" cy="1035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CSFpT181_Nico</a:t>
              </a:r>
            </a:p>
          </p:txBody>
        </p:sp>
        <p:sp>
          <p:nvSpPr>
            <p:cNvPr id="9813" name="rc9813"/>
            <p:cNvSpPr/>
            <p:nvPr/>
          </p:nvSpPr>
          <p:spPr>
            <a:xfrm>
              <a:off x="5179480" y="1303870"/>
              <a:ext cx="625241" cy="22564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14" name="tx9814"/>
            <p:cNvSpPr/>
            <p:nvPr/>
          </p:nvSpPr>
          <p:spPr>
            <a:xfrm>
              <a:off x="5079031" y="1353117"/>
              <a:ext cx="826139" cy="1035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CSFpT217_Nico</a:t>
              </a:r>
            </a:p>
          </p:txBody>
        </p:sp>
        <p:sp>
          <p:nvSpPr>
            <p:cNvPr id="9815" name="rc9815"/>
            <p:cNvSpPr/>
            <p:nvPr/>
          </p:nvSpPr>
          <p:spPr>
            <a:xfrm>
              <a:off x="5874311" y="1303870"/>
              <a:ext cx="625241" cy="22564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16" name="tx9816"/>
            <p:cNvSpPr/>
            <p:nvPr/>
          </p:nvSpPr>
          <p:spPr>
            <a:xfrm>
              <a:off x="5568896" y="1353117"/>
              <a:ext cx="1236072" cy="1035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LUMIPULSE_CSF_pTau</a:t>
              </a:r>
            </a:p>
          </p:txBody>
        </p:sp>
        <p:sp>
          <p:nvSpPr>
            <p:cNvPr id="9817" name="rc9817"/>
            <p:cNvSpPr/>
            <p:nvPr/>
          </p:nvSpPr>
          <p:spPr>
            <a:xfrm>
              <a:off x="6569142" y="1303870"/>
              <a:ext cx="625241" cy="22564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18" name="tx9818"/>
            <p:cNvSpPr/>
            <p:nvPr/>
          </p:nvSpPr>
          <p:spPr>
            <a:xfrm>
              <a:off x="6338160" y="1354154"/>
              <a:ext cx="1087204" cy="10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plasmapTau217_Nico</a:t>
              </a:r>
            </a:p>
          </p:txBody>
        </p:sp>
        <p:sp>
          <p:nvSpPr>
            <p:cNvPr id="9819" name="rc9819"/>
            <p:cNvSpPr/>
            <p:nvPr/>
          </p:nvSpPr>
          <p:spPr>
            <a:xfrm>
              <a:off x="7263972" y="1303870"/>
              <a:ext cx="625241" cy="22564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20" name="tx9820"/>
            <p:cNvSpPr/>
            <p:nvPr/>
          </p:nvSpPr>
          <p:spPr>
            <a:xfrm>
              <a:off x="7032991" y="1354154"/>
              <a:ext cx="1087204" cy="10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plasmapTau181_Nico</a:t>
              </a:r>
            </a:p>
          </p:txBody>
        </p:sp>
        <p:sp>
          <p:nvSpPr>
            <p:cNvPr id="9821" name="rc9821"/>
            <p:cNvSpPr/>
            <p:nvPr/>
          </p:nvSpPr>
          <p:spPr>
            <a:xfrm>
              <a:off x="7958803" y="1303870"/>
              <a:ext cx="625241" cy="22564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22" name="tx9822"/>
            <p:cNvSpPr/>
            <p:nvPr/>
          </p:nvSpPr>
          <p:spPr>
            <a:xfrm>
              <a:off x="7690550" y="1352844"/>
              <a:ext cx="1161747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plasmapTau181_jucker</a:t>
              </a:r>
            </a:p>
          </p:txBody>
        </p:sp>
        <p:sp>
          <p:nvSpPr>
            <p:cNvPr id="9823" name="rc9823"/>
            <p:cNvSpPr/>
            <p:nvPr/>
          </p:nvSpPr>
          <p:spPr>
            <a:xfrm>
              <a:off x="8653634" y="1303870"/>
              <a:ext cx="625241" cy="22564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24" name="tx9824"/>
            <p:cNvSpPr/>
            <p:nvPr/>
          </p:nvSpPr>
          <p:spPr>
            <a:xfrm>
              <a:off x="8537578" y="1354154"/>
              <a:ext cx="857354" cy="10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Alamar_pTau181</a:t>
              </a:r>
            </a:p>
          </p:txBody>
        </p:sp>
        <p:sp>
          <p:nvSpPr>
            <p:cNvPr id="9825" name="rc9825"/>
            <p:cNvSpPr/>
            <p:nvPr/>
          </p:nvSpPr>
          <p:spPr>
            <a:xfrm>
              <a:off x="9348465" y="1303870"/>
              <a:ext cx="625241" cy="22564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26" name="tx9826"/>
            <p:cNvSpPr/>
            <p:nvPr/>
          </p:nvSpPr>
          <p:spPr>
            <a:xfrm>
              <a:off x="9232409" y="1354154"/>
              <a:ext cx="857354" cy="10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Alamar_pTau217</a:t>
              </a:r>
            </a:p>
          </p:txBody>
        </p:sp>
        <p:sp>
          <p:nvSpPr>
            <p:cNvPr id="9827" name="rc9827"/>
            <p:cNvSpPr/>
            <p:nvPr/>
          </p:nvSpPr>
          <p:spPr>
            <a:xfrm>
              <a:off x="10043296" y="1303870"/>
              <a:ext cx="625241" cy="22564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28" name="tx9828"/>
            <p:cNvSpPr/>
            <p:nvPr/>
          </p:nvSpPr>
          <p:spPr>
            <a:xfrm>
              <a:off x="9815479" y="1353117"/>
              <a:ext cx="1080874" cy="1035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AlamarCSF_pTau181</a:t>
              </a:r>
            </a:p>
          </p:txBody>
        </p:sp>
        <p:sp>
          <p:nvSpPr>
            <p:cNvPr id="9829" name="rc9829"/>
            <p:cNvSpPr/>
            <p:nvPr/>
          </p:nvSpPr>
          <p:spPr>
            <a:xfrm>
              <a:off x="10738126" y="1303870"/>
              <a:ext cx="625241" cy="22564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30" name="tx9830"/>
            <p:cNvSpPr/>
            <p:nvPr/>
          </p:nvSpPr>
          <p:spPr>
            <a:xfrm>
              <a:off x="10510310" y="1353117"/>
              <a:ext cx="1080874" cy="1035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AlamarCSF_pTau217</a:t>
              </a:r>
            </a:p>
          </p:txBody>
        </p:sp>
        <p:sp>
          <p:nvSpPr>
            <p:cNvPr id="9831" name="rc9831"/>
            <p:cNvSpPr/>
            <p:nvPr/>
          </p:nvSpPr>
          <p:spPr>
            <a:xfrm>
              <a:off x="11363368" y="1529513"/>
              <a:ext cx="225642" cy="63563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32" name="tx9832"/>
            <p:cNvSpPr/>
            <p:nvPr/>
          </p:nvSpPr>
          <p:spPr>
            <a:xfrm rot="5400000">
              <a:off x="11406121" y="1805965"/>
              <a:ext cx="142865" cy="82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CL</a:t>
              </a:r>
            </a:p>
          </p:txBody>
        </p:sp>
        <p:sp>
          <p:nvSpPr>
            <p:cNvPr id="9833" name="rc9833"/>
            <p:cNvSpPr/>
            <p:nvPr/>
          </p:nvSpPr>
          <p:spPr>
            <a:xfrm>
              <a:off x="11363368" y="2234734"/>
              <a:ext cx="225642" cy="63563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34" name="tx9834"/>
            <p:cNvSpPr/>
            <p:nvPr/>
          </p:nvSpPr>
          <p:spPr>
            <a:xfrm rot="5400000">
              <a:off x="11074906" y="2500763"/>
              <a:ext cx="826139" cy="1035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CSFpT181_Nico</a:t>
              </a:r>
            </a:p>
          </p:txBody>
        </p:sp>
        <p:sp>
          <p:nvSpPr>
            <p:cNvPr id="9835" name="rc9835"/>
            <p:cNvSpPr/>
            <p:nvPr/>
          </p:nvSpPr>
          <p:spPr>
            <a:xfrm>
              <a:off x="11363368" y="2939956"/>
              <a:ext cx="225642" cy="63563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36" name="tx9836"/>
            <p:cNvSpPr/>
            <p:nvPr/>
          </p:nvSpPr>
          <p:spPr>
            <a:xfrm rot="5400000">
              <a:off x="11074906" y="3205985"/>
              <a:ext cx="826139" cy="1035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CSFpT217_Nico</a:t>
              </a:r>
            </a:p>
          </p:txBody>
        </p:sp>
        <p:sp>
          <p:nvSpPr>
            <p:cNvPr id="9837" name="rc9837"/>
            <p:cNvSpPr/>
            <p:nvPr/>
          </p:nvSpPr>
          <p:spPr>
            <a:xfrm>
              <a:off x="11363368" y="3645178"/>
              <a:ext cx="225642" cy="63563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38" name="tx9838"/>
            <p:cNvSpPr/>
            <p:nvPr/>
          </p:nvSpPr>
          <p:spPr>
            <a:xfrm rot="5400000">
              <a:off x="10869940" y="3911207"/>
              <a:ext cx="1236072" cy="1035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LUMIPULSE_CSF_pTau</a:t>
              </a:r>
            </a:p>
          </p:txBody>
        </p:sp>
        <p:sp>
          <p:nvSpPr>
            <p:cNvPr id="9839" name="rc9839"/>
            <p:cNvSpPr/>
            <p:nvPr/>
          </p:nvSpPr>
          <p:spPr>
            <a:xfrm>
              <a:off x="11363368" y="4350399"/>
              <a:ext cx="225642" cy="63563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40" name="tx9840"/>
            <p:cNvSpPr/>
            <p:nvPr/>
          </p:nvSpPr>
          <p:spPr>
            <a:xfrm rot="5400000">
              <a:off x="10943856" y="4616947"/>
              <a:ext cx="1087204" cy="10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plasmapTau217_Nico</a:t>
              </a:r>
            </a:p>
          </p:txBody>
        </p:sp>
        <p:sp>
          <p:nvSpPr>
            <p:cNvPr id="9841" name="rc9841"/>
            <p:cNvSpPr/>
            <p:nvPr/>
          </p:nvSpPr>
          <p:spPr>
            <a:xfrm>
              <a:off x="11363368" y="5055621"/>
              <a:ext cx="225642" cy="63563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42" name="tx9842"/>
            <p:cNvSpPr/>
            <p:nvPr/>
          </p:nvSpPr>
          <p:spPr>
            <a:xfrm rot="5400000">
              <a:off x="10943856" y="5322168"/>
              <a:ext cx="1087204" cy="10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plasmapTau181_Nico</a:t>
              </a:r>
            </a:p>
          </p:txBody>
        </p:sp>
        <p:sp>
          <p:nvSpPr>
            <p:cNvPr id="9843" name="rc9843"/>
            <p:cNvSpPr/>
            <p:nvPr/>
          </p:nvSpPr>
          <p:spPr>
            <a:xfrm>
              <a:off x="11363368" y="5760843"/>
              <a:ext cx="225642" cy="63563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44" name="tx9844"/>
            <p:cNvSpPr/>
            <p:nvPr/>
          </p:nvSpPr>
          <p:spPr>
            <a:xfrm rot="5400000">
              <a:off x="10907239" y="6026735"/>
              <a:ext cx="1161747" cy="1038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plasmapTau181_jucker</a:t>
              </a:r>
            </a:p>
          </p:txBody>
        </p:sp>
        <p:sp>
          <p:nvSpPr>
            <p:cNvPr id="9845" name="rc9845"/>
            <p:cNvSpPr/>
            <p:nvPr/>
          </p:nvSpPr>
          <p:spPr>
            <a:xfrm>
              <a:off x="11363368" y="6466064"/>
              <a:ext cx="225642" cy="63563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46" name="tx9846"/>
            <p:cNvSpPr/>
            <p:nvPr/>
          </p:nvSpPr>
          <p:spPr>
            <a:xfrm rot="5400000">
              <a:off x="11058781" y="6732612"/>
              <a:ext cx="857354" cy="10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Alamar_pTau181</a:t>
              </a:r>
            </a:p>
          </p:txBody>
        </p:sp>
        <p:sp>
          <p:nvSpPr>
            <p:cNvPr id="9847" name="rc9847"/>
            <p:cNvSpPr/>
            <p:nvPr/>
          </p:nvSpPr>
          <p:spPr>
            <a:xfrm>
              <a:off x="11363368" y="7171286"/>
              <a:ext cx="225642" cy="63563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48" name="tx9848"/>
            <p:cNvSpPr/>
            <p:nvPr/>
          </p:nvSpPr>
          <p:spPr>
            <a:xfrm rot="5400000">
              <a:off x="11058781" y="7437833"/>
              <a:ext cx="857354" cy="10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Alamar_pTau217</a:t>
              </a:r>
            </a:p>
          </p:txBody>
        </p:sp>
        <p:sp>
          <p:nvSpPr>
            <p:cNvPr id="9849" name="rc9849"/>
            <p:cNvSpPr/>
            <p:nvPr/>
          </p:nvSpPr>
          <p:spPr>
            <a:xfrm>
              <a:off x="11363368" y="7876508"/>
              <a:ext cx="225642" cy="63563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50" name="tx9850"/>
            <p:cNvSpPr/>
            <p:nvPr/>
          </p:nvSpPr>
          <p:spPr>
            <a:xfrm rot="5400000">
              <a:off x="10947539" y="8142537"/>
              <a:ext cx="1080874" cy="1035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AlamarCSF_pTau181</a:t>
              </a:r>
            </a:p>
          </p:txBody>
        </p:sp>
        <p:sp>
          <p:nvSpPr>
            <p:cNvPr id="9851" name="rc9851"/>
            <p:cNvSpPr/>
            <p:nvPr/>
          </p:nvSpPr>
          <p:spPr>
            <a:xfrm>
              <a:off x="11363368" y="8581729"/>
              <a:ext cx="225642" cy="63563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52" name="tx9852"/>
            <p:cNvSpPr/>
            <p:nvPr/>
          </p:nvSpPr>
          <p:spPr>
            <a:xfrm rot="5400000">
              <a:off x="10947539" y="8847758"/>
              <a:ext cx="1080874" cy="1035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AlamarCSF_pTau217</a:t>
              </a:r>
            </a:p>
          </p:txBody>
        </p:sp>
        <p:sp>
          <p:nvSpPr>
            <p:cNvPr id="9853" name="pl9853"/>
            <p:cNvSpPr/>
            <p:nvPr/>
          </p:nvSpPr>
          <p:spPr>
            <a:xfrm>
              <a:off x="3847627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4" name="pl9854"/>
            <p:cNvSpPr/>
            <p:nvPr/>
          </p:nvSpPr>
          <p:spPr>
            <a:xfrm>
              <a:off x="3974906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5" name="pl9855"/>
            <p:cNvSpPr/>
            <p:nvPr/>
          </p:nvSpPr>
          <p:spPr>
            <a:xfrm>
              <a:off x="4102185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6" name="pl9856"/>
            <p:cNvSpPr/>
            <p:nvPr/>
          </p:nvSpPr>
          <p:spPr>
            <a:xfrm>
              <a:off x="4229464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7" name="pl9857"/>
            <p:cNvSpPr/>
            <p:nvPr/>
          </p:nvSpPr>
          <p:spPr>
            <a:xfrm>
              <a:off x="4356743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8" name="tx9858"/>
            <p:cNvSpPr/>
            <p:nvPr/>
          </p:nvSpPr>
          <p:spPr>
            <a:xfrm>
              <a:off x="3816550" y="9278300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859" name="tx9859"/>
            <p:cNvSpPr/>
            <p:nvPr/>
          </p:nvSpPr>
          <p:spPr>
            <a:xfrm>
              <a:off x="3912751" y="927830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9860" name="tx9860"/>
            <p:cNvSpPr/>
            <p:nvPr/>
          </p:nvSpPr>
          <p:spPr>
            <a:xfrm>
              <a:off x="4008952" y="9278300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9861" name="tx9861"/>
            <p:cNvSpPr/>
            <p:nvPr/>
          </p:nvSpPr>
          <p:spPr>
            <a:xfrm>
              <a:off x="4136230" y="9278300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150</a:t>
              </a:r>
            </a:p>
          </p:txBody>
        </p:sp>
        <p:sp>
          <p:nvSpPr>
            <p:cNvPr id="9862" name="tx9862"/>
            <p:cNvSpPr/>
            <p:nvPr/>
          </p:nvSpPr>
          <p:spPr>
            <a:xfrm>
              <a:off x="4263509" y="9278300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9863" name="pl9863"/>
            <p:cNvSpPr/>
            <p:nvPr/>
          </p:nvSpPr>
          <p:spPr>
            <a:xfrm>
              <a:off x="4528063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4" name="pl9864"/>
            <p:cNvSpPr/>
            <p:nvPr/>
          </p:nvSpPr>
          <p:spPr>
            <a:xfrm>
              <a:off x="4733158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5" name="pl9865"/>
            <p:cNvSpPr/>
            <p:nvPr/>
          </p:nvSpPr>
          <p:spPr>
            <a:xfrm>
              <a:off x="4938253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6" name="tx9866"/>
            <p:cNvSpPr/>
            <p:nvPr/>
          </p:nvSpPr>
          <p:spPr>
            <a:xfrm>
              <a:off x="4465907" y="927830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9867" name="tx9867"/>
            <p:cNvSpPr/>
            <p:nvPr/>
          </p:nvSpPr>
          <p:spPr>
            <a:xfrm>
              <a:off x="4671002" y="927830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9868" name="tx9868"/>
            <p:cNvSpPr/>
            <p:nvPr/>
          </p:nvSpPr>
          <p:spPr>
            <a:xfrm>
              <a:off x="4876097" y="927830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9869" name="pl9869"/>
            <p:cNvSpPr/>
            <p:nvPr/>
          </p:nvSpPr>
          <p:spPr>
            <a:xfrm>
              <a:off x="5352683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0" name="pl9870"/>
            <p:cNvSpPr/>
            <p:nvPr/>
          </p:nvSpPr>
          <p:spPr>
            <a:xfrm>
              <a:off x="5527903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1" name="pl9871"/>
            <p:cNvSpPr/>
            <p:nvPr/>
          </p:nvSpPr>
          <p:spPr>
            <a:xfrm>
              <a:off x="5703123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2" name="tx9872"/>
            <p:cNvSpPr/>
            <p:nvPr/>
          </p:nvSpPr>
          <p:spPr>
            <a:xfrm>
              <a:off x="5290528" y="927830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9873" name="tx9873"/>
            <p:cNvSpPr/>
            <p:nvPr/>
          </p:nvSpPr>
          <p:spPr>
            <a:xfrm>
              <a:off x="5465748" y="927830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9874" name="tx9874"/>
            <p:cNvSpPr/>
            <p:nvPr/>
          </p:nvSpPr>
          <p:spPr>
            <a:xfrm>
              <a:off x="5640967" y="9278246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9875" name="pl9875"/>
            <p:cNvSpPr/>
            <p:nvPr/>
          </p:nvSpPr>
          <p:spPr>
            <a:xfrm>
              <a:off x="5880426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6" name="pl9876"/>
            <p:cNvSpPr/>
            <p:nvPr/>
          </p:nvSpPr>
          <p:spPr>
            <a:xfrm>
              <a:off x="6063251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7" name="pl9877"/>
            <p:cNvSpPr/>
            <p:nvPr/>
          </p:nvSpPr>
          <p:spPr>
            <a:xfrm>
              <a:off x="6246076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8" name="pl9878"/>
            <p:cNvSpPr/>
            <p:nvPr/>
          </p:nvSpPr>
          <p:spPr>
            <a:xfrm>
              <a:off x="6428900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9" name="tx9879"/>
            <p:cNvSpPr/>
            <p:nvPr/>
          </p:nvSpPr>
          <p:spPr>
            <a:xfrm>
              <a:off x="5849349" y="9278300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880" name="tx9880"/>
            <p:cNvSpPr/>
            <p:nvPr/>
          </p:nvSpPr>
          <p:spPr>
            <a:xfrm>
              <a:off x="5970018" y="9278300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9881" name="tx9881"/>
            <p:cNvSpPr/>
            <p:nvPr/>
          </p:nvSpPr>
          <p:spPr>
            <a:xfrm>
              <a:off x="6152842" y="9278300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9882" name="tx9882"/>
            <p:cNvSpPr/>
            <p:nvPr/>
          </p:nvSpPr>
          <p:spPr>
            <a:xfrm>
              <a:off x="6335667" y="9278246"/>
              <a:ext cx="186466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9883" name="pl9883"/>
            <p:cNvSpPr/>
            <p:nvPr/>
          </p:nvSpPr>
          <p:spPr>
            <a:xfrm>
              <a:off x="6582346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4" name="pl9884"/>
            <p:cNvSpPr/>
            <p:nvPr/>
          </p:nvSpPr>
          <p:spPr>
            <a:xfrm>
              <a:off x="6736596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5" name="pl9885"/>
            <p:cNvSpPr/>
            <p:nvPr/>
          </p:nvSpPr>
          <p:spPr>
            <a:xfrm>
              <a:off x="6890845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6" name="pl9886"/>
            <p:cNvSpPr/>
            <p:nvPr/>
          </p:nvSpPr>
          <p:spPr>
            <a:xfrm>
              <a:off x="7045095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7" name="tx9887"/>
            <p:cNvSpPr/>
            <p:nvPr/>
          </p:nvSpPr>
          <p:spPr>
            <a:xfrm>
              <a:off x="6551268" y="9278300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888" name="tx9888"/>
            <p:cNvSpPr/>
            <p:nvPr/>
          </p:nvSpPr>
          <p:spPr>
            <a:xfrm>
              <a:off x="6705518" y="9278246"/>
              <a:ext cx="62155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9889" name="tx9889"/>
            <p:cNvSpPr/>
            <p:nvPr/>
          </p:nvSpPr>
          <p:spPr>
            <a:xfrm>
              <a:off x="6859767" y="9278300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9890" name="tx9890"/>
            <p:cNvSpPr/>
            <p:nvPr/>
          </p:nvSpPr>
          <p:spPr>
            <a:xfrm>
              <a:off x="7014017" y="9278300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9891" name="pl9891"/>
            <p:cNvSpPr/>
            <p:nvPr/>
          </p:nvSpPr>
          <p:spPr>
            <a:xfrm>
              <a:off x="7308582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2" name="pl9892"/>
            <p:cNvSpPr/>
            <p:nvPr/>
          </p:nvSpPr>
          <p:spPr>
            <a:xfrm>
              <a:off x="7459420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3" name="pl9893"/>
            <p:cNvSpPr/>
            <p:nvPr/>
          </p:nvSpPr>
          <p:spPr>
            <a:xfrm>
              <a:off x="7610259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4" name="pl9894"/>
            <p:cNvSpPr/>
            <p:nvPr/>
          </p:nvSpPr>
          <p:spPr>
            <a:xfrm>
              <a:off x="7761097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5" name="tx9895"/>
            <p:cNvSpPr/>
            <p:nvPr/>
          </p:nvSpPr>
          <p:spPr>
            <a:xfrm>
              <a:off x="7246427" y="927830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9896" name="tx9896"/>
            <p:cNvSpPr/>
            <p:nvPr/>
          </p:nvSpPr>
          <p:spPr>
            <a:xfrm>
              <a:off x="7397265" y="927830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9897" name="tx9897"/>
            <p:cNvSpPr/>
            <p:nvPr/>
          </p:nvSpPr>
          <p:spPr>
            <a:xfrm>
              <a:off x="7548103" y="9278246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9898" name="tx9898"/>
            <p:cNvSpPr/>
            <p:nvPr/>
          </p:nvSpPr>
          <p:spPr>
            <a:xfrm>
              <a:off x="7698941" y="927830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9899" name="pl9899"/>
            <p:cNvSpPr/>
            <p:nvPr/>
          </p:nvSpPr>
          <p:spPr>
            <a:xfrm>
              <a:off x="7969141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0" name="pl9900"/>
            <p:cNvSpPr/>
            <p:nvPr/>
          </p:nvSpPr>
          <p:spPr>
            <a:xfrm>
              <a:off x="8179364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1" name="pl9901"/>
            <p:cNvSpPr/>
            <p:nvPr/>
          </p:nvSpPr>
          <p:spPr>
            <a:xfrm>
              <a:off x="8389587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2" name="tx9902"/>
            <p:cNvSpPr/>
            <p:nvPr/>
          </p:nvSpPr>
          <p:spPr>
            <a:xfrm>
              <a:off x="7938063" y="9278300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903" name="tx9903"/>
            <p:cNvSpPr/>
            <p:nvPr/>
          </p:nvSpPr>
          <p:spPr>
            <a:xfrm>
              <a:off x="8148286" y="927971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9904" name="tx9904"/>
            <p:cNvSpPr/>
            <p:nvPr/>
          </p:nvSpPr>
          <p:spPr>
            <a:xfrm>
              <a:off x="8327431" y="927830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9905" name="pl9905"/>
            <p:cNvSpPr/>
            <p:nvPr/>
          </p:nvSpPr>
          <p:spPr>
            <a:xfrm>
              <a:off x="8751974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6" name="pl9906"/>
            <p:cNvSpPr/>
            <p:nvPr/>
          </p:nvSpPr>
          <p:spPr>
            <a:xfrm>
              <a:off x="8906877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7" name="pl9907"/>
            <p:cNvSpPr/>
            <p:nvPr/>
          </p:nvSpPr>
          <p:spPr>
            <a:xfrm>
              <a:off x="9061781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8" name="pl9908"/>
            <p:cNvSpPr/>
            <p:nvPr/>
          </p:nvSpPr>
          <p:spPr>
            <a:xfrm>
              <a:off x="9216684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9" name="tx9909"/>
            <p:cNvSpPr/>
            <p:nvPr/>
          </p:nvSpPr>
          <p:spPr>
            <a:xfrm>
              <a:off x="8689818" y="9279665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9910" name="tx9910"/>
            <p:cNvSpPr/>
            <p:nvPr/>
          </p:nvSpPr>
          <p:spPr>
            <a:xfrm>
              <a:off x="8844722" y="9278246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13</a:t>
              </a:r>
            </a:p>
          </p:txBody>
        </p:sp>
        <p:sp>
          <p:nvSpPr>
            <p:cNvPr id="9911" name="tx9911"/>
            <p:cNvSpPr/>
            <p:nvPr/>
          </p:nvSpPr>
          <p:spPr>
            <a:xfrm>
              <a:off x="8999625" y="9279665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9912" name="tx9912"/>
            <p:cNvSpPr/>
            <p:nvPr/>
          </p:nvSpPr>
          <p:spPr>
            <a:xfrm>
              <a:off x="9154528" y="927830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9913" name="pl9913"/>
            <p:cNvSpPr/>
            <p:nvPr/>
          </p:nvSpPr>
          <p:spPr>
            <a:xfrm>
              <a:off x="9489500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4" name="pl9914"/>
            <p:cNvSpPr/>
            <p:nvPr/>
          </p:nvSpPr>
          <p:spPr>
            <a:xfrm>
              <a:off x="9666816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5" name="pl9915"/>
            <p:cNvSpPr/>
            <p:nvPr/>
          </p:nvSpPr>
          <p:spPr>
            <a:xfrm>
              <a:off x="9844132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6" name="tx9916"/>
            <p:cNvSpPr/>
            <p:nvPr/>
          </p:nvSpPr>
          <p:spPr>
            <a:xfrm>
              <a:off x="9427345" y="9279665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11</a:t>
              </a:r>
            </a:p>
          </p:txBody>
        </p:sp>
        <p:sp>
          <p:nvSpPr>
            <p:cNvPr id="9917" name="tx9917"/>
            <p:cNvSpPr/>
            <p:nvPr/>
          </p:nvSpPr>
          <p:spPr>
            <a:xfrm>
              <a:off x="9604661" y="9279665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9918" name="tx9918"/>
            <p:cNvSpPr/>
            <p:nvPr/>
          </p:nvSpPr>
          <p:spPr>
            <a:xfrm>
              <a:off x="9781976" y="9278246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13</a:t>
              </a:r>
            </a:p>
          </p:txBody>
        </p:sp>
        <p:sp>
          <p:nvSpPr>
            <p:cNvPr id="9919" name="pl9919"/>
            <p:cNvSpPr/>
            <p:nvPr/>
          </p:nvSpPr>
          <p:spPr>
            <a:xfrm>
              <a:off x="10045998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0" name="pl9920"/>
            <p:cNvSpPr/>
            <p:nvPr/>
          </p:nvSpPr>
          <p:spPr>
            <a:xfrm>
              <a:off x="10157498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1" name="pl9921"/>
            <p:cNvSpPr/>
            <p:nvPr/>
          </p:nvSpPr>
          <p:spPr>
            <a:xfrm>
              <a:off x="10268997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2" name="pl9922"/>
            <p:cNvSpPr/>
            <p:nvPr/>
          </p:nvSpPr>
          <p:spPr>
            <a:xfrm>
              <a:off x="10380496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3" name="pl9923"/>
            <p:cNvSpPr/>
            <p:nvPr/>
          </p:nvSpPr>
          <p:spPr>
            <a:xfrm>
              <a:off x="10491995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4" name="pl9924"/>
            <p:cNvSpPr/>
            <p:nvPr/>
          </p:nvSpPr>
          <p:spPr>
            <a:xfrm>
              <a:off x="10603495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5" name="tx9925"/>
            <p:cNvSpPr/>
            <p:nvPr/>
          </p:nvSpPr>
          <p:spPr>
            <a:xfrm>
              <a:off x="9983843" y="9279665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9926" name="tx9926"/>
            <p:cNvSpPr/>
            <p:nvPr/>
          </p:nvSpPr>
          <p:spPr>
            <a:xfrm>
              <a:off x="10095342" y="927830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9927" name="tx9927"/>
            <p:cNvSpPr/>
            <p:nvPr/>
          </p:nvSpPr>
          <p:spPr>
            <a:xfrm>
              <a:off x="10206841" y="927830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9928" name="tx9928"/>
            <p:cNvSpPr/>
            <p:nvPr/>
          </p:nvSpPr>
          <p:spPr>
            <a:xfrm>
              <a:off x="10318340" y="9279665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17</a:t>
              </a:r>
            </a:p>
          </p:txBody>
        </p:sp>
        <p:sp>
          <p:nvSpPr>
            <p:cNvPr id="9929" name="tx9929"/>
            <p:cNvSpPr/>
            <p:nvPr/>
          </p:nvSpPr>
          <p:spPr>
            <a:xfrm>
              <a:off x="10429840" y="927830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9930" name="tx9930"/>
            <p:cNvSpPr/>
            <p:nvPr/>
          </p:nvSpPr>
          <p:spPr>
            <a:xfrm>
              <a:off x="10541339" y="927830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19</a:t>
              </a:r>
            </a:p>
          </p:txBody>
        </p:sp>
        <p:sp>
          <p:nvSpPr>
            <p:cNvPr id="9931" name="pl9931"/>
            <p:cNvSpPr/>
            <p:nvPr/>
          </p:nvSpPr>
          <p:spPr>
            <a:xfrm>
              <a:off x="10758655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2" name="pl9932"/>
            <p:cNvSpPr/>
            <p:nvPr/>
          </p:nvSpPr>
          <p:spPr>
            <a:xfrm>
              <a:off x="10866613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3" name="pl9933"/>
            <p:cNvSpPr/>
            <p:nvPr/>
          </p:nvSpPr>
          <p:spPr>
            <a:xfrm>
              <a:off x="10974570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4" name="pl9934"/>
            <p:cNvSpPr/>
            <p:nvPr/>
          </p:nvSpPr>
          <p:spPr>
            <a:xfrm>
              <a:off x="11082527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5" name="pl9935"/>
            <p:cNvSpPr/>
            <p:nvPr/>
          </p:nvSpPr>
          <p:spPr>
            <a:xfrm>
              <a:off x="11190485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6" name="pl9936"/>
            <p:cNvSpPr/>
            <p:nvPr/>
          </p:nvSpPr>
          <p:spPr>
            <a:xfrm>
              <a:off x="11298442" y="921736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7" name="tx9937"/>
            <p:cNvSpPr/>
            <p:nvPr/>
          </p:nvSpPr>
          <p:spPr>
            <a:xfrm>
              <a:off x="10696500" y="9278246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13</a:t>
              </a:r>
            </a:p>
          </p:txBody>
        </p:sp>
        <p:sp>
          <p:nvSpPr>
            <p:cNvPr id="9938" name="tx9938"/>
            <p:cNvSpPr/>
            <p:nvPr/>
          </p:nvSpPr>
          <p:spPr>
            <a:xfrm>
              <a:off x="10804457" y="9279665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9939" name="tx9939"/>
            <p:cNvSpPr/>
            <p:nvPr/>
          </p:nvSpPr>
          <p:spPr>
            <a:xfrm>
              <a:off x="10912414" y="927830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9940" name="tx9940"/>
            <p:cNvSpPr/>
            <p:nvPr/>
          </p:nvSpPr>
          <p:spPr>
            <a:xfrm>
              <a:off x="11020372" y="927830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9941" name="tx9941"/>
            <p:cNvSpPr/>
            <p:nvPr/>
          </p:nvSpPr>
          <p:spPr>
            <a:xfrm>
              <a:off x="11128329" y="9279665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17</a:t>
              </a:r>
            </a:p>
          </p:txBody>
        </p:sp>
        <p:sp>
          <p:nvSpPr>
            <p:cNvPr id="9942" name="tx9942"/>
            <p:cNvSpPr/>
            <p:nvPr/>
          </p:nvSpPr>
          <p:spPr>
            <a:xfrm>
              <a:off x="11236286" y="927830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9943" name="tx9943"/>
            <p:cNvSpPr/>
            <p:nvPr/>
          </p:nvSpPr>
          <p:spPr>
            <a:xfrm>
              <a:off x="3509671" y="2094561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9944" name="tx9944"/>
            <p:cNvSpPr/>
            <p:nvPr/>
          </p:nvSpPr>
          <p:spPr>
            <a:xfrm>
              <a:off x="3509671" y="1910885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0.01</a:t>
              </a:r>
            </a:p>
          </p:txBody>
        </p:sp>
        <p:sp>
          <p:nvSpPr>
            <p:cNvPr id="9945" name="tx9945"/>
            <p:cNvSpPr/>
            <p:nvPr/>
          </p:nvSpPr>
          <p:spPr>
            <a:xfrm>
              <a:off x="3509671" y="1727208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0.02</a:t>
              </a:r>
            </a:p>
          </p:txBody>
        </p:sp>
        <p:sp>
          <p:nvSpPr>
            <p:cNvPr id="9946" name="tx9946"/>
            <p:cNvSpPr/>
            <p:nvPr/>
          </p:nvSpPr>
          <p:spPr>
            <a:xfrm>
              <a:off x="3509671" y="1543477"/>
              <a:ext cx="217517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0.03</a:t>
              </a:r>
            </a:p>
          </p:txBody>
        </p:sp>
        <p:sp>
          <p:nvSpPr>
            <p:cNvPr id="9947" name="pl9947"/>
            <p:cNvSpPr/>
            <p:nvPr/>
          </p:nvSpPr>
          <p:spPr>
            <a:xfrm>
              <a:off x="3755024" y="213625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8" name="pl9948"/>
            <p:cNvSpPr/>
            <p:nvPr/>
          </p:nvSpPr>
          <p:spPr>
            <a:xfrm>
              <a:off x="3755024" y="195257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9" name="pl9949"/>
            <p:cNvSpPr/>
            <p:nvPr/>
          </p:nvSpPr>
          <p:spPr>
            <a:xfrm>
              <a:off x="3755024" y="176890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0" name="pl9950"/>
            <p:cNvSpPr/>
            <p:nvPr/>
          </p:nvSpPr>
          <p:spPr>
            <a:xfrm>
              <a:off x="3755024" y="158522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1" name="tx9951"/>
            <p:cNvSpPr/>
            <p:nvPr/>
          </p:nvSpPr>
          <p:spPr>
            <a:xfrm>
              <a:off x="3602877" y="2784540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9952" name="tx9952"/>
            <p:cNvSpPr/>
            <p:nvPr/>
          </p:nvSpPr>
          <p:spPr>
            <a:xfrm>
              <a:off x="3602877" y="2576037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9953" name="tx9953"/>
            <p:cNvSpPr/>
            <p:nvPr/>
          </p:nvSpPr>
          <p:spPr>
            <a:xfrm>
              <a:off x="3602877" y="2367533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9954" name="pl9954"/>
            <p:cNvSpPr/>
            <p:nvPr/>
          </p:nvSpPr>
          <p:spPr>
            <a:xfrm>
              <a:off x="3755024" y="282623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5" name="pl9955"/>
            <p:cNvSpPr/>
            <p:nvPr/>
          </p:nvSpPr>
          <p:spPr>
            <a:xfrm>
              <a:off x="3755024" y="261772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6" name="pl9956"/>
            <p:cNvSpPr/>
            <p:nvPr/>
          </p:nvSpPr>
          <p:spPr>
            <a:xfrm>
              <a:off x="3755024" y="240922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7" name="tx9957"/>
            <p:cNvSpPr/>
            <p:nvPr/>
          </p:nvSpPr>
          <p:spPr>
            <a:xfrm>
              <a:off x="3602877" y="3357815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9958" name="tx9958"/>
            <p:cNvSpPr/>
            <p:nvPr/>
          </p:nvSpPr>
          <p:spPr>
            <a:xfrm>
              <a:off x="3602877" y="3179683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9959" name="tx9959"/>
            <p:cNvSpPr/>
            <p:nvPr/>
          </p:nvSpPr>
          <p:spPr>
            <a:xfrm>
              <a:off x="3602877" y="3001497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9960" name="pl9960"/>
            <p:cNvSpPr/>
            <p:nvPr/>
          </p:nvSpPr>
          <p:spPr>
            <a:xfrm>
              <a:off x="3755024" y="339950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1" name="pl9961"/>
            <p:cNvSpPr/>
            <p:nvPr/>
          </p:nvSpPr>
          <p:spPr>
            <a:xfrm>
              <a:off x="3755024" y="322137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2" name="pl9962"/>
            <p:cNvSpPr/>
            <p:nvPr/>
          </p:nvSpPr>
          <p:spPr>
            <a:xfrm>
              <a:off x="3755024" y="304324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3" name="tx9963"/>
            <p:cNvSpPr/>
            <p:nvPr/>
          </p:nvSpPr>
          <p:spPr>
            <a:xfrm>
              <a:off x="3665033" y="423290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964" name="tx9964"/>
            <p:cNvSpPr/>
            <p:nvPr/>
          </p:nvSpPr>
          <p:spPr>
            <a:xfrm>
              <a:off x="3540722" y="4047038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9965" name="tx9965"/>
            <p:cNvSpPr/>
            <p:nvPr/>
          </p:nvSpPr>
          <p:spPr>
            <a:xfrm>
              <a:off x="3540722" y="3861175"/>
              <a:ext cx="186466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9966" name="tx9966"/>
            <p:cNvSpPr/>
            <p:nvPr/>
          </p:nvSpPr>
          <p:spPr>
            <a:xfrm>
              <a:off x="3540722" y="3675258"/>
              <a:ext cx="186466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9967" name="pl9967"/>
            <p:cNvSpPr/>
            <p:nvPr/>
          </p:nvSpPr>
          <p:spPr>
            <a:xfrm>
              <a:off x="3755024" y="427459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8" name="pl9968"/>
            <p:cNvSpPr/>
            <p:nvPr/>
          </p:nvSpPr>
          <p:spPr>
            <a:xfrm>
              <a:off x="3755024" y="408873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9" name="pl9969"/>
            <p:cNvSpPr/>
            <p:nvPr/>
          </p:nvSpPr>
          <p:spPr>
            <a:xfrm>
              <a:off x="3755024" y="39028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0" name="pl9970"/>
            <p:cNvSpPr/>
            <p:nvPr/>
          </p:nvSpPr>
          <p:spPr>
            <a:xfrm>
              <a:off x="3755024" y="37170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1" name="tx9971"/>
            <p:cNvSpPr/>
            <p:nvPr/>
          </p:nvSpPr>
          <p:spPr>
            <a:xfrm>
              <a:off x="3665033" y="4930916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972" name="tx9972"/>
            <p:cNvSpPr/>
            <p:nvPr/>
          </p:nvSpPr>
          <p:spPr>
            <a:xfrm>
              <a:off x="3665033" y="4774049"/>
              <a:ext cx="62155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9973" name="tx9973"/>
            <p:cNvSpPr/>
            <p:nvPr/>
          </p:nvSpPr>
          <p:spPr>
            <a:xfrm>
              <a:off x="3665033" y="4617290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9974" name="tx9974"/>
            <p:cNvSpPr/>
            <p:nvPr/>
          </p:nvSpPr>
          <p:spPr>
            <a:xfrm>
              <a:off x="3665033" y="446047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9975" name="pl9975"/>
            <p:cNvSpPr/>
            <p:nvPr/>
          </p:nvSpPr>
          <p:spPr>
            <a:xfrm>
              <a:off x="3755024" y="497260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6" name="pl9976"/>
            <p:cNvSpPr/>
            <p:nvPr/>
          </p:nvSpPr>
          <p:spPr>
            <a:xfrm>
              <a:off x="3755024" y="481579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7" name="pl9977"/>
            <p:cNvSpPr/>
            <p:nvPr/>
          </p:nvSpPr>
          <p:spPr>
            <a:xfrm>
              <a:off x="3755024" y="465898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8" name="pl9978"/>
            <p:cNvSpPr/>
            <p:nvPr/>
          </p:nvSpPr>
          <p:spPr>
            <a:xfrm>
              <a:off x="3755024" y="45021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9" name="tx9979"/>
            <p:cNvSpPr/>
            <p:nvPr/>
          </p:nvSpPr>
          <p:spPr>
            <a:xfrm>
              <a:off x="3602877" y="560421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9980" name="tx9980"/>
            <p:cNvSpPr/>
            <p:nvPr/>
          </p:nvSpPr>
          <p:spPr>
            <a:xfrm>
              <a:off x="3602877" y="5450866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9981" name="tx9981"/>
            <p:cNvSpPr/>
            <p:nvPr/>
          </p:nvSpPr>
          <p:spPr>
            <a:xfrm>
              <a:off x="3602877" y="5297466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9982" name="tx9982"/>
            <p:cNvSpPr/>
            <p:nvPr/>
          </p:nvSpPr>
          <p:spPr>
            <a:xfrm>
              <a:off x="3602877" y="5144176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9983" name="pl9983"/>
            <p:cNvSpPr/>
            <p:nvPr/>
          </p:nvSpPr>
          <p:spPr>
            <a:xfrm>
              <a:off x="3755024" y="564590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4" name="pl9984"/>
            <p:cNvSpPr/>
            <p:nvPr/>
          </p:nvSpPr>
          <p:spPr>
            <a:xfrm>
              <a:off x="3755024" y="549255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5" name="pl9985"/>
            <p:cNvSpPr/>
            <p:nvPr/>
          </p:nvSpPr>
          <p:spPr>
            <a:xfrm>
              <a:off x="3755024" y="533921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6" name="pl9986"/>
            <p:cNvSpPr/>
            <p:nvPr/>
          </p:nvSpPr>
          <p:spPr>
            <a:xfrm>
              <a:off x="3755024" y="51858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7" name="tx9987"/>
            <p:cNvSpPr/>
            <p:nvPr/>
          </p:nvSpPr>
          <p:spPr>
            <a:xfrm>
              <a:off x="3665033" y="6344274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9988" name="tx9988"/>
            <p:cNvSpPr/>
            <p:nvPr/>
          </p:nvSpPr>
          <p:spPr>
            <a:xfrm>
              <a:off x="3665033" y="6131976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9989" name="tx9989"/>
            <p:cNvSpPr/>
            <p:nvPr/>
          </p:nvSpPr>
          <p:spPr>
            <a:xfrm>
              <a:off x="3602877" y="591684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9990" name="pl9990"/>
            <p:cNvSpPr/>
            <p:nvPr/>
          </p:nvSpPr>
          <p:spPr>
            <a:xfrm>
              <a:off x="3755024" y="638596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1" name="pl9991"/>
            <p:cNvSpPr/>
            <p:nvPr/>
          </p:nvSpPr>
          <p:spPr>
            <a:xfrm>
              <a:off x="3755024" y="617224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2" name="pl9992"/>
            <p:cNvSpPr/>
            <p:nvPr/>
          </p:nvSpPr>
          <p:spPr>
            <a:xfrm>
              <a:off x="3755024" y="595853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3" name="tx9993"/>
            <p:cNvSpPr/>
            <p:nvPr/>
          </p:nvSpPr>
          <p:spPr>
            <a:xfrm>
              <a:off x="3602877" y="6961395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9994" name="tx9994"/>
            <p:cNvSpPr/>
            <p:nvPr/>
          </p:nvSpPr>
          <p:spPr>
            <a:xfrm>
              <a:off x="3602877" y="6802499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13</a:t>
              </a:r>
            </a:p>
          </p:txBody>
        </p:sp>
        <p:sp>
          <p:nvSpPr>
            <p:cNvPr id="9995" name="tx9995"/>
            <p:cNvSpPr/>
            <p:nvPr/>
          </p:nvSpPr>
          <p:spPr>
            <a:xfrm>
              <a:off x="3602877" y="6646440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9996" name="tx9996"/>
            <p:cNvSpPr/>
            <p:nvPr/>
          </p:nvSpPr>
          <p:spPr>
            <a:xfrm>
              <a:off x="3602877" y="6487598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9997" name="pl9997"/>
            <p:cNvSpPr/>
            <p:nvPr/>
          </p:nvSpPr>
          <p:spPr>
            <a:xfrm>
              <a:off x="3755024" y="700172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8" name="pl9998"/>
            <p:cNvSpPr/>
            <p:nvPr/>
          </p:nvSpPr>
          <p:spPr>
            <a:xfrm>
              <a:off x="3755024" y="684424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9" name="pl9999"/>
            <p:cNvSpPr/>
            <p:nvPr/>
          </p:nvSpPr>
          <p:spPr>
            <a:xfrm>
              <a:off x="3755024" y="668676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0" name="pl10000"/>
            <p:cNvSpPr/>
            <p:nvPr/>
          </p:nvSpPr>
          <p:spPr>
            <a:xfrm>
              <a:off x="3755024" y="652928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1" name="tx10001"/>
            <p:cNvSpPr/>
            <p:nvPr/>
          </p:nvSpPr>
          <p:spPr>
            <a:xfrm>
              <a:off x="3602877" y="7623211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11</a:t>
              </a:r>
            </a:p>
          </p:txBody>
        </p:sp>
        <p:sp>
          <p:nvSpPr>
            <p:cNvPr id="10002" name="tx10002"/>
            <p:cNvSpPr/>
            <p:nvPr/>
          </p:nvSpPr>
          <p:spPr>
            <a:xfrm>
              <a:off x="3602877" y="7442949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0003" name="tx10003"/>
            <p:cNvSpPr/>
            <p:nvPr/>
          </p:nvSpPr>
          <p:spPr>
            <a:xfrm>
              <a:off x="3602877" y="7261268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13</a:t>
              </a:r>
            </a:p>
          </p:txBody>
        </p:sp>
        <p:sp>
          <p:nvSpPr>
            <p:cNvPr id="10004" name="pl10004"/>
            <p:cNvSpPr/>
            <p:nvPr/>
          </p:nvSpPr>
          <p:spPr>
            <a:xfrm>
              <a:off x="3755024" y="76635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5" name="pl10005"/>
            <p:cNvSpPr/>
            <p:nvPr/>
          </p:nvSpPr>
          <p:spPr>
            <a:xfrm>
              <a:off x="3755024" y="748327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6" name="pl10006"/>
            <p:cNvSpPr/>
            <p:nvPr/>
          </p:nvSpPr>
          <p:spPr>
            <a:xfrm>
              <a:off x="3755024" y="730301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7" name="tx10007"/>
            <p:cNvSpPr/>
            <p:nvPr/>
          </p:nvSpPr>
          <p:spPr>
            <a:xfrm>
              <a:off x="3602877" y="8469065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0008" name="tx10008"/>
            <p:cNvSpPr/>
            <p:nvPr/>
          </p:nvSpPr>
          <p:spPr>
            <a:xfrm>
              <a:off x="3602877" y="8354348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0009" name="tx10009"/>
            <p:cNvSpPr/>
            <p:nvPr/>
          </p:nvSpPr>
          <p:spPr>
            <a:xfrm>
              <a:off x="3602877" y="8240996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0010" name="tx10010"/>
            <p:cNvSpPr/>
            <p:nvPr/>
          </p:nvSpPr>
          <p:spPr>
            <a:xfrm>
              <a:off x="3602877" y="8129008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17</a:t>
              </a:r>
            </a:p>
          </p:txBody>
        </p:sp>
        <p:sp>
          <p:nvSpPr>
            <p:cNvPr id="10011" name="tx10011"/>
            <p:cNvSpPr/>
            <p:nvPr/>
          </p:nvSpPr>
          <p:spPr>
            <a:xfrm>
              <a:off x="3602877" y="8014292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0012" name="tx10012"/>
            <p:cNvSpPr/>
            <p:nvPr/>
          </p:nvSpPr>
          <p:spPr>
            <a:xfrm>
              <a:off x="3602877" y="7900939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19</a:t>
              </a:r>
            </a:p>
          </p:txBody>
        </p:sp>
        <p:sp>
          <p:nvSpPr>
            <p:cNvPr id="10013" name="pl10013"/>
            <p:cNvSpPr/>
            <p:nvPr/>
          </p:nvSpPr>
          <p:spPr>
            <a:xfrm>
              <a:off x="3755024" y="850939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4" name="pl10014"/>
            <p:cNvSpPr/>
            <p:nvPr/>
          </p:nvSpPr>
          <p:spPr>
            <a:xfrm>
              <a:off x="3755024" y="839604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5" name="pl10015"/>
            <p:cNvSpPr/>
            <p:nvPr/>
          </p:nvSpPr>
          <p:spPr>
            <a:xfrm>
              <a:off x="3755024" y="828268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6" name="pl10016"/>
            <p:cNvSpPr/>
            <p:nvPr/>
          </p:nvSpPr>
          <p:spPr>
            <a:xfrm>
              <a:off x="3755024" y="816933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7" name="pl10017"/>
            <p:cNvSpPr/>
            <p:nvPr/>
          </p:nvSpPr>
          <p:spPr>
            <a:xfrm>
              <a:off x="3755024" y="805598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8" name="pl10018"/>
            <p:cNvSpPr/>
            <p:nvPr/>
          </p:nvSpPr>
          <p:spPr>
            <a:xfrm>
              <a:off x="3755024" y="794263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9" name="tx10019"/>
            <p:cNvSpPr/>
            <p:nvPr/>
          </p:nvSpPr>
          <p:spPr>
            <a:xfrm>
              <a:off x="3602877" y="9154745"/>
              <a:ext cx="124311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13</a:t>
              </a:r>
            </a:p>
          </p:txBody>
        </p:sp>
        <p:sp>
          <p:nvSpPr>
            <p:cNvPr id="10020" name="tx10020"/>
            <p:cNvSpPr/>
            <p:nvPr/>
          </p:nvSpPr>
          <p:spPr>
            <a:xfrm>
              <a:off x="3602877" y="9046413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14</a:t>
              </a:r>
            </a:p>
          </p:txBody>
        </p:sp>
        <p:sp>
          <p:nvSpPr>
            <p:cNvPr id="10021" name="tx10021"/>
            <p:cNvSpPr/>
            <p:nvPr/>
          </p:nvSpPr>
          <p:spPr>
            <a:xfrm>
              <a:off x="3602877" y="8935297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10022" name="tx10022"/>
            <p:cNvSpPr/>
            <p:nvPr/>
          </p:nvSpPr>
          <p:spPr>
            <a:xfrm>
              <a:off x="3602877" y="8825545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16</a:t>
              </a:r>
            </a:p>
          </p:txBody>
        </p:sp>
        <p:sp>
          <p:nvSpPr>
            <p:cNvPr id="10023" name="tx10023"/>
            <p:cNvSpPr/>
            <p:nvPr/>
          </p:nvSpPr>
          <p:spPr>
            <a:xfrm>
              <a:off x="3602877" y="8717158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17</a:t>
              </a:r>
            </a:p>
          </p:txBody>
        </p:sp>
        <p:sp>
          <p:nvSpPr>
            <p:cNvPr id="10024" name="tx10024"/>
            <p:cNvSpPr/>
            <p:nvPr/>
          </p:nvSpPr>
          <p:spPr>
            <a:xfrm>
              <a:off x="3602877" y="8606042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18</a:t>
              </a:r>
            </a:p>
          </p:txBody>
        </p:sp>
        <p:sp>
          <p:nvSpPr>
            <p:cNvPr id="10025" name="pl10025"/>
            <p:cNvSpPr/>
            <p:nvPr/>
          </p:nvSpPr>
          <p:spPr>
            <a:xfrm>
              <a:off x="3755024" y="919649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6" name="pl10026"/>
            <p:cNvSpPr/>
            <p:nvPr/>
          </p:nvSpPr>
          <p:spPr>
            <a:xfrm>
              <a:off x="3755024" y="908674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7" name="pl10027"/>
            <p:cNvSpPr/>
            <p:nvPr/>
          </p:nvSpPr>
          <p:spPr>
            <a:xfrm>
              <a:off x="3755024" y="897698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8" name="pl10028"/>
            <p:cNvSpPr/>
            <p:nvPr/>
          </p:nvSpPr>
          <p:spPr>
            <a:xfrm>
              <a:off x="3755024" y="886723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9" name="pl10029"/>
            <p:cNvSpPr/>
            <p:nvPr/>
          </p:nvSpPr>
          <p:spPr>
            <a:xfrm>
              <a:off x="3755024" y="875748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0" name="pl10030"/>
            <p:cNvSpPr/>
            <p:nvPr/>
          </p:nvSpPr>
          <p:spPr>
            <a:xfrm>
              <a:off x="3755024" y="864773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7</cp:revision>
  <dcterms:created xsi:type="dcterms:W3CDTF">2015-07-14T21:05:00Z</dcterms:created>
  <dcterms:modified xsi:type="dcterms:W3CDTF">2026-02-17T15:30:09Z</dcterms:modified>
</cp:coreProperties>
</file>