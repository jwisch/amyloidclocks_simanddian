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67413" y="1761070"/>
              <a:ext cx="4006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67413" y="4275840"/>
              <a:ext cx="4006797" cy="0"/>
            </a:xfrm>
            <a:custGeom>
              <a:avLst/>
              <a:pathLst>
                <a:path w="4006797" h="0">
                  <a:moveTo>
                    <a:pt x="0" y="0"/>
                  </a:moveTo>
                  <a:lnTo>
                    <a:pt x="4006797" y="0"/>
                  </a:lnTo>
                  <a:lnTo>
                    <a:pt x="4006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67413" y="3329588"/>
              <a:ext cx="4006797" cy="0"/>
            </a:xfrm>
            <a:custGeom>
              <a:avLst/>
              <a:pathLst>
                <a:path w="4006797" h="0">
                  <a:moveTo>
                    <a:pt x="0" y="0"/>
                  </a:moveTo>
                  <a:lnTo>
                    <a:pt x="4006797" y="0"/>
                  </a:lnTo>
                  <a:lnTo>
                    <a:pt x="4006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67413" y="2383336"/>
              <a:ext cx="4006797" cy="0"/>
            </a:xfrm>
            <a:custGeom>
              <a:avLst/>
              <a:pathLst>
                <a:path w="4006797" h="0">
                  <a:moveTo>
                    <a:pt x="0" y="0"/>
                  </a:moveTo>
                  <a:lnTo>
                    <a:pt x="4006797" y="0"/>
                  </a:lnTo>
                  <a:lnTo>
                    <a:pt x="4006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544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8725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90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67413" y="4748966"/>
              <a:ext cx="4006797" cy="0"/>
            </a:xfrm>
            <a:custGeom>
              <a:avLst/>
              <a:pathLst>
                <a:path w="4006797" h="0">
                  <a:moveTo>
                    <a:pt x="0" y="0"/>
                  </a:moveTo>
                  <a:lnTo>
                    <a:pt x="4006797" y="0"/>
                  </a:lnTo>
                  <a:lnTo>
                    <a:pt x="4006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67413" y="3802714"/>
              <a:ext cx="4006797" cy="0"/>
            </a:xfrm>
            <a:custGeom>
              <a:avLst/>
              <a:pathLst>
                <a:path w="4006797" h="0">
                  <a:moveTo>
                    <a:pt x="0" y="0"/>
                  </a:moveTo>
                  <a:lnTo>
                    <a:pt x="4006797" y="0"/>
                  </a:lnTo>
                  <a:lnTo>
                    <a:pt x="4006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67413" y="2856462"/>
              <a:ext cx="4006797" cy="0"/>
            </a:xfrm>
            <a:custGeom>
              <a:avLst/>
              <a:pathLst>
                <a:path w="4006797" h="0">
                  <a:moveTo>
                    <a:pt x="0" y="0"/>
                  </a:moveTo>
                  <a:lnTo>
                    <a:pt x="4006797" y="0"/>
                  </a:lnTo>
                  <a:lnTo>
                    <a:pt x="4006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67413" y="1910210"/>
              <a:ext cx="4006797" cy="0"/>
            </a:xfrm>
            <a:custGeom>
              <a:avLst/>
              <a:pathLst>
                <a:path w="4006797" h="0">
                  <a:moveTo>
                    <a:pt x="0" y="0"/>
                  </a:moveTo>
                  <a:lnTo>
                    <a:pt x="4006797" y="0"/>
                  </a:lnTo>
                  <a:lnTo>
                    <a:pt x="4006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4954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9413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2331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5973326" y="461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658868" y="4676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624715" y="2397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174706" y="4756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624715" y="4737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913529" y="4756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169767" y="4747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624715" y="4280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624715" y="4753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624715" y="4684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921843" y="3808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170217" y="4455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624715" y="4741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24715" y="4737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433490" y="4570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203197" y="4670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24715" y="4690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896987" y="4694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89325" y="4697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75414" y="4736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908428" y="474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433245" y="4735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24715" y="4608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24715" y="404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911757" y="3899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79175" y="466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847376" y="4662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624715" y="337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169685" y="453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150405" y="338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805391" y="3251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624715" y="4694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431829" y="4590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252215" y="4536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624715" y="4615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624715" y="4691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624715" y="4753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451235" y="4738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216732" y="4745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673690" y="4731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624715" y="4726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24715" y="4684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150904" y="4690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469345" y="4705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24715" y="3549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624715" y="4685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401922" y="4619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402547" y="4731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432454" y="471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41561" y="4589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24715" y="4710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055081" y="4701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24715" y="4711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25109" y="4702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624715" y="472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624715" y="4701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629847" y="4712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125865" y="355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420326" y="3789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624715" y="4734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402456" y="4714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455722" y="4718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624715" y="4736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190104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24715" y="4711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624715" y="4713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624715" y="4407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827702" y="3441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624715" y="2968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885544" y="2682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624715" y="4747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182428" y="4750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624715" y="4717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624715" y="34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902188" y="3681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883236" y="4619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921624" y="4438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169221" y="4580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689483" y="4659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946599" y="4583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624715" y="4157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892086" y="4199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120202" y="3971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654621" y="3784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174883" y="3828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624715" y="468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24715" y="4740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718926" y="4696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222309" y="4750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687890" y="4747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202646" y="4755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624715" y="4706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624715" y="4590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037740" y="4700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624715" y="3011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471291" y="4600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624715" y="4685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39314" y="4685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144627" y="4565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624715" y="4711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188155" y="4723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685058" y="471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624715" y="3802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4431652" y="4632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988191" y="441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624715" y="4668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160727" y="4739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685944" y="4719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210453" y="4736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4694968" y="4738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5243544" y="473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624715" y="4685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4152763" y="4682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927126" y="4608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230179" y="4719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921558" y="4447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139314" y="4187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447224" y="4220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624715" y="4715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624715" y="4670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145418" y="4704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938287" y="3868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624715" y="3520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624715" y="4731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33805" y="4728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29404" y="4716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624715" y="4717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56695" y="4680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624715" y="4747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24715" y="4593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624715" y="4733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203774" y="4697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624715" y="4749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624715" y="4732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945872" y="3956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5461179" y="3940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887118" y="4692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934967" y="3951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624715" y="4733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777785" y="4734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238589" y="4720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4715" y="4732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624715" y="4704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624715" y="4741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203774" y="4683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147100" y="4671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677980" y="4722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124811" y="4595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748516" y="451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184005" y="4692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428603" y="4746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6100343" y="4749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179595" y="4075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624715" y="4742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806623" y="4735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143561" y="4691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624715" y="473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624715" y="471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624715" y="4706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624715" y="4394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926933" y="4366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624715" y="4733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624715" y="4665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451912" y="4615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624715" y="4696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624715" y="4728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426166" y="4740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197432" y="427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920529" y="4748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624715" y="4746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624715" y="4074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679396" y="421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950753" y="4725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5475715" y="4745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921839" y="3565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624715" y="4743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173507" y="2454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53674" y="4615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204762" y="4531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624715" y="4753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624715" y="4753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145309" y="4746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664514" y="475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624715" y="4747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781849" y="4759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769999" y="4096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6140446" y="4749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624715" y="4345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624715" y="4730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658868" y="4707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659576" y="4701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179838" y="4684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624715" y="4748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624715" y="4720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679573" y="4384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5441739" y="2187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918148" y="474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5438200" y="4761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6213992" y="475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78825" y="463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5174152" y="4654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902188" y="3470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684350" y="4182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24715" y="4696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907738" y="406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179661" y="4223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659576" y="4059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140022" y="4646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449348" y="4504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698507" y="4563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5436125" y="4176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966441" y="4696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4663823" y="4368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619937" y="4712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5179838" y="4628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008862" y="4571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91379" y="3415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021990" y="4748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624715" y="4440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704170" y="4719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624715" y="4686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224255" y="4134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431951" y="4107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9125" y="386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624715" y="342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888031" y="3083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184577" y="2322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624715" y="4733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624715" y="2509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156302" y="2617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624715" y="4222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624715" y="4266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82328" y="4096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907143" y="4737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196678" y="4746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425989" y="4725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196946" y="4719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890509" y="4719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912097" y="4487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234164" y="3221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704170" y="2917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971733" y="2707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209567" y="2515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624715" y="4380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624715" y="4688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710541" y="4764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624715" y="4374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917052" y="4360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394359" y="4065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711426" y="4736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668749" y="3653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24715" y="4672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157010" y="4676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624715" y="4733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931888" y="4113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688067" y="4720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230980" y="4711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744872" y="470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193818" y="4724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689220" y="4726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426879" y="458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891929" y="4517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422101" y="4557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624715" y="4732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624715" y="3138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882368" y="3409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164964" y="4763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212528" y="4767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42075" y="4649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214522" y="4470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624715" y="4732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194525" y="4740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76659" y="4487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159193" y="4726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624715" y="4192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886644" y="4386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624715" y="4498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322994" y="4686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659576" y="4705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885706" y="197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624715" y="4675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624715" y="3025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922551" y="345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139442" y="4473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912033" y="4571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408293" y="3912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144789" y="460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46782" y="4675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624715" y="4587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347873" y="4509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917230" y="4487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5526030" y="4415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624715" y="4718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877413" y="3482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159511" y="3469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401215" y="3526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886888" y="4390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144269" y="3958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664531" y="4721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911567" y="4687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400694" y="4260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624715" y="3132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931880" y="3476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253276" y="357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624715" y="4702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624715" y="4708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150904" y="4697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629847" y="4707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157861" y="4708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624715" y="4730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624715" y="4747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189400" y="4732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624715" y="4732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4999768" y="4717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624715" y="453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166212" y="4420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709833" y="4270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164572" y="4699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624715" y="4655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624715" y="4667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624715" y="4726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624715" y="471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24715" y="3812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4144886" y="2731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743718" y="2764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709125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4418911" y="4666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961195" y="4662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5407055" y="4684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6080210" y="4605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164609" y="4049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669486" y="4730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189040" y="4759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624715" y="4717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649540" y="4762497"/>
              <a:ext cx="545052" cy="18687"/>
            </a:xfrm>
            <a:custGeom>
              <a:avLst/>
              <a:pathLst>
                <a:path w="545052" h="18687">
                  <a:moveTo>
                    <a:pt x="0" y="0"/>
                  </a:moveTo>
                  <a:lnTo>
                    <a:pt x="288814" y="18687"/>
                  </a:lnTo>
                  <a:lnTo>
                    <a:pt x="545052" y="96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649540" y="4715175"/>
              <a:ext cx="564610" cy="6953"/>
            </a:xfrm>
            <a:custGeom>
              <a:avLst/>
              <a:pathLst>
                <a:path w="564610" h="6953">
                  <a:moveTo>
                    <a:pt x="0" y="0"/>
                  </a:moveTo>
                  <a:lnTo>
                    <a:pt x="272272" y="3909"/>
                  </a:lnTo>
                  <a:lnTo>
                    <a:pt x="564610" y="6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4933254" y="4760560"/>
              <a:ext cx="524816" cy="13149"/>
            </a:xfrm>
            <a:custGeom>
              <a:avLst/>
              <a:pathLst>
                <a:path w="524816" h="13149">
                  <a:moveTo>
                    <a:pt x="0" y="13149"/>
                  </a:moveTo>
                  <a:lnTo>
                    <a:pt x="5248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649540" y="3924423"/>
              <a:ext cx="287042" cy="149223"/>
            </a:xfrm>
            <a:custGeom>
              <a:avLst/>
              <a:pathLst>
                <a:path w="287042" h="149223">
                  <a:moveTo>
                    <a:pt x="0" y="149223"/>
                  </a:moveTo>
                  <a:lnTo>
                    <a:pt x="2870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4204001" y="4687814"/>
              <a:ext cx="668200" cy="6193"/>
            </a:xfrm>
            <a:custGeom>
              <a:avLst/>
              <a:pathLst>
                <a:path w="668200" h="6193">
                  <a:moveTo>
                    <a:pt x="0" y="6193"/>
                  </a:moveTo>
                  <a:lnTo>
                    <a:pt x="6682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5456655" y="4561531"/>
              <a:ext cx="820386" cy="53683"/>
            </a:xfrm>
            <a:custGeom>
              <a:avLst/>
              <a:pathLst>
                <a:path w="820386" h="53683">
                  <a:moveTo>
                    <a:pt x="0" y="53683"/>
                  </a:moveTo>
                  <a:lnTo>
                    <a:pt x="8203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3649540" y="4709503"/>
              <a:ext cx="526189" cy="5551"/>
            </a:xfrm>
            <a:custGeom>
              <a:avLst/>
              <a:pathLst>
                <a:path w="526189" h="5551">
                  <a:moveTo>
                    <a:pt x="0" y="0"/>
                  </a:moveTo>
                  <a:lnTo>
                    <a:pt x="526189" y="55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649540" y="4727648"/>
              <a:ext cx="500394" cy="8249"/>
            </a:xfrm>
            <a:custGeom>
              <a:avLst/>
              <a:pathLst>
                <a:path w="500394" h="8249">
                  <a:moveTo>
                    <a:pt x="0" y="8249"/>
                  </a:moveTo>
                  <a:lnTo>
                    <a:pt x="5003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4150691" y="3576372"/>
              <a:ext cx="294461" cy="237819"/>
            </a:xfrm>
            <a:custGeom>
              <a:avLst/>
              <a:pathLst>
                <a:path w="294461" h="237819">
                  <a:moveTo>
                    <a:pt x="0" y="0"/>
                  </a:moveTo>
                  <a:lnTo>
                    <a:pt x="294461" y="2378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649540" y="4738968"/>
              <a:ext cx="777741" cy="20577"/>
            </a:xfrm>
            <a:custGeom>
              <a:avLst/>
              <a:pathLst>
                <a:path w="777741" h="20577">
                  <a:moveTo>
                    <a:pt x="0" y="20577"/>
                  </a:moveTo>
                  <a:lnTo>
                    <a:pt x="7777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3649540" y="3466680"/>
              <a:ext cx="1202987" cy="965778"/>
            </a:xfrm>
            <a:custGeom>
              <a:avLst/>
              <a:pathLst>
                <a:path w="1202987" h="965778">
                  <a:moveTo>
                    <a:pt x="0" y="965778"/>
                  </a:moveTo>
                  <a:lnTo>
                    <a:pt x="12029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649540" y="2707767"/>
              <a:ext cx="260829" cy="285702"/>
            </a:xfrm>
            <a:custGeom>
              <a:avLst/>
              <a:pathLst>
                <a:path w="260829" h="285702">
                  <a:moveTo>
                    <a:pt x="0" y="285702"/>
                  </a:moveTo>
                  <a:lnTo>
                    <a:pt x="2608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3649540" y="4772293"/>
              <a:ext cx="557713" cy="3254"/>
            </a:xfrm>
            <a:custGeom>
              <a:avLst/>
              <a:pathLst>
                <a:path w="557713" h="3254">
                  <a:moveTo>
                    <a:pt x="0" y="0"/>
                  </a:moveTo>
                  <a:lnTo>
                    <a:pt x="557713" y="32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3649540" y="3509529"/>
              <a:ext cx="277473" cy="196621"/>
            </a:xfrm>
            <a:custGeom>
              <a:avLst/>
              <a:pathLst>
                <a:path w="277473" h="196621">
                  <a:moveTo>
                    <a:pt x="0" y="0"/>
                  </a:moveTo>
                  <a:lnTo>
                    <a:pt x="277473" y="1966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4946450" y="4463586"/>
              <a:ext cx="247596" cy="141717"/>
            </a:xfrm>
            <a:custGeom>
              <a:avLst/>
              <a:pathLst>
                <a:path w="247596" h="141717">
                  <a:moveTo>
                    <a:pt x="0" y="0"/>
                  </a:moveTo>
                  <a:lnTo>
                    <a:pt x="247596" y="1417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714309" y="4608050"/>
              <a:ext cx="257115" cy="76547"/>
            </a:xfrm>
            <a:custGeom>
              <a:avLst/>
              <a:pathLst>
                <a:path w="257115" h="76547">
                  <a:moveTo>
                    <a:pt x="0" y="76547"/>
                  </a:moveTo>
                  <a:lnTo>
                    <a:pt x="2571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3649540" y="4182113"/>
              <a:ext cx="267371" cy="42550"/>
            </a:xfrm>
            <a:custGeom>
              <a:avLst/>
              <a:pathLst>
                <a:path w="267371" h="42550">
                  <a:moveTo>
                    <a:pt x="0" y="0"/>
                  </a:moveTo>
                  <a:lnTo>
                    <a:pt x="267371" y="4255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4145028" y="3809342"/>
              <a:ext cx="534418" cy="187438"/>
            </a:xfrm>
            <a:custGeom>
              <a:avLst/>
              <a:pathLst>
                <a:path w="534418" h="187438">
                  <a:moveTo>
                    <a:pt x="0" y="187438"/>
                  </a:moveTo>
                  <a:lnTo>
                    <a:pt x="5344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4743752" y="4721434"/>
              <a:ext cx="503382" cy="54030"/>
            </a:xfrm>
            <a:custGeom>
              <a:avLst/>
              <a:pathLst>
                <a:path w="503382" h="54030">
                  <a:moveTo>
                    <a:pt x="0" y="0"/>
                  </a:moveTo>
                  <a:lnTo>
                    <a:pt x="503382" y="540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4712716" y="4772132"/>
              <a:ext cx="514756" cy="8401"/>
            </a:xfrm>
            <a:custGeom>
              <a:avLst/>
              <a:pathLst>
                <a:path w="514756" h="8401">
                  <a:moveTo>
                    <a:pt x="0" y="0"/>
                  </a:moveTo>
                  <a:lnTo>
                    <a:pt x="514756" y="84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3649540" y="4736177"/>
              <a:ext cx="1060343" cy="12116"/>
            </a:xfrm>
            <a:custGeom>
              <a:avLst/>
              <a:pathLst>
                <a:path w="1060343" h="12116">
                  <a:moveTo>
                    <a:pt x="0" y="0"/>
                  </a:moveTo>
                  <a:lnTo>
                    <a:pt x="563440" y="12116"/>
                  </a:lnTo>
                  <a:lnTo>
                    <a:pt x="1060343" y="36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4456478" y="4438035"/>
              <a:ext cx="1556539" cy="219266"/>
            </a:xfrm>
            <a:custGeom>
              <a:avLst/>
              <a:pathLst>
                <a:path w="1556539" h="219266">
                  <a:moveTo>
                    <a:pt x="0" y="219266"/>
                  </a:moveTo>
                  <a:lnTo>
                    <a:pt x="15565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5185552" y="4744247"/>
              <a:ext cx="1049726" cy="20312"/>
            </a:xfrm>
            <a:custGeom>
              <a:avLst/>
              <a:pathLst>
                <a:path w="1049726" h="20312">
                  <a:moveTo>
                    <a:pt x="0" y="20312"/>
                  </a:moveTo>
                  <a:lnTo>
                    <a:pt x="525217" y="0"/>
                  </a:lnTo>
                  <a:lnTo>
                    <a:pt x="1049726" y="171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4719794" y="4763358"/>
              <a:ext cx="548575" cy="295"/>
            </a:xfrm>
            <a:custGeom>
              <a:avLst/>
              <a:pathLst>
                <a:path w="548575" h="295">
                  <a:moveTo>
                    <a:pt x="0" y="0"/>
                  </a:moveTo>
                  <a:lnTo>
                    <a:pt x="548575" y="2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3946384" y="4212556"/>
              <a:ext cx="525665" cy="260023"/>
            </a:xfrm>
            <a:custGeom>
              <a:avLst/>
              <a:pathLst>
                <a:path w="525665" h="260023">
                  <a:moveTo>
                    <a:pt x="0" y="260023"/>
                  </a:moveTo>
                  <a:lnTo>
                    <a:pt x="217755" y="0"/>
                  </a:lnTo>
                  <a:lnTo>
                    <a:pt x="525665" y="323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649540" y="4695308"/>
              <a:ext cx="520703" cy="33711"/>
            </a:xfrm>
            <a:custGeom>
              <a:avLst/>
              <a:pathLst>
                <a:path w="520703" h="33711">
                  <a:moveTo>
                    <a:pt x="0" y="0"/>
                  </a:moveTo>
                  <a:lnTo>
                    <a:pt x="520703" y="337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3649540" y="4753535"/>
              <a:ext cx="609090" cy="3259"/>
            </a:xfrm>
            <a:custGeom>
              <a:avLst/>
              <a:pathLst>
                <a:path w="609090" h="3259">
                  <a:moveTo>
                    <a:pt x="0" y="3259"/>
                  </a:moveTo>
                  <a:lnTo>
                    <a:pt x="609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3649540" y="4705067"/>
              <a:ext cx="531980" cy="37503"/>
            </a:xfrm>
            <a:custGeom>
              <a:avLst/>
              <a:pathLst>
                <a:path w="531980" h="37503">
                  <a:moveTo>
                    <a:pt x="0" y="37503"/>
                  </a:moveTo>
                  <a:lnTo>
                    <a:pt x="5319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3649540" y="4722731"/>
              <a:ext cx="579059" cy="35573"/>
            </a:xfrm>
            <a:custGeom>
              <a:avLst/>
              <a:pathLst>
                <a:path w="579059" h="35573">
                  <a:moveTo>
                    <a:pt x="0" y="35573"/>
                  </a:moveTo>
                  <a:lnTo>
                    <a:pt x="5790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4970698" y="3965071"/>
              <a:ext cx="515307" cy="16225"/>
            </a:xfrm>
            <a:custGeom>
              <a:avLst/>
              <a:pathLst>
                <a:path w="515307" h="16225">
                  <a:moveTo>
                    <a:pt x="0" y="16225"/>
                  </a:moveTo>
                  <a:lnTo>
                    <a:pt x="5153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4802611" y="4745113"/>
              <a:ext cx="460803" cy="14474"/>
            </a:xfrm>
            <a:custGeom>
              <a:avLst/>
              <a:pathLst>
                <a:path w="460803" h="14474">
                  <a:moveTo>
                    <a:pt x="0" y="14474"/>
                  </a:moveTo>
                  <a:lnTo>
                    <a:pt x="4608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3649540" y="4708063"/>
              <a:ext cx="579059" cy="57810"/>
            </a:xfrm>
            <a:custGeom>
              <a:avLst/>
              <a:pathLst>
                <a:path w="579059" h="57810">
                  <a:moveTo>
                    <a:pt x="0" y="57810"/>
                  </a:moveTo>
                  <a:lnTo>
                    <a:pt x="5790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4171926" y="4696198"/>
              <a:ext cx="530879" cy="50837"/>
            </a:xfrm>
            <a:custGeom>
              <a:avLst/>
              <a:pathLst>
                <a:path w="530879" h="50837">
                  <a:moveTo>
                    <a:pt x="0" y="0"/>
                  </a:moveTo>
                  <a:lnTo>
                    <a:pt x="530879" y="508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4149637" y="4540636"/>
              <a:ext cx="623705" cy="79276"/>
            </a:xfrm>
            <a:custGeom>
              <a:avLst/>
              <a:pathLst>
                <a:path w="623705" h="79276">
                  <a:moveTo>
                    <a:pt x="0" y="79276"/>
                  </a:moveTo>
                  <a:lnTo>
                    <a:pt x="6237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5453429" y="4771685"/>
              <a:ext cx="671739" cy="2173"/>
            </a:xfrm>
            <a:custGeom>
              <a:avLst/>
              <a:pathLst>
                <a:path w="671739" h="2173">
                  <a:moveTo>
                    <a:pt x="0" y="0"/>
                  </a:moveTo>
                  <a:lnTo>
                    <a:pt x="671739" y="21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3649540" y="4391046"/>
              <a:ext cx="302218" cy="28396"/>
            </a:xfrm>
            <a:custGeom>
              <a:avLst/>
              <a:pathLst>
                <a:path w="302218" h="28396">
                  <a:moveTo>
                    <a:pt x="0" y="28396"/>
                  </a:moveTo>
                  <a:lnTo>
                    <a:pt x="3022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4975579" y="4750773"/>
              <a:ext cx="524961" cy="19260"/>
            </a:xfrm>
            <a:custGeom>
              <a:avLst/>
              <a:pathLst>
                <a:path w="524961" h="19260">
                  <a:moveTo>
                    <a:pt x="0" y="0"/>
                  </a:moveTo>
                  <a:lnTo>
                    <a:pt x="524961" y="192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3878499" y="4556623"/>
              <a:ext cx="351088" cy="83964"/>
            </a:xfrm>
            <a:custGeom>
              <a:avLst/>
              <a:pathLst>
                <a:path w="351088" h="83964">
                  <a:moveTo>
                    <a:pt x="0" y="83964"/>
                  </a:moveTo>
                  <a:lnTo>
                    <a:pt x="3510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649540" y="4771086"/>
              <a:ext cx="1039799" cy="7074"/>
            </a:xfrm>
            <a:custGeom>
              <a:avLst/>
              <a:pathLst>
                <a:path w="1039799" h="7074">
                  <a:moveTo>
                    <a:pt x="0" y="7074"/>
                  </a:moveTo>
                  <a:lnTo>
                    <a:pt x="520594" y="0"/>
                  </a:lnTo>
                  <a:lnTo>
                    <a:pt x="1039799" y="53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4684402" y="4709792"/>
              <a:ext cx="520262" cy="16239"/>
            </a:xfrm>
            <a:custGeom>
              <a:avLst/>
              <a:pathLst>
                <a:path w="520262" h="16239">
                  <a:moveTo>
                    <a:pt x="0" y="16239"/>
                  </a:moveTo>
                  <a:lnTo>
                    <a:pt x="5202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4942974" y="4767832"/>
              <a:ext cx="1295843" cy="18020"/>
            </a:xfrm>
            <a:custGeom>
              <a:avLst/>
              <a:pathLst>
                <a:path w="1295843" h="18020">
                  <a:moveTo>
                    <a:pt x="0" y="0"/>
                  </a:moveTo>
                  <a:lnTo>
                    <a:pt x="520051" y="18020"/>
                  </a:lnTo>
                  <a:lnTo>
                    <a:pt x="1295843" y="163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204487" y="4083898"/>
              <a:ext cx="479915" cy="164903"/>
            </a:xfrm>
            <a:custGeom>
              <a:avLst/>
              <a:pathLst>
                <a:path w="479915" h="164903">
                  <a:moveTo>
                    <a:pt x="0" y="164903"/>
                  </a:moveTo>
                  <a:lnTo>
                    <a:pt x="4799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164848" y="4201132"/>
              <a:ext cx="1296102" cy="469916"/>
            </a:xfrm>
            <a:custGeom>
              <a:avLst/>
              <a:pathLst>
                <a:path w="1296102" h="469916">
                  <a:moveTo>
                    <a:pt x="0" y="469916"/>
                  </a:moveTo>
                  <a:lnTo>
                    <a:pt x="309325" y="327897"/>
                  </a:lnTo>
                  <a:lnTo>
                    <a:pt x="558485" y="387168"/>
                  </a:lnTo>
                  <a:lnTo>
                    <a:pt x="12961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644763" y="4653730"/>
              <a:ext cx="559901" cy="83347"/>
            </a:xfrm>
            <a:custGeom>
              <a:avLst/>
              <a:pathLst>
                <a:path w="559901" h="83347">
                  <a:moveTo>
                    <a:pt x="0" y="83347"/>
                  </a:moveTo>
                  <a:lnTo>
                    <a:pt x="5599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249081" y="3894622"/>
              <a:ext cx="484870" cy="264661"/>
            </a:xfrm>
            <a:custGeom>
              <a:avLst/>
              <a:pathLst>
                <a:path w="484870" h="264661">
                  <a:moveTo>
                    <a:pt x="0" y="264661"/>
                  </a:moveTo>
                  <a:lnTo>
                    <a:pt x="207696" y="237447"/>
                  </a:lnTo>
                  <a:lnTo>
                    <a:pt x="4848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3649540" y="2347537"/>
              <a:ext cx="559862" cy="1107195"/>
            </a:xfrm>
            <a:custGeom>
              <a:avLst/>
              <a:pathLst>
                <a:path w="559862" h="1107195">
                  <a:moveTo>
                    <a:pt x="0" y="1107195"/>
                  </a:moveTo>
                  <a:lnTo>
                    <a:pt x="263316" y="760578"/>
                  </a:lnTo>
                  <a:lnTo>
                    <a:pt x="5598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3931968" y="4749855"/>
              <a:ext cx="518846" cy="21783"/>
            </a:xfrm>
            <a:custGeom>
              <a:avLst/>
              <a:pathLst>
                <a:path w="518846" h="21783">
                  <a:moveTo>
                    <a:pt x="0" y="12879"/>
                  </a:moveTo>
                  <a:lnTo>
                    <a:pt x="289535" y="21783"/>
                  </a:lnTo>
                  <a:lnTo>
                    <a:pt x="5188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5221772" y="4743846"/>
              <a:ext cx="693562" cy="449"/>
            </a:xfrm>
            <a:custGeom>
              <a:avLst/>
              <a:pathLst>
                <a:path w="693562" h="449">
                  <a:moveTo>
                    <a:pt x="0" y="0"/>
                  </a:moveTo>
                  <a:lnTo>
                    <a:pt x="693562" y="4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4258990" y="2540488"/>
              <a:ext cx="975403" cy="706061"/>
            </a:xfrm>
            <a:custGeom>
              <a:avLst/>
              <a:pathLst>
                <a:path w="975403" h="706061">
                  <a:moveTo>
                    <a:pt x="0" y="706061"/>
                  </a:moveTo>
                  <a:lnTo>
                    <a:pt x="470005" y="401577"/>
                  </a:lnTo>
                  <a:lnTo>
                    <a:pt x="737568" y="191705"/>
                  </a:lnTo>
                  <a:lnTo>
                    <a:pt x="9754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3649540" y="4090281"/>
              <a:ext cx="769644" cy="309432"/>
            </a:xfrm>
            <a:custGeom>
              <a:avLst/>
              <a:pathLst>
                <a:path w="769644" h="309432">
                  <a:moveTo>
                    <a:pt x="0" y="309432"/>
                  </a:moveTo>
                  <a:lnTo>
                    <a:pt x="292337" y="294789"/>
                  </a:lnTo>
                  <a:lnTo>
                    <a:pt x="7696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5712893" y="4730077"/>
              <a:ext cx="1056804" cy="14855"/>
            </a:xfrm>
            <a:custGeom>
              <a:avLst/>
              <a:pathLst>
                <a:path w="1056804" h="14855">
                  <a:moveTo>
                    <a:pt x="0" y="14855"/>
                  </a:moveTo>
                  <a:lnTo>
                    <a:pt x="542913" y="6692"/>
                  </a:lnTo>
                  <a:lnTo>
                    <a:pt x="10568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4451705" y="4542211"/>
              <a:ext cx="995222" cy="64401"/>
            </a:xfrm>
            <a:custGeom>
              <a:avLst/>
              <a:pathLst>
                <a:path w="995222" h="64401">
                  <a:moveTo>
                    <a:pt x="0" y="64401"/>
                  </a:moveTo>
                  <a:lnTo>
                    <a:pt x="465050" y="0"/>
                  </a:lnTo>
                  <a:lnTo>
                    <a:pt x="995222" y="405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3649540" y="3162926"/>
              <a:ext cx="257653" cy="271802"/>
            </a:xfrm>
            <a:custGeom>
              <a:avLst/>
              <a:pathLst>
                <a:path w="257653" h="271802">
                  <a:moveTo>
                    <a:pt x="0" y="0"/>
                  </a:moveTo>
                  <a:lnTo>
                    <a:pt x="257653" y="2718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3649540" y="4757504"/>
              <a:ext cx="569810" cy="7914"/>
            </a:xfrm>
            <a:custGeom>
              <a:avLst/>
              <a:pathLst>
                <a:path w="569810" h="7914">
                  <a:moveTo>
                    <a:pt x="0" y="0"/>
                  </a:moveTo>
                  <a:lnTo>
                    <a:pt x="569810" y="79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649540" y="4217378"/>
              <a:ext cx="261929" cy="193576"/>
            </a:xfrm>
            <a:custGeom>
              <a:avLst/>
              <a:pathLst>
                <a:path w="261929" h="193576">
                  <a:moveTo>
                    <a:pt x="0" y="0"/>
                  </a:moveTo>
                  <a:lnTo>
                    <a:pt x="261929" y="1935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4347820" y="4711332"/>
              <a:ext cx="336581" cy="18763"/>
            </a:xfrm>
            <a:custGeom>
              <a:avLst/>
              <a:pathLst>
                <a:path w="336581" h="18763">
                  <a:moveTo>
                    <a:pt x="0" y="0"/>
                  </a:moveTo>
                  <a:lnTo>
                    <a:pt x="336581" y="187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3649540" y="3050019"/>
              <a:ext cx="297836" cy="426491"/>
            </a:xfrm>
            <a:custGeom>
              <a:avLst/>
              <a:pathLst>
                <a:path w="297836" h="426491">
                  <a:moveTo>
                    <a:pt x="0" y="0"/>
                  </a:moveTo>
                  <a:lnTo>
                    <a:pt x="297836" y="4264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649540" y="4440241"/>
              <a:ext cx="1901315" cy="172385"/>
            </a:xfrm>
            <a:custGeom>
              <a:avLst/>
              <a:pathLst>
                <a:path w="1901315" h="172385">
                  <a:moveTo>
                    <a:pt x="0" y="172385"/>
                  </a:moveTo>
                  <a:lnTo>
                    <a:pt x="723158" y="94198"/>
                  </a:lnTo>
                  <a:lnTo>
                    <a:pt x="1292515" y="72343"/>
                  </a:lnTo>
                  <a:lnTo>
                    <a:pt x="19013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902239" y="3494153"/>
              <a:ext cx="523801" cy="56985"/>
            </a:xfrm>
            <a:custGeom>
              <a:avLst/>
              <a:pathLst>
                <a:path w="523801" h="56985">
                  <a:moveTo>
                    <a:pt x="0" y="12933"/>
                  </a:moveTo>
                  <a:lnTo>
                    <a:pt x="282097" y="0"/>
                  </a:lnTo>
                  <a:lnTo>
                    <a:pt x="523801" y="569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911714" y="3983445"/>
              <a:ext cx="257380" cy="431545"/>
            </a:xfrm>
            <a:custGeom>
              <a:avLst/>
              <a:pathLst>
                <a:path w="257380" h="431545">
                  <a:moveTo>
                    <a:pt x="0" y="431545"/>
                  </a:moveTo>
                  <a:lnTo>
                    <a:pt x="2573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649540" y="3157449"/>
              <a:ext cx="628561" cy="437874"/>
            </a:xfrm>
            <a:custGeom>
              <a:avLst/>
              <a:pathLst>
                <a:path w="628561" h="437874">
                  <a:moveTo>
                    <a:pt x="0" y="0"/>
                  </a:moveTo>
                  <a:lnTo>
                    <a:pt x="307165" y="343466"/>
                  </a:lnTo>
                  <a:lnTo>
                    <a:pt x="628561" y="4378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3649540" y="4722660"/>
              <a:ext cx="1005132" cy="11086"/>
            </a:xfrm>
            <a:custGeom>
              <a:avLst/>
              <a:pathLst>
                <a:path w="1005132" h="11086">
                  <a:moveTo>
                    <a:pt x="0" y="11086"/>
                  </a:moveTo>
                  <a:lnTo>
                    <a:pt x="526189" y="0"/>
                  </a:lnTo>
                  <a:lnTo>
                    <a:pt x="1005132" y="100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649540" y="4742745"/>
              <a:ext cx="1375053" cy="14778"/>
            </a:xfrm>
            <a:custGeom>
              <a:avLst/>
              <a:pathLst>
                <a:path w="1375053" h="14778">
                  <a:moveTo>
                    <a:pt x="0" y="14778"/>
                  </a:moveTo>
                  <a:lnTo>
                    <a:pt x="13750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649540" y="4294846"/>
              <a:ext cx="1085118" cy="260803"/>
            </a:xfrm>
            <a:custGeom>
              <a:avLst/>
              <a:pathLst>
                <a:path w="1085118" h="260803">
                  <a:moveTo>
                    <a:pt x="0" y="260803"/>
                  </a:moveTo>
                  <a:lnTo>
                    <a:pt x="541497" y="150686"/>
                  </a:lnTo>
                  <a:lnTo>
                    <a:pt x="10851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3649540" y="2756329"/>
              <a:ext cx="1119003" cy="1080548"/>
            </a:xfrm>
            <a:custGeom>
              <a:avLst/>
              <a:pathLst>
                <a:path w="1119003" h="1080548">
                  <a:moveTo>
                    <a:pt x="0" y="1080548"/>
                  </a:moveTo>
                  <a:lnTo>
                    <a:pt x="520171" y="0"/>
                  </a:lnTo>
                  <a:lnTo>
                    <a:pt x="1119003" y="32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443737" y="4630115"/>
              <a:ext cx="1661299" cy="79175"/>
            </a:xfrm>
            <a:custGeom>
              <a:avLst/>
              <a:pathLst>
                <a:path w="1661299" h="79175">
                  <a:moveTo>
                    <a:pt x="0" y="61558"/>
                  </a:moveTo>
                  <a:lnTo>
                    <a:pt x="542284" y="57046"/>
                  </a:lnTo>
                  <a:lnTo>
                    <a:pt x="988144" y="79175"/>
                  </a:lnTo>
                  <a:lnTo>
                    <a:pt x="16612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4694312" y="4755122"/>
              <a:ext cx="519554" cy="28715"/>
            </a:xfrm>
            <a:custGeom>
              <a:avLst/>
              <a:pathLst>
                <a:path w="519554" h="28715">
                  <a:moveTo>
                    <a:pt x="0" y="0"/>
                  </a:moveTo>
                  <a:lnTo>
                    <a:pt x="519554" y="287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3467413" y="1761070"/>
              <a:ext cx="4006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tx421"/>
            <p:cNvSpPr/>
            <p:nvPr/>
          </p:nvSpPr>
          <p:spPr>
            <a:xfrm>
              <a:off x="3342628" y="47072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280472" y="376102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280472" y="28147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3218316" y="1868519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425" name="pl425"/>
            <p:cNvSpPr/>
            <p:nvPr/>
          </p:nvSpPr>
          <p:spPr>
            <a:xfrm>
              <a:off x="3432619" y="4748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3432619" y="38027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3432619" y="28564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3432619" y="19102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64954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494134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62331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tx432"/>
            <p:cNvSpPr/>
            <p:nvPr/>
          </p:nvSpPr>
          <p:spPr>
            <a:xfrm>
              <a:off x="3618463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4910270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6171000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4849631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436" name="tx436"/>
            <p:cNvSpPr/>
            <p:nvPr/>
          </p:nvSpPr>
          <p:spPr>
            <a:xfrm rot="-5400000">
              <a:off x="2256770" y="3284579"/>
              <a:ext cx="163813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pTau217- Nico (Z)</a:t>
              </a:r>
            </a:p>
          </p:txBody>
        </p:sp>
        <p:sp>
          <p:nvSpPr>
            <p:cNvPr id="437" name="rc437"/>
            <p:cNvSpPr/>
            <p:nvPr/>
          </p:nvSpPr>
          <p:spPr>
            <a:xfrm>
              <a:off x="7543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613389" y="4343294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613389" y="3440419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613389" y="2537543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81488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86208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942681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1023278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11038751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1184471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613389" y="4794732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7613389" y="3891856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7613389" y="2988981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7613389" y="2086105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821786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902383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982979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1063576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11441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8023320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8301240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8579160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8857080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8996040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9135000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9273960" y="4614157"/>
              <a:ext cx="138959" cy="18057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9412920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9551880" y="4523869"/>
              <a:ext cx="138959" cy="27086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9690840" y="3620994"/>
              <a:ext cx="138959" cy="117373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9829799" y="3711281"/>
              <a:ext cx="138959" cy="108345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9968759" y="4162719"/>
              <a:ext cx="138959" cy="63201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10107719" y="4704445"/>
              <a:ext cx="138959" cy="9028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102466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103856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105245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106635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109414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110804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83012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89960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91350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92739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94129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95518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96908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98297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99687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101077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10246679" y="4704445"/>
              <a:ext cx="138959" cy="9028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10385639" y="4614157"/>
              <a:ext cx="138959" cy="180575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10524599" y="4614157"/>
              <a:ext cx="138959" cy="180575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10663559" y="4704445"/>
              <a:ext cx="138959" cy="9028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10941479" y="4523869"/>
              <a:ext cx="138959" cy="270862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11080439" y="4704445"/>
              <a:ext cx="138959" cy="9028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11636279" y="4704445"/>
              <a:ext cx="138959" cy="9028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1011839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10147259" y="1905530"/>
              <a:ext cx="1019769" cy="787324"/>
            </a:xfrm>
            <a:custGeom>
              <a:avLst/>
              <a:pathLst>
                <a:path w="1019769" h="787324">
                  <a:moveTo>
                    <a:pt x="25146" y="787324"/>
                  </a:moveTo>
                  <a:lnTo>
                    <a:pt x="994623" y="787324"/>
                  </a:lnTo>
                  <a:lnTo>
                    <a:pt x="993610" y="787303"/>
                  </a:lnTo>
                  <a:lnTo>
                    <a:pt x="997654" y="787140"/>
                  </a:lnTo>
                  <a:lnTo>
                    <a:pt x="1001619" y="786331"/>
                  </a:lnTo>
                  <a:lnTo>
                    <a:pt x="1005402" y="784896"/>
                  </a:lnTo>
                  <a:lnTo>
                    <a:pt x="1008907" y="782872"/>
                  </a:lnTo>
                  <a:lnTo>
                    <a:pt x="1012042" y="780313"/>
                  </a:lnTo>
                  <a:lnTo>
                    <a:pt x="1014725" y="777284"/>
                  </a:lnTo>
                  <a:lnTo>
                    <a:pt x="1016888" y="773864"/>
                  </a:lnTo>
                  <a:lnTo>
                    <a:pt x="1018474" y="770141"/>
                  </a:lnTo>
                  <a:lnTo>
                    <a:pt x="1019443" y="766211"/>
                  </a:lnTo>
                  <a:lnTo>
                    <a:pt x="1019769" y="762178"/>
                  </a:lnTo>
                  <a:lnTo>
                    <a:pt x="1019769" y="25146"/>
                  </a:lnTo>
                  <a:lnTo>
                    <a:pt x="1019443" y="21112"/>
                  </a:lnTo>
                  <a:lnTo>
                    <a:pt x="1018474" y="17183"/>
                  </a:lnTo>
                  <a:lnTo>
                    <a:pt x="1016888" y="13460"/>
                  </a:lnTo>
                  <a:lnTo>
                    <a:pt x="1014725" y="10039"/>
                  </a:lnTo>
                  <a:lnTo>
                    <a:pt x="1012042" y="7010"/>
                  </a:lnTo>
                  <a:lnTo>
                    <a:pt x="1008907" y="4451"/>
                  </a:lnTo>
                  <a:lnTo>
                    <a:pt x="1005402" y="2427"/>
                  </a:lnTo>
                  <a:lnTo>
                    <a:pt x="1001619" y="992"/>
                  </a:lnTo>
                  <a:lnTo>
                    <a:pt x="997654" y="183"/>
                  </a:lnTo>
                  <a:lnTo>
                    <a:pt x="994623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762178"/>
                  </a:lnTo>
                  <a:lnTo>
                    <a:pt x="81" y="760154"/>
                  </a:lnTo>
                  <a:lnTo>
                    <a:pt x="81" y="764201"/>
                  </a:lnTo>
                  <a:lnTo>
                    <a:pt x="730" y="768195"/>
                  </a:lnTo>
                  <a:lnTo>
                    <a:pt x="2012" y="772034"/>
                  </a:lnTo>
                  <a:lnTo>
                    <a:pt x="3892" y="775617"/>
                  </a:lnTo>
                  <a:lnTo>
                    <a:pt x="6323" y="778852"/>
                  </a:lnTo>
                  <a:lnTo>
                    <a:pt x="9242" y="781656"/>
                  </a:lnTo>
                  <a:lnTo>
                    <a:pt x="12573" y="783955"/>
                  </a:lnTo>
                  <a:lnTo>
                    <a:pt x="16229" y="785690"/>
                  </a:lnTo>
                  <a:lnTo>
                    <a:pt x="20116" y="786815"/>
                  </a:lnTo>
                  <a:lnTo>
                    <a:pt x="24133" y="787303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tx515"/>
            <p:cNvSpPr/>
            <p:nvPr/>
          </p:nvSpPr>
          <p:spPr>
            <a:xfrm>
              <a:off x="10189169" y="1916335"/>
              <a:ext cx="70661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0.36 Z/year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10189169" y="2146425"/>
              <a:ext cx="656208" cy="1021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-3.317</a:t>
              </a:r>
            </a:p>
          </p:txBody>
        </p:sp>
        <p:sp>
          <p:nvSpPr>
            <p:cNvPr id="517" name="tx517"/>
            <p:cNvSpPr/>
            <p:nvPr/>
          </p:nvSpPr>
          <p:spPr>
            <a:xfrm>
              <a:off x="10189169" y="2319967"/>
              <a:ext cx="935949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6.528</a:t>
              </a:r>
            </a:p>
          </p:txBody>
        </p:sp>
        <p:sp>
          <p:nvSpPr>
            <p:cNvPr id="518" name="tx518"/>
            <p:cNvSpPr/>
            <p:nvPr/>
          </p:nvSpPr>
          <p:spPr>
            <a:xfrm>
              <a:off x="10189169" y="2522772"/>
              <a:ext cx="850614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1.387</a:t>
              </a:r>
            </a:p>
          </p:txBody>
        </p:sp>
        <p:sp>
          <p:nvSpPr>
            <p:cNvPr id="519" name="pg519"/>
            <p:cNvSpPr/>
            <p:nvPr/>
          </p:nvSpPr>
          <p:spPr>
            <a:xfrm>
              <a:off x="7814880" y="3932691"/>
              <a:ext cx="4029838" cy="862040"/>
            </a:xfrm>
            <a:custGeom>
              <a:avLst/>
              <a:pathLst>
                <a:path w="4029838" h="862040">
                  <a:moveTo>
                    <a:pt x="0" y="851938"/>
                  </a:moveTo>
                  <a:lnTo>
                    <a:pt x="7886" y="851108"/>
                  </a:lnTo>
                  <a:lnTo>
                    <a:pt x="15772" y="850245"/>
                  </a:lnTo>
                  <a:lnTo>
                    <a:pt x="23658" y="849339"/>
                  </a:lnTo>
                  <a:lnTo>
                    <a:pt x="31544" y="848404"/>
                  </a:lnTo>
                  <a:lnTo>
                    <a:pt x="39430" y="847444"/>
                  </a:lnTo>
                  <a:lnTo>
                    <a:pt x="47317" y="846460"/>
                  </a:lnTo>
                  <a:lnTo>
                    <a:pt x="55203" y="845453"/>
                  </a:lnTo>
                  <a:lnTo>
                    <a:pt x="63089" y="844428"/>
                  </a:lnTo>
                  <a:lnTo>
                    <a:pt x="70975" y="843393"/>
                  </a:lnTo>
                  <a:lnTo>
                    <a:pt x="78861" y="842351"/>
                  </a:lnTo>
                  <a:lnTo>
                    <a:pt x="86747" y="841306"/>
                  </a:lnTo>
                  <a:lnTo>
                    <a:pt x="94634" y="840266"/>
                  </a:lnTo>
                  <a:lnTo>
                    <a:pt x="102520" y="839237"/>
                  </a:lnTo>
                  <a:lnTo>
                    <a:pt x="110406" y="838221"/>
                  </a:lnTo>
                  <a:lnTo>
                    <a:pt x="118292" y="837225"/>
                  </a:lnTo>
                  <a:lnTo>
                    <a:pt x="126178" y="836262"/>
                  </a:lnTo>
                  <a:lnTo>
                    <a:pt x="134065" y="835333"/>
                  </a:lnTo>
                  <a:lnTo>
                    <a:pt x="141951" y="834441"/>
                  </a:lnTo>
                  <a:lnTo>
                    <a:pt x="149837" y="833589"/>
                  </a:lnTo>
                  <a:lnTo>
                    <a:pt x="157723" y="832791"/>
                  </a:lnTo>
                  <a:lnTo>
                    <a:pt x="165609" y="832056"/>
                  </a:lnTo>
                  <a:lnTo>
                    <a:pt x="173495" y="831376"/>
                  </a:lnTo>
                  <a:lnTo>
                    <a:pt x="181382" y="830753"/>
                  </a:lnTo>
                  <a:lnTo>
                    <a:pt x="189268" y="830193"/>
                  </a:lnTo>
                  <a:lnTo>
                    <a:pt x="197154" y="829721"/>
                  </a:lnTo>
                  <a:lnTo>
                    <a:pt x="205040" y="829313"/>
                  </a:lnTo>
                  <a:lnTo>
                    <a:pt x="212926" y="828972"/>
                  </a:lnTo>
                  <a:lnTo>
                    <a:pt x="220813" y="828697"/>
                  </a:lnTo>
                  <a:lnTo>
                    <a:pt x="228699" y="828508"/>
                  </a:lnTo>
                  <a:lnTo>
                    <a:pt x="236585" y="828391"/>
                  </a:lnTo>
                  <a:lnTo>
                    <a:pt x="244471" y="828337"/>
                  </a:lnTo>
                  <a:lnTo>
                    <a:pt x="252357" y="828342"/>
                  </a:lnTo>
                  <a:lnTo>
                    <a:pt x="260243" y="828413"/>
                  </a:lnTo>
                  <a:lnTo>
                    <a:pt x="268130" y="828551"/>
                  </a:lnTo>
                  <a:lnTo>
                    <a:pt x="276016" y="828734"/>
                  </a:lnTo>
                  <a:lnTo>
                    <a:pt x="283902" y="828961"/>
                  </a:lnTo>
                  <a:lnTo>
                    <a:pt x="291788" y="829225"/>
                  </a:lnTo>
                  <a:lnTo>
                    <a:pt x="299674" y="829532"/>
                  </a:lnTo>
                  <a:lnTo>
                    <a:pt x="307561" y="829860"/>
                  </a:lnTo>
                  <a:lnTo>
                    <a:pt x="315447" y="830204"/>
                  </a:lnTo>
                  <a:lnTo>
                    <a:pt x="323333" y="830559"/>
                  </a:lnTo>
                  <a:lnTo>
                    <a:pt x="331219" y="830917"/>
                  </a:lnTo>
                  <a:lnTo>
                    <a:pt x="339105" y="831267"/>
                  </a:lnTo>
                  <a:lnTo>
                    <a:pt x="346991" y="831603"/>
                  </a:lnTo>
                  <a:lnTo>
                    <a:pt x="354878" y="831920"/>
                  </a:lnTo>
                  <a:lnTo>
                    <a:pt x="362764" y="832210"/>
                  </a:lnTo>
                  <a:lnTo>
                    <a:pt x="370650" y="832455"/>
                  </a:lnTo>
                  <a:lnTo>
                    <a:pt x="378536" y="832661"/>
                  </a:lnTo>
                  <a:lnTo>
                    <a:pt x="386422" y="832822"/>
                  </a:lnTo>
                  <a:lnTo>
                    <a:pt x="394309" y="832935"/>
                  </a:lnTo>
                  <a:lnTo>
                    <a:pt x="402195" y="832974"/>
                  </a:lnTo>
                  <a:lnTo>
                    <a:pt x="410081" y="832953"/>
                  </a:lnTo>
                  <a:lnTo>
                    <a:pt x="417967" y="832872"/>
                  </a:lnTo>
                  <a:lnTo>
                    <a:pt x="425853" y="832728"/>
                  </a:lnTo>
                  <a:lnTo>
                    <a:pt x="433739" y="832508"/>
                  </a:lnTo>
                  <a:lnTo>
                    <a:pt x="441626" y="832211"/>
                  </a:lnTo>
                  <a:lnTo>
                    <a:pt x="449512" y="831849"/>
                  </a:lnTo>
                  <a:lnTo>
                    <a:pt x="457398" y="831425"/>
                  </a:lnTo>
                  <a:lnTo>
                    <a:pt x="465284" y="830936"/>
                  </a:lnTo>
                  <a:lnTo>
                    <a:pt x="473170" y="830366"/>
                  </a:lnTo>
                  <a:lnTo>
                    <a:pt x="481056" y="829741"/>
                  </a:lnTo>
                  <a:lnTo>
                    <a:pt x="488943" y="829063"/>
                  </a:lnTo>
                  <a:lnTo>
                    <a:pt x="496829" y="828337"/>
                  </a:lnTo>
                  <a:lnTo>
                    <a:pt x="504715" y="827552"/>
                  </a:lnTo>
                  <a:lnTo>
                    <a:pt x="512601" y="826727"/>
                  </a:lnTo>
                  <a:lnTo>
                    <a:pt x="520487" y="825868"/>
                  </a:lnTo>
                  <a:lnTo>
                    <a:pt x="528374" y="824981"/>
                  </a:lnTo>
                  <a:lnTo>
                    <a:pt x="536260" y="824068"/>
                  </a:lnTo>
                  <a:lnTo>
                    <a:pt x="544146" y="823136"/>
                  </a:lnTo>
                  <a:lnTo>
                    <a:pt x="552032" y="822195"/>
                  </a:lnTo>
                  <a:lnTo>
                    <a:pt x="559918" y="821250"/>
                  </a:lnTo>
                  <a:lnTo>
                    <a:pt x="567804" y="820306"/>
                  </a:lnTo>
                  <a:lnTo>
                    <a:pt x="575691" y="819373"/>
                  </a:lnTo>
                  <a:lnTo>
                    <a:pt x="583577" y="818456"/>
                  </a:lnTo>
                  <a:lnTo>
                    <a:pt x="591463" y="817559"/>
                  </a:lnTo>
                  <a:lnTo>
                    <a:pt x="599349" y="816685"/>
                  </a:lnTo>
                  <a:lnTo>
                    <a:pt x="607235" y="815849"/>
                  </a:lnTo>
                  <a:lnTo>
                    <a:pt x="615122" y="815053"/>
                  </a:lnTo>
                  <a:lnTo>
                    <a:pt x="623008" y="814296"/>
                  </a:lnTo>
                  <a:lnTo>
                    <a:pt x="630894" y="813581"/>
                  </a:lnTo>
                  <a:lnTo>
                    <a:pt x="638780" y="812917"/>
                  </a:lnTo>
                  <a:lnTo>
                    <a:pt x="646666" y="812318"/>
                  </a:lnTo>
                  <a:lnTo>
                    <a:pt x="654552" y="811772"/>
                  </a:lnTo>
                  <a:lnTo>
                    <a:pt x="662439" y="811281"/>
                  </a:lnTo>
                  <a:lnTo>
                    <a:pt x="670325" y="810847"/>
                  </a:lnTo>
                  <a:lnTo>
                    <a:pt x="678211" y="810494"/>
                  </a:lnTo>
                  <a:lnTo>
                    <a:pt x="686097" y="810205"/>
                  </a:lnTo>
                  <a:lnTo>
                    <a:pt x="693983" y="809976"/>
                  </a:lnTo>
                  <a:lnTo>
                    <a:pt x="701870" y="809810"/>
                  </a:lnTo>
                  <a:lnTo>
                    <a:pt x="709756" y="809721"/>
                  </a:lnTo>
                  <a:lnTo>
                    <a:pt x="717642" y="809706"/>
                  </a:lnTo>
                  <a:lnTo>
                    <a:pt x="725528" y="809753"/>
                  </a:lnTo>
                  <a:lnTo>
                    <a:pt x="733414" y="809862"/>
                  </a:lnTo>
                  <a:lnTo>
                    <a:pt x="741300" y="810037"/>
                  </a:lnTo>
                  <a:lnTo>
                    <a:pt x="749187" y="810291"/>
                  </a:lnTo>
                  <a:lnTo>
                    <a:pt x="757073" y="810603"/>
                  </a:lnTo>
                  <a:lnTo>
                    <a:pt x="764959" y="810969"/>
                  </a:lnTo>
                  <a:lnTo>
                    <a:pt x="772845" y="811390"/>
                  </a:lnTo>
                  <a:lnTo>
                    <a:pt x="780731" y="811878"/>
                  </a:lnTo>
                  <a:lnTo>
                    <a:pt x="788618" y="812416"/>
                  </a:lnTo>
                  <a:lnTo>
                    <a:pt x="796504" y="812997"/>
                  </a:lnTo>
                  <a:lnTo>
                    <a:pt x="804390" y="813618"/>
                  </a:lnTo>
                  <a:lnTo>
                    <a:pt x="812276" y="814281"/>
                  </a:lnTo>
                  <a:lnTo>
                    <a:pt x="820162" y="814982"/>
                  </a:lnTo>
                  <a:lnTo>
                    <a:pt x="828048" y="815706"/>
                  </a:lnTo>
                  <a:lnTo>
                    <a:pt x="835935" y="816450"/>
                  </a:lnTo>
                  <a:lnTo>
                    <a:pt x="843821" y="817210"/>
                  </a:lnTo>
                  <a:lnTo>
                    <a:pt x="851707" y="817981"/>
                  </a:lnTo>
                  <a:lnTo>
                    <a:pt x="859593" y="818752"/>
                  </a:lnTo>
                  <a:lnTo>
                    <a:pt x="867479" y="819518"/>
                  </a:lnTo>
                  <a:lnTo>
                    <a:pt x="875366" y="820273"/>
                  </a:lnTo>
                  <a:lnTo>
                    <a:pt x="883252" y="821005"/>
                  </a:lnTo>
                  <a:lnTo>
                    <a:pt x="891138" y="821706"/>
                  </a:lnTo>
                  <a:lnTo>
                    <a:pt x="899024" y="822374"/>
                  </a:lnTo>
                  <a:lnTo>
                    <a:pt x="906910" y="823003"/>
                  </a:lnTo>
                  <a:lnTo>
                    <a:pt x="914796" y="823582"/>
                  </a:lnTo>
                  <a:lnTo>
                    <a:pt x="922683" y="824092"/>
                  </a:lnTo>
                  <a:lnTo>
                    <a:pt x="930569" y="824541"/>
                  </a:lnTo>
                  <a:lnTo>
                    <a:pt x="938455" y="824926"/>
                  </a:lnTo>
                  <a:lnTo>
                    <a:pt x="946341" y="825242"/>
                  </a:lnTo>
                  <a:lnTo>
                    <a:pt x="954227" y="825451"/>
                  </a:lnTo>
                  <a:lnTo>
                    <a:pt x="962113" y="825578"/>
                  </a:lnTo>
                  <a:lnTo>
                    <a:pt x="970000" y="825620"/>
                  </a:lnTo>
                  <a:lnTo>
                    <a:pt x="977886" y="825574"/>
                  </a:lnTo>
                  <a:lnTo>
                    <a:pt x="985772" y="825415"/>
                  </a:lnTo>
                  <a:lnTo>
                    <a:pt x="993658" y="825147"/>
                  </a:lnTo>
                  <a:lnTo>
                    <a:pt x="1001544" y="824785"/>
                  </a:lnTo>
                  <a:lnTo>
                    <a:pt x="1009431" y="824327"/>
                  </a:lnTo>
                  <a:lnTo>
                    <a:pt x="1017317" y="823765"/>
                  </a:lnTo>
                  <a:lnTo>
                    <a:pt x="1025203" y="823077"/>
                  </a:lnTo>
                  <a:lnTo>
                    <a:pt x="1033089" y="822296"/>
                  </a:lnTo>
                  <a:lnTo>
                    <a:pt x="1040975" y="821424"/>
                  </a:lnTo>
                  <a:lnTo>
                    <a:pt x="1048861" y="820461"/>
                  </a:lnTo>
                  <a:lnTo>
                    <a:pt x="1056748" y="819382"/>
                  </a:lnTo>
                  <a:lnTo>
                    <a:pt x="1064634" y="818216"/>
                  </a:lnTo>
                  <a:lnTo>
                    <a:pt x="1072520" y="816972"/>
                  </a:lnTo>
                  <a:lnTo>
                    <a:pt x="1080406" y="815653"/>
                  </a:lnTo>
                  <a:lnTo>
                    <a:pt x="1088292" y="814250"/>
                  </a:lnTo>
                  <a:lnTo>
                    <a:pt x="1096179" y="812769"/>
                  </a:lnTo>
                  <a:lnTo>
                    <a:pt x="1104065" y="811230"/>
                  </a:lnTo>
                  <a:lnTo>
                    <a:pt x="1111951" y="809636"/>
                  </a:lnTo>
                  <a:lnTo>
                    <a:pt x="1119837" y="807990"/>
                  </a:lnTo>
                  <a:lnTo>
                    <a:pt x="1127723" y="806285"/>
                  </a:lnTo>
                  <a:lnTo>
                    <a:pt x="1135609" y="804542"/>
                  </a:lnTo>
                  <a:lnTo>
                    <a:pt x="1143496" y="802765"/>
                  </a:lnTo>
                  <a:lnTo>
                    <a:pt x="1151382" y="800959"/>
                  </a:lnTo>
                  <a:lnTo>
                    <a:pt x="1159268" y="799120"/>
                  </a:lnTo>
                  <a:lnTo>
                    <a:pt x="1167154" y="797259"/>
                  </a:lnTo>
                  <a:lnTo>
                    <a:pt x="1175040" y="795382"/>
                  </a:lnTo>
                  <a:lnTo>
                    <a:pt x="1182927" y="793491"/>
                  </a:lnTo>
                  <a:lnTo>
                    <a:pt x="1190813" y="791588"/>
                  </a:lnTo>
                  <a:lnTo>
                    <a:pt x="1198699" y="789676"/>
                  </a:lnTo>
                  <a:lnTo>
                    <a:pt x="1206585" y="787760"/>
                  </a:lnTo>
                  <a:lnTo>
                    <a:pt x="1214471" y="785839"/>
                  </a:lnTo>
                  <a:lnTo>
                    <a:pt x="1222357" y="783917"/>
                  </a:lnTo>
                  <a:lnTo>
                    <a:pt x="1230244" y="781995"/>
                  </a:lnTo>
                  <a:lnTo>
                    <a:pt x="1238130" y="780074"/>
                  </a:lnTo>
                  <a:lnTo>
                    <a:pt x="1246016" y="778154"/>
                  </a:lnTo>
                  <a:lnTo>
                    <a:pt x="1253902" y="776238"/>
                  </a:lnTo>
                  <a:lnTo>
                    <a:pt x="1261788" y="774325"/>
                  </a:lnTo>
                  <a:lnTo>
                    <a:pt x="1269675" y="772417"/>
                  </a:lnTo>
                  <a:lnTo>
                    <a:pt x="1277561" y="770513"/>
                  </a:lnTo>
                  <a:lnTo>
                    <a:pt x="1285447" y="768615"/>
                  </a:lnTo>
                  <a:lnTo>
                    <a:pt x="1293333" y="766723"/>
                  </a:lnTo>
                  <a:lnTo>
                    <a:pt x="1301219" y="764841"/>
                  </a:lnTo>
                  <a:lnTo>
                    <a:pt x="1309105" y="762968"/>
                  </a:lnTo>
                  <a:lnTo>
                    <a:pt x="1316992" y="761104"/>
                  </a:lnTo>
                  <a:lnTo>
                    <a:pt x="1324878" y="759251"/>
                  </a:lnTo>
                  <a:lnTo>
                    <a:pt x="1332764" y="757417"/>
                  </a:lnTo>
                  <a:lnTo>
                    <a:pt x="1340650" y="755600"/>
                  </a:lnTo>
                  <a:lnTo>
                    <a:pt x="1348536" y="753801"/>
                  </a:lnTo>
                  <a:lnTo>
                    <a:pt x="1356423" y="752023"/>
                  </a:lnTo>
                  <a:lnTo>
                    <a:pt x="1364309" y="750273"/>
                  </a:lnTo>
                  <a:lnTo>
                    <a:pt x="1372195" y="748554"/>
                  </a:lnTo>
                  <a:lnTo>
                    <a:pt x="1380081" y="746865"/>
                  </a:lnTo>
                  <a:lnTo>
                    <a:pt x="1387967" y="745208"/>
                  </a:lnTo>
                  <a:lnTo>
                    <a:pt x="1395853" y="743587"/>
                  </a:lnTo>
                  <a:lnTo>
                    <a:pt x="1403740" y="742015"/>
                  </a:lnTo>
                  <a:lnTo>
                    <a:pt x="1411626" y="740482"/>
                  </a:lnTo>
                  <a:lnTo>
                    <a:pt x="1419512" y="738989"/>
                  </a:lnTo>
                  <a:lnTo>
                    <a:pt x="1427398" y="737535"/>
                  </a:lnTo>
                  <a:lnTo>
                    <a:pt x="1435284" y="736134"/>
                  </a:lnTo>
                  <a:lnTo>
                    <a:pt x="1443170" y="734773"/>
                  </a:lnTo>
                  <a:lnTo>
                    <a:pt x="1451057" y="733448"/>
                  </a:lnTo>
                  <a:lnTo>
                    <a:pt x="1458943" y="732154"/>
                  </a:lnTo>
                  <a:lnTo>
                    <a:pt x="1466829" y="730891"/>
                  </a:lnTo>
                  <a:lnTo>
                    <a:pt x="1474715" y="729651"/>
                  </a:lnTo>
                  <a:lnTo>
                    <a:pt x="1482601" y="728418"/>
                  </a:lnTo>
                  <a:lnTo>
                    <a:pt x="1490488" y="727185"/>
                  </a:lnTo>
                  <a:lnTo>
                    <a:pt x="1498374" y="725942"/>
                  </a:lnTo>
                  <a:lnTo>
                    <a:pt x="1506260" y="724660"/>
                  </a:lnTo>
                  <a:lnTo>
                    <a:pt x="1514146" y="723328"/>
                  </a:lnTo>
                  <a:lnTo>
                    <a:pt x="1522032" y="721931"/>
                  </a:lnTo>
                  <a:lnTo>
                    <a:pt x="1529918" y="720455"/>
                  </a:lnTo>
                  <a:lnTo>
                    <a:pt x="1537805" y="718845"/>
                  </a:lnTo>
                  <a:lnTo>
                    <a:pt x="1545691" y="717079"/>
                  </a:lnTo>
                  <a:lnTo>
                    <a:pt x="1553577" y="715152"/>
                  </a:lnTo>
                  <a:lnTo>
                    <a:pt x="1561463" y="713042"/>
                  </a:lnTo>
                  <a:lnTo>
                    <a:pt x="1569349" y="710695"/>
                  </a:lnTo>
                  <a:lnTo>
                    <a:pt x="1577236" y="708024"/>
                  </a:lnTo>
                  <a:lnTo>
                    <a:pt x="1585122" y="705066"/>
                  </a:lnTo>
                  <a:lnTo>
                    <a:pt x="1593008" y="701796"/>
                  </a:lnTo>
                  <a:lnTo>
                    <a:pt x="1600894" y="698189"/>
                  </a:lnTo>
                  <a:lnTo>
                    <a:pt x="1608780" y="694050"/>
                  </a:lnTo>
                  <a:lnTo>
                    <a:pt x="1616666" y="689475"/>
                  </a:lnTo>
                  <a:lnTo>
                    <a:pt x="1624553" y="684448"/>
                  </a:lnTo>
                  <a:lnTo>
                    <a:pt x="1632439" y="678946"/>
                  </a:lnTo>
                  <a:lnTo>
                    <a:pt x="1640325" y="672810"/>
                  </a:lnTo>
                  <a:lnTo>
                    <a:pt x="1648211" y="666023"/>
                  </a:lnTo>
                  <a:lnTo>
                    <a:pt x="1656097" y="658658"/>
                  </a:lnTo>
                  <a:lnTo>
                    <a:pt x="1663984" y="650696"/>
                  </a:lnTo>
                  <a:lnTo>
                    <a:pt x="1671870" y="642063"/>
                  </a:lnTo>
                  <a:lnTo>
                    <a:pt x="1679756" y="632566"/>
                  </a:lnTo>
                  <a:lnTo>
                    <a:pt x="1687642" y="622404"/>
                  </a:lnTo>
                  <a:lnTo>
                    <a:pt x="1695528" y="611568"/>
                  </a:lnTo>
                  <a:lnTo>
                    <a:pt x="1703414" y="600050"/>
                  </a:lnTo>
                  <a:lnTo>
                    <a:pt x="1711301" y="587603"/>
                  </a:lnTo>
                  <a:lnTo>
                    <a:pt x="1719187" y="574420"/>
                  </a:lnTo>
                  <a:lnTo>
                    <a:pt x="1727073" y="560555"/>
                  </a:lnTo>
                  <a:lnTo>
                    <a:pt x="1734959" y="546017"/>
                  </a:lnTo>
                  <a:lnTo>
                    <a:pt x="1742845" y="530693"/>
                  </a:lnTo>
                  <a:lnTo>
                    <a:pt x="1750732" y="514593"/>
                  </a:lnTo>
                  <a:lnTo>
                    <a:pt x="1758618" y="497893"/>
                  </a:lnTo>
                  <a:lnTo>
                    <a:pt x="1766504" y="480617"/>
                  </a:lnTo>
                  <a:lnTo>
                    <a:pt x="1774390" y="462773"/>
                  </a:lnTo>
                  <a:lnTo>
                    <a:pt x="1782276" y="444249"/>
                  </a:lnTo>
                  <a:lnTo>
                    <a:pt x="1790162" y="425296"/>
                  </a:lnTo>
                  <a:lnTo>
                    <a:pt x="1798049" y="405956"/>
                  </a:lnTo>
                  <a:lnTo>
                    <a:pt x="1805935" y="386272"/>
                  </a:lnTo>
                  <a:lnTo>
                    <a:pt x="1813821" y="366231"/>
                  </a:lnTo>
                  <a:lnTo>
                    <a:pt x="1821707" y="345981"/>
                  </a:lnTo>
                  <a:lnTo>
                    <a:pt x="1829593" y="325610"/>
                  </a:lnTo>
                  <a:lnTo>
                    <a:pt x="1837479" y="305173"/>
                  </a:lnTo>
                  <a:lnTo>
                    <a:pt x="1845366" y="284739"/>
                  </a:lnTo>
                  <a:lnTo>
                    <a:pt x="1853252" y="264439"/>
                  </a:lnTo>
                  <a:lnTo>
                    <a:pt x="1861138" y="244332"/>
                  </a:lnTo>
                  <a:lnTo>
                    <a:pt x="1869024" y="224476"/>
                  </a:lnTo>
                  <a:lnTo>
                    <a:pt x="1876910" y="204933"/>
                  </a:lnTo>
                  <a:lnTo>
                    <a:pt x="1884797" y="185974"/>
                  </a:lnTo>
                  <a:lnTo>
                    <a:pt x="1892683" y="167535"/>
                  </a:lnTo>
                  <a:lnTo>
                    <a:pt x="1900569" y="149668"/>
                  </a:lnTo>
                  <a:lnTo>
                    <a:pt x="1908455" y="132428"/>
                  </a:lnTo>
                  <a:lnTo>
                    <a:pt x="1916341" y="116075"/>
                  </a:lnTo>
                  <a:lnTo>
                    <a:pt x="1924227" y="100643"/>
                  </a:lnTo>
                  <a:lnTo>
                    <a:pt x="1932114" y="86062"/>
                  </a:lnTo>
                  <a:lnTo>
                    <a:pt x="1940000" y="72375"/>
                  </a:lnTo>
                  <a:lnTo>
                    <a:pt x="1947886" y="59725"/>
                  </a:lnTo>
                  <a:lnTo>
                    <a:pt x="1955772" y="48402"/>
                  </a:lnTo>
                  <a:lnTo>
                    <a:pt x="1963658" y="38131"/>
                  </a:lnTo>
                  <a:lnTo>
                    <a:pt x="1971545" y="28938"/>
                  </a:lnTo>
                  <a:lnTo>
                    <a:pt x="1979431" y="20846"/>
                  </a:lnTo>
                  <a:lnTo>
                    <a:pt x="1987317" y="14301"/>
                  </a:lnTo>
                  <a:lnTo>
                    <a:pt x="1995203" y="8973"/>
                  </a:lnTo>
                  <a:lnTo>
                    <a:pt x="2003089" y="4803"/>
                  </a:lnTo>
                  <a:lnTo>
                    <a:pt x="2010975" y="1798"/>
                  </a:lnTo>
                  <a:lnTo>
                    <a:pt x="2018862" y="200"/>
                  </a:lnTo>
                  <a:lnTo>
                    <a:pt x="2026748" y="0"/>
                  </a:lnTo>
                  <a:lnTo>
                    <a:pt x="2034634" y="936"/>
                  </a:lnTo>
                  <a:lnTo>
                    <a:pt x="2042520" y="2996"/>
                  </a:lnTo>
                  <a:lnTo>
                    <a:pt x="2050406" y="6222"/>
                  </a:lnTo>
                  <a:lnTo>
                    <a:pt x="2058293" y="10909"/>
                  </a:lnTo>
                  <a:lnTo>
                    <a:pt x="2066179" y="16622"/>
                  </a:lnTo>
                  <a:lnTo>
                    <a:pt x="2074065" y="23334"/>
                  </a:lnTo>
                  <a:lnTo>
                    <a:pt x="2081951" y="31014"/>
                  </a:lnTo>
                  <a:lnTo>
                    <a:pt x="2089837" y="39909"/>
                  </a:lnTo>
                  <a:lnTo>
                    <a:pt x="2097723" y="49751"/>
                  </a:lnTo>
                  <a:lnTo>
                    <a:pt x="2105610" y="60409"/>
                  </a:lnTo>
                  <a:lnTo>
                    <a:pt x="2113496" y="71848"/>
                  </a:lnTo>
                  <a:lnTo>
                    <a:pt x="2121382" y="84139"/>
                  </a:lnTo>
                  <a:lnTo>
                    <a:pt x="2129268" y="97268"/>
                  </a:lnTo>
                  <a:lnTo>
                    <a:pt x="2137154" y="111006"/>
                  </a:lnTo>
                  <a:lnTo>
                    <a:pt x="2145041" y="125317"/>
                  </a:lnTo>
                  <a:lnTo>
                    <a:pt x="2152927" y="140166"/>
                  </a:lnTo>
                  <a:lnTo>
                    <a:pt x="2160813" y="155676"/>
                  </a:lnTo>
                  <a:lnTo>
                    <a:pt x="2168699" y="171592"/>
                  </a:lnTo>
                  <a:lnTo>
                    <a:pt x="2176585" y="187877"/>
                  </a:lnTo>
                  <a:lnTo>
                    <a:pt x="2184471" y="204498"/>
                  </a:lnTo>
                  <a:lnTo>
                    <a:pt x="2192358" y="221482"/>
                  </a:lnTo>
                  <a:lnTo>
                    <a:pt x="2200244" y="238730"/>
                  </a:lnTo>
                  <a:lnTo>
                    <a:pt x="2208130" y="256168"/>
                  </a:lnTo>
                  <a:lnTo>
                    <a:pt x="2216016" y="273768"/>
                  </a:lnTo>
                  <a:lnTo>
                    <a:pt x="2223902" y="291510"/>
                  </a:lnTo>
                  <a:lnTo>
                    <a:pt x="2231789" y="309355"/>
                  </a:lnTo>
                  <a:lnTo>
                    <a:pt x="2239675" y="327241"/>
                  </a:lnTo>
                  <a:lnTo>
                    <a:pt x="2247561" y="345144"/>
                  </a:lnTo>
                  <a:lnTo>
                    <a:pt x="2255447" y="363040"/>
                  </a:lnTo>
                  <a:lnTo>
                    <a:pt x="2263333" y="380875"/>
                  </a:lnTo>
                  <a:lnTo>
                    <a:pt x="2271219" y="398626"/>
                  </a:lnTo>
                  <a:lnTo>
                    <a:pt x="2279106" y="416275"/>
                  </a:lnTo>
                  <a:lnTo>
                    <a:pt x="2286992" y="433803"/>
                  </a:lnTo>
                  <a:lnTo>
                    <a:pt x="2294878" y="451150"/>
                  </a:lnTo>
                  <a:lnTo>
                    <a:pt x="2302764" y="468284"/>
                  </a:lnTo>
                  <a:lnTo>
                    <a:pt x="2310650" y="485219"/>
                  </a:lnTo>
                  <a:lnTo>
                    <a:pt x="2318536" y="501937"/>
                  </a:lnTo>
                  <a:lnTo>
                    <a:pt x="2326423" y="518403"/>
                  </a:lnTo>
                  <a:lnTo>
                    <a:pt x="2334309" y="534519"/>
                  </a:lnTo>
                  <a:lnTo>
                    <a:pt x="2342195" y="550352"/>
                  </a:lnTo>
                  <a:lnTo>
                    <a:pt x="2350081" y="565889"/>
                  </a:lnTo>
                  <a:lnTo>
                    <a:pt x="2357967" y="581116"/>
                  </a:lnTo>
                  <a:lnTo>
                    <a:pt x="2365854" y="595903"/>
                  </a:lnTo>
                  <a:lnTo>
                    <a:pt x="2373740" y="610312"/>
                  </a:lnTo>
                  <a:lnTo>
                    <a:pt x="2381626" y="624361"/>
                  </a:lnTo>
                  <a:lnTo>
                    <a:pt x="2389512" y="638039"/>
                  </a:lnTo>
                  <a:lnTo>
                    <a:pt x="2397398" y="651265"/>
                  </a:lnTo>
                  <a:lnTo>
                    <a:pt x="2405284" y="663999"/>
                  </a:lnTo>
                  <a:lnTo>
                    <a:pt x="2413171" y="676327"/>
                  </a:lnTo>
                  <a:lnTo>
                    <a:pt x="2421057" y="688243"/>
                  </a:lnTo>
                  <a:lnTo>
                    <a:pt x="2428943" y="699731"/>
                  </a:lnTo>
                  <a:lnTo>
                    <a:pt x="2436829" y="710627"/>
                  </a:lnTo>
                  <a:lnTo>
                    <a:pt x="2444715" y="721095"/>
                  </a:lnTo>
                  <a:lnTo>
                    <a:pt x="2452602" y="731134"/>
                  </a:lnTo>
                  <a:lnTo>
                    <a:pt x="2460488" y="740743"/>
                  </a:lnTo>
                  <a:lnTo>
                    <a:pt x="2468374" y="749798"/>
                  </a:lnTo>
                  <a:lnTo>
                    <a:pt x="2476260" y="758372"/>
                  </a:lnTo>
                  <a:lnTo>
                    <a:pt x="2484146" y="766527"/>
                  </a:lnTo>
                  <a:lnTo>
                    <a:pt x="2492032" y="774264"/>
                  </a:lnTo>
                  <a:lnTo>
                    <a:pt x="2499919" y="781536"/>
                  </a:lnTo>
                  <a:lnTo>
                    <a:pt x="2507805" y="788295"/>
                  </a:lnTo>
                  <a:lnTo>
                    <a:pt x="2515691" y="794665"/>
                  </a:lnTo>
                  <a:lnTo>
                    <a:pt x="2523577" y="800656"/>
                  </a:lnTo>
                  <a:lnTo>
                    <a:pt x="2531463" y="806275"/>
                  </a:lnTo>
                  <a:lnTo>
                    <a:pt x="2539350" y="811396"/>
                  </a:lnTo>
                  <a:lnTo>
                    <a:pt x="2547236" y="816173"/>
                  </a:lnTo>
                  <a:lnTo>
                    <a:pt x="2555122" y="820623"/>
                  </a:lnTo>
                  <a:lnTo>
                    <a:pt x="2563008" y="824758"/>
                  </a:lnTo>
                  <a:lnTo>
                    <a:pt x="2570894" y="828519"/>
                  </a:lnTo>
                  <a:lnTo>
                    <a:pt x="2578780" y="831951"/>
                  </a:lnTo>
                  <a:lnTo>
                    <a:pt x="2586667" y="835118"/>
                  </a:lnTo>
                  <a:lnTo>
                    <a:pt x="2594553" y="838032"/>
                  </a:lnTo>
                  <a:lnTo>
                    <a:pt x="2602439" y="840684"/>
                  </a:lnTo>
                  <a:lnTo>
                    <a:pt x="2610325" y="843044"/>
                  </a:lnTo>
                  <a:lnTo>
                    <a:pt x="2618211" y="845201"/>
                  </a:lnTo>
                  <a:lnTo>
                    <a:pt x="2626098" y="847166"/>
                  </a:lnTo>
                  <a:lnTo>
                    <a:pt x="2633984" y="848951"/>
                  </a:lnTo>
                  <a:lnTo>
                    <a:pt x="2641870" y="850512"/>
                  </a:lnTo>
                  <a:lnTo>
                    <a:pt x="2649756" y="851916"/>
                  </a:lnTo>
                  <a:lnTo>
                    <a:pt x="2657642" y="853184"/>
                  </a:lnTo>
                  <a:lnTo>
                    <a:pt x="2665528" y="854323"/>
                  </a:lnTo>
                  <a:lnTo>
                    <a:pt x="2673415" y="855322"/>
                  </a:lnTo>
                  <a:lnTo>
                    <a:pt x="2681301" y="856195"/>
                  </a:lnTo>
                  <a:lnTo>
                    <a:pt x="2689187" y="856976"/>
                  </a:lnTo>
                  <a:lnTo>
                    <a:pt x="2697073" y="857671"/>
                  </a:lnTo>
                  <a:lnTo>
                    <a:pt x="2704959" y="858283"/>
                  </a:lnTo>
                  <a:lnTo>
                    <a:pt x="2712846" y="858802"/>
                  </a:lnTo>
                  <a:lnTo>
                    <a:pt x="2720732" y="859261"/>
                  </a:lnTo>
                  <a:lnTo>
                    <a:pt x="2728618" y="859666"/>
                  </a:lnTo>
                  <a:lnTo>
                    <a:pt x="2736504" y="860021"/>
                  </a:lnTo>
                  <a:lnTo>
                    <a:pt x="2744390" y="860320"/>
                  </a:lnTo>
                  <a:lnTo>
                    <a:pt x="2752276" y="860578"/>
                  </a:lnTo>
                  <a:lnTo>
                    <a:pt x="2760163" y="860803"/>
                  </a:lnTo>
                  <a:lnTo>
                    <a:pt x="2768049" y="860999"/>
                  </a:lnTo>
                  <a:lnTo>
                    <a:pt x="2775935" y="861164"/>
                  </a:lnTo>
                  <a:lnTo>
                    <a:pt x="2783821" y="861303"/>
                  </a:lnTo>
                  <a:lnTo>
                    <a:pt x="2791707" y="861422"/>
                  </a:lnTo>
                  <a:lnTo>
                    <a:pt x="2799593" y="861525"/>
                  </a:lnTo>
                  <a:lnTo>
                    <a:pt x="2807480" y="861613"/>
                  </a:lnTo>
                  <a:lnTo>
                    <a:pt x="2815366" y="861684"/>
                  </a:lnTo>
                  <a:lnTo>
                    <a:pt x="2823252" y="861744"/>
                  </a:lnTo>
                  <a:lnTo>
                    <a:pt x="2831138" y="861796"/>
                  </a:lnTo>
                  <a:lnTo>
                    <a:pt x="2839024" y="861840"/>
                  </a:lnTo>
                  <a:lnTo>
                    <a:pt x="2846911" y="861875"/>
                  </a:lnTo>
                  <a:lnTo>
                    <a:pt x="2854797" y="861905"/>
                  </a:lnTo>
                  <a:lnTo>
                    <a:pt x="2862683" y="861929"/>
                  </a:lnTo>
                  <a:lnTo>
                    <a:pt x="2870569" y="861950"/>
                  </a:lnTo>
                  <a:lnTo>
                    <a:pt x="2878455" y="861967"/>
                  </a:lnTo>
                  <a:lnTo>
                    <a:pt x="2886341" y="861981"/>
                  </a:lnTo>
                  <a:lnTo>
                    <a:pt x="2894228" y="861992"/>
                  </a:lnTo>
                  <a:lnTo>
                    <a:pt x="2902114" y="862002"/>
                  </a:lnTo>
                  <a:lnTo>
                    <a:pt x="2910000" y="862009"/>
                  </a:lnTo>
                  <a:lnTo>
                    <a:pt x="2917886" y="862015"/>
                  </a:lnTo>
                  <a:lnTo>
                    <a:pt x="2925772" y="862020"/>
                  </a:lnTo>
                  <a:lnTo>
                    <a:pt x="2933659" y="862024"/>
                  </a:lnTo>
                  <a:lnTo>
                    <a:pt x="2941545" y="862028"/>
                  </a:lnTo>
                  <a:lnTo>
                    <a:pt x="2949431" y="862030"/>
                  </a:lnTo>
                  <a:lnTo>
                    <a:pt x="2957317" y="862032"/>
                  </a:lnTo>
                  <a:lnTo>
                    <a:pt x="2965203" y="862034"/>
                  </a:lnTo>
                  <a:lnTo>
                    <a:pt x="2973089" y="862035"/>
                  </a:lnTo>
                  <a:lnTo>
                    <a:pt x="2980976" y="862036"/>
                  </a:lnTo>
                  <a:lnTo>
                    <a:pt x="2988862" y="862037"/>
                  </a:lnTo>
                  <a:lnTo>
                    <a:pt x="2996748" y="862038"/>
                  </a:lnTo>
                  <a:lnTo>
                    <a:pt x="3004634" y="862038"/>
                  </a:lnTo>
                  <a:lnTo>
                    <a:pt x="3012520" y="862039"/>
                  </a:lnTo>
                  <a:lnTo>
                    <a:pt x="3020407" y="862039"/>
                  </a:lnTo>
                  <a:lnTo>
                    <a:pt x="3028293" y="862039"/>
                  </a:lnTo>
                  <a:lnTo>
                    <a:pt x="3036179" y="862040"/>
                  </a:lnTo>
                  <a:lnTo>
                    <a:pt x="3044065" y="862040"/>
                  </a:lnTo>
                  <a:lnTo>
                    <a:pt x="3051951" y="862040"/>
                  </a:lnTo>
                  <a:lnTo>
                    <a:pt x="3059837" y="862040"/>
                  </a:lnTo>
                  <a:lnTo>
                    <a:pt x="3067724" y="862040"/>
                  </a:lnTo>
                  <a:lnTo>
                    <a:pt x="3075610" y="862040"/>
                  </a:lnTo>
                  <a:lnTo>
                    <a:pt x="3083496" y="862040"/>
                  </a:lnTo>
                  <a:lnTo>
                    <a:pt x="3091382" y="862040"/>
                  </a:lnTo>
                  <a:lnTo>
                    <a:pt x="3099268" y="862040"/>
                  </a:lnTo>
                  <a:lnTo>
                    <a:pt x="3107155" y="862040"/>
                  </a:lnTo>
                  <a:lnTo>
                    <a:pt x="3115041" y="862040"/>
                  </a:lnTo>
                  <a:lnTo>
                    <a:pt x="3122927" y="862040"/>
                  </a:lnTo>
                  <a:lnTo>
                    <a:pt x="3130813" y="862040"/>
                  </a:lnTo>
                  <a:lnTo>
                    <a:pt x="3138699" y="862040"/>
                  </a:lnTo>
                  <a:lnTo>
                    <a:pt x="3146585" y="862040"/>
                  </a:lnTo>
                  <a:lnTo>
                    <a:pt x="3154472" y="862040"/>
                  </a:lnTo>
                  <a:lnTo>
                    <a:pt x="3162358" y="862040"/>
                  </a:lnTo>
                  <a:lnTo>
                    <a:pt x="3170244" y="862040"/>
                  </a:lnTo>
                  <a:lnTo>
                    <a:pt x="3178130" y="862040"/>
                  </a:lnTo>
                  <a:lnTo>
                    <a:pt x="3186016" y="862040"/>
                  </a:lnTo>
                  <a:lnTo>
                    <a:pt x="3193903" y="862040"/>
                  </a:lnTo>
                  <a:lnTo>
                    <a:pt x="3201789" y="862040"/>
                  </a:lnTo>
                  <a:lnTo>
                    <a:pt x="3209675" y="862040"/>
                  </a:lnTo>
                  <a:lnTo>
                    <a:pt x="3217561" y="862040"/>
                  </a:lnTo>
                  <a:lnTo>
                    <a:pt x="3225447" y="862040"/>
                  </a:lnTo>
                  <a:lnTo>
                    <a:pt x="3233333" y="862040"/>
                  </a:lnTo>
                  <a:lnTo>
                    <a:pt x="3241220" y="862040"/>
                  </a:lnTo>
                  <a:lnTo>
                    <a:pt x="3249106" y="862040"/>
                  </a:lnTo>
                  <a:lnTo>
                    <a:pt x="3256992" y="862040"/>
                  </a:lnTo>
                  <a:lnTo>
                    <a:pt x="3264878" y="862040"/>
                  </a:lnTo>
                  <a:lnTo>
                    <a:pt x="3272764" y="862040"/>
                  </a:lnTo>
                  <a:lnTo>
                    <a:pt x="3280650" y="862040"/>
                  </a:lnTo>
                  <a:lnTo>
                    <a:pt x="3288537" y="862040"/>
                  </a:lnTo>
                  <a:lnTo>
                    <a:pt x="3296423" y="862040"/>
                  </a:lnTo>
                  <a:lnTo>
                    <a:pt x="3304309" y="862040"/>
                  </a:lnTo>
                  <a:lnTo>
                    <a:pt x="3312195" y="862040"/>
                  </a:lnTo>
                  <a:lnTo>
                    <a:pt x="3320081" y="862040"/>
                  </a:lnTo>
                  <a:lnTo>
                    <a:pt x="3327968" y="862040"/>
                  </a:lnTo>
                  <a:lnTo>
                    <a:pt x="3335854" y="862040"/>
                  </a:lnTo>
                  <a:lnTo>
                    <a:pt x="3343740" y="862040"/>
                  </a:lnTo>
                  <a:lnTo>
                    <a:pt x="3351626" y="862040"/>
                  </a:lnTo>
                  <a:lnTo>
                    <a:pt x="3359512" y="862040"/>
                  </a:lnTo>
                  <a:lnTo>
                    <a:pt x="3367398" y="862040"/>
                  </a:lnTo>
                  <a:lnTo>
                    <a:pt x="3375285" y="862040"/>
                  </a:lnTo>
                  <a:lnTo>
                    <a:pt x="3383171" y="862040"/>
                  </a:lnTo>
                  <a:lnTo>
                    <a:pt x="3391057" y="862040"/>
                  </a:lnTo>
                  <a:lnTo>
                    <a:pt x="3398943" y="862040"/>
                  </a:lnTo>
                  <a:lnTo>
                    <a:pt x="3406829" y="862040"/>
                  </a:lnTo>
                  <a:lnTo>
                    <a:pt x="3414716" y="862040"/>
                  </a:lnTo>
                  <a:lnTo>
                    <a:pt x="3422602" y="862040"/>
                  </a:lnTo>
                  <a:lnTo>
                    <a:pt x="3430488" y="862040"/>
                  </a:lnTo>
                  <a:lnTo>
                    <a:pt x="3438374" y="862040"/>
                  </a:lnTo>
                  <a:lnTo>
                    <a:pt x="3446260" y="862040"/>
                  </a:lnTo>
                  <a:lnTo>
                    <a:pt x="3454146" y="862040"/>
                  </a:lnTo>
                  <a:lnTo>
                    <a:pt x="3462033" y="862040"/>
                  </a:lnTo>
                  <a:lnTo>
                    <a:pt x="3469919" y="862040"/>
                  </a:lnTo>
                  <a:lnTo>
                    <a:pt x="3477805" y="862040"/>
                  </a:lnTo>
                  <a:lnTo>
                    <a:pt x="3485691" y="862040"/>
                  </a:lnTo>
                  <a:lnTo>
                    <a:pt x="3493577" y="862040"/>
                  </a:lnTo>
                  <a:lnTo>
                    <a:pt x="3501464" y="862040"/>
                  </a:lnTo>
                  <a:lnTo>
                    <a:pt x="3509350" y="862040"/>
                  </a:lnTo>
                  <a:lnTo>
                    <a:pt x="3517236" y="862040"/>
                  </a:lnTo>
                  <a:lnTo>
                    <a:pt x="3525122" y="862040"/>
                  </a:lnTo>
                  <a:lnTo>
                    <a:pt x="3533008" y="862040"/>
                  </a:lnTo>
                  <a:lnTo>
                    <a:pt x="3540894" y="862040"/>
                  </a:lnTo>
                  <a:lnTo>
                    <a:pt x="3548781" y="862040"/>
                  </a:lnTo>
                  <a:lnTo>
                    <a:pt x="3556667" y="862040"/>
                  </a:lnTo>
                  <a:lnTo>
                    <a:pt x="3564553" y="862040"/>
                  </a:lnTo>
                  <a:lnTo>
                    <a:pt x="3572439" y="862040"/>
                  </a:lnTo>
                  <a:lnTo>
                    <a:pt x="3580325" y="862040"/>
                  </a:lnTo>
                  <a:lnTo>
                    <a:pt x="3588212" y="862040"/>
                  </a:lnTo>
                  <a:lnTo>
                    <a:pt x="3596098" y="862040"/>
                  </a:lnTo>
                  <a:lnTo>
                    <a:pt x="3603984" y="862040"/>
                  </a:lnTo>
                  <a:lnTo>
                    <a:pt x="3611870" y="862040"/>
                  </a:lnTo>
                  <a:lnTo>
                    <a:pt x="3619756" y="862040"/>
                  </a:lnTo>
                  <a:lnTo>
                    <a:pt x="3627642" y="862040"/>
                  </a:lnTo>
                  <a:lnTo>
                    <a:pt x="3635529" y="862040"/>
                  </a:lnTo>
                  <a:lnTo>
                    <a:pt x="3643415" y="862040"/>
                  </a:lnTo>
                  <a:lnTo>
                    <a:pt x="3651301" y="862040"/>
                  </a:lnTo>
                  <a:lnTo>
                    <a:pt x="3659187" y="862040"/>
                  </a:lnTo>
                  <a:lnTo>
                    <a:pt x="3667073" y="862040"/>
                  </a:lnTo>
                  <a:lnTo>
                    <a:pt x="3674959" y="862040"/>
                  </a:lnTo>
                  <a:lnTo>
                    <a:pt x="3682846" y="862040"/>
                  </a:lnTo>
                  <a:lnTo>
                    <a:pt x="3690732" y="862040"/>
                  </a:lnTo>
                  <a:lnTo>
                    <a:pt x="3698618" y="862040"/>
                  </a:lnTo>
                  <a:lnTo>
                    <a:pt x="3706504" y="862040"/>
                  </a:lnTo>
                  <a:lnTo>
                    <a:pt x="3714390" y="862040"/>
                  </a:lnTo>
                  <a:lnTo>
                    <a:pt x="3722277" y="862040"/>
                  </a:lnTo>
                  <a:lnTo>
                    <a:pt x="3730163" y="862040"/>
                  </a:lnTo>
                  <a:lnTo>
                    <a:pt x="3738049" y="862040"/>
                  </a:lnTo>
                  <a:lnTo>
                    <a:pt x="3745935" y="862040"/>
                  </a:lnTo>
                  <a:lnTo>
                    <a:pt x="3753821" y="862040"/>
                  </a:lnTo>
                  <a:lnTo>
                    <a:pt x="3761707" y="862040"/>
                  </a:lnTo>
                  <a:lnTo>
                    <a:pt x="3769594" y="862040"/>
                  </a:lnTo>
                  <a:lnTo>
                    <a:pt x="3777480" y="862040"/>
                  </a:lnTo>
                  <a:lnTo>
                    <a:pt x="3785366" y="862040"/>
                  </a:lnTo>
                  <a:lnTo>
                    <a:pt x="3793252" y="862040"/>
                  </a:lnTo>
                  <a:lnTo>
                    <a:pt x="3801138" y="862040"/>
                  </a:lnTo>
                  <a:lnTo>
                    <a:pt x="3809025" y="862040"/>
                  </a:lnTo>
                  <a:lnTo>
                    <a:pt x="3816911" y="862040"/>
                  </a:lnTo>
                  <a:lnTo>
                    <a:pt x="3824797" y="862040"/>
                  </a:lnTo>
                  <a:lnTo>
                    <a:pt x="3832683" y="862040"/>
                  </a:lnTo>
                  <a:lnTo>
                    <a:pt x="3840569" y="862040"/>
                  </a:lnTo>
                  <a:lnTo>
                    <a:pt x="3848455" y="862040"/>
                  </a:lnTo>
                  <a:lnTo>
                    <a:pt x="3856342" y="862040"/>
                  </a:lnTo>
                  <a:lnTo>
                    <a:pt x="3864228" y="862040"/>
                  </a:lnTo>
                  <a:lnTo>
                    <a:pt x="3872114" y="862040"/>
                  </a:lnTo>
                  <a:lnTo>
                    <a:pt x="3880000" y="862040"/>
                  </a:lnTo>
                  <a:lnTo>
                    <a:pt x="3887886" y="862040"/>
                  </a:lnTo>
                  <a:lnTo>
                    <a:pt x="3895773" y="862040"/>
                  </a:lnTo>
                  <a:lnTo>
                    <a:pt x="3903659" y="862040"/>
                  </a:lnTo>
                  <a:lnTo>
                    <a:pt x="3911545" y="862040"/>
                  </a:lnTo>
                  <a:lnTo>
                    <a:pt x="3919431" y="862040"/>
                  </a:lnTo>
                  <a:lnTo>
                    <a:pt x="3927317" y="862040"/>
                  </a:lnTo>
                  <a:lnTo>
                    <a:pt x="3935203" y="862040"/>
                  </a:lnTo>
                  <a:lnTo>
                    <a:pt x="3943090" y="862040"/>
                  </a:lnTo>
                  <a:lnTo>
                    <a:pt x="3950976" y="862040"/>
                  </a:lnTo>
                  <a:lnTo>
                    <a:pt x="3958862" y="862040"/>
                  </a:lnTo>
                  <a:lnTo>
                    <a:pt x="3966748" y="862040"/>
                  </a:lnTo>
                  <a:lnTo>
                    <a:pt x="3974634" y="862040"/>
                  </a:lnTo>
                  <a:lnTo>
                    <a:pt x="3982521" y="862040"/>
                  </a:lnTo>
                  <a:lnTo>
                    <a:pt x="3990407" y="862040"/>
                  </a:lnTo>
                  <a:lnTo>
                    <a:pt x="3998293" y="862040"/>
                  </a:lnTo>
                  <a:lnTo>
                    <a:pt x="4006179" y="862040"/>
                  </a:lnTo>
                  <a:lnTo>
                    <a:pt x="4014065" y="862040"/>
                  </a:lnTo>
                  <a:lnTo>
                    <a:pt x="4021951" y="862040"/>
                  </a:lnTo>
                  <a:lnTo>
                    <a:pt x="4029838" y="862040"/>
                  </a:lnTo>
                  <a:lnTo>
                    <a:pt x="4021951" y="862040"/>
                  </a:lnTo>
                  <a:lnTo>
                    <a:pt x="4014065" y="862040"/>
                  </a:lnTo>
                  <a:lnTo>
                    <a:pt x="4006179" y="862040"/>
                  </a:lnTo>
                  <a:lnTo>
                    <a:pt x="3998293" y="862040"/>
                  </a:lnTo>
                  <a:lnTo>
                    <a:pt x="3990407" y="862040"/>
                  </a:lnTo>
                  <a:lnTo>
                    <a:pt x="3982521" y="862040"/>
                  </a:lnTo>
                  <a:lnTo>
                    <a:pt x="3974634" y="862040"/>
                  </a:lnTo>
                  <a:lnTo>
                    <a:pt x="3966748" y="862040"/>
                  </a:lnTo>
                  <a:lnTo>
                    <a:pt x="3958862" y="862040"/>
                  </a:lnTo>
                  <a:lnTo>
                    <a:pt x="3950976" y="862040"/>
                  </a:lnTo>
                  <a:lnTo>
                    <a:pt x="3943090" y="862040"/>
                  </a:lnTo>
                  <a:lnTo>
                    <a:pt x="3935203" y="862040"/>
                  </a:lnTo>
                  <a:lnTo>
                    <a:pt x="3927317" y="862040"/>
                  </a:lnTo>
                  <a:lnTo>
                    <a:pt x="3919431" y="862040"/>
                  </a:lnTo>
                  <a:lnTo>
                    <a:pt x="3911545" y="862040"/>
                  </a:lnTo>
                  <a:lnTo>
                    <a:pt x="3903659" y="862040"/>
                  </a:lnTo>
                  <a:lnTo>
                    <a:pt x="3895773" y="862040"/>
                  </a:lnTo>
                  <a:lnTo>
                    <a:pt x="3887886" y="862040"/>
                  </a:lnTo>
                  <a:lnTo>
                    <a:pt x="3880000" y="862040"/>
                  </a:lnTo>
                  <a:lnTo>
                    <a:pt x="3872114" y="862040"/>
                  </a:lnTo>
                  <a:lnTo>
                    <a:pt x="3864228" y="862040"/>
                  </a:lnTo>
                  <a:lnTo>
                    <a:pt x="3856342" y="862040"/>
                  </a:lnTo>
                  <a:lnTo>
                    <a:pt x="3848455" y="862040"/>
                  </a:lnTo>
                  <a:lnTo>
                    <a:pt x="3840569" y="862040"/>
                  </a:lnTo>
                  <a:lnTo>
                    <a:pt x="3832683" y="862040"/>
                  </a:lnTo>
                  <a:lnTo>
                    <a:pt x="3824797" y="862040"/>
                  </a:lnTo>
                  <a:lnTo>
                    <a:pt x="3816911" y="862040"/>
                  </a:lnTo>
                  <a:lnTo>
                    <a:pt x="3809025" y="862040"/>
                  </a:lnTo>
                  <a:lnTo>
                    <a:pt x="3801138" y="862040"/>
                  </a:lnTo>
                  <a:lnTo>
                    <a:pt x="3793252" y="862040"/>
                  </a:lnTo>
                  <a:lnTo>
                    <a:pt x="3785366" y="862040"/>
                  </a:lnTo>
                  <a:lnTo>
                    <a:pt x="3777480" y="862040"/>
                  </a:lnTo>
                  <a:lnTo>
                    <a:pt x="3769594" y="862040"/>
                  </a:lnTo>
                  <a:lnTo>
                    <a:pt x="3761707" y="862040"/>
                  </a:lnTo>
                  <a:lnTo>
                    <a:pt x="3753821" y="862040"/>
                  </a:lnTo>
                  <a:lnTo>
                    <a:pt x="3745935" y="862040"/>
                  </a:lnTo>
                  <a:lnTo>
                    <a:pt x="3738049" y="862040"/>
                  </a:lnTo>
                  <a:lnTo>
                    <a:pt x="3730163" y="862040"/>
                  </a:lnTo>
                  <a:lnTo>
                    <a:pt x="3722277" y="862040"/>
                  </a:lnTo>
                  <a:lnTo>
                    <a:pt x="3714390" y="862040"/>
                  </a:lnTo>
                  <a:lnTo>
                    <a:pt x="3706504" y="862040"/>
                  </a:lnTo>
                  <a:lnTo>
                    <a:pt x="3698618" y="862040"/>
                  </a:lnTo>
                  <a:lnTo>
                    <a:pt x="3690732" y="862040"/>
                  </a:lnTo>
                  <a:lnTo>
                    <a:pt x="3682846" y="862040"/>
                  </a:lnTo>
                  <a:lnTo>
                    <a:pt x="3674959" y="862040"/>
                  </a:lnTo>
                  <a:lnTo>
                    <a:pt x="3667073" y="862040"/>
                  </a:lnTo>
                  <a:lnTo>
                    <a:pt x="3659187" y="862040"/>
                  </a:lnTo>
                  <a:lnTo>
                    <a:pt x="3651301" y="862040"/>
                  </a:lnTo>
                  <a:lnTo>
                    <a:pt x="3643415" y="862040"/>
                  </a:lnTo>
                  <a:lnTo>
                    <a:pt x="3635529" y="862040"/>
                  </a:lnTo>
                  <a:lnTo>
                    <a:pt x="3627642" y="862040"/>
                  </a:lnTo>
                  <a:lnTo>
                    <a:pt x="3619756" y="862040"/>
                  </a:lnTo>
                  <a:lnTo>
                    <a:pt x="3611870" y="862040"/>
                  </a:lnTo>
                  <a:lnTo>
                    <a:pt x="3603984" y="862040"/>
                  </a:lnTo>
                  <a:lnTo>
                    <a:pt x="3596098" y="862040"/>
                  </a:lnTo>
                  <a:lnTo>
                    <a:pt x="3588212" y="862040"/>
                  </a:lnTo>
                  <a:lnTo>
                    <a:pt x="3580325" y="862040"/>
                  </a:lnTo>
                  <a:lnTo>
                    <a:pt x="3572439" y="862040"/>
                  </a:lnTo>
                  <a:lnTo>
                    <a:pt x="3564553" y="862040"/>
                  </a:lnTo>
                  <a:lnTo>
                    <a:pt x="3556667" y="862040"/>
                  </a:lnTo>
                  <a:lnTo>
                    <a:pt x="3548781" y="862040"/>
                  </a:lnTo>
                  <a:lnTo>
                    <a:pt x="3540894" y="862040"/>
                  </a:lnTo>
                  <a:lnTo>
                    <a:pt x="3533008" y="862040"/>
                  </a:lnTo>
                  <a:lnTo>
                    <a:pt x="3525122" y="862040"/>
                  </a:lnTo>
                  <a:lnTo>
                    <a:pt x="3517236" y="862040"/>
                  </a:lnTo>
                  <a:lnTo>
                    <a:pt x="3509350" y="862040"/>
                  </a:lnTo>
                  <a:lnTo>
                    <a:pt x="3501464" y="862040"/>
                  </a:lnTo>
                  <a:lnTo>
                    <a:pt x="3493577" y="862040"/>
                  </a:lnTo>
                  <a:lnTo>
                    <a:pt x="3485691" y="862040"/>
                  </a:lnTo>
                  <a:lnTo>
                    <a:pt x="3477805" y="862040"/>
                  </a:lnTo>
                  <a:lnTo>
                    <a:pt x="3469919" y="862040"/>
                  </a:lnTo>
                  <a:lnTo>
                    <a:pt x="3462033" y="862040"/>
                  </a:lnTo>
                  <a:lnTo>
                    <a:pt x="3454146" y="862040"/>
                  </a:lnTo>
                  <a:lnTo>
                    <a:pt x="3446260" y="862040"/>
                  </a:lnTo>
                  <a:lnTo>
                    <a:pt x="3438374" y="862040"/>
                  </a:lnTo>
                  <a:lnTo>
                    <a:pt x="3430488" y="862040"/>
                  </a:lnTo>
                  <a:lnTo>
                    <a:pt x="3422602" y="862040"/>
                  </a:lnTo>
                  <a:lnTo>
                    <a:pt x="3414716" y="862040"/>
                  </a:lnTo>
                  <a:lnTo>
                    <a:pt x="3406829" y="862040"/>
                  </a:lnTo>
                  <a:lnTo>
                    <a:pt x="3398943" y="862040"/>
                  </a:lnTo>
                  <a:lnTo>
                    <a:pt x="3391057" y="862040"/>
                  </a:lnTo>
                  <a:lnTo>
                    <a:pt x="3383171" y="862040"/>
                  </a:lnTo>
                  <a:lnTo>
                    <a:pt x="3375285" y="862040"/>
                  </a:lnTo>
                  <a:lnTo>
                    <a:pt x="3367398" y="862040"/>
                  </a:lnTo>
                  <a:lnTo>
                    <a:pt x="3359512" y="862040"/>
                  </a:lnTo>
                  <a:lnTo>
                    <a:pt x="3351626" y="862040"/>
                  </a:lnTo>
                  <a:lnTo>
                    <a:pt x="3343740" y="862040"/>
                  </a:lnTo>
                  <a:lnTo>
                    <a:pt x="3335854" y="862040"/>
                  </a:lnTo>
                  <a:lnTo>
                    <a:pt x="3327968" y="862040"/>
                  </a:lnTo>
                  <a:lnTo>
                    <a:pt x="3320081" y="862040"/>
                  </a:lnTo>
                  <a:lnTo>
                    <a:pt x="3312195" y="862040"/>
                  </a:lnTo>
                  <a:lnTo>
                    <a:pt x="3304309" y="862040"/>
                  </a:lnTo>
                  <a:lnTo>
                    <a:pt x="3296423" y="862040"/>
                  </a:lnTo>
                  <a:lnTo>
                    <a:pt x="3288537" y="862040"/>
                  </a:lnTo>
                  <a:lnTo>
                    <a:pt x="3280650" y="862040"/>
                  </a:lnTo>
                  <a:lnTo>
                    <a:pt x="3272764" y="862040"/>
                  </a:lnTo>
                  <a:lnTo>
                    <a:pt x="3264878" y="862040"/>
                  </a:lnTo>
                  <a:lnTo>
                    <a:pt x="3256992" y="862040"/>
                  </a:lnTo>
                  <a:lnTo>
                    <a:pt x="3249106" y="862040"/>
                  </a:lnTo>
                  <a:lnTo>
                    <a:pt x="3241220" y="862040"/>
                  </a:lnTo>
                  <a:lnTo>
                    <a:pt x="3233333" y="862040"/>
                  </a:lnTo>
                  <a:lnTo>
                    <a:pt x="3225447" y="862040"/>
                  </a:lnTo>
                  <a:lnTo>
                    <a:pt x="3217561" y="862040"/>
                  </a:lnTo>
                  <a:lnTo>
                    <a:pt x="3209675" y="862040"/>
                  </a:lnTo>
                  <a:lnTo>
                    <a:pt x="3201789" y="862040"/>
                  </a:lnTo>
                  <a:lnTo>
                    <a:pt x="3193903" y="862040"/>
                  </a:lnTo>
                  <a:lnTo>
                    <a:pt x="3186016" y="862040"/>
                  </a:lnTo>
                  <a:lnTo>
                    <a:pt x="3178130" y="862040"/>
                  </a:lnTo>
                  <a:lnTo>
                    <a:pt x="3170244" y="862040"/>
                  </a:lnTo>
                  <a:lnTo>
                    <a:pt x="3162358" y="862040"/>
                  </a:lnTo>
                  <a:lnTo>
                    <a:pt x="3154472" y="862040"/>
                  </a:lnTo>
                  <a:lnTo>
                    <a:pt x="3146585" y="862040"/>
                  </a:lnTo>
                  <a:lnTo>
                    <a:pt x="3138699" y="862040"/>
                  </a:lnTo>
                  <a:lnTo>
                    <a:pt x="3130813" y="862040"/>
                  </a:lnTo>
                  <a:lnTo>
                    <a:pt x="3122927" y="862040"/>
                  </a:lnTo>
                  <a:lnTo>
                    <a:pt x="3115041" y="862040"/>
                  </a:lnTo>
                  <a:lnTo>
                    <a:pt x="3107155" y="862040"/>
                  </a:lnTo>
                  <a:lnTo>
                    <a:pt x="3099268" y="862040"/>
                  </a:lnTo>
                  <a:lnTo>
                    <a:pt x="3091382" y="862040"/>
                  </a:lnTo>
                  <a:lnTo>
                    <a:pt x="3083496" y="862040"/>
                  </a:lnTo>
                  <a:lnTo>
                    <a:pt x="3075610" y="862040"/>
                  </a:lnTo>
                  <a:lnTo>
                    <a:pt x="3067724" y="862040"/>
                  </a:lnTo>
                  <a:lnTo>
                    <a:pt x="3059837" y="862040"/>
                  </a:lnTo>
                  <a:lnTo>
                    <a:pt x="3051951" y="862040"/>
                  </a:lnTo>
                  <a:lnTo>
                    <a:pt x="3044065" y="862040"/>
                  </a:lnTo>
                  <a:lnTo>
                    <a:pt x="3036179" y="862040"/>
                  </a:lnTo>
                  <a:lnTo>
                    <a:pt x="3028293" y="862040"/>
                  </a:lnTo>
                  <a:lnTo>
                    <a:pt x="3020407" y="862040"/>
                  </a:lnTo>
                  <a:lnTo>
                    <a:pt x="3012520" y="862040"/>
                  </a:lnTo>
                  <a:lnTo>
                    <a:pt x="3004634" y="862040"/>
                  </a:lnTo>
                  <a:lnTo>
                    <a:pt x="2996748" y="862040"/>
                  </a:lnTo>
                  <a:lnTo>
                    <a:pt x="2988862" y="862040"/>
                  </a:lnTo>
                  <a:lnTo>
                    <a:pt x="2980976" y="862040"/>
                  </a:lnTo>
                  <a:lnTo>
                    <a:pt x="2973089" y="862040"/>
                  </a:lnTo>
                  <a:lnTo>
                    <a:pt x="2965203" y="862040"/>
                  </a:lnTo>
                  <a:lnTo>
                    <a:pt x="2957317" y="862040"/>
                  </a:lnTo>
                  <a:lnTo>
                    <a:pt x="2949431" y="862040"/>
                  </a:lnTo>
                  <a:lnTo>
                    <a:pt x="2941545" y="862040"/>
                  </a:lnTo>
                  <a:lnTo>
                    <a:pt x="2933659" y="862040"/>
                  </a:lnTo>
                  <a:lnTo>
                    <a:pt x="2925772" y="862040"/>
                  </a:lnTo>
                  <a:lnTo>
                    <a:pt x="2917886" y="862040"/>
                  </a:lnTo>
                  <a:lnTo>
                    <a:pt x="2910000" y="862040"/>
                  </a:lnTo>
                  <a:lnTo>
                    <a:pt x="2902114" y="862040"/>
                  </a:lnTo>
                  <a:lnTo>
                    <a:pt x="2894228" y="862040"/>
                  </a:lnTo>
                  <a:lnTo>
                    <a:pt x="2886341" y="862040"/>
                  </a:lnTo>
                  <a:lnTo>
                    <a:pt x="2878455" y="862040"/>
                  </a:lnTo>
                  <a:lnTo>
                    <a:pt x="2870569" y="862040"/>
                  </a:lnTo>
                  <a:lnTo>
                    <a:pt x="2862683" y="862040"/>
                  </a:lnTo>
                  <a:lnTo>
                    <a:pt x="2854797" y="862040"/>
                  </a:lnTo>
                  <a:lnTo>
                    <a:pt x="2846911" y="862040"/>
                  </a:lnTo>
                  <a:lnTo>
                    <a:pt x="2839024" y="862040"/>
                  </a:lnTo>
                  <a:lnTo>
                    <a:pt x="2831138" y="862040"/>
                  </a:lnTo>
                  <a:lnTo>
                    <a:pt x="2823252" y="862040"/>
                  </a:lnTo>
                  <a:lnTo>
                    <a:pt x="2815366" y="862040"/>
                  </a:lnTo>
                  <a:lnTo>
                    <a:pt x="2807480" y="862040"/>
                  </a:lnTo>
                  <a:lnTo>
                    <a:pt x="2799593" y="862040"/>
                  </a:lnTo>
                  <a:lnTo>
                    <a:pt x="2791707" y="862040"/>
                  </a:lnTo>
                  <a:lnTo>
                    <a:pt x="2783821" y="862040"/>
                  </a:lnTo>
                  <a:lnTo>
                    <a:pt x="2775935" y="862040"/>
                  </a:lnTo>
                  <a:lnTo>
                    <a:pt x="2768049" y="862040"/>
                  </a:lnTo>
                  <a:lnTo>
                    <a:pt x="2760163" y="862040"/>
                  </a:lnTo>
                  <a:lnTo>
                    <a:pt x="2752276" y="862040"/>
                  </a:lnTo>
                  <a:lnTo>
                    <a:pt x="2744390" y="862040"/>
                  </a:lnTo>
                  <a:lnTo>
                    <a:pt x="2736504" y="862040"/>
                  </a:lnTo>
                  <a:lnTo>
                    <a:pt x="2728618" y="862040"/>
                  </a:lnTo>
                  <a:lnTo>
                    <a:pt x="2720732" y="862040"/>
                  </a:lnTo>
                  <a:lnTo>
                    <a:pt x="2712846" y="862040"/>
                  </a:lnTo>
                  <a:lnTo>
                    <a:pt x="2704959" y="862040"/>
                  </a:lnTo>
                  <a:lnTo>
                    <a:pt x="2697073" y="862040"/>
                  </a:lnTo>
                  <a:lnTo>
                    <a:pt x="2689187" y="862040"/>
                  </a:lnTo>
                  <a:lnTo>
                    <a:pt x="2681301" y="862040"/>
                  </a:lnTo>
                  <a:lnTo>
                    <a:pt x="2673415" y="862040"/>
                  </a:lnTo>
                  <a:lnTo>
                    <a:pt x="2665528" y="862040"/>
                  </a:lnTo>
                  <a:lnTo>
                    <a:pt x="2657642" y="862040"/>
                  </a:lnTo>
                  <a:lnTo>
                    <a:pt x="2649756" y="862040"/>
                  </a:lnTo>
                  <a:lnTo>
                    <a:pt x="2641870" y="862040"/>
                  </a:lnTo>
                  <a:lnTo>
                    <a:pt x="2633984" y="862040"/>
                  </a:lnTo>
                  <a:lnTo>
                    <a:pt x="2626098" y="862040"/>
                  </a:lnTo>
                  <a:lnTo>
                    <a:pt x="2618211" y="862040"/>
                  </a:lnTo>
                  <a:lnTo>
                    <a:pt x="2610325" y="862040"/>
                  </a:lnTo>
                  <a:lnTo>
                    <a:pt x="2602439" y="862040"/>
                  </a:lnTo>
                  <a:lnTo>
                    <a:pt x="2594553" y="862040"/>
                  </a:lnTo>
                  <a:lnTo>
                    <a:pt x="2586667" y="862040"/>
                  </a:lnTo>
                  <a:lnTo>
                    <a:pt x="2578780" y="862040"/>
                  </a:lnTo>
                  <a:lnTo>
                    <a:pt x="2570894" y="862040"/>
                  </a:lnTo>
                  <a:lnTo>
                    <a:pt x="2563008" y="862040"/>
                  </a:lnTo>
                  <a:lnTo>
                    <a:pt x="2555122" y="862040"/>
                  </a:lnTo>
                  <a:lnTo>
                    <a:pt x="2547236" y="862040"/>
                  </a:lnTo>
                  <a:lnTo>
                    <a:pt x="2539350" y="862040"/>
                  </a:lnTo>
                  <a:lnTo>
                    <a:pt x="2531463" y="862040"/>
                  </a:lnTo>
                  <a:lnTo>
                    <a:pt x="2523577" y="862040"/>
                  </a:lnTo>
                  <a:lnTo>
                    <a:pt x="2515691" y="862040"/>
                  </a:lnTo>
                  <a:lnTo>
                    <a:pt x="2507805" y="862040"/>
                  </a:lnTo>
                  <a:lnTo>
                    <a:pt x="2499919" y="862040"/>
                  </a:lnTo>
                  <a:lnTo>
                    <a:pt x="2492032" y="862040"/>
                  </a:lnTo>
                  <a:lnTo>
                    <a:pt x="2484146" y="862040"/>
                  </a:lnTo>
                  <a:lnTo>
                    <a:pt x="2476260" y="862040"/>
                  </a:lnTo>
                  <a:lnTo>
                    <a:pt x="2468374" y="862040"/>
                  </a:lnTo>
                  <a:lnTo>
                    <a:pt x="2460488" y="862040"/>
                  </a:lnTo>
                  <a:lnTo>
                    <a:pt x="2452602" y="862040"/>
                  </a:lnTo>
                  <a:lnTo>
                    <a:pt x="2444715" y="862040"/>
                  </a:lnTo>
                  <a:lnTo>
                    <a:pt x="2436829" y="862040"/>
                  </a:lnTo>
                  <a:lnTo>
                    <a:pt x="2428943" y="862040"/>
                  </a:lnTo>
                  <a:lnTo>
                    <a:pt x="2421057" y="862040"/>
                  </a:lnTo>
                  <a:lnTo>
                    <a:pt x="2413171" y="862040"/>
                  </a:lnTo>
                  <a:lnTo>
                    <a:pt x="2405284" y="862040"/>
                  </a:lnTo>
                  <a:lnTo>
                    <a:pt x="2397398" y="862040"/>
                  </a:lnTo>
                  <a:lnTo>
                    <a:pt x="2389512" y="862040"/>
                  </a:lnTo>
                  <a:lnTo>
                    <a:pt x="2381626" y="862040"/>
                  </a:lnTo>
                  <a:lnTo>
                    <a:pt x="2373740" y="862040"/>
                  </a:lnTo>
                  <a:lnTo>
                    <a:pt x="2365854" y="862040"/>
                  </a:lnTo>
                  <a:lnTo>
                    <a:pt x="2357967" y="862040"/>
                  </a:lnTo>
                  <a:lnTo>
                    <a:pt x="2350081" y="862040"/>
                  </a:lnTo>
                  <a:lnTo>
                    <a:pt x="2342195" y="862040"/>
                  </a:lnTo>
                  <a:lnTo>
                    <a:pt x="2334309" y="862040"/>
                  </a:lnTo>
                  <a:lnTo>
                    <a:pt x="2326423" y="862040"/>
                  </a:lnTo>
                  <a:lnTo>
                    <a:pt x="2318536" y="862040"/>
                  </a:lnTo>
                  <a:lnTo>
                    <a:pt x="2310650" y="862040"/>
                  </a:lnTo>
                  <a:lnTo>
                    <a:pt x="2302764" y="862040"/>
                  </a:lnTo>
                  <a:lnTo>
                    <a:pt x="2294878" y="862040"/>
                  </a:lnTo>
                  <a:lnTo>
                    <a:pt x="2286992" y="862040"/>
                  </a:lnTo>
                  <a:lnTo>
                    <a:pt x="2279106" y="862040"/>
                  </a:lnTo>
                  <a:lnTo>
                    <a:pt x="2271219" y="862040"/>
                  </a:lnTo>
                  <a:lnTo>
                    <a:pt x="2263333" y="862040"/>
                  </a:lnTo>
                  <a:lnTo>
                    <a:pt x="2255447" y="862040"/>
                  </a:lnTo>
                  <a:lnTo>
                    <a:pt x="2247561" y="862040"/>
                  </a:lnTo>
                  <a:lnTo>
                    <a:pt x="2239675" y="862040"/>
                  </a:lnTo>
                  <a:lnTo>
                    <a:pt x="2231789" y="862040"/>
                  </a:lnTo>
                  <a:lnTo>
                    <a:pt x="2223902" y="862040"/>
                  </a:lnTo>
                  <a:lnTo>
                    <a:pt x="2216016" y="862040"/>
                  </a:lnTo>
                  <a:lnTo>
                    <a:pt x="2208130" y="862040"/>
                  </a:lnTo>
                  <a:lnTo>
                    <a:pt x="2200244" y="862040"/>
                  </a:lnTo>
                  <a:lnTo>
                    <a:pt x="2192358" y="862040"/>
                  </a:lnTo>
                  <a:lnTo>
                    <a:pt x="2184471" y="862040"/>
                  </a:lnTo>
                  <a:lnTo>
                    <a:pt x="2176585" y="862040"/>
                  </a:lnTo>
                  <a:lnTo>
                    <a:pt x="2168699" y="862040"/>
                  </a:lnTo>
                  <a:lnTo>
                    <a:pt x="2160813" y="862040"/>
                  </a:lnTo>
                  <a:lnTo>
                    <a:pt x="2152927" y="862040"/>
                  </a:lnTo>
                  <a:lnTo>
                    <a:pt x="2145041" y="862040"/>
                  </a:lnTo>
                  <a:lnTo>
                    <a:pt x="2137154" y="862040"/>
                  </a:lnTo>
                  <a:lnTo>
                    <a:pt x="2129268" y="862040"/>
                  </a:lnTo>
                  <a:lnTo>
                    <a:pt x="2121382" y="862040"/>
                  </a:lnTo>
                  <a:lnTo>
                    <a:pt x="2113496" y="862040"/>
                  </a:lnTo>
                  <a:lnTo>
                    <a:pt x="2105610" y="862040"/>
                  </a:lnTo>
                  <a:lnTo>
                    <a:pt x="2097723" y="862040"/>
                  </a:lnTo>
                  <a:lnTo>
                    <a:pt x="2089837" y="862040"/>
                  </a:lnTo>
                  <a:lnTo>
                    <a:pt x="2081951" y="862040"/>
                  </a:lnTo>
                  <a:lnTo>
                    <a:pt x="2074065" y="862040"/>
                  </a:lnTo>
                  <a:lnTo>
                    <a:pt x="2066179" y="862040"/>
                  </a:lnTo>
                  <a:lnTo>
                    <a:pt x="2058293" y="862040"/>
                  </a:lnTo>
                  <a:lnTo>
                    <a:pt x="2050406" y="862040"/>
                  </a:lnTo>
                  <a:lnTo>
                    <a:pt x="2042520" y="862040"/>
                  </a:lnTo>
                  <a:lnTo>
                    <a:pt x="2034634" y="862040"/>
                  </a:lnTo>
                  <a:lnTo>
                    <a:pt x="2026748" y="862040"/>
                  </a:lnTo>
                  <a:lnTo>
                    <a:pt x="2018862" y="862040"/>
                  </a:lnTo>
                  <a:lnTo>
                    <a:pt x="2010975" y="862040"/>
                  </a:lnTo>
                  <a:lnTo>
                    <a:pt x="2003089" y="862040"/>
                  </a:lnTo>
                  <a:lnTo>
                    <a:pt x="1995203" y="862040"/>
                  </a:lnTo>
                  <a:lnTo>
                    <a:pt x="1987317" y="862040"/>
                  </a:lnTo>
                  <a:lnTo>
                    <a:pt x="1979431" y="862040"/>
                  </a:lnTo>
                  <a:lnTo>
                    <a:pt x="1971545" y="862040"/>
                  </a:lnTo>
                  <a:lnTo>
                    <a:pt x="1963658" y="862040"/>
                  </a:lnTo>
                  <a:lnTo>
                    <a:pt x="1955772" y="862040"/>
                  </a:lnTo>
                  <a:lnTo>
                    <a:pt x="1947886" y="862040"/>
                  </a:lnTo>
                  <a:lnTo>
                    <a:pt x="1940000" y="862040"/>
                  </a:lnTo>
                  <a:lnTo>
                    <a:pt x="1932114" y="862040"/>
                  </a:lnTo>
                  <a:lnTo>
                    <a:pt x="1924227" y="862040"/>
                  </a:lnTo>
                  <a:lnTo>
                    <a:pt x="1916341" y="862040"/>
                  </a:lnTo>
                  <a:lnTo>
                    <a:pt x="1908455" y="862040"/>
                  </a:lnTo>
                  <a:lnTo>
                    <a:pt x="1900569" y="862040"/>
                  </a:lnTo>
                  <a:lnTo>
                    <a:pt x="1892683" y="862040"/>
                  </a:lnTo>
                  <a:lnTo>
                    <a:pt x="1884797" y="862040"/>
                  </a:lnTo>
                  <a:lnTo>
                    <a:pt x="1876910" y="862040"/>
                  </a:lnTo>
                  <a:lnTo>
                    <a:pt x="1869024" y="862040"/>
                  </a:lnTo>
                  <a:lnTo>
                    <a:pt x="1861138" y="862040"/>
                  </a:lnTo>
                  <a:lnTo>
                    <a:pt x="1853252" y="862040"/>
                  </a:lnTo>
                  <a:lnTo>
                    <a:pt x="1845366" y="862040"/>
                  </a:lnTo>
                  <a:lnTo>
                    <a:pt x="1837479" y="862040"/>
                  </a:lnTo>
                  <a:lnTo>
                    <a:pt x="1829593" y="862040"/>
                  </a:lnTo>
                  <a:lnTo>
                    <a:pt x="1821707" y="862040"/>
                  </a:lnTo>
                  <a:lnTo>
                    <a:pt x="1813821" y="862040"/>
                  </a:lnTo>
                  <a:lnTo>
                    <a:pt x="1805935" y="862040"/>
                  </a:lnTo>
                  <a:lnTo>
                    <a:pt x="1798049" y="862040"/>
                  </a:lnTo>
                  <a:lnTo>
                    <a:pt x="1790162" y="862040"/>
                  </a:lnTo>
                  <a:lnTo>
                    <a:pt x="1782276" y="862040"/>
                  </a:lnTo>
                  <a:lnTo>
                    <a:pt x="1774390" y="862040"/>
                  </a:lnTo>
                  <a:lnTo>
                    <a:pt x="1766504" y="862040"/>
                  </a:lnTo>
                  <a:lnTo>
                    <a:pt x="1758618" y="862040"/>
                  </a:lnTo>
                  <a:lnTo>
                    <a:pt x="1750732" y="862040"/>
                  </a:lnTo>
                  <a:lnTo>
                    <a:pt x="1742845" y="862040"/>
                  </a:lnTo>
                  <a:lnTo>
                    <a:pt x="1734959" y="862040"/>
                  </a:lnTo>
                  <a:lnTo>
                    <a:pt x="1727073" y="862040"/>
                  </a:lnTo>
                  <a:lnTo>
                    <a:pt x="1719187" y="862040"/>
                  </a:lnTo>
                  <a:lnTo>
                    <a:pt x="1711301" y="862040"/>
                  </a:lnTo>
                  <a:lnTo>
                    <a:pt x="1703414" y="862040"/>
                  </a:lnTo>
                  <a:lnTo>
                    <a:pt x="1695528" y="862040"/>
                  </a:lnTo>
                  <a:lnTo>
                    <a:pt x="1687642" y="862040"/>
                  </a:lnTo>
                  <a:lnTo>
                    <a:pt x="1679756" y="862040"/>
                  </a:lnTo>
                  <a:lnTo>
                    <a:pt x="1671870" y="862040"/>
                  </a:lnTo>
                  <a:lnTo>
                    <a:pt x="1663984" y="862040"/>
                  </a:lnTo>
                  <a:lnTo>
                    <a:pt x="1656097" y="862040"/>
                  </a:lnTo>
                  <a:lnTo>
                    <a:pt x="1648211" y="862040"/>
                  </a:lnTo>
                  <a:lnTo>
                    <a:pt x="1640325" y="862040"/>
                  </a:lnTo>
                  <a:lnTo>
                    <a:pt x="1632439" y="862040"/>
                  </a:lnTo>
                  <a:lnTo>
                    <a:pt x="1624553" y="862040"/>
                  </a:lnTo>
                  <a:lnTo>
                    <a:pt x="1616666" y="862040"/>
                  </a:lnTo>
                  <a:lnTo>
                    <a:pt x="1608780" y="862040"/>
                  </a:lnTo>
                  <a:lnTo>
                    <a:pt x="1600894" y="862040"/>
                  </a:lnTo>
                  <a:lnTo>
                    <a:pt x="1593008" y="862040"/>
                  </a:lnTo>
                  <a:lnTo>
                    <a:pt x="1585122" y="862040"/>
                  </a:lnTo>
                  <a:lnTo>
                    <a:pt x="1577236" y="862040"/>
                  </a:lnTo>
                  <a:lnTo>
                    <a:pt x="1569349" y="862040"/>
                  </a:lnTo>
                  <a:lnTo>
                    <a:pt x="1561463" y="862040"/>
                  </a:lnTo>
                  <a:lnTo>
                    <a:pt x="1553577" y="862040"/>
                  </a:lnTo>
                  <a:lnTo>
                    <a:pt x="1545691" y="862040"/>
                  </a:lnTo>
                  <a:lnTo>
                    <a:pt x="1537805" y="862040"/>
                  </a:lnTo>
                  <a:lnTo>
                    <a:pt x="1529918" y="862040"/>
                  </a:lnTo>
                  <a:lnTo>
                    <a:pt x="1522032" y="862040"/>
                  </a:lnTo>
                  <a:lnTo>
                    <a:pt x="1514146" y="862040"/>
                  </a:lnTo>
                  <a:lnTo>
                    <a:pt x="1506260" y="862040"/>
                  </a:lnTo>
                  <a:lnTo>
                    <a:pt x="1498374" y="862040"/>
                  </a:lnTo>
                  <a:lnTo>
                    <a:pt x="1490488" y="862040"/>
                  </a:lnTo>
                  <a:lnTo>
                    <a:pt x="1482601" y="862040"/>
                  </a:lnTo>
                  <a:lnTo>
                    <a:pt x="1474715" y="862040"/>
                  </a:lnTo>
                  <a:lnTo>
                    <a:pt x="1466829" y="862040"/>
                  </a:lnTo>
                  <a:lnTo>
                    <a:pt x="1458943" y="862040"/>
                  </a:lnTo>
                  <a:lnTo>
                    <a:pt x="1451057" y="862040"/>
                  </a:lnTo>
                  <a:lnTo>
                    <a:pt x="1443170" y="862040"/>
                  </a:lnTo>
                  <a:lnTo>
                    <a:pt x="1435284" y="862040"/>
                  </a:lnTo>
                  <a:lnTo>
                    <a:pt x="1427398" y="862040"/>
                  </a:lnTo>
                  <a:lnTo>
                    <a:pt x="1419512" y="862040"/>
                  </a:lnTo>
                  <a:lnTo>
                    <a:pt x="1411626" y="862040"/>
                  </a:lnTo>
                  <a:lnTo>
                    <a:pt x="1403740" y="862040"/>
                  </a:lnTo>
                  <a:lnTo>
                    <a:pt x="1395853" y="862040"/>
                  </a:lnTo>
                  <a:lnTo>
                    <a:pt x="1387967" y="862040"/>
                  </a:lnTo>
                  <a:lnTo>
                    <a:pt x="1380081" y="862040"/>
                  </a:lnTo>
                  <a:lnTo>
                    <a:pt x="1372195" y="862040"/>
                  </a:lnTo>
                  <a:lnTo>
                    <a:pt x="1364309" y="862040"/>
                  </a:lnTo>
                  <a:lnTo>
                    <a:pt x="1356423" y="862040"/>
                  </a:lnTo>
                  <a:lnTo>
                    <a:pt x="1348536" y="862040"/>
                  </a:lnTo>
                  <a:lnTo>
                    <a:pt x="1340650" y="862040"/>
                  </a:lnTo>
                  <a:lnTo>
                    <a:pt x="1332764" y="862040"/>
                  </a:lnTo>
                  <a:lnTo>
                    <a:pt x="1324878" y="862040"/>
                  </a:lnTo>
                  <a:lnTo>
                    <a:pt x="1316992" y="862040"/>
                  </a:lnTo>
                  <a:lnTo>
                    <a:pt x="1309105" y="862040"/>
                  </a:lnTo>
                  <a:lnTo>
                    <a:pt x="1301219" y="862040"/>
                  </a:lnTo>
                  <a:lnTo>
                    <a:pt x="1293333" y="862040"/>
                  </a:lnTo>
                  <a:lnTo>
                    <a:pt x="1285447" y="862040"/>
                  </a:lnTo>
                  <a:lnTo>
                    <a:pt x="1277561" y="862040"/>
                  </a:lnTo>
                  <a:lnTo>
                    <a:pt x="1269675" y="862040"/>
                  </a:lnTo>
                  <a:lnTo>
                    <a:pt x="1261788" y="862040"/>
                  </a:lnTo>
                  <a:lnTo>
                    <a:pt x="1253902" y="862040"/>
                  </a:lnTo>
                  <a:lnTo>
                    <a:pt x="1246016" y="862040"/>
                  </a:lnTo>
                  <a:lnTo>
                    <a:pt x="1238130" y="862040"/>
                  </a:lnTo>
                  <a:lnTo>
                    <a:pt x="1230244" y="862040"/>
                  </a:lnTo>
                  <a:lnTo>
                    <a:pt x="1222357" y="862040"/>
                  </a:lnTo>
                  <a:lnTo>
                    <a:pt x="1214471" y="862040"/>
                  </a:lnTo>
                  <a:lnTo>
                    <a:pt x="1206585" y="862040"/>
                  </a:lnTo>
                  <a:lnTo>
                    <a:pt x="1198699" y="862040"/>
                  </a:lnTo>
                  <a:lnTo>
                    <a:pt x="1190813" y="862040"/>
                  </a:lnTo>
                  <a:lnTo>
                    <a:pt x="1182927" y="862040"/>
                  </a:lnTo>
                  <a:lnTo>
                    <a:pt x="1175040" y="862040"/>
                  </a:lnTo>
                  <a:lnTo>
                    <a:pt x="1167154" y="862040"/>
                  </a:lnTo>
                  <a:lnTo>
                    <a:pt x="1159268" y="862040"/>
                  </a:lnTo>
                  <a:lnTo>
                    <a:pt x="1151382" y="862040"/>
                  </a:lnTo>
                  <a:lnTo>
                    <a:pt x="1143496" y="862040"/>
                  </a:lnTo>
                  <a:lnTo>
                    <a:pt x="1135609" y="862040"/>
                  </a:lnTo>
                  <a:lnTo>
                    <a:pt x="1127723" y="862040"/>
                  </a:lnTo>
                  <a:lnTo>
                    <a:pt x="1119837" y="862040"/>
                  </a:lnTo>
                  <a:lnTo>
                    <a:pt x="1111951" y="862040"/>
                  </a:lnTo>
                  <a:lnTo>
                    <a:pt x="1104065" y="862040"/>
                  </a:lnTo>
                  <a:lnTo>
                    <a:pt x="1096179" y="862040"/>
                  </a:lnTo>
                  <a:lnTo>
                    <a:pt x="1088292" y="862040"/>
                  </a:lnTo>
                  <a:lnTo>
                    <a:pt x="1080406" y="862040"/>
                  </a:lnTo>
                  <a:lnTo>
                    <a:pt x="1072520" y="862040"/>
                  </a:lnTo>
                  <a:lnTo>
                    <a:pt x="1064634" y="862040"/>
                  </a:lnTo>
                  <a:lnTo>
                    <a:pt x="1056748" y="862040"/>
                  </a:lnTo>
                  <a:lnTo>
                    <a:pt x="1048861" y="862040"/>
                  </a:lnTo>
                  <a:lnTo>
                    <a:pt x="1040975" y="862040"/>
                  </a:lnTo>
                  <a:lnTo>
                    <a:pt x="1033089" y="862040"/>
                  </a:lnTo>
                  <a:lnTo>
                    <a:pt x="1025203" y="862040"/>
                  </a:lnTo>
                  <a:lnTo>
                    <a:pt x="1017317" y="862040"/>
                  </a:lnTo>
                  <a:lnTo>
                    <a:pt x="1009431" y="862040"/>
                  </a:lnTo>
                  <a:lnTo>
                    <a:pt x="1001544" y="862040"/>
                  </a:lnTo>
                  <a:lnTo>
                    <a:pt x="993658" y="862040"/>
                  </a:lnTo>
                  <a:lnTo>
                    <a:pt x="985772" y="862040"/>
                  </a:lnTo>
                  <a:lnTo>
                    <a:pt x="977886" y="862040"/>
                  </a:lnTo>
                  <a:lnTo>
                    <a:pt x="970000" y="862040"/>
                  </a:lnTo>
                  <a:lnTo>
                    <a:pt x="962113" y="862040"/>
                  </a:lnTo>
                  <a:lnTo>
                    <a:pt x="954227" y="862040"/>
                  </a:lnTo>
                  <a:lnTo>
                    <a:pt x="946341" y="862040"/>
                  </a:lnTo>
                  <a:lnTo>
                    <a:pt x="938455" y="862040"/>
                  </a:lnTo>
                  <a:lnTo>
                    <a:pt x="930569" y="862040"/>
                  </a:lnTo>
                  <a:lnTo>
                    <a:pt x="922683" y="862040"/>
                  </a:lnTo>
                  <a:lnTo>
                    <a:pt x="914796" y="862040"/>
                  </a:lnTo>
                  <a:lnTo>
                    <a:pt x="906910" y="862040"/>
                  </a:lnTo>
                  <a:lnTo>
                    <a:pt x="899024" y="862040"/>
                  </a:lnTo>
                  <a:lnTo>
                    <a:pt x="891138" y="862040"/>
                  </a:lnTo>
                  <a:lnTo>
                    <a:pt x="883252" y="862040"/>
                  </a:lnTo>
                  <a:lnTo>
                    <a:pt x="875366" y="862040"/>
                  </a:lnTo>
                  <a:lnTo>
                    <a:pt x="867479" y="862040"/>
                  </a:lnTo>
                  <a:lnTo>
                    <a:pt x="859593" y="862040"/>
                  </a:lnTo>
                  <a:lnTo>
                    <a:pt x="851707" y="862040"/>
                  </a:lnTo>
                  <a:lnTo>
                    <a:pt x="843821" y="862040"/>
                  </a:lnTo>
                  <a:lnTo>
                    <a:pt x="835935" y="862040"/>
                  </a:lnTo>
                  <a:lnTo>
                    <a:pt x="828048" y="862040"/>
                  </a:lnTo>
                  <a:lnTo>
                    <a:pt x="820162" y="862040"/>
                  </a:lnTo>
                  <a:lnTo>
                    <a:pt x="812276" y="862040"/>
                  </a:lnTo>
                  <a:lnTo>
                    <a:pt x="804390" y="862040"/>
                  </a:lnTo>
                  <a:lnTo>
                    <a:pt x="796504" y="862040"/>
                  </a:lnTo>
                  <a:lnTo>
                    <a:pt x="788618" y="862040"/>
                  </a:lnTo>
                  <a:lnTo>
                    <a:pt x="780731" y="862040"/>
                  </a:lnTo>
                  <a:lnTo>
                    <a:pt x="772845" y="862040"/>
                  </a:lnTo>
                  <a:lnTo>
                    <a:pt x="764959" y="862040"/>
                  </a:lnTo>
                  <a:lnTo>
                    <a:pt x="757073" y="862040"/>
                  </a:lnTo>
                  <a:lnTo>
                    <a:pt x="749187" y="862040"/>
                  </a:lnTo>
                  <a:lnTo>
                    <a:pt x="741300" y="862040"/>
                  </a:lnTo>
                  <a:lnTo>
                    <a:pt x="733414" y="862040"/>
                  </a:lnTo>
                  <a:lnTo>
                    <a:pt x="725528" y="862040"/>
                  </a:lnTo>
                  <a:lnTo>
                    <a:pt x="717642" y="862040"/>
                  </a:lnTo>
                  <a:lnTo>
                    <a:pt x="709756" y="862040"/>
                  </a:lnTo>
                  <a:lnTo>
                    <a:pt x="701870" y="862040"/>
                  </a:lnTo>
                  <a:lnTo>
                    <a:pt x="693983" y="862040"/>
                  </a:lnTo>
                  <a:lnTo>
                    <a:pt x="686097" y="862040"/>
                  </a:lnTo>
                  <a:lnTo>
                    <a:pt x="678211" y="862040"/>
                  </a:lnTo>
                  <a:lnTo>
                    <a:pt x="670325" y="862040"/>
                  </a:lnTo>
                  <a:lnTo>
                    <a:pt x="662439" y="862040"/>
                  </a:lnTo>
                  <a:lnTo>
                    <a:pt x="654552" y="862040"/>
                  </a:lnTo>
                  <a:lnTo>
                    <a:pt x="646666" y="862040"/>
                  </a:lnTo>
                  <a:lnTo>
                    <a:pt x="638780" y="862040"/>
                  </a:lnTo>
                  <a:lnTo>
                    <a:pt x="630894" y="862040"/>
                  </a:lnTo>
                  <a:lnTo>
                    <a:pt x="623008" y="862040"/>
                  </a:lnTo>
                  <a:lnTo>
                    <a:pt x="615122" y="862040"/>
                  </a:lnTo>
                  <a:lnTo>
                    <a:pt x="607235" y="862040"/>
                  </a:lnTo>
                  <a:lnTo>
                    <a:pt x="599349" y="862040"/>
                  </a:lnTo>
                  <a:lnTo>
                    <a:pt x="591463" y="862040"/>
                  </a:lnTo>
                  <a:lnTo>
                    <a:pt x="583577" y="862040"/>
                  </a:lnTo>
                  <a:lnTo>
                    <a:pt x="575691" y="862040"/>
                  </a:lnTo>
                  <a:lnTo>
                    <a:pt x="567804" y="862040"/>
                  </a:lnTo>
                  <a:lnTo>
                    <a:pt x="559918" y="862040"/>
                  </a:lnTo>
                  <a:lnTo>
                    <a:pt x="552032" y="862040"/>
                  </a:lnTo>
                  <a:lnTo>
                    <a:pt x="544146" y="862040"/>
                  </a:lnTo>
                  <a:lnTo>
                    <a:pt x="536260" y="862040"/>
                  </a:lnTo>
                  <a:lnTo>
                    <a:pt x="528374" y="862040"/>
                  </a:lnTo>
                  <a:lnTo>
                    <a:pt x="520487" y="862040"/>
                  </a:lnTo>
                  <a:lnTo>
                    <a:pt x="512601" y="862040"/>
                  </a:lnTo>
                  <a:lnTo>
                    <a:pt x="504715" y="862040"/>
                  </a:lnTo>
                  <a:lnTo>
                    <a:pt x="496829" y="862040"/>
                  </a:lnTo>
                  <a:lnTo>
                    <a:pt x="488943" y="862040"/>
                  </a:lnTo>
                  <a:lnTo>
                    <a:pt x="481056" y="862040"/>
                  </a:lnTo>
                  <a:lnTo>
                    <a:pt x="473170" y="862040"/>
                  </a:lnTo>
                  <a:lnTo>
                    <a:pt x="465284" y="862040"/>
                  </a:lnTo>
                  <a:lnTo>
                    <a:pt x="457398" y="862040"/>
                  </a:lnTo>
                  <a:lnTo>
                    <a:pt x="449512" y="862040"/>
                  </a:lnTo>
                  <a:lnTo>
                    <a:pt x="441626" y="862040"/>
                  </a:lnTo>
                  <a:lnTo>
                    <a:pt x="433739" y="862040"/>
                  </a:lnTo>
                  <a:lnTo>
                    <a:pt x="425853" y="862040"/>
                  </a:lnTo>
                  <a:lnTo>
                    <a:pt x="417967" y="862040"/>
                  </a:lnTo>
                  <a:lnTo>
                    <a:pt x="410081" y="862040"/>
                  </a:lnTo>
                  <a:lnTo>
                    <a:pt x="402195" y="862040"/>
                  </a:lnTo>
                  <a:lnTo>
                    <a:pt x="394309" y="862040"/>
                  </a:lnTo>
                  <a:lnTo>
                    <a:pt x="386422" y="862040"/>
                  </a:lnTo>
                  <a:lnTo>
                    <a:pt x="378536" y="862040"/>
                  </a:lnTo>
                  <a:lnTo>
                    <a:pt x="370650" y="862040"/>
                  </a:lnTo>
                  <a:lnTo>
                    <a:pt x="362764" y="862040"/>
                  </a:lnTo>
                  <a:lnTo>
                    <a:pt x="354878" y="862040"/>
                  </a:lnTo>
                  <a:lnTo>
                    <a:pt x="346991" y="862040"/>
                  </a:lnTo>
                  <a:lnTo>
                    <a:pt x="339105" y="862040"/>
                  </a:lnTo>
                  <a:lnTo>
                    <a:pt x="331219" y="862040"/>
                  </a:lnTo>
                  <a:lnTo>
                    <a:pt x="323333" y="862040"/>
                  </a:lnTo>
                  <a:lnTo>
                    <a:pt x="315447" y="862040"/>
                  </a:lnTo>
                  <a:lnTo>
                    <a:pt x="307561" y="862040"/>
                  </a:lnTo>
                  <a:lnTo>
                    <a:pt x="299674" y="862040"/>
                  </a:lnTo>
                  <a:lnTo>
                    <a:pt x="291788" y="862040"/>
                  </a:lnTo>
                  <a:lnTo>
                    <a:pt x="283902" y="862040"/>
                  </a:lnTo>
                  <a:lnTo>
                    <a:pt x="276016" y="862040"/>
                  </a:lnTo>
                  <a:lnTo>
                    <a:pt x="268130" y="862040"/>
                  </a:lnTo>
                  <a:lnTo>
                    <a:pt x="260243" y="862040"/>
                  </a:lnTo>
                  <a:lnTo>
                    <a:pt x="252357" y="862040"/>
                  </a:lnTo>
                  <a:lnTo>
                    <a:pt x="244471" y="862040"/>
                  </a:lnTo>
                  <a:lnTo>
                    <a:pt x="236585" y="862040"/>
                  </a:lnTo>
                  <a:lnTo>
                    <a:pt x="228699" y="862040"/>
                  </a:lnTo>
                  <a:lnTo>
                    <a:pt x="220813" y="862040"/>
                  </a:lnTo>
                  <a:lnTo>
                    <a:pt x="212926" y="862040"/>
                  </a:lnTo>
                  <a:lnTo>
                    <a:pt x="205040" y="862040"/>
                  </a:lnTo>
                  <a:lnTo>
                    <a:pt x="197154" y="862040"/>
                  </a:lnTo>
                  <a:lnTo>
                    <a:pt x="189268" y="862040"/>
                  </a:lnTo>
                  <a:lnTo>
                    <a:pt x="181382" y="862040"/>
                  </a:lnTo>
                  <a:lnTo>
                    <a:pt x="173495" y="862040"/>
                  </a:lnTo>
                  <a:lnTo>
                    <a:pt x="165609" y="862040"/>
                  </a:lnTo>
                  <a:lnTo>
                    <a:pt x="157723" y="862040"/>
                  </a:lnTo>
                  <a:lnTo>
                    <a:pt x="149837" y="862040"/>
                  </a:lnTo>
                  <a:lnTo>
                    <a:pt x="141951" y="862040"/>
                  </a:lnTo>
                  <a:lnTo>
                    <a:pt x="134065" y="862040"/>
                  </a:lnTo>
                  <a:lnTo>
                    <a:pt x="126178" y="862040"/>
                  </a:lnTo>
                  <a:lnTo>
                    <a:pt x="118292" y="862040"/>
                  </a:lnTo>
                  <a:lnTo>
                    <a:pt x="110406" y="862040"/>
                  </a:lnTo>
                  <a:lnTo>
                    <a:pt x="102520" y="862040"/>
                  </a:lnTo>
                  <a:lnTo>
                    <a:pt x="94634" y="862040"/>
                  </a:lnTo>
                  <a:lnTo>
                    <a:pt x="86747" y="862040"/>
                  </a:lnTo>
                  <a:lnTo>
                    <a:pt x="78861" y="862040"/>
                  </a:lnTo>
                  <a:lnTo>
                    <a:pt x="70975" y="862040"/>
                  </a:lnTo>
                  <a:lnTo>
                    <a:pt x="63089" y="862040"/>
                  </a:lnTo>
                  <a:lnTo>
                    <a:pt x="55203" y="862040"/>
                  </a:lnTo>
                  <a:lnTo>
                    <a:pt x="47317" y="862040"/>
                  </a:lnTo>
                  <a:lnTo>
                    <a:pt x="39430" y="862040"/>
                  </a:lnTo>
                  <a:lnTo>
                    <a:pt x="31544" y="862040"/>
                  </a:lnTo>
                  <a:lnTo>
                    <a:pt x="23658" y="862040"/>
                  </a:lnTo>
                  <a:lnTo>
                    <a:pt x="15772" y="862040"/>
                  </a:lnTo>
                  <a:lnTo>
                    <a:pt x="7886" y="862040"/>
                  </a:lnTo>
                  <a:lnTo>
                    <a:pt x="0" y="86204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7814880" y="3932691"/>
              <a:ext cx="4029838" cy="862040"/>
            </a:xfrm>
            <a:custGeom>
              <a:avLst/>
              <a:pathLst>
                <a:path w="4029838" h="862040">
                  <a:moveTo>
                    <a:pt x="0" y="851938"/>
                  </a:moveTo>
                  <a:lnTo>
                    <a:pt x="7886" y="851108"/>
                  </a:lnTo>
                  <a:lnTo>
                    <a:pt x="15772" y="850245"/>
                  </a:lnTo>
                  <a:lnTo>
                    <a:pt x="23658" y="849339"/>
                  </a:lnTo>
                  <a:lnTo>
                    <a:pt x="31544" y="848404"/>
                  </a:lnTo>
                  <a:lnTo>
                    <a:pt x="39430" y="847444"/>
                  </a:lnTo>
                  <a:lnTo>
                    <a:pt x="47317" y="846460"/>
                  </a:lnTo>
                  <a:lnTo>
                    <a:pt x="55203" y="845453"/>
                  </a:lnTo>
                  <a:lnTo>
                    <a:pt x="63089" y="844428"/>
                  </a:lnTo>
                  <a:lnTo>
                    <a:pt x="70975" y="843393"/>
                  </a:lnTo>
                  <a:lnTo>
                    <a:pt x="78861" y="842351"/>
                  </a:lnTo>
                  <a:lnTo>
                    <a:pt x="86747" y="841306"/>
                  </a:lnTo>
                  <a:lnTo>
                    <a:pt x="94634" y="840266"/>
                  </a:lnTo>
                  <a:lnTo>
                    <a:pt x="102520" y="839237"/>
                  </a:lnTo>
                  <a:lnTo>
                    <a:pt x="110406" y="838221"/>
                  </a:lnTo>
                  <a:lnTo>
                    <a:pt x="118292" y="837225"/>
                  </a:lnTo>
                  <a:lnTo>
                    <a:pt x="126178" y="836262"/>
                  </a:lnTo>
                  <a:lnTo>
                    <a:pt x="134065" y="835333"/>
                  </a:lnTo>
                  <a:lnTo>
                    <a:pt x="141951" y="834441"/>
                  </a:lnTo>
                  <a:lnTo>
                    <a:pt x="149837" y="833589"/>
                  </a:lnTo>
                  <a:lnTo>
                    <a:pt x="157723" y="832791"/>
                  </a:lnTo>
                  <a:lnTo>
                    <a:pt x="165609" y="832056"/>
                  </a:lnTo>
                  <a:lnTo>
                    <a:pt x="173495" y="831376"/>
                  </a:lnTo>
                  <a:lnTo>
                    <a:pt x="181382" y="830753"/>
                  </a:lnTo>
                  <a:lnTo>
                    <a:pt x="189268" y="830193"/>
                  </a:lnTo>
                  <a:lnTo>
                    <a:pt x="197154" y="829721"/>
                  </a:lnTo>
                  <a:lnTo>
                    <a:pt x="205040" y="829313"/>
                  </a:lnTo>
                  <a:lnTo>
                    <a:pt x="212926" y="828972"/>
                  </a:lnTo>
                  <a:lnTo>
                    <a:pt x="220813" y="828697"/>
                  </a:lnTo>
                  <a:lnTo>
                    <a:pt x="228699" y="828508"/>
                  </a:lnTo>
                  <a:lnTo>
                    <a:pt x="236585" y="828391"/>
                  </a:lnTo>
                  <a:lnTo>
                    <a:pt x="244471" y="828337"/>
                  </a:lnTo>
                  <a:lnTo>
                    <a:pt x="252357" y="828342"/>
                  </a:lnTo>
                  <a:lnTo>
                    <a:pt x="260243" y="828413"/>
                  </a:lnTo>
                  <a:lnTo>
                    <a:pt x="268130" y="828551"/>
                  </a:lnTo>
                  <a:lnTo>
                    <a:pt x="276016" y="828734"/>
                  </a:lnTo>
                  <a:lnTo>
                    <a:pt x="283902" y="828961"/>
                  </a:lnTo>
                  <a:lnTo>
                    <a:pt x="291788" y="829225"/>
                  </a:lnTo>
                  <a:lnTo>
                    <a:pt x="299674" y="829532"/>
                  </a:lnTo>
                  <a:lnTo>
                    <a:pt x="307561" y="829860"/>
                  </a:lnTo>
                  <a:lnTo>
                    <a:pt x="315447" y="830204"/>
                  </a:lnTo>
                  <a:lnTo>
                    <a:pt x="323333" y="830559"/>
                  </a:lnTo>
                  <a:lnTo>
                    <a:pt x="331219" y="830917"/>
                  </a:lnTo>
                  <a:lnTo>
                    <a:pt x="339105" y="831267"/>
                  </a:lnTo>
                  <a:lnTo>
                    <a:pt x="346991" y="831603"/>
                  </a:lnTo>
                  <a:lnTo>
                    <a:pt x="354878" y="831920"/>
                  </a:lnTo>
                  <a:lnTo>
                    <a:pt x="362764" y="832210"/>
                  </a:lnTo>
                  <a:lnTo>
                    <a:pt x="370650" y="832455"/>
                  </a:lnTo>
                  <a:lnTo>
                    <a:pt x="378536" y="832661"/>
                  </a:lnTo>
                  <a:lnTo>
                    <a:pt x="386422" y="832822"/>
                  </a:lnTo>
                  <a:lnTo>
                    <a:pt x="394309" y="832935"/>
                  </a:lnTo>
                  <a:lnTo>
                    <a:pt x="402195" y="832974"/>
                  </a:lnTo>
                  <a:lnTo>
                    <a:pt x="410081" y="832953"/>
                  </a:lnTo>
                  <a:lnTo>
                    <a:pt x="417967" y="832872"/>
                  </a:lnTo>
                  <a:lnTo>
                    <a:pt x="425853" y="832728"/>
                  </a:lnTo>
                  <a:lnTo>
                    <a:pt x="433739" y="832508"/>
                  </a:lnTo>
                  <a:lnTo>
                    <a:pt x="441626" y="832211"/>
                  </a:lnTo>
                  <a:lnTo>
                    <a:pt x="449512" y="831849"/>
                  </a:lnTo>
                  <a:lnTo>
                    <a:pt x="457398" y="831425"/>
                  </a:lnTo>
                  <a:lnTo>
                    <a:pt x="465284" y="830936"/>
                  </a:lnTo>
                  <a:lnTo>
                    <a:pt x="473170" y="830366"/>
                  </a:lnTo>
                  <a:lnTo>
                    <a:pt x="481056" y="829741"/>
                  </a:lnTo>
                  <a:lnTo>
                    <a:pt x="488943" y="829063"/>
                  </a:lnTo>
                  <a:lnTo>
                    <a:pt x="496829" y="828337"/>
                  </a:lnTo>
                  <a:lnTo>
                    <a:pt x="504715" y="827552"/>
                  </a:lnTo>
                  <a:lnTo>
                    <a:pt x="512601" y="826727"/>
                  </a:lnTo>
                  <a:lnTo>
                    <a:pt x="520487" y="825868"/>
                  </a:lnTo>
                  <a:lnTo>
                    <a:pt x="528374" y="824981"/>
                  </a:lnTo>
                  <a:lnTo>
                    <a:pt x="536260" y="824068"/>
                  </a:lnTo>
                  <a:lnTo>
                    <a:pt x="544146" y="823136"/>
                  </a:lnTo>
                  <a:lnTo>
                    <a:pt x="552032" y="822195"/>
                  </a:lnTo>
                  <a:lnTo>
                    <a:pt x="559918" y="821250"/>
                  </a:lnTo>
                  <a:lnTo>
                    <a:pt x="567804" y="820306"/>
                  </a:lnTo>
                  <a:lnTo>
                    <a:pt x="575691" y="819373"/>
                  </a:lnTo>
                  <a:lnTo>
                    <a:pt x="583577" y="818456"/>
                  </a:lnTo>
                  <a:lnTo>
                    <a:pt x="591463" y="817559"/>
                  </a:lnTo>
                  <a:lnTo>
                    <a:pt x="599349" y="816685"/>
                  </a:lnTo>
                  <a:lnTo>
                    <a:pt x="607235" y="815849"/>
                  </a:lnTo>
                  <a:lnTo>
                    <a:pt x="615122" y="815053"/>
                  </a:lnTo>
                  <a:lnTo>
                    <a:pt x="623008" y="814296"/>
                  </a:lnTo>
                  <a:lnTo>
                    <a:pt x="630894" y="813581"/>
                  </a:lnTo>
                  <a:lnTo>
                    <a:pt x="638780" y="812917"/>
                  </a:lnTo>
                  <a:lnTo>
                    <a:pt x="646666" y="812318"/>
                  </a:lnTo>
                  <a:lnTo>
                    <a:pt x="654552" y="811772"/>
                  </a:lnTo>
                  <a:lnTo>
                    <a:pt x="662439" y="811281"/>
                  </a:lnTo>
                  <a:lnTo>
                    <a:pt x="670325" y="810847"/>
                  </a:lnTo>
                  <a:lnTo>
                    <a:pt x="678211" y="810494"/>
                  </a:lnTo>
                  <a:lnTo>
                    <a:pt x="686097" y="810205"/>
                  </a:lnTo>
                  <a:lnTo>
                    <a:pt x="693983" y="809976"/>
                  </a:lnTo>
                  <a:lnTo>
                    <a:pt x="701870" y="809810"/>
                  </a:lnTo>
                  <a:lnTo>
                    <a:pt x="709756" y="809721"/>
                  </a:lnTo>
                  <a:lnTo>
                    <a:pt x="717642" y="809706"/>
                  </a:lnTo>
                  <a:lnTo>
                    <a:pt x="725528" y="809753"/>
                  </a:lnTo>
                  <a:lnTo>
                    <a:pt x="733414" y="809862"/>
                  </a:lnTo>
                  <a:lnTo>
                    <a:pt x="741300" y="810037"/>
                  </a:lnTo>
                  <a:lnTo>
                    <a:pt x="749187" y="810291"/>
                  </a:lnTo>
                  <a:lnTo>
                    <a:pt x="757073" y="810603"/>
                  </a:lnTo>
                  <a:lnTo>
                    <a:pt x="764959" y="810969"/>
                  </a:lnTo>
                  <a:lnTo>
                    <a:pt x="772845" y="811390"/>
                  </a:lnTo>
                  <a:lnTo>
                    <a:pt x="780731" y="811878"/>
                  </a:lnTo>
                  <a:lnTo>
                    <a:pt x="788618" y="812416"/>
                  </a:lnTo>
                  <a:lnTo>
                    <a:pt x="796504" y="812997"/>
                  </a:lnTo>
                  <a:lnTo>
                    <a:pt x="804390" y="813618"/>
                  </a:lnTo>
                  <a:lnTo>
                    <a:pt x="812276" y="814281"/>
                  </a:lnTo>
                  <a:lnTo>
                    <a:pt x="820162" y="814982"/>
                  </a:lnTo>
                  <a:lnTo>
                    <a:pt x="828048" y="815706"/>
                  </a:lnTo>
                  <a:lnTo>
                    <a:pt x="835935" y="816450"/>
                  </a:lnTo>
                  <a:lnTo>
                    <a:pt x="843821" y="817210"/>
                  </a:lnTo>
                  <a:lnTo>
                    <a:pt x="851707" y="817981"/>
                  </a:lnTo>
                  <a:lnTo>
                    <a:pt x="859593" y="818752"/>
                  </a:lnTo>
                  <a:lnTo>
                    <a:pt x="867479" y="819518"/>
                  </a:lnTo>
                  <a:lnTo>
                    <a:pt x="875366" y="820273"/>
                  </a:lnTo>
                  <a:lnTo>
                    <a:pt x="883252" y="821005"/>
                  </a:lnTo>
                  <a:lnTo>
                    <a:pt x="891138" y="821706"/>
                  </a:lnTo>
                  <a:lnTo>
                    <a:pt x="899024" y="822374"/>
                  </a:lnTo>
                  <a:lnTo>
                    <a:pt x="906910" y="823003"/>
                  </a:lnTo>
                  <a:lnTo>
                    <a:pt x="914796" y="823582"/>
                  </a:lnTo>
                  <a:lnTo>
                    <a:pt x="922683" y="824092"/>
                  </a:lnTo>
                  <a:lnTo>
                    <a:pt x="930569" y="824541"/>
                  </a:lnTo>
                  <a:lnTo>
                    <a:pt x="938455" y="824926"/>
                  </a:lnTo>
                  <a:lnTo>
                    <a:pt x="946341" y="825242"/>
                  </a:lnTo>
                  <a:lnTo>
                    <a:pt x="954227" y="825451"/>
                  </a:lnTo>
                  <a:lnTo>
                    <a:pt x="962113" y="825578"/>
                  </a:lnTo>
                  <a:lnTo>
                    <a:pt x="970000" y="825620"/>
                  </a:lnTo>
                  <a:lnTo>
                    <a:pt x="977886" y="825574"/>
                  </a:lnTo>
                  <a:lnTo>
                    <a:pt x="985772" y="825415"/>
                  </a:lnTo>
                  <a:lnTo>
                    <a:pt x="993658" y="825147"/>
                  </a:lnTo>
                  <a:lnTo>
                    <a:pt x="1001544" y="824785"/>
                  </a:lnTo>
                  <a:lnTo>
                    <a:pt x="1009431" y="824327"/>
                  </a:lnTo>
                  <a:lnTo>
                    <a:pt x="1017317" y="823765"/>
                  </a:lnTo>
                  <a:lnTo>
                    <a:pt x="1025203" y="823077"/>
                  </a:lnTo>
                  <a:lnTo>
                    <a:pt x="1033089" y="822296"/>
                  </a:lnTo>
                  <a:lnTo>
                    <a:pt x="1040975" y="821424"/>
                  </a:lnTo>
                  <a:lnTo>
                    <a:pt x="1048861" y="820461"/>
                  </a:lnTo>
                  <a:lnTo>
                    <a:pt x="1056748" y="819382"/>
                  </a:lnTo>
                  <a:lnTo>
                    <a:pt x="1064634" y="818216"/>
                  </a:lnTo>
                  <a:lnTo>
                    <a:pt x="1072520" y="816972"/>
                  </a:lnTo>
                  <a:lnTo>
                    <a:pt x="1080406" y="815653"/>
                  </a:lnTo>
                  <a:lnTo>
                    <a:pt x="1088292" y="814250"/>
                  </a:lnTo>
                  <a:lnTo>
                    <a:pt x="1096179" y="812769"/>
                  </a:lnTo>
                  <a:lnTo>
                    <a:pt x="1104065" y="811230"/>
                  </a:lnTo>
                  <a:lnTo>
                    <a:pt x="1111951" y="809636"/>
                  </a:lnTo>
                  <a:lnTo>
                    <a:pt x="1119837" y="807990"/>
                  </a:lnTo>
                  <a:lnTo>
                    <a:pt x="1127723" y="806285"/>
                  </a:lnTo>
                  <a:lnTo>
                    <a:pt x="1135609" y="804542"/>
                  </a:lnTo>
                  <a:lnTo>
                    <a:pt x="1143496" y="802765"/>
                  </a:lnTo>
                  <a:lnTo>
                    <a:pt x="1151382" y="800959"/>
                  </a:lnTo>
                  <a:lnTo>
                    <a:pt x="1159268" y="799120"/>
                  </a:lnTo>
                  <a:lnTo>
                    <a:pt x="1167154" y="797259"/>
                  </a:lnTo>
                  <a:lnTo>
                    <a:pt x="1175040" y="795382"/>
                  </a:lnTo>
                  <a:lnTo>
                    <a:pt x="1182927" y="793491"/>
                  </a:lnTo>
                  <a:lnTo>
                    <a:pt x="1190813" y="791588"/>
                  </a:lnTo>
                  <a:lnTo>
                    <a:pt x="1198699" y="789676"/>
                  </a:lnTo>
                  <a:lnTo>
                    <a:pt x="1206585" y="787760"/>
                  </a:lnTo>
                  <a:lnTo>
                    <a:pt x="1214471" y="785839"/>
                  </a:lnTo>
                  <a:lnTo>
                    <a:pt x="1222357" y="783917"/>
                  </a:lnTo>
                  <a:lnTo>
                    <a:pt x="1230244" y="781995"/>
                  </a:lnTo>
                  <a:lnTo>
                    <a:pt x="1238130" y="780074"/>
                  </a:lnTo>
                  <a:lnTo>
                    <a:pt x="1246016" y="778154"/>
                  </a:lnTo>
                  <a:lnTo>
                    <a:pt x="1253902" y="776238"/>
                  </a:lnTo>
                  <a:lnTo>
                    <a:pt x="1261788" y="774325"/>
                  </a:lnTo>
                  <a:lnTo>
                    <a:pt x="1269675" y="772417"/>
                  </a:lnTo>
                  <a:lnTo>
                    <a:pt x="1277561" y="770513"/>
                  </a:lnTo>
                  <a:lnTo>
                    <a:pt x="1285447" y="768615"/>
                  </a:lnTo>
                  <a:lnTo>
                    <a:pt x="1293333" y="766723"/>
                  </a:lnTo>
                  <a:lnTo>
                    <a:pt x="1301219" y="764841"/>
                  </a:lnTo>
                  <a:lnTo>
                    <a:pt x="1309105" y="762968"/>
                  </a:lnTo>
                  <a:lnTo>
                    <a:pt x="1316992" y="761104"/>
                  </a:lnTo>
                  <a:lnTo>
                    <a:pt x="1324878" y="759251"/>
                  </a:lnTo>
                  <a:lnTo>
                    <a:pt x="1332764" y="757417"/>
                  </a:lnTo>
                  <a:lnTo>
                    <a:pt x="1340650" y="755600"/>
                  </a:lnTo>
                  <a:lnTo>
                    <a:pt x="1348536" y="753801"/>
                  </a:lnTo>
                  <a:lnTo>
                    <a:pt x="1356423" y="752023"/>
                  </a:lnTo>
                  <a:lnTo>
                    <a:pt x="1364309" y="750273"/>
                  </a:lnTo>
                  <a:lnTo>
                    <a:pt x="1372195" y="748554"/>
                  </a:lnTo>
                  <a:lnTo>
                    <a:pt x="1380081" y="746865"/>
                  </a:lnTo>
                  <a:lnTo>
                    <a:pt x="1387967" y="745208"/>
                  </a:lnTo>
                  <a:lnTo>
                    <a:pt x="1395853" y="743587"/>
                  </a:lnTo>
                  <a:lnTo>
                    <a:pt x="1403740" y="742015"/>
                  </a:lnTo>
                  <a:lnTo>
                    <a:pt x="1411626" y="740482"/>
                  </a:lnTo>
                  <a:lnTo>
                    <a:pt x="1419512" y="738989"/>
                  </a:lnTo>
                  <a:lnTo>
                    <a:pt x="1427398" y="737535"/>
                  </a:lnTo>
                  <a:lnTo>
                    <a:pt x="1435284" y="736134"/>
                  </a:lnTo>
                  <a:lnTo>
                    <a:pt x="1443170" y="734773"/>
                  </a:lnTo>
                  <a:lnTo>
                    <a:pt x="1451057" y="733448"/>
                  </a:lnTo>
                  <a:lnTo>
                    <a:pt x="1458943" y="732154"/>
                  </a:lnTo>
                  <a:lnTo>
                    <a:pt x="1466829" y="730891"/>
                  </a:lnTo>
                  <a:lnTo>
                    <a:pt x="1474715" y="729651"/>
                  </a:lnTo>
                  <a:lnTo>
                    <a:pt x="1482601" y="728418"/>
                  </a:lnTo>
                  <a:lnTo>
                    <a:pt x="1490488" y="727185"/>
                  </a:lnTo>
                  <a:lnTo>
                    <a:pt x="1498374" y="725942"/>
                  </a:lnTo>
                  <a:lnTo>
                    <a:pt x="1506260" y="724660"/>
                  </a:lnTo>
                  <a:lnTo>
                    <a:pt x="1514146" y="723328"/>
                  </a:lnTo>
                  <a:lnTo>
                    <a:pt x="1522032" y="721931"/>
                  </a:lnTo>
                  <a:lnTo>
                    <a:pt x="1529918" y="720455"/>
                  </a:lnTo>
                  <a:lnTo>
                    <a:pt x="1537805" y="718845"/>
                  </a:lnTo>
                  <a:lnTo>
                    <a:pt x="1545691" y="717079"/>
                  </a:lnTo>
                  <a:lnTo>
                    <a:pt x="1553577" y="715152"/>
                  </a:lnTo>
                  <a:lnTo>
                    <a:pt x="1561463" y="713042"/>
                  </a:lnTo>
                  <a:lnTo>
                    <a:pt x="1569349" y="710695"/>
                  </a:lnTo>
                  <a:lnTo>
                    <a:pt x="1577236" y="708024"/>
                  </a:lnTo>
                  <a:lnTo>
                    <a:pt x="1585122" y="705066"/>
                  </a:lnTo>
                  <a:lnTo>
                    <a:pt x="1593008" y="701796"/>
                  </a:lnTo>
                  <a:lnTo>
                    <a:pt x="1600894" y="698189"/>
                  </a:lnTo>
                  <a:lnTo>
                    <a:pt x="1608780" y="694050"/>
                  </a:lnTo>
                  <a:lnTo>
                    <a:pt x="1616666" y="689475"/>
                  </a:lnTo>
                  <a:lnTo>
                    <a:pt x="1624553" y="684448"/>
                  </a:lnTo>
                  <a:lnTo>
                    <a:pt x="1632439" y="678946"/>
                  </a:lnTo>
                  <a:lnTo>
                    <a:pt x="1640325" y="672810"/>
                  </a:lnTo>
                  <a:lnTo>
                    <a:pt x="1648211" y="666023"/>
                  </a:lnTo>
                  <a:lnTo>
                    <a:pt x="1656097" y="658658"/>
                  </a:lnTo>
                  <a:lnTo>
                    <a:pt x="1663984" y="650696"/>
                  </a:lnTo>
                  <a:lnTo>
                    <a:pt x="1671870" y="642063"/>
                  </a:lnTo>
                  <a:lnTo>
                    <a:pt x="1679756" y="632566"/>
                  </a:lnTo>
                  <a:lnTo>
                    <a:pt x="1687642" y="622404"/>
                  </a:lnTo>
                  <a:lnTo>
                    <a:pt x="1695528" y="611568"/>
                  </a:lnTo>
                  <a:lnTo>
                    <a:pt x="1703414" y="600050"/>
                  </a:lnTo>
                  <a:lnTo>
                    <a:pt x="1711301" y="587603"/>
                  </a:lnTo>
                  <a:lnTo>
                    <a:pt x="1719187" y="574420"/>
                  </a:lnTo>
                  <a:lnTo>
                    <a:pt x="1727073" y="560555"/>
                  </a:lnTo>
                  <a:lnTo>
                    <a:pt x="1734959" y="546017"/>
                  </a:lnTo>
                  <a:lnTo>
                    <a:pt x="1742845" y="530693"/>
                  </a:lnTo>
                  <a:lnTo>
                    <a:pt x="1750732" y="514593"/>
                  </a:lnTo>
                  <a:lnTo>
                    <a:pt x="1758618" y="497893"/>
                  </a:lnTo>
                  <a:lnTo>
                    <a:pt x="1766504" y="480617"/>
                  </a:lnTo>
                  <a:lnTo>
                    <a:pt x="1774390" y="462773"/>
                  </a:lnTo>
                  <a:lnTo>
                    <a:pt x="1782276" y="444249"/>
                  </a:lnTo>
                  <a:lnTo>
                    <a:pt x="1790162" y="425296"/>
                  </a:lnTo>
                  <a:lnTo>
                    <a:pt x="1798049" y="405956"/>
                  </a:lnTo>
                  <a:lnTo>
                    <a:pt x="1805935" y="386272"/>
                  </a:lnTo>
                  <a:lnTo>
                    <a:pt x="1813821" y="366231"/>
                  </a:lnTo>
                  <a:lnTo>
                    <a:pt x="1821707" y="345981"/>
                  </a:lnTo>
                  <a:lnTo>
                    <a:pt x="1829593" y="325610"/>
                  </a:lnTo>
                  <a:lnTo>
                    <a:pt x="1837479" y="305173"/>
                  </a:lnTo>
                  <a:lnTo>
                    <a:pt x="1845366" y="284739"/>
                  </a:lnTo>
                  <a:lnTo>
                    <a:pt x="1853252" y="264439"/>
                  </a:lnTo>
                  <a:lnTo>
                    <a:pt x="1861138" y="244332"/>
                  </a:lnTo>
                  <a:lnTo>
                    <a:pt x="1869024" y="224476"/>
                  </a:lnTo>
                  <a:lnTo>
                    <a:pt x="1876910" y="204933"/>
                  </a:lnTo>
                  <a:lnTo>
                    <a:pt x="1884797" y="185974"/>
                  </a:lnTo>
                  <a:lnTo>
                    <a:pt x="1892683" y="167535"/>
                  </a:lnTo>
                  <a:lnTo>
                    <a:pt x="1900569" y="149668"/>
                  </a:lnTo>
                  <a:lnTo>
                    <a:pt x="1908455" y="132428"/>
                  </a:lnTo>
                  <a:lnTo>
                    <a:pt x="1916341" y="116075"/>
                  </a:lnTo>
                  <a:lnTo>
                    <a:pt x="1924227" y="100643"/>
                  </a:lnTo>
                  <a:lnTo>
                    <a:pt x="1932114" y="86062"/>
                  </a:lnTo>
                  <a:lnTo>
                    <a:pt x="1940000" y="72375"/>
                  </a:lnTo>
                  <a:lnTo>
                    <a:pt x="1947886" y="59725"/>
                  </a:lnTo>
                  <a:lnTo>
                    <a:pt x="1955772" y="48402"/>
                  </a:lnTo>
                  <a:lnTo>
                    <a:pt x="1963658" y="38131"/>
                  </a:lnTo>
                  <a:lnTo>
                    <a:pt x="1971545" y="28938"/>
                  </a:lnTo>
                  <a:lnTo>
                    <a:pt x="1979431" y="20846"/>
                  </a:lnTo>
                  <a:lnTo>
                    <a:pt x="1987317" y="14301"/>
                  </a:lnTo>
                  <a:lnTo>
                    <a:pt x="1995203" y="8973"/>
                  </a:lnTo>
                  <a:lnTo>
                    <a:pt x="2003089" y="4803"/>
                  </a:lnTo>
                  <a:lnTo>
                    <a:pt x="2010975" y="1798"/>
                  </a:lnTo>
                  <a:lnTo>
                    <a:pt x="2018862" y="200"/>
                  </a:lnTo>
                  <a:lnTo>
                    <a:pt x="2026748" y="0"/>
                  </a:lnTo>
                  <a:lnTo>
                    <a:pt x="2034634" y="936"/>
                  </a:lnTo>
                  <a:lnTo>
                    <a:pt x="2042520" y="2996"/>
                  </a:lnTo>
                  <a:lnTo>
                    <a:pt x="2050406" y="6222"/>
                  </a:lnTo>
                  <a:lnTo>
                    <a:pt x="2058293" y="10909"/>
                  </a:lnTo>
                  <a:lnTo>
                    <a:pt x="2066179" y="16622"/>
                  </a:lnTo>
                  <a:lnTo>
                    <a:pt x="2074065" y="23334"/>
                  </a:lnTo>
                  <a:lnTo>
                    <a:pt x="2081951" y="31014"/>
                  </a:lnTo>
                  <a:lnTo>
                    <a:pt x="2089837" y="39909"/>
                  </a:lnTo>
                  <a:lnTo>
                    <a:pt x="2097723" y="49751"/>
                  </a:lnTo>
                  <a:lnTo>
                    <a:pt x="2105610" y="60409"/>
                  </a:lnTo>
                  <a:lnTo>
                    <a:pt x="2113496" y="71848"/>
                  </a:lnTo>
                  <a:lnTo>
                    <a:pt x="2121382" y="84139"/>
                  </a:lnTo>
                  <a:lnTo>
                    <a:pt x="2129268" y="97268"/>
                  </a:lnTo>
                  <a:lnTo>
                    <a:pt x="2137154" y="111006"/>
                  </a:lnTo>
                  <a:lnTo>
                    <a:pt x="2145041" y="125317"/>
                  </a:lnTo>
                  <a:lnTo>
                    <a:pt x="2152927" y="140166"/>
                  </a:lnTo>
                  <a:lnTo>
                    <a:pt x="2160813" y="155676"/>
                  </a:lnTo>
                  <a:lnTo>
                    <a:pt x="2168699" y="171592"/>
                  </a:lnTo>
                  <a:lnTo>
                    <a:pt x="2176585" y="187877"/>
                  </a:lnTo>
                  <a:lnTo>
                    <a:pt x="2184471" y="204498"/>
                  </a:lnTo>
                  <a:lnTo>
                    <a:pt x="2192358" y="221482"/>
                  </a:lnTo>
                  <a:lnTo>
                    <a:pt x="2200244" y="238730"/>
                  </a:lnTo>
                  <a:lnTo>
                    <a:pt x="2208130" y="256168"/>
                  </a:lnTo>
                  <a:lnTo>
                    <a:pt x="2216016" y="273768"/>
                  </a:lnTo>
                  <a:lnTo>
                    <a:pt x="2223902" y="291510"/>
                  </a:lnTo>
                  <a:lnTo>
                    <a:pt x="2231789" y="309355"/>
                  </a:lnTo>
                  <a:lnTo>
                    <a:pt x="2239675" y="327241"/>
                  </a:lnTo>
                  <a:lnTo>
                    <a:pt x="2247561" y="345144"/>
                  </a:lnTo>
                  <a:lnTo>
                    <a:pt x="2255447" y="363040"/>
                  </a:lnTo>
                  <a:lnTo>
                    <a:pt x="2263333" y="380875"/>
                  </a:lnTo>
                  <a:lnTo>
                    <a:pt x="2271219" y="398626"/>
                  </a:lnTo>
                  <a:lnTo>
                    <a:pt x="2279106" y="416275"/>
                  </a:lnTo>
                  <a:lnTo>
                    <a:pt x="2286992" y="433803"/>
                  </a:lnTo>
                  <a:lnTo>
                    <a:pt x="2294878" y="451150"/>
                  </a:lnTo>
                  <a:lnTo>
                    <a:pt x="2302764" y="468284"/>
                  </a:lnTo>
                  <a:lnTo>
                    <a:pt x="2310650" y="485219"/>
                  </a:lnTo>
                  <a:lnTo>
                    <a:pt x="2318536" y="501937"/>
                  </a:lnTo>
                  <a:lnTo>
                    <a:pt x="2326423" y="518403"/>
                  </a:lnTo>
                  <a:lnTo>
                    <a:pt x="2334309" y="534519"/>
                  </a:lnTo>
                  <a:lnTo>
                    <a:pt x="2342195" y="550352"/>
                  </a:lnTo>
                  <a:lnTo>
                    <a:pt x="2350081" y="565889"/>
                  </a:lnTo>
                  <a:lnTo>
                    <a:pt x="2357967" y="581116"/>
                  </a:lnTo>
                  <a:lnTo>
                    <a:pt x="2365854" y="595903"/>
                  </a:lnTo>
                  <a:lnTo>
                    <a:pt x="2373740" y="610312"/>
                  </a:lnTo>
                  <a:lnTo>
                    <a:pt x="2381626" y="624361"/>
                  </a:lnTo>
                  <a:lnTo>
                    <a:pt x="2389512" y="638039"/>
                  </a:lnTo>
                  <a:lnTo>
                    <a:pt x="2397398" y="651265"/>
                  </a:lnTo>
                  <a:lnTo>
                    <a:pt x="2405284" y="663999"/>
                  </a:lnTo>
                  <a:lnTo>
                    <a:pt x="2413171" y="676327"/>
                  </a:lnTo>
                  <a:lnTo>
                    <a:pt x="2421057" y="688243"/>
                  </a:lnTo>
                  <a:lnTo>
                    <a:pt x="2428943" y="699731"/>
                  </a:lnTo>
                  <a:lnTo>
                    <a:pt x="2436829" y="710627"/>
                  </a:lnTo>
                  <a:lnTo>
                    <a:pt x="2444715" y="721095"/>
                  </a:lnTo>
                  <a:lnTo>
                    <a:pt x="2452602" y="731134"/>
                  </a:lnTo>
                  <a:lnTo>
                    <a:pt x="2460488" y="740743"/>
                  </a:lnTo>
                  <a:lnTo>
                    <a:pt x="2468374" y="749798"/>
                  </a:lnTo>
                  <a:lnTo>
                    <a:pt x="2476260" y="758372"/>
                  </a:lnTo>
                  <a:lnTo>
                    <a:pt x="2484146" y="766527"/>
                  </a:lnTo>
                  <a:lnTo>
                    <a:pt x="2492032" y="774264"/>
                  </a:lnTo>
                  <a:lnTo>
                    <a:pt x="2499919" y="781536"/>
                  </a:lnTo>
                  <a:lnTo>
                    <a:pt x="2507805" y="788295"/>
                  </a:lnTo>
                  <a:lnTo>
                    <a:pt x="2515691" y="794665"/>
                  </a:lnTo>
                  <a:lnTo>
                    <a:pt x="2523577" y="800656"/>
                  </a:lnTo>
                  <a:lnTo>
                    <a:pt x="2531463" y="806275"/>
                  </a:lnTo>
                  <a:lnTo>
                    <a:pt x="2539350" y="811396"/>
                  </a:lnTo>
                  <a:lnTo>
                    <a:pt x="2547236" y="816173"/>
                  </a:lnTo>
                  <a:lnTo>
                    <a:pt x="2555122" y="820623"/>
                  </a:lnTo>
                  <a:lnTo>
                    <a:pt x="2563008" y="824758"/>
                  </a:lnTo>
                  <a:lnTo>
                    <a:pt x="2570894" y="828519"/>
                  </a:lnTo>
                  <a:lnTo>
                    <a:pt x="2578780" y="831951"/>
                  </a:lnTo>
                  <a:lnTo>
                    <a:pt x="2586667" y="835118"/>
                  </a:lnTo>
                  <a:lnTo>
                    <a:pt x="2594553" y="838032"/>
                  </a:lnTo>
                  <a:lnTo>
                    <a:pt x="2602439" y="840684"/>
                  </a:lnTo>
                  <a:lnTo>
                    <a:pt x="2610325" y="843044"/>
                  </a:lnTo>
                  <a:lnTo>
                    <a:pt x="2618211" y="845201"/>
                  </a:lnTo>
                  <a:lnTo>
                    <a:pt x="2626098" y="847166"/>
                  </a:lnTo>
                  <a:lnTo>
                    <a:pt x="2633984" y="848951"/>
                  </a:lnTo>
                  <a:lnTo>
                    <a:pt x="2641870" y="850512"/>
                  </a:lnTo>
                  <a:lnTo>
                    <a:pt x="2649756" y="851916"/>
                  </a:lnTo>
                  <a:lnTo>
                    <a:pt x="2657642" y="853184"/>
                  </a:lnTo>
                  <a:lnTo>
                    <a:pt x="2665528" y="854323"/>
                  </a:lnTo>
                  <a:lnTo>
                    <a:pt x="2673415" y="855322"/>
                  </a:lnTo>
                  <a:lnTo>
                    <a:pt x="2681301" y="856195"/>
                  </a:lnTo>
                  <a:lnTo>
                    <a:pt x="2689187" y="856976"/>
                  </a:lnTo>
                  <a:lnTo>
                    <a:pt x="2697073" y="857671"/>
                  </a:lnTo>
                  <a:lnTo>
                    <a:pt x="2704959" y="858283"/>
                  </a:lnTo>
                  <a:lnTo>
                    <a:pt x="2712846" y="858802"/>
                  </a:lnTo>
                  <a:lnTo>
                    <a:pt x="2720732" y="859261"/>
                  </a:lnTo>
                  <a:lnTo>
                    <a:pt x="2728618" y="859666"/>
                  </a:lnTo>
                  <a:lnTo>
                    <a:pt x="2736504" y="860021"/>
                  </a:lnTo>
                  <a:lnTo>
                    <a:pt x="2744390" y="860320"/>
                  </a:lnTo>
                  <a:lnTo>
                    <a:pt x="2752276" y="860578"/>
                  </a:lnTo>
                  <a:lnTo>
                    <a:pt x="2760163" y="860803"/>
                  </a:lnTo>
                  <a:lnTo>
                    <a:pt x="2768049" y="860999"/>
                  </a:lnTo>
                  <a:lnTo>
                    <a:pt x="2775935" y="861164"/>
                  </a:lnTo>
                  <a:lnTo>
                    <a:pt x="2783821" y="861303"/>
                  </a:lnTo>
                  <a:lnTo>
                    <a:pt x="2791707" y="861422"/>
                  </a:lnTo>
                  <a:lnTo>
                    <a:pt x="2799593" y="861525"/>
                  </a:lnTo>
                  <a:lnTo>
                    <a:pt x="2807480" y="861613"/>
                  </a:lnTo>
                  <a:lnTo>
                    <a:pt x="2815366" y="861684"/>
                  </a:lnTo>
                  <a:lnTo>
                    <a:pt x="2823252" y="861744"/>
                  </a:lnTo>
                  <a:lnTo>
                    <a:pt x="2831138" y="861796"/>
                  </a:lnTo>
                  <a:lnTo>
                    <a:pt x="2839024" y="861840"/>
                  </a:lnTo>
                  <a:lnTo>
                    <a:pt x="2846911" y="861875"/>
                  </a:lnTo>
                  <a:lnTo>
                    <a:pt x="2854797" y="861905"/>
                  </a:lnTo>
                  <a:lnTo>
                    <a:pt x="2862683" y="861929"/>
                  </a:lnTo>
                  <a:lnTo>
                    <a:pt x="2870569" y="861950"/>
                  </a:lnTo>
                  <a:lnTo>
                    <a:pt x="2878455" y="861967"/>
                  </a:lnTo>
                  <a:lnTo>
                    <a:pt x="2886341" y="861981"/>
                  </a:lnTo>
                  <a:lnTo>
                    <a:pt x="2894228" y="861992"/>
                  </a:lnTo>
                  <a:lnTo>
                    <a:pt x="2902114" y="862002"/>
                  </a:lnTo>
                  <a:lnTo>
                    <a:pt x="2910000" y="862009"/>
                  </a:lnTo>
                  <a:lnTo>
                    <a:pt x="2917886" y="862015"/>
                  </a:lnTo>
                  <a:lnTo>
                    <a:pt x="2925772" y="862020"/>
                  </a:lnTo>
                  <a:lnTo>
                    <a:pt x="2933659" y="862024"/>
                  </a:lnTo>
                  <a:lnTo>
                    <a:pt x="2941545" y="862028"/>
                  </a:lnTo>
                  <a:lnTo>
                    <a:pt x="2949431" y="862030"/>
                  </a:lnTo>
                  <a:lnTo>
                    <a:pt x="2957317" y="862032"/>
                  </a:lnTo>
                  <a:lnTo>
                    <a:pt x="2965203" y="862034"/>
                  </a:lnTo>
                  <a:lnTo>
                    <a:pt x="2973089" y="862035"/>
                  </a:lnTo>
                  <a:lnTo>
                    <a:pt x="2980976" y="862036"/>
                  </a:lnTo>
                  <a:lnTo>
                    <a:pt x="2988862" y="862037"/>
                  </a:lnTo>
                  <a:lnTo>
                    <a:pt x="2996748" y="862038"/>
                  </a:lnTo>
                  <a:lnTo>
                    <a:pt x="3004634" y="862038"/>
                  </a:lnTo>
                  <a:lnTo>
                    <a:pt x="3012520" y="862039"/>
                  </a:lnTo>
                  <a:lnTo>
                    <a:pt x="3020407" y="862039"/>
                  </a:lnTo>
                  <a:lnTo>
                    <a:pt x="3028293" y="862039"/>
                  </a:lnTo>
                  <a:lnTo>
                    <a:pt x="3036179" y="862040"/>
                  </a:lnTo>
                  <a:lnTo>
                    <a:pt x="3044065" y="862040"/>
                  </a:lnTo>
                  <a:lnTo>
                    <a:pt x="3051951" y="862040"/>
                  </a:lnTo>
                  <a:lnTo>
                    <a:pt x="3059837" y="862040"/>
                  </a:lnTo>
                  <a:lnTo>
                    <a:pt x="3067724" y="862040"/>
                  </a:lnTo>
                  <a:lnTo>
                    <a:pt x="3075610" y="862040"/>
                  </a:lnTo>
                  <a:lnTo>
                    <a:pt x="3083496" y="862040"/>
                  </a:lnTo>
                  <a:lnTo>
                    <a:pt x="3091382" y="862040"/>
                  </a:lnTo>
                  <a:lnTo>
                    <a:pt x="3099268" y="862040"/>
                  </a:lnTo>
                  <a:lnTo>
                    <a:pt x="3107155" y="862040"/>
                  </a:lnTo>
                  <a:lnTo>
                    <a:pt x="3115041" y="862040"/>
                  </a:lnTo>
                  <a:lnTo>
                    <a:pt x="3122927" y="862040"/>
                  </a:lnTo>
                  <a:lnTo>
                    <a:pt x="3130813" y="862040"/>
                  </a:lnTo>
                  <a:lnTo>
                    <a:pt x="3138699" y="862040"/>
                  </a:lnTo>
                  <a:lnTo>
                    <a:pt x="3146585" y="862040"/>
                  </a:lnTo>
                  <a:lnTo>
                    <a:pt x="3154472" y="862040"/>
                  </a:lnTo>
                  <a:lnTo>
                    <a:pt x="3162358" y="862040"/>
                  </a:lnTo>
                  <a:lnTo>
                    <a:pt x="3170244" y="862040"/>
                  </a:lnTo>
                  <a:lnTo>
                    <a:pt x="3178130" y="862040"/>
                  </a:lnTo>
                  <a:lnTo>
                    <a:pt x="3186016" y="862040"/>
                  </a:lnTo>
                  <a:lnTo>
                    <a:pt x="3193903" y="862040"/>
                  </a:lnTo>
                  <a:lnTo>
                    <a:pt x="3201789" y="862040"/>
                  </a:lnTo>
                  <a:lnTo>
                    <a:pt x="3209675" y="862040"/>
                  </a:lnTo>
                  <a:lnTo>
                    <a:pt x="3217561" y="862040"/>
                  </a:lnTo>
                  <a:lnTo>
                    <a:pt x="3225447" y="862040"/>
                  </a:lnTo>
                  <a:lnTo>
                    <a:pt x="3233333" y="862040"/>
                  </a:lnTo>
                  <a:lnTo>
                    <a:pt x="3241220" y="862040"/>
                  </a:lnTo>
                  <a:lnTo>
                    <a:pt x="3249106" y="862040"/>
                  </a:lnTo>
                  <a:lnTo>
                    <a:pt x="3256992" y="862040"/>
                  </a:lnTo>
                  <a:lnTo>
                    <a:pt x="3264878" y="862040"/>
                  </a:lnTo>
                  <a:lnTo>
                    <a:pt x="3272764" y="862040"/>
                  </a:lnTo>
                  <a:lnTo>
                    <a:pt x="3280650" y="862040"/>
                  </a:lnTo>
                  <a:lnTo>
                    <a:pt x="3288537" y="862040"/>
                  </a:lnTo>
                  <a:lnTo>
                    <a:pt x="3296423" y="862040"/>
                  </a:lnTo>
                  <a:lnTo>
                    <a:pt x="3304309" y="862040"/>
                  </a:lnTo>
                  <a:lnTo>
                    <a:pt x="3312195" y="862040"/>
                  </a:lnTo>
                  <a:lnTo>
                    <a:pt x="3320081" y="862040"/>
                  </a:lnTo>
                  <a:lnTo>
                    <a:pt x="3327968" y="862040"/>
                  </a:lnTo>
                  <a:lnTo>
                    <a:pt x="3335854" y="862040"/>
                  </a:lnTo>
                  <a:lnTo>
                    <a:pt x="3343740" y="862040"/>
                  </a:lnTo>
                  <a:lnTo>
                    <a:pt x="3351626" y="862040"/>
                  </a:lnTo>
                  <a:lnTo>
                    <a:pt x="3359512" y="862040"/>
                  </a:lnTo>
                  <a:lnTo>
                    <a:pt x="3367398" y="862040"/>
                  </a:lnTo>
                  <a:lnTo>
                    <a:pt x="3375285" y="862040"/>
                  </a:lnTo>
                  <a:lnTo>
                    <a:pt x="3383171" y="862040"/>
                  </a:lnTo>
                  <a:lnTo>
                    <a:pt x="3391057" y="862040"/>
                  </a:lnTo>
                  <a:lnTo>
                    <a:pt x="3398943" y="862040"/>
                  </a:lnTo>
                  <a:lnTo>
                    <a:pt x="3406829" y="862040"/>
                  </a:lnTo>
                  <a:lnTo>
                    <a:pt x="3414716" y="862040"/>
                  </a:lnTo>
                  <a:lnTo>
                    <a:pt x="3422602" y="862040"/>
                  </a:lnTo>
                  <a:lnTo>
                    <a:pt x="3430488" y="862040"/>
                  </a:lnTo>
                  <a:lnTo>
                    <a:pt x="3438374" y="862040"/>
                  </a:lnTo>
                  <a:lnTo>
                    <a:pt x="3446260" y="862040"/>
                  </a:lnTo>
                  <a:lnTo>
                    <a:pt x="3454146" y="862040"/>
                  </a:lnTo>
                  <a:lnTo>
                    <a:pt x="3462033" y="862040"/>
                  </a:lnTo>
                  <a:lnTo>
                    <a:pt x="3469919" y="862040"/>
                  </a:lnTo>
                  <a:lnTo>
                    <a:pt x="3477805" y="862040"/>
                  </a:lnTo>
                  <a:lnTo>
                    <a:pt x="3485691" y="862040"/>
                  </a:lnTo>
                  <a:lnTo>
                    <a:pt x="3493577" y="862040"/>
                  </a:lnTo>
                  <a:lnTo>
                    <a:pt x="3501464" y="862040"/>
                  </a:lnTo>
                  <a:lnTo>
                    <a:pt x="3509350" y="862040"/>
                  </a:lnTo>
                  <a:lnTo>
                    <a:pt x="3517236" y="862040"/>
                  </a:lnTo>
                  <a:lnTo>
                    <a:pt x="3525122" y="862040"/>
                  </a:lnTo>
                  <a:lnTo>
                    <a:pt x="3533008" y="862040"/>
                  </a:lnTo>
                  <a:lnTo>
                    <a:pt x="3540894" y="862040"/>
                  </a:lnTo>
                  <a:lnTo>
                    <a:pt x="3548781" y="862040"/>
                  </a:lnTo>
                  <a:lnTo>
                    <a:pt x="3556667" y="862040"/>
                  </a:lnTo>
                  <a:lnTo>
                    <a:pt x="3564553" y="862040"/>
                  </a:lnTo>
                  <a:lnTo>
                    <a:pt x="3572439" y="862040"/>
                  </a:lnTo>
                  <a:lnTo>
                    <a:pt x="3580325" y="862040"/>
                  </a:lnTo>
                  <a:lnTo>
                    <a:pt x="3588212" y="862040"/>
                  </a:lnTo>
                  <a:lnTo>
                    <a:pt x="3596098" y="862040"/>
                  </a:lnTo>
                  <a:lnTo>
                    <a:pt x="3603984" y="862040"/>
                  </a:lnTo>
                  <a:lnTo>
                    <a:pt x="3611870" y="862040"/>
                  </a:lnTo>
                  <a:lnTo>
                    <a:pt x="3619756" y="862040"/>
                  </a:lnTo>
                  <a:lnTo>
                    <a:pt x="3627642" y="862040"/>
                  </a:lnTo>
                  <a:lnTo>
                    <a:pt x="3635529" y="862040"/>
                  </a:lnTo>
                  <a:lnTo>
                    <a:pt x="3643415" y="862040"/>
                  </a:lnTo>
                  <a:lnTo>
                    <a:pt x="3651301" y="862040"/>
                  </a:lnTo>
                  <a:lnTo>
                    <a:pt x="3659187" y="862040"/>
                  </a:lnTo>
                  <a:lnTo>
                    <a:pt x="3667073" y="862040"/>
                  </a:lnTo>
                  <a:lnTo>
                    <a:pt x="3674959" y="862040"/>
                  </a:lnTo>
                  <a:lnTo>
                    <a:pt x="3682846" y="862040"/>
                  </a:lnTo>
                  <a:lnTo>
                    <a:pt x="3690732" y="862040"/>
                  </a:lnTo>
                  <a:lnTo>
                    <a:pt x="3698618" y="862040"/>
                  </a:lnTo>
                  <a:lnTo>
                    <a:pt x="3706504" y="862040"/>
                  </a:lnTo>
                  <a:lnTo>
                    <a:pt x="3714390" y="862040"/>
                  </a:lnTo>
                  <a:lnTo>
                    <a:pt x="3722277" y="862040"/>
                  </a:lnTo>
                  <a:lnTo>
                    <a:pt x="3730163" y="862040"/>
                  </a:lnTo>
                  <a:lnTo>
                    <a:pt x="3738049" y="862040"/>
                  </a:lnTo>
                  <a:lnTo>
                    <a:pt x="3745935" y="862040"/>
                  </a:lnTo>
                  <a:lnTo>
                    <a:pt x="3753821" y="862040"/>
                  </a:lnTo>
                  <a:lnTo>
                    <a:pt x="3761707" y="862040"/>
                  </a:lnTo>
                  <a:lnTo>
                    <a:pt x="3769594" y="862040"/>
                  </a:lnTo>
                  <a:lnTo>
                    <a:pt x="3777480" y="862040"/>
                  </a:lnTo>
                  <a:lnTo>
                    <a:pt x="3785366" y="862040"/>
                  </a:lnTo>
                  <a:lnTo>
                    <a:pt x="3793252" y="862040"/>
                  </a:lnTo>
                  <a:lnTo>
                    <a:pt x="3801138" y="862040"/>
                  </a:lnTo>
                  <a:lnTo>
                    <a:pt x="3809025" y="862040"/>
                  </a:lnTo>
                  <a:lnTo>
                    <a:pt x="3816911" y="862040"/>
                  </a:lnTo>
                  <a:lnTo>
                    <a:pt x="3824797" y="862040"/>
                  </a:lnTo>
                  <a:lnTo>
                    <a:pt x="3832683" y="862040"/>
                  </a:lnTo>
                  <a:lnTo>
                    <a:pt x="3840569" y="862040"/>
                  </a:lnTo>
                  <a:lnTo>
                    <a:pt x="3848455" y="862040"/>
                  </a:lnTo>
                  <a:lnTo>
                    <a:pt x="3856342" y="862040"/>
                  </a:lnTo>
                  <a:lnTo>
                    <a:pt x="3864228" y="862040"/>
                  </a:lnTo>
                  <a:lnTo>
                    <a:pt x="3872114" y="862040"/>
                  </a:lnTo>
                  <a:lnTo>
                    <a:pt x="3880000" y="862040"/>
                  </a:lnTo>
                  <a:lnTo>
                    <a:pt x="3887886" y="862040"/>
                  </a:lnTo>
                  <a:lnTo>
                    <a:pt x="3895773" y="862040"/>
                  </a:lnTo>
                  <a:lnTo>
                    <a:pt x="3903659" y="862040"/>
                  </a:lnTo>
                  <a:lnTo>
                    <a:pt x="3911545" y="862040"/>
                  </a:lnTo>
                  <a:lnTo>
                    <a:pt x="3919431" y="862040"/>
                  </a:lnTo>
                  <a:lnTo>
                    <a:pt x="3927317" y="862040"/>
                  </a:lnTo>
                  <a:lnTo>
                    <a:pt x="3935203" y="862040"/>
                  </a:lnTo>
                  <a:lnTo>
                    <a:pt x="3943090" y="862040"/>
                  </a:lnTo>
                  <a:lnTo>
                    <a:pt x="3950976" y="862040"/>
                  </a:lnTo>
                  <a:lnTo>
                    <a:pt x="3958862" y="862040"/>
                  </a:lnTo>
                  <a:lnTo>
                    <a:pt x="3966748" y="862040"/>
                  </a:lnTo>
                  <a:lnTo>
                    <a:pt x="3974634" y="862040"/>
                  </a:lnTo>
                  <a:lnTo>
                    <a:pt x="3982521" y="862040"/>
                  </a:lnTo>
                  <a:lnTo>
                    <a:pt x="3990407" y="862040"/>
                  </a:lnTo>
                  <a:lnTo>
                    <a:pt x="3998293" y="862040"/>
                  </a:lnTo>
                  <a:lnTo>
                    <a:pt x="4006179" y="862040"/>
                  </a:lnTo>
                  <a:lnTo>
                    <a:pt x="4014065" y="862040"/>
                  </a:lnTo>
                  <a:lnTo>
                    <a:pt x="4021951" y="862040"/>
                  </a:lnTo>
                  <a:lnTo>
                    <a:pt x="4029838" y="86204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7814880" y="4702886"/>
              <a:ext cx="4029838" cy="91845"/>
            </a:xfrm>
            <a:custGeom>
              <a:avLst/>
              <a:pathLst>
                <a:path w="4029838" h="91845">
                  <a:moveTo>
                    <a:pt x="0" y="91845"/>
                  </a:moveTo>
                  <a:lnTo>
                    <a:pt x="7886" y="91845"/>
                  </a:lnTo>
                  <a:lnTo>
                    <a:pt x="15772" y="91845"/>
                  </a:lnTo>
                  <a:lnTo>
                    <a:pt x="23658" y="91845"/>
                  </a:lnTo>
                  <a:lnTo>
                    <a:pt x="31544" y="91845"/>
                  </a:lnTo>
                  <a:lnTo>
                    <a:pt x="39430" y="91845"/>
                  </a:lnTo>
                  <a:lnTo>
                    <a:pt x="47317" y="91845"/>
                  </a:lnTo>
                  <a:lnTo>
                    <a:pt x="55203" y="91845"/>
                  </a:lnTo>
                  <a:lnTo>
                    <a:pt x="63089" y="91845"/>
                  </a:lnTo>
                  <a:lnTo>
                    <a:pt x="70975" y="91845"/>
                  </a:lnTo>
                  <a:lnTo>
                    <a:pt x="78861" y="91845"/>
                  </a:lnTo>
                  <a:lnTo>
                    <a:pt x="86747" y="91845"/>
                  </a:lnTo>
                  <a:lnTo>
                    <a:pt x="94634" y="91845"/>
                  </a:lnTo>
                  <a:lnTo>
                    <a:pt x="102520" y="91845"/>
                  </a:lnTo>
                  <a:lnTo>
                    <a:pt x="110406" y="91845"/>
                  </a:lnTo>
                  <a:lnTo>
                    <a:pt x="118292" y="91845"/>
                  </a:lnTo>
                  <a:lnTo>
                    <a:pt x="126178" y="91845"/>
                  </a:lnTo>
                  <a:lnTo>
                    <a:pt x="134065" y="91845"/>
                  </a:lnTo>
                  <a:lnTo>
                    <a:pt x="141951" y="91845"/>
                  </a:lnTo>
                  <a:lnTo>
                    <a:pt x="149837" y="91845"/>
                  </a:lnTo>
                  <a:lnTo>
                    <a:pt x="157723" y="91845"/>
                  </a:lnTo>
                  <a:lnTo>
                    <a:pt x="165609" y="91845"/>
                  </a:lnTo>
                  <a:lnTo>
                    <a:pt x="173495" y="91845"/>
                  </a:lnTo>
                  <a:lnTo>
                    <a:pt x="181382" y="91845"/>
                  </a:lnTo>
                  <a:lnTo>
                    <a:pt x="189268" y="91845"/>
                  </a:lnTo>
                  <a:lnTo>
                    <a:pt x="197154" y="91845"/>
                  </a:lnTo>
                  <a:lnTo>
                    <a:pt x="205040" y="91845"/>
                  </a:lnTo>
                  <a:lnTo>
                    <a:pt x="212926" y="91845"/>
                  </a:lnTo>
                  <a:lnTo>
                    <a:pt x="220813" y="91845"/>
                  </a:lnTo>
                  <a:lnTo>
                    <a:pt x="228699" y="91845"/>
                  </a:lnTo>
                  <a:lnTo>
                    <a:pt x="236585" y="91845"/>
                  </a:lnTo>
                  <a:lnTo>
                    <a:pt x="244471" y="91845"/>
                  </a:lnTo>
                  <a:lnTo>
                    <a:pt x="252357" y="91845"/>
                  </a:lnTo>
                  <a:lnTo>
                    <a:pt x="260243" y="91845"/>
                  </a:lnTo>
                  <a:lnTo>
                    <a:pt x="268130" y="91845"/>
                  </a:lnTo>
                  <a:lnTo>
                    <a:pt x="276016" y="91845"/>
                  </a:lnTo>
                  <a:lnTo>
                    <a:pt x="283902" y="91845"/>
                  </a:lnTo>
                  <a:lnTo>
                    <a:pt x="291788" y="91845"/>
                  </a:lnTo>
                  <a:lnTo>
                    <a:pt x="299674" y="91845"/>
                  </a:lnTo>
                  <a:lnTo>
                    <a:pt x="307561" y="91845"/>
                  </a:lnTo>
                  <a:lnTo>
                    <a:pt x="315447" y="91845"/>
                  </a:lnTo>
                  <a:lnTo>
                    <a:pt x="323333" y="91845"/>
                  </a:lnTo>
                  <a:lnTo>
                    <a:pt x="331219" y="91845"/>
                  </a:lnTo>
                  <a:lnTo>
                    <a:pt x="339105" y="91845"/>
                  </a:lnTo>
                  <a:lnTo>
                    <a:pt x="346991" y="91845"/>
                  </a:lnTo>
                  <a:lnTo>
                    <a:pt x="354878" y="91845"/>
                  </a:lnTo>
                  <a:lnTo>
                    <a:pt x="362764" y="91845"/>
                  </a:lnTo>
                  <a:lnTo>
                    <a:pt x="370650" y="91845"/>
                  </a:lnTo>
                  <a:lnTo>
                    <a:pt x="378536" y="91845"/>
                  </a:lnTo>
                  <a:lnTo>
                    <a:pt x="386422" y="91845"/>
                  </a:lnTo>
                  <a:lnTo>
                    <a:pt x="394309" y="91845"/>
                  </a:lnTo>
                  <a:lnTo>
                    <a:pt x="402195" y="91845"/>
                  </a:lnTo>
                  <a:lnTo>
                    <a:pt x="410081" y="91845"/>
                  </a:lnTo>
                  <a:lnTo>
                    <a:pt x="417967" y="91845"/>
                  </a:lnTo>
                  <a:lnTo>
                    <a:pt x="425853" y="91845"/>
                  </a:lnTo>
                  <a:lnTo>
                    <a:pt x="433739" y="91845"/>
                  </a:lnTo>
                  <a:lnTo>
                    <a:pt x="441626" y="91845"/>
                  </a:lnTo>
                  <a:lnTo>
                    <a:pt x="449512" y="91845"/>
                  </a:lnTo>
                  <a:lnTo>
                    <a:pt x="457398" y="91845"/>
                  </a:lnTo>
                  <a:lnTo>
                    <a:pt x="465284" y="91845"/>
                  </a:lnTo>
                  <a:lnTo>
                    <a:pt x="473170" y="91845"/>
                  </a:lnTo>
                  <a:lnTo>
                    <a:pt x="481056" y="91845"/>
                  </a:lnTo>
                  <a:lnTo>
                    <a:pt x="488943" y="91845"/>
                  </a:lnTo>
                  <a:lnTo>
                    <a:pt x="496829" y="91845"/>
                  </a:lnTo>
                  <a:lnTo>
                    <a:pt x="504715" y="91845"/>
                  </a:lnTo>
                  <a:lnTo>
                    <a:pt x="512601" y="91845"/>
                  </a:lnTo>
                  <a:lnTo>
                    <a:pt x="520487" y="91845"/>
                  </a:lnTo>
                  <a:lnTo>
                    <a:pt x="528374" y="91845"/>
                  </a:lnTo>
                  <a:lnTo>
                    <a:pt x="536260" y="91844"/>
                  </a:lnTo>
                  <a:lnTo>
                    <a:pt x="544146" y="91844"/>
                  </a:lnTo>
                  <a:lnTo>
                    <a:pt x="552032" y="91844"/>
                  </a:lnTo>
                  <a:lnTo>
                    <a:pt x="559918" y="91844"/>
                  </a:lnTo>
                  <a:lnTo>
                    <a:pt x="567804" y="91844"/>
                  </a:lnTo>
                  <a:lnTo>
                    <a:pt x="575691" y="91844"/>
                  </a:lnTo>
                  <a:lnTo>
                    <a:pt x="583577" y="91844"/>
                  </a:lnTo>
                  <a:lnTo>
                    <a:pt x="591463" y="91844"/>
                  </a:lnTo>
                  <a:lnTo>
                    <a:pt x="599349" y="91844"/>
                  </a:lnTo>
                  <a:lnTo>
                    <a:pt x="607235" y="91844"/>
                  </a:lnTo>
                  <a:lnTo>
                    <a:pt x="615122" y="91844"/>
                  </a:lnTo>
                  <a:lnTo>
                    <a:pt x="623008" y="91843"/>
                  </a:lnTo>
                  <a:lnTo>
                    <a:pt x="630894" y="91843"/>
                  </a:lnTo>
                  <a:lnTo>
                    <a:pt x="638780" y="91843"/>
                  </a:lnTo>
                  <a:lnTo>
                    <a:pt x="646666" y="91843"/>
                  </a:lnTo>
                  <a:lnTo>
                    <a:pt x="654552" y="91843"/>
                  </a:lnTo>
                  <a:lnTo>
                    <a:pt x="662439" y="91842"/>
                  </a:lnTo>
                  <a:lnTo>
                    <a:pt x="670325" y="91842"/>
                  </a:lnTo>
                  <a:lnTo>
                    <a:pt x="678211" y="91842"/>
                  </a:lnTo>
                  <a:lnTo>
                    <a:pt x="686097" y="91842"/>
                  </a:lnTo>
                  <a:lnTo>
                    <a:pt x="693983" y="91841"/>
                  </a:lnTo>
                  <a:lnTo>
                    <a:pt x="701870" y="91841"/>
                  </a:lnTo>
                  <a:lnTo>
                    <a:pt x="709756" y="91841"/>
                  </a:lnTo>
                  <a:lnTo>
                    <a:pt x="717642" y="91840"/>
                  </a:lnTo>
                  <a:lnTo>
                    <a:pt x="725528" y="91840"/>
                  </a:lnTo>
                  <a:lnTo>
                    <a:pt x="733414" y="91840"/>
                  </a:lnTo>
                  <a:lnTo>
                    <a:pt x="741300" y="91839"/>
                  </a:lnTo>
                  <a:lnTo>
                    <a:pt x="749187" y="91839"/>
                  </a:lnTo>
                  <a:lnTo>
                    <a:pt x="757073" y="91838"/>
                  </a:lnTo>
                  <a:lnTo>
                    <a:pt x="764959" y="91838"/>
                  </a:lnTo>
                  <a:lnTo>
                    <a:pt x="772845" y="91837"/>
                  </a:lnTo>
                  <a:lnTo>
                    <a:pt x="780731" y="91837"/>
                  </a:lnTo>
                  <a:lnTo>
                    <a:pt x="788618" y="91836"/>
                  </a:lnTo>
                  <a:lnTo>
                    <a:pt x="796504" y="91835"/>
                  </a:lnTo>
                  <a:lnTo>
                    <a:pt x="804390" y="91834"/>
                  </a:lnTo>
                  <a:lnTo>
                    <a:pt x="812276" y="91834"/>
                  </a:lnTo>
                  <a:lnTo>
                    <a:pt x="820162" y="91833"/>
                  </a:lnTo>
                  <a:lnTo>
                    <a:pt x="828048" y="91832"/>
                  </a:lnTo>
                  <a:lnTo>
                    <a:pt x="835935" y="91831"/>
                  </a:lnTo>
                  <a:lnTo>
                    <a:pt x="843821" y="91830"/>
                  </a:lnTo>
                  <a:lnTo>
                    <a:pt x="851707" y="91829"/>
                  </a:lnTo>
                  <a:lnTo>
                    <a:pt x="859593" y="91828"/>
                  </a:lnTo>
                  <a:lnTo>
                    <a:pt x="867479" y="91826"/>
                  </a:lnTo>
                  <a:lnTo>
                    <a:pt x="875366" y="91825"/>
                  </a:lnTo>
                  <a:lnTo>
                    <a:pt x="883252" y="91823"/>
                  </a:lnTo>
                  <a:lnTo>
                    <a:pt x="891138" y="91822"/>
                  </a:lnTo>
                  <a:lnTo>
                    <a:pt x="899024" y="91820"/>
                  </a:lnTo>
                  <a:lnTo>
                    <a:pt x="906910" y="91818"/>
                  </a:lnTo>
                  <a:lnTo>
                    <a:pt x="914796" y="91816"/>
                  </a:lnTo>
                  <a:lnTo>
                    <a:pt x="922683" y="91814"/>
                  </a:lnTo>
                  <a:lnTo>
                    <a:pt x="930569" y="91812"/>
                  </a:lnTo>
                  <a:lnTo>
                    <a:pt x="938455" y="91810"/>
                  </a:lnTo>
                  <a:lnTo>
                    <a:pt x="946341" y="91808"/>
                  </a:lnTo>
                  <a:lnTo>
                    <a:pt x="954227" y="91805"/>
                  </a:lnTo>
                  <a:lnTo>
                    <a:pt x="962113" y="91802"/>
                  </a:lnTo>
                  <a:lnTo>
                    <a:pt x="970000" y="91799"/>
                  </a:lnTo>
                  <a:lnTo>
                    <a:pt x="977886" y="91796"/>
                  </a:lnTo>
                  <a:lnTo>
                    <a:pt x="985772" y="91793"/>
                  </a:lnTo>
                  <a:lnTo>
                    <a:pt x="993658" y="91789"/>
                  </a:lnTo>
                  <a:lnTo>
                    <a:pt x="1001544" y="91786"/>
                  </a:lnTo>
                  <a:lnTo>
                    <a:pt x="1009431" y="91781"/>
                  </a:lnTo>
                  <a:lnTo>
                    <a:pt x="1017317" y="91777"/>
                  </a:lnTo>
                  <a:lnTo>
                    <a:pt x="1025203" y="91773"/>
                  </a:lnTo>
                  <a:lnTo>
                    <a:pt x="1033089" y="91768"/>
                  </a:lnTo>
                  <a:lnTo>
                    <a:pt x="1040975" y="91763"/>
                  </a:lnTo>
                  <a:lnTo>
                    <a:pt x="1048861" y="91758"/>
                  </a:lnTo>
                  <a:lnTo>
                    <a:pt x="1056748" y="91752"/>
                  </a:lnTo>
                  <a:lnTo>
                    <a:pt x="1064634" y="91746"/>
                  </a:lnTo>
                  <a:lnTo>
                    <a:pt x="1072520" y="91740"/>
                  </a:lnTo>
                  <a:lnTo>
                    <a:pt x="1080406" y="91733"/>
                  </a:lnTo>
                  <a:lnTo>
                    <a:pt x="1088292" y="91726"/>
                  </a:lnTo>
                  <a:lnTo>
                    <a:pt x="1096179" y="91718"/>
                  </a:lnTo>
                  <a:lnTo>
                    <a:pt x="1104065" y="91710"/>
                  </a:lnTo>
                  <a:lnTo>
                    <a:pt x="1111951" y="91702"/>
                  </a:lnTo>
                  <a:lnTo>
                    <a:pt x="1119837" y="91693"/>
                  </a:lnTo>
                  <a:lnTo>
                    <a:pt x="1127723" y="91683"/>
                  </a:lnTo>
                  <a:lnTo>
                    <a:pt x="1135609" y="91673"/>
                  </a:lnTo>
                  <a:lnTo>
                    <a:pt x="1143496" y="91663"/>
                  </a:lnTo>
                  <a:lnTo>
                    <a:pt x="1151382" y="91652"/>
                  </a:lnTo>
                  <a:lnTo>
                    <a:pt x="1159268" y="91640"/>
                  </a:lnTo>
                  <a:lnTo>
                    <a:pt x="1167154" y="91627"/>
                  </a:lnTo>
                  <a:lnTo>
                    <a:pt x="1175040" y="91614"/>
                  </a:lnTo>
                  <a:lnTo>
                    <a:pt x="1182927" y="91601"/>
                  </a:lnTo>
                  <a:lnTo>
                    <a:pt x="1190813" y="91586"/>
                  </a:lnTo>
                  <a:lnTo>
                    <a:pt x="1198699" y="91571"/>
                  </a:lnTo>
                  <a:lnTo>
                    <a:pt x="1206585" y="91555"/>
                  </a:lnTo>
                  <a:lnTo>
                    <a:pt x="1214471" y="91538"/>
                  </a:lnTo>
                  <a:lnTo>
                    <a:pt x="1222357" y="91520"/>
                  </a:lnTo>
                  <a:lnTo>
                    <a:pt x="1230244" y="91501"/>
                  </a:lnTo>
                  <a:lnTo>
                    <a:pt x="1238130" y="91481"/>
                  </a:lnTo>
                  <a:lnTo>
                    <a:pt x="1246016" y="91460"/>
                  </a:lnTo>
                  <a:lnTo>
                    <a:pt x="1253902" y="91439"/>
                  </a:lnTo>
                  <a:lnTo>
                    <a:pt x="1261788" y="91416"/>
                  </a:lnTo>
                  <a:lnTo>
                    <a:pt x="1269675" y="91392"/>
                  </a:lnTo>
                  <a:lnTo>
                    <a:pt x="1277561" y="91366"/>
                  </a:lnTo>
                  <a:lnTo>
                    <a:pt x="1285447" y="91340"/>
                  </a:lnTo>
                  <a:lnTo>
                    <a:pt x="1293333" y="91312"/>
                  </a:lnTo>
                  <a:lnTo>
                    <a:pt x="1301219" y="91282"/>
                  </a:lnTo>
                  <a:lnTo>
                    <a:pt x="1309105" y="91252"/>
                  </a:lnTo>
                  <a:lnTo>
                    <a:pt x="1316992" y="91219"/>
                  </a:lnTo>
                  <a:lnTo>
                    <a:pt x="1324878" y="91186"/>
                  </a:lnTo>
                  <a:lnTo>
                    <a:pt x="1332764" y="91150"/>
                  </a:lnTo>
                  <a:lnTo>
                    <a:pt x="1340650" y="91114"/>
                  </a:lnTo>
                  <a:lnTo>
                    <a:pt x="1348536" y="91074"/>
                  </a:lnTo>
                  <a:lnTo>
                    <a:pt x="1356423" y="91035"/>
                  </a:lnTo>
                  <a:lnTo>
                    <a:pt x="1364309" y="90991"/>
                  </a:lnTo>
                  <a:lnTo>
                    <a:pt x="1372195" y="90947"/>
                  </a:lnTo>
                  <a:lnTo>
                    <a:pt x="1380081" y="90901"/>
                  </a:lnTo>
                  <a:lnTo>
                    <a:pt x="1387967" y="90852"/>
                  </a:lnTo>
                  <a:lnTo>
                    <a:pt x="1395853" y="90801"/>
                  </a:lnTo>
                  <a:lnTo>
                    <a:pt x="1403740" y="90748"/>
                  </a:lnTo>
                  <a:lnTo>
                    <a:pt x="1411626" y="90693"/>
                  </a:lnTo>
                  <a:lnTo>
                    <a:pt x="1419512" y="90635"/>
                  </a:lnTo>
                  <a:lnTo>
                    <a:pt x="1427398" y="90575"/>
                  </a:lnTo>
                  <a:lnTo>
                    <a:pt x="1435284" y="90512"/>
                  </a:lnTo>
                  <a:lnTo>
                    <a:pt x="1443170" y="90447"/>
                  </a:lnTo>
                  <a:lnTo>
                    <a:pt x="1451057" y="90378"/>
                  </a:lnTo>
                  <a:lnTo>
                    <a:pt x="1458943" y="90308"/>
                  </a:lnTo>
                  <a:lnTo>
                    <a:pt x="1466829" y="90232"/>
                  </a:lnTo>
                  <a:lnTo>
                    <a:pt x="1474715" y="90156"/>
                  </a:lnTo>
                  <a:lnTo>
                    <a:pt x="1482601" y="90074"/>
                  </a:lnTo>
                  <a:lnTo>
                    <a:pt x="1490488" y="89991"/>
                  </a:lnTo>
                  <a:lnTo>
                    <a:pt x="1498374" y="89903"/>
                  </a:lnTo>
                  <a:lnTo>
                    <a:pt x="1506260" y="89813"/>
                  </a:lnTo>
                  <a:lnTo>
                    <a:pt x="1514146" y="89718"/>
                  </a:lnTo>
                  <a:lnTo>
                    <a:pt x="1522032" y="89620"/>
                  </a:lnTo>
                  <a:lnTo>
                    <a:pt x="1529918" y="89518"/>
                  </a:lnTo>
                  <a:lnTo>
                    <a:pt x="1537805" y="89412"/>
                  </a:lnTo>
                  <a:lnTo>
                    <a:pt x="1545691" y="89303"/>
                  </a:lnTo>
                  <a:lnTo>
                    <a:pt x="1553577" y="89188"/>
                  </a:lnTo>
                  <a:lnTo>
                    <a:pt x="1561463" y="89071"/>
                  </a:lnTo>
                  <a:lnTo>
                    <a:pt x="1569349" y="88946"/>
                  </a:lnTo>
                  <a:lnTo>
                    <a:pt x="1577236" y="88821"/>
                  </a:lnTo>
                  <a:lnTo>
                    <a:pt x="1585122" y="88687"/>
                  </a:lnTo>
                  <a:lnTo>
                    <a:pt x="1593008" y="88552"/>
                  </a:lnTo>
                  <a:lnTo>
                    <a:pt x="1600894" y="88408"/>
                  </a:lnTo>
                  <a:lnTo>
                    <a:pt x="1608780" y="88263"/>
                  </a:lnTo>
                  <a:lnTo>
                    <a:pt x="1616666" y="88109"/>
                  </a:lnTo>
                  <a:lnTo>
                    <a:pt x="1624553" y="87953"/>
                  </a:lnTo>
                  <a:lnTo>
                    <a:pt x="1632439" y="87789"/>
                  </a:lnTo>
                  <a:lnTo>
                    <a:pt x="1640325" y="87621"/>
                  </a:lnTo>
                  <a:lnTo>
                    <a:pt x="1648211" y="87447"/>
                  </a:lnTo>
                  <a:lnTo>
                    <a:pt x="1656097" y="87266"/>
                  </a:lnTo>
                  <a:lnTo>
                    <a:pt x="1663984" y="87081"/>
                  </a:lnTo>
                  <a:lnTo>
                    <a:pt x="1671870" y="86888"/>
                  </a:lnTo>
                  <a:lnTo>
                    <a:pt x="1679756" y="86691"/>
                  </a:lnTo>
                  <a:lnTo>
                    <a:pt x="1687642" y="86485"/>
                  </a:lnTo>
                  <a:lnTo>
                    <a:pt x="1695528" y="86276"/>
                  </a:lnTo>
                  <a:lnTo>
                    <a:pt x="1703414" y="86055"/>
                  </a:lnTo>
                  <a:lnTo>
                    <a:pt x="1711301" y="85834"/>
                  </a:lnTo>
                  <a:lnTo>
                    <a:pt x="1719187" y="85599"/>
                  </a:lnTo>
                  <a:lnTo>
                    <a:pt x="1727073" y="85363"/>
                  </a:lnTo>
                  <a:lnTo>
                    <a:pt x="1734959" y="85115"/>
                  </a:lnTo>
                  <a:lnTo>
                    <a:pt x="1742845" y="84863"/>
                  </a:lnTo>
                  <a:lnTo>
                    <a:pt x="1750732" y="84601"/>
                  </a:lnTo>
                  <a:lnTo>
                    <a:pt x="1758618" y="84334"/>
                  </a:lnTo>
                  <a:lnTo>
                    <a:pt x="1766504" y="84057"/>
                  </a:lnTo>
                  <a:lnTo>
                    <a:pt x="1774390" y="83774"/>
                  </a:lnTo>
                  <a:lnTo>
                    <a:pt x="1782276" y="83482"/>
                  </a:lnTo>
                  <a:lnTo>
                    <a:pt x="1790162" y="83182"/>
                  </a:lnTo>
                  <a:lnTo>
                    <a:pt x="1798049" y="82875"/>
                  </a:lnTo>
                  <a:lnTo>
                    <a:pt x="1805935" y="82557"/>
                  </a:lnTo>
                  <a:lnTo>
                    <a:pt x="1813821" y="82235"/>
                  </a:lnTo>
                  <a:lnTo>
                    <a:pt x="1821707" y="81900"/>
                  </a:lnTo>
                  <a:lnTo>
                    <a:pt x="1829593" y="81562"/>
                  </a:lnTo>
                  <a:lnTo>
                    <a:pt x="1837479" y="81207"/>
                  </a:lnTo>
                  <a:lnTo>
                    <a:pt x="1845366" y="80851"/>
                  </a:lnTo>
                  <a:lnTo>
                    <a:pt x="1853252" y="80480"/>
                  </a:lnTo>
                  <a:lnTo>
                    <a:pt x="1861138" y="80105"/>
                  </a:lnTo>
                  <a:lnTo>
                    <a:pt x="1869024" y="79716"/>
                  </a:lnTo>
                  <a:lnTo>
                    <a:pt x="1876910" y="79322"/>
                  </a:lnTo>
                  <a:lnTo>
                    <a:pt x="1884797" y="78916"/>
                  </a:lnTo>
                  <a:lnTo>
                    <a:pt x="1892683" y="78502"/>
                  </a:lnTo>
                  <a:lnTo>
                    <a:pt x="1900569" y="78079"/>
                  </a:lnTo>
                  <a:lnTo>
                    <a:pt x="1908455" y="77645"/>
                  </a:lnTo>
                  <a:lnTo>
                    <a:pt x="1916341" y="77204"/>
                  </a:lnTo>
                  <a:lnTo>
                    <a:pt x="1924227" y="76750"/>
                  </a:lnTo>
                  <a:lnTo>
                    <a:pt x="1932114" y="76291"/>
                  </a:lnTo>
                  <a:lnTo>
                    <a:pt x="1940000" y="75817"/>
                  </a:lnTo>
                  <a:lnTo>
                    <a:pt x="1947886" y="75340"/>
                  </a:lnTo>
                  <a:lnTo>
                    <a:pt x="1955772" y="74845"/>
                  </a:lnTo>
                  <a:lnTo>
                    <a:pt x="1963658" y="74348"/>
                  </a:lnTo>
                  <a:lnTo>
                    <a:pt x="1971545" y="73834"/>
                  </a:lnTo>
                  <a:lnTo>
                    <a:pt x="1979431" y="73316"/>
                  </a:lnTo>
                  <a:lnTo>
                    <a:pt x="1987317" y="72784"/>
                  </a:lnTo>
                  <a:lnTo>
                    <a:pt x="1995203" y="72246"/>
                  </a:lnTo>
                  <a:lnTo>
                    <a:pt x="2003089" y="71695"/>
                  </a:lnTo>
                  <a:lnTo>
                    <a:pt x="2010975" y="71136"/>
                  </a:lnTo>
                  <a:lnTo>
                    <a:pt x="2018862" y="70568"/>
                  </a:lnTo>
                  <a:lnTo>
                    <a:pt x="2026748" y="69989"/>
                  </a:lnTo>
                  <a:lnTo>
                    <a:pt x="2034634" y="69401"/>
                  </a:lnTo>
                  <a:lnTo>
                    <a:pt x="2042520" y="68802"/>
                  </a:lnTo>
                  <a:lnTo>
                    <a:pt x="2050406" y="68197"/>
                  </a:lnTo>
                  <a:lnTo>
                    <a:pt x="2058293" y="67578"/>
                  </a:lnTo>
                  <a:lnTo>
                    <a:pt x="2066179" y="66955"/>
                  </a:lnTo>
                  <a:lnTo>
                    <a:pt x="2074065" y="66317"/>
                  </a:lnTo>
                  <a:lnTo>
                    <a:pt x="2081951" y="65676"/>
                  </a:lnTo>
                  <a:lnTo>
                    <a:pt x="2089837" y="65019"/>
                  </a:lnTo>
                  <a:lnTo>
                    <a:pt x="2097723" y="64359"/>
                  </a:lnTo>
                  <a:lnTo>
                    <a:pt x="2105610" y="63685"/>
                  </a:lnTo>
                  <a:lnTo>
                    <a:pt x="2113496" y="63007"/>
                  </a:lnTo>
                  <a:lnTo>
                    <a:pt x="2121382" y="62317"/>
                  </a:lnTo>
                  <a:lnTo>
                    <a:pt x="2129268" y="61621"/>
                  </a:lnTo>
                  <a:lnTo>
                    <a:pt x="2137154" y="60916"/>
                  </a:lnTo>
                  <a:lnTo>
                    <a:pt x="2145041" y="60202"/>
                  </a:lnTo>
                  <a:lnTo>
                    <a:pt x="2152927" y="59482"/>
                  </a:lnTo>
                  <a:lnTo>
                    <a:pt x="2160813" y="58752"/>
                  </a:lnTo>
                  <a:lnTo>
                    <a:pt x="2168699" y="58017"/>
                  </a:lnTo>
                  <a:lnTo>
                    <a:pt x="2176585" y="57272"/>
                  </a:lnTo>
                  <a:lnTo>
                    <a:pt x="2184471" y="56523"/>
                  </a:lnTo>
                  <a:lnTo>
                    <a:pt x="2192358" y="55763"/>
                  </a:lnTo>
                  <a:lnTo>
                    <a:pt x="2200244" y="55002"/>
                  </a:lnTo>
                  <a:lnTo>
                    <a:pt x="2208130" y="54229"/>
                  </a:lnTo>
                  <a:lnTo>
                    <a:pt x="2216016" y="53454"/>
                  </a:lnTo>
                  <a:lnTo>
                    <a:pt x="2223902" y="52669"/>
                  </a:lnTo>
                  <a:lnTo>
                    <a:pt x="2231789" y="51882"/>
                  </a:lnTo>
                  <a:lnTo>
                    <a:pt x="2239675" y="51087"/>
                  </a:lnTo>
                  <a:lnTo>
                    <a:pt x="2247561" y="50289"/>
                  </a:lnTo>
                  <a:lnTo>
                    <a:pt x="2255447" y="49485"/>
                  </a:lnTo>
                  <a:lnTo>
                    <a:pt x="2263333" y="48677"/>
                  </a:lnTo>
                  <a:lnTo>
                    <a:pt x="2271219" y="47864"/>
                  </a:lnTo>
                  <a:lnTo>
                    <a:pt x="2279106" y="47047"/>
                  </a:lnTo>
                  <a:lnTo>
                    <a:pt x="2286992" y="46228"/>
                  </a:lnTo>
                  <a:lnTo>
                    <a:pt x="2294878" y="45404"/>
                  </a:lnTo>
                  <a:lnTo>
                    <a:pt x="2302764" y="44579"/>
                  </a:lnTo>
                  <a:lnTo>
                    <a:pt x="2310650" y="43749"/>
                  </a:lnTo>
                  <a:lnTo>
                    <a:pt x="2318536" y="42919"/>
                  </a:lnTo>
                  <a:lnTo>
                    <a:pt x="2326423" y="42085"/>
                  </a:lnTo>
                  <a:lnTo>
                    <a:pt x="2334309" y="41251"/>
                  </a:lnTo>
                  <a:lnTo>
                    <a:pt x="2342195" y="40414"/>
                  </a:lnTo>
                  <a:lnTo>
                    <a:pt x="2350081" y="39578"/>
                  </a:lnTo>
                  <a:lnTo>
                    <a:pt x="2357967" y="38740"/>
                  </a:lnTo>
                  <a:lnTo>
                    <a:pt x="2365854" y="37903"/>
                  </a:lnTo>
                  <a:lnTo>
                    <a:pt x="2373740" y="37066"/>
                  </a:lnTo>
                  <a:lnTo>
                    <a:pt x="2381626" y="36229"/>
                  </a:lnTo>
                  <a:lnTo>
                    <a:pt x="2389512" y="35393"/>
                  </a:lnTo>
                  <a:lnTo>
                    <a:pt x="2397398" y="34559"/>
                  </a:lnTo>
                  <a:lnTo>
                    <a:pt x="2405284" y="33726"/>
                  </a:lnTo>
                  <a:lnTo>
                    <a:pt x="2413171" y="32896"/>
                  </a:lnTo>
                  <a:lnTo>
                    <a:pt x="2421057" y="32067"/>
                  </a:lnTo>
                  <a:lnTo>
                    <a:pt x="2428943" y="31243"/>
                  </a:lnTo>
                  <a:lnTo>
                    <a:pt x="2436829" y="30420"/>
                  </a:lnTo>
                  <a:lnTo>
                    <a:pt x="2444715" y="29604"/>
                  </a:lnTo>
                  <a:lnTo>
                    <a:pt x="2452602" y="28788"/>
                  </a:lnTo>
                  <a:lnTo>
                    <a:pt x="2460488" y="27980"/>
                  </a:lnTo>
                  <a:lnTo>
                    <a:pt x="2468374" y="27174"/>
                  </a:lnTo>
                  <a:lnTo>
                    <a:pt x="2476260" y="26376"/>
                  </a:lnTo>
                  <a:lnTo>
                    <a:pt x="2484146" y="25581"/>
                  </a:lnTo>
                  <a:lnTo>
                    <a:pt x="2492032" y="24794"/>
                  </a:lnTo>
                  <a:lnTo>
                    <a:pt x="2499919" y="24012"/>
                  </a:lnTo>
                  <a:lnTo>
                    <a:pt x="2507805" y="23238"/>
                  </a:lnTo>
                  <a:lnTo>
                    <a:pt x="2515691" y="22471"/>
                  </a:lnTo>
                  <a:lnTo>
                    <a:pt x="2523577" y="21710"/>
                  </a:lnTo>
                  <a:lnTo>
                    <a:pt x="2531463" y="20960"/>
                  </a:lnTo>
                  <a:lnTo>
                    <a:pt x="2539350" y="20214"/>
                  </a:lnTo>
                  <a:lnTo>
                    <a:pt x="2547236" y="19481"/>
                  </a:lnTo>
                  <a:lnTo>
                    <a:pt x="2555122" y="18752"/>
                  </a:lnTo>
                  <a:lnTo>
                    <a:pt x="2563008" y="18039"/>
                  </a:lnTo>
                  <a:lnTo>
                    <a:pt x="2570894" y="17328"/>
                  </a:lnTo>
                  <a:lnTo>
                    <a:pt x="2578780" y="16636"/>
                  </a:lnTo>
                  <a:lnTo>
                    <a:pt x="2586667" y="15946"/>
                  </a:lnTo>
                  <a:lnTo>
                    <a:pt x="2594553" y="15274"/>
                  </a:lnTo>
                  <a:lnTo>
                    <a:pt x="2602439" y="14608"/>
                  </a:lnTo>
                  <a:lnTo>
                    <a:pt x="2610325" y="13957"/>
                  </a:lnTo>
                  <a:lnTo>
                    <a:pt x="2618211" y="13315"/>
                  </a:lnTo>
                  <a:lnTo>
                    <a:pt x="2626098" y="12686"/>
                  </a:lnTo>
                  <a:lnTo>
                    <a:pt x="2633984" y="12070"/>
                  </a:lnTo>
                  <a:lnTo>
                    <a:pt x="2641870" y="11465"/>
                  </a:lnTo>
                  <a:lnTo>
                    <a:pt x="2649756" y="10876"/>
                  </a:lnTo>
                  <a:lnTo>
                    <a:pt x="2657642" y="10295"/>
                  </a:lnTo>
                  <a:lnTo>
                    <a:pt x="2665528" y="9734"/>
                  </a:lnTo>
                  <a:lnTo>
                    <a:pt x="2673415" y="9180"/>
                  </a:lnTo>
                  <a:lnTo>
                    <a:pt x="2681301" y="8648"/>
                  </a:lnTo>
                  <a:lnTo>
                    <a:pt x="2689187" y="8120"/>
                  </a:lnTo>
                  <a:lnTo>
                    <a:pt x="2697073" y="7619"/>
                  </a:lnTo>
                  <a:lnTo>
                    <a:pt x="2704959" y="7122"/>
                  </a:lnTo>
                  <a:lnTo>
                    <a:pt x="2712846" y="6649"/>
                  </a:lnTo>
                  <a:lnTo>
                    <a:pt x="2720732" y="6184"/>
                  </a:lnTo>
                  <a:lnTo>
                    <a:pt x="2728618" y="5740"/>
                  </a:lnTo>
                  <a:lnTo>
                    <a:pt x="2736504" y="5307"/>
                  </a:lnTo>
                  <a:lnTo>
                    <a:pt x="2744390" y="4893"/>
                  </a:lnTo>
                  <a:lnTo>
                    <a:pt x="2752276" y="4494"/>
                  </a:lnTo>
                  <a:lnTo>
                    <a:pt x="2760163" y="4110"/>
                  </a:lnTo>
                  <a:lnTo>
                    <a:pt x="2768049" y="3745"/>
                  </a:lnTo>
                  <a:lnTo>
                    <a:pt x="2775935" y="3393"/>
                  </a:lnTo>
                  <a:lnTo>
                    <a:pt x="2783821" y="3062"/>
                  </a:lnTo>
                  <a:lnTo>
                    <a:pt x="2791707" y="2741"/>
                  </a:lnTo>
                  <a:lnTo>
                    <a:pt x="2799593" y="2446"/>
                  </a:lnTo>
                  <a:lnTo>
                    <a:pt x="2807480" y="2157"/>
                  </a:lnTo>
                  <a:lnTo>
                    <a:pt x="2815366" y="1898"/>
                  </a:lnTo>
                  <a:lnTo>
                    <a:pt x="2823252" y="1643"/>
                  </a:lnTo>
                  <a:lnTo>
                    <a:pt x="2831138" y="1418"/>
                  </a:lnTo>
                  <a:lnTo>
                    <a:pt x="2839024" y="1200"/>
                  </a:lnTo>
                  <a:lnTo>
                    <a:pt x="2846911" y="1008"/>
                  </a:lnTo>
                  <a:lnTo>
                    <a:pt x="2854797" y="826"/>
                  </a:lnTo>
                  <a:lnTo>
                    <a:pt x="2862683" y="666"/>
                  </a:lnTo>
                  <a:lnTo>
                    <a:pt x="2870569" y="522"/>
                  </a:lnTo>
                  <a:lnTo>
                    <a:pt x="2878455" y="395"/>
                  </a:lnTo>
                  <a:lnTo>
                    <a:pt x="2886341" y="287"/>
                  </a:lnTo>
                  <a:lnTo>
                    <a:pt x="2894228" y="193"/>
                  </a:lnTo>
                  <a:lnTo>
                    <a:pt x="2902114" y="122"/>
                  </a:lnTo>
                  <a:lnTo>
                    <a:pt x="2910000" y="62"/>
                  </a:lnTo>
                  <a:lnTo>
                    <a:pt x="2917886" y="27"/>
                  </a:lnTo>
                  <a:lnTo>
                    <a:pt x="2925772" y="0"/>
                  </a:lnTo>
                  <a:lnTo>
                    <a:pt x="2933659" y="2"/>
                  </a:lnTo>
                  <a:lnTo>
                    <a:pt x="2941545" y="8"/>
                  </a:lnTo>
                  <a:lnTo>
                    <a:pt x="2949431" y="45"/>
                  </a:lnTo>
                  <a:lnTo>
                    <a:pt x="2957317" y="88"/>
                  </a:lnTo>
                  <a:lnTo>
                    <a:pt x="2965203" y="157"/>
                  </a:lnTo>
                  <a:lnTo>
                    <a:pt x="2973089" y="236"/>
                  </a:lnTo>
                  <a:lnTo>
                    <a:pt x="2980976" y="337"/>
                  </a:lnTo>
                  <a:lnTo>
                    <a:pt x="2988862" y="450"/>
                  </a:lnTo>
                  <a:lnTo>
                    <a:pt x="2996748" y="583"/>
                  </a:lnTo>
                  <a:lnTo>
                    <a:pt x="3004634" y="732"/>
                  </a:lnTo>
                  <a:lnTo>
                    <a:pt x="3012520" y="895"/>
                  </a:lnTo>
                  <a:lnTo>
                    <a:pt x="3020407" y="1078"/>
                  </a:lnTo>
                  <a:lnTo>
                    <a:pt x="3028293" y="1271"/>
                  </a:lnTo>
                  <a:lnTo>
                    <a:pt x="3036179" y="1488"/>
                  </a:lnTo>
                  <a:lnTo>
                    <a:pt x="3044065" y="1711"/>
                  </a:lnTo>
                  <a:lnTo>
                    <a:pt x="3051951" y="1961"/>
                  </a:lnTo>
                  <a:lnTo>
                    <a:pt x="3059837" y="2214"/>
                  </a:lnTo>
                  <a:lnTo>
                    <a:pt x="3067724" y="2495"/>
                  </a:lnTo>
                  <a:lnTo>
                    <a:pt x="3075610" y="2780"/>
                  </a:lnTo>
                  <a:lnTo>
                    <a:pt x="3083496" y="3089"/>
                  </a:lnTo>
                  <a:lnTo>
                    <a:pt x="3091382" y="3404"/>
                  </a:lnTo>
                  <a:lnTo>
                    <a:pt x="3099268" y="3740"/>
                  </a:lnTo>
                  <a:lnTo>
                    <a:pt x="3107155" y="4086"/>
                  </a:lnTo>
                  <a:lnTo>
                    <a:pt x="3115041" y="4448"/>
                  </a:lnTo>
                  <a:lnTo>
                    <a:pt x="3122927" y="4823"/>
                  </a:lnTo>
                  <a:lnTo>
                    <a:pt x="3130813" y="5210"/>
                  </a:lnTo>
                  <a:lnTo>
                    <a:pt x="3138699" y="5612"/>
                  </a:lnTo>
                  <a:lnTo>
                    <a:pt x="3146585" y="6024"/>
                  </a:lnTo>
                  <a:lnTo>
                    <a:pt x="3154472" y="6454"/>
                  </a:lnTo>
                  <a:lnTo>
                    <a:pt x="3162358" y="6889"/>
                  </a:lnTo>
                  <a:lnTo>
                    <a:pt x="3170244" y="7344"/>
                  </a:lnTo>
                  <a:lnTo>
                    <a:pt x="3178130" y="7802"/>
                  </a:lnTo>
                  <a:lnTo>
                    <a:pt x="3186016" y="8282"/>
                  </a:lnTo>
                  <a:lnTo>
                    <a:pt x="3193903" y="8764"/>
                  </a:lnTo>
                  <a:lnTo>
                    <a:pt x="3201789" y="9264"/>
                  </a:lnTo>
                  <a:lnTo>
                    <a:pt x="3209675" y="9769"/>
                  </a:lnTo>
                  <a:lnTo>
                    <a:pt x="3217561" y="10289"/>
                  </a:lnTo>
                  <a:lnTo>
                    <a:pt x="3225447" y="10816"/>
                  </a:lnTo>
                  <a:lnTo>
                    <a:pt x="3233333" y="11355"/>
                  </a:lnTo>
                  <a:lnTo>
                    <a:pt x="3241220" y="11902"/>
                  </a:lnTo>
                  <a:lnTo>
                    <a:pt x="3249106" y="12458"/>
                  </a:lnTo>
                  <a:lnTo>
                    <a:pt x="3256992" y="13025"/>
                  </a:lnTo>
                  <a:lnTo>
                    <a:pt x="3264878" y="13598"/>
                  </a:lnTo>
                  <a:lnTo>
                    <a:pt x="3272764" y="14181"/>
                  </a:lnTo>
                  <a:lnTo>
                    <a:pt x="3280650" y="14770"/>
                  </a:lnTo>
                  <a:lnTo>
                    <a:pt x="3288537" y="15370"/>
                  </a:lnTo>
                  <a:lnTo>
                    <a:pt x="3296423" y="15973"/>
                  </a:lnTo>
                  <a:lnTo>
                    <a:pt x="3304309" y="16589"/>
                  </a:lnTo>
                  <a:lnTo>
                    <a:pt x="3312195" y="17206"/>
                  </a:lnTo>
                  <a:lnTo>
                    <a:pt x="3320081" y="17834"/>
                  </a:lnTo>
                  <a:lnTo>
                    <a:pt x="3327968" y="18465"/>
                  </a:lnTo>
                  <a:lnTo>
                    <a:pt x="3335854" y="19105"/>
                  </a:lnTo>
                  <a:lnTo>
                    <a:pt x="3343740" y="19747"/>
                  </a:lnTo>
                  <a:lnTo>
                    <a:pt x="3351626" y="20397"/>
                  </a:lnTo>
                  <a:lnTo>
                    <a:pt x="3359512" y="21051"/>
                  </a:lnTo>
                  <a:lnTo>
                    <a:pt x="3367398" y="21709"/>
                  </a:lnTo>
                  <a:lnTo>
                    <a:pt x="3375285" y="22373"/>
                  </a:lnTo>
                  <a:lnTo>
                    <a:pt x="3383171" y="23039"/>
                  </a:lnTo>
                  <a:lnTo>
                    <a:pt x="3391057" y="23711"/>
                  </a:lnTo>
                  <a:lnTo>
                    <a:pt x="3398943" y="24384"/>
                  </a:lnTo>
                  <a:lnTo>
                    <a:pt x="3406829" y="25063"/>
                  </a:lnTo>
                  <a:lnTo>
                    <a:pt x="3414716" y="25742"/>
                  </a:lnTo>
                  <a:lnTo>
                    <a:pt x="3422602" y="26426"/>
                  </a:lnTo>
                  <a:lnTo>
                    <a:pt x="3430488" y="27111"/>
                  </a:lnTo>
                  <a:lnTo>
                    <a:pt x="3438374" y="27799"/>
                  </a:lnTo>
                  <a:lnTo>
                    <a:pt x="3446260" y="28488"/>
                  </a:lnTo>
                  <a:lnTo>
                    <a:pt x="3454146" y="29179"/>
                  </a:lnTo>
                  <a:lnTo>
                    <a:pt x="3462033" y="29870"/>
                  </a:lnTo>
                  <a:lnTo>
                    <a:pt x="3469919" y="30564"/>
                  </a:lnTo>
                  <a:lnTo>
                    <a:pt x="3477805" y="31257"/>
                  </a:lnTo>
                  <a:lnTo>
                    <a:pt x="3485691" y="31951"/>
                  </a:lnTo>
                  <a:lnTo>
                    <a:pt x="3493577" y="32645"/>
                  </a:lnTo>
                  <a:lnTo>
                    <a:pt x="3501464" y="33340"/>
                  </a:lnTo>
                  <a:lnTo>
                    <a:pt x="3509350" y="34034"/>
                  </a:lnTo>
                  <a:lnTo>
                    <a:pt x="3517236" y="34727"/>
                  </a:lnTo>
                  <a:lnTo>
                    <a:pt x="3525122" y="35420"/>
                  </a:lnTo>
                  <a:lnTo>
                    <a:pt x="3533008" y="36112"/>
                  </a:lnTo>
                  <a:lnTo>
                    <a:pt x="3540894" y="36802"/>
                  </a:lnTo>
                  <a:lnTo>
                    <a:pt x="3548781" y="37491"/>
                  </a:lnTo>
                  <a:lnTo>
                    <a:pt x="3556667" y="38178"/>
                  </a:lnTo>
                  <a:lnTo>
                    <a:pt x="3564553" y="38864"/>
                  </a:lnTo>
                  <a:lnTo>
                    <a:pt x="3572439" y="39547"/>
                  </a:lnTo>
                  <a:lnTo>
                    <a:pt x="3580325" y="40229"/>
                  </a:lnTo>
                  <a:lnTo>
                    <a:pt x="3588212" y="40907"/>
                  </a:lnTo>
                  <a:lnTo>
                    <a:pt x="3596098" y="41583"/>
                  </a:lnTo>
                  <a:lnTo>
                    <a:pt x="3603984" y="42256"/>
                  </a:lnTo>
                  <a:lnTo>
                    <a:pt x="3611870" y="42927"/>
                  </a:lnTo>
                  <a:lnTo>
                    <a:pt x="3619756" y="43594"/>
                  </a:lnTo>
                  <a:lnTo>
                    <a:pt x="3627642" y="44257"/>
                  </a:lnTo>
                  <a:lnTo>
                    <a:pt x="3635529" y="44918"/>
                  </a:lnTo>
                  <a:lnTo>
                    <a:pt x="3643415" y="45574"/>
                  </a:lnTo>
                  <a:lnTo>
                    <a:pt x="3651301" y="46228"/>
                  </a:lnTo>
                  <a:lnTo>
                    <a:pt x="3659187" y="46876"/>
                  </a:lnTo>
                  <a:lnTo>
                    <a:pt x="3667073" y="47523"/>
                  </a:lnTo>
                  <a:lnTo>
                    <a:pt x="3674959" y="48162"/>
                  </a:lnTo>
                  <a:lnTo>
                    <a:pt x="3682846" y="48800"/>
                  </a:lnTo>
                  <a:lnTo>
                    <a:pt x="3690732" y="49430"/>
                  </a:lnTo>
                  <a:lnTo>
                    <a:pt x="3698618" y="50059"/>
                  </a:lnTo>
                  <a:lnTo>
                    <a:pt x="3706504" y="50680"/>
                  </a:lnTo>
                  <a:lnTo>
                    <a:pt x="3714390" y="51299"/>
                  </a:lnTo>
                  <a:lnTo>
                    <a:pt x="3722277" y="51912"/>
                  </a:lnTo>
                  <a:lnTo>
                    <a:pt x="3730163" y="52520"/>
                  </a:lnTo>
                  <a:lnTo>
                    <a:pt x="3738049" y="53124"/>
                  </a:lnTo>
                  <a:lnTo>
                    <a:pt x="3745935" y="53721"/>
                  </a:lnTo>
                  <a:lnTo>
                    <a:pt x="3753821" y="54315"/>
                  </a:lnTo>
                  <a:lnTo>
                    <a:pt x="3761707" y="54902"/>
                  </a:lnTo>
                  <a:lnTo>
                    <a:pt x="3769594" y="55486"/>
                  </a:lnTo>
                  <a:lnTo>
                    <a:pt x="3777480" y="56061"/>
                  </a:lnTo>
                  <a:lnTo>
                    <a:pt x="3785366" y="56635"/>
                  </a:lnTo>
                  <a:lnTo>
                    <a:pt x="3793252" y="57199"/>
                  </a:lnTo>
                  <a:lnTo>
                    <a:pt x="3801138" y="57762"/>
                  </a:lnTo>
                  <a:lnTo>
                    <a:pt x="3809025" y="58315"/>
                  </a:lnTo>
                  <a:lnTo>
                    <a:pt x="3816911" y="58866"/>
                  </a:lnTo>
                  <a:lnTo>
                    <a:pt x="3824797" y="59409"/>
                  </a:lnTo>
                  <a:lnTo>
                    <a:pt x="3832683" y="59948"/>
                  </a:lnTo>
                  <a:lnTo>
                    <a:pt x="3840569" y="60480"/>
                  </a:lnTo>
                  <a:lnTo>
                    <a:pt x="3848455" y="61007"/>
                  </a:lnTo>
                  <a:lnTo>
                    <a:pt x="3856342" y="61528"/>
                  </a:lnTo>
                  <a:lnTo>
                    <a:pt x="3864228" y="62043"/>
                  </a:lnTo>
                  <a:lnTo>
                    <a:pt x="3872114" y="62554"/>
                  </a:lnTo>
                  <a:lnTo>
                    <a:pt x="3880000" y="63057"/>
                  </a:lnTo>
                  <a:lnTo>
                    <a:pt x="3887886" y="63557"/>
                  </a:lnTo>
                  <a:lnTo>
                    <a:pt x="3895773" y="64048"/>
                  </a:lnTo>
                  <a:lnTo>
                    <a:pt x="3903659" y="64537"/>
                  </a:lnTo>
                  <a:lnTo>
                    <a:pt x="3911545" y="65016"/>
                  </a:lnTo>
                  <a:lnTo>
                    <a:pt x="3919431" y="65493"/>
                  </a:lnTo>
                  <a:lnTo>
                    <a:pt x="3927317" y="65961"/>
                  </a:lnTo>
                  <a:lnTo>
                    <a:pt x="3935203" y="66426"/>
                  </a:lnTo>
                  <a:lnTo>
                    <a:pt x="3943090" y="66883"/>
                  </a:lnTo>
                  <a:lnTo>
                    <a:pt x="3950976" y="67337"/>
                  </a:lnTo>
                  <a:lnTo>
                    <a:pt x="3958862" y="67783"/>
                  </a:lnTo>
                  <a:lnTo>
                    <a:pt x="3966748" y="68225"/>
                  </a:lnTo>
                  <a:lnTo>
                    <a:pt x="3974634" y="68660"/>
                  </a:lnTo>
                  <a:lnTo>
                    <a:pt x="3982521" y="69091"/>
                  </a:lnTo>
                  <a:lnTo>
                    <a:pt x="3990407" y="69516"/>
                  </a:lnTo>
                  <a:lnTo>
                    <a:pt x="3998293" y="69934"/>
                  </a:lnTo>
                  <a:lnTo>
                    <a:pt x="4006179" y="70349"/>
                  </a:lnTo>
                  <a:lnTo>
                    <a:pt x="4014065" y="70756"/>
                  </a:lnTo>
                  <a:lnTo>
                    <a:pt x="4021951" y="71161"/>
                  </a:lnTo>
                  <a:lnTo>
                    <a:pt x="4029838" y="71556"/>
                  </a:lnTo>
                  <a:lnTo>
                    <a:pt x="4029838" y="91845"/>
                  </a:lnTo>
                  <a:lnTo>
                    <a:pt x="4021951" y="91845"/>
                  </a:lnTo>
                  <a:lnTo>
                    <a:pt x="4014065" y="91845"/>
                  </a:lnTo>
                  <a:lnTo>
                    <a:pt x="4006179" y="91845"/>
                  </a:lnTo>
                  <a:lnTo>
                    <a:pt x="3998293" y="91845"/>
                  </a:lnTo>
                  <a:lnTo>
                    <a:pt x="3990407" y="91845"/>
                  </a:lnTo>
                  <a:lnTo>
                    <a:pt x="3982521" y="91845"/>
                  </a:lnTo>
                  <a:lnTo>
                    <a:pt x="3974634" y="91845"/>
                  </a:lnTo>
                  <a:lnTo>
                    <a:pt x="3966748" y="91845"/>
                  </a:lnTo>
                  <a:lnTo>
                    <a:pt x="3958862" y="91845"/>
                  </a:lnTo>
                  <a:lnTo>
                    <a:pt x="3950976" y="91845"/>
                  </a:lnTo>
                  <a:lnTo>
                    <a:pt x="3943090" y="91845"/>
                  </a:lnTo>
                  <a:lnTo>
                    <a:pt x="3935203" y="91845"/>
                  </a:lnTo>
                  <a:lnTo>
                    <a:pt x="3927317" y="91845"/>
                  </a:lnTo>
                  <a:lnTo>
                    <a:pt x="3919431" y="91845"/>
                  </a:lnTo>
                  <a:lnTo>
                    <a:pt x="3911545" y="91845"/>
                  </a:lnTo>
                  <a:lnTo>
                    <a:pt x="3903659" y="91845"/>
                  </a:lnTo>
                  <a:lnTo>
                    <a:pt x="3895773" y="91845"/>
                  </a:lnTo>
                  <a:lnTo>
                    <a:pt x="3887886" y="91845"/>
                  </a:lnTo>
                  <a:lnTo>
                    <a:pt x="3880000" y="91845"/>
                  </a:lnTo>
                  <a:lnTo>
                    <a:pt x="3872114" y="91845"/>
                  </a:lnTo>
                  <a:lnTo>
                    <a:pt x="3864228" y="91845"/>
                  </a:lnTo>
                  <a:lnTo>
                    <a:pt x="3856342" y="91845"/>
                  </a:lnTo>
                  <a:lnTo>
                    <a:pt x="3848455" y="91845"/>
                  </a:lnTo>
                  <a:lnTo>
                    <a:pt x="3840569" y="91845"/>
                  </a:lnTo>
                  <a:lnTo>
                    <a:pt x="3832683" y="91845"/>
                  </a:lnTo>
                  <a:lnTo>
                    <a:pt x="3824797" y="91845"/>
                  </a:lnTo>
                  <a:lnTo>
                    <a:pt x="3816911" y="91845"/>
                  </a:lnTo>
                  <a:lnTo>
                    <a:pt x="3809025" y="91845"/>
                  </a:lnTo>
                  <a:lnTo>
                    <a:pt x="3801138" y="91845"/>
                  </a:lnTo>
                  <a:lnTo>
                    <a:pt x="3793252" y="91845"/>
                  </a:lnTo>
                  <a:lnTo>
                    <a:pt x="3785366" y="91845"/>
                  </a:lnTo>
                  <a:lnTo>
                    <a:pt x="3777480" y="91845"/>
                  </a:lnTo>
                  <a:lnTo>
                    <a:pt x="3769594" y="91845"/>
                  </a:lnTo>
                  <a:lnTo>
                    <a:pt x="3761707" y="91845"/>
                  </a:lnTo>
                  <a:lnTo>
                    <a:pt x="3753821" y="91845"/>
                  </a:lnTo>
                  <a:lnTo>
                    <a:pt x="3745935" y="91845"/>
                  </a:lnTo>
                  <a:lnTo>
                    <a:pt x="3738049" y="91845"/>
                  </a:lnTo>
                  <a:lnTo>
                    <a:pt x="3730163" y="91845"/>
                  </a:lnTo>
                  <a:lnTo>
                    <a:pt x="3722277" y="91845"/>
                  </a:lnTo>
                  <a:lnTo>
                    <a:pt x="3714390" y="91845"/>
                  </a:lnTo>
                  <a:lnTo>
                    <a:pt x="3706504" y="91845"/>
                  </a:lnTo>
                  <a:lnTo>
                    <a:pt x="3698618" y="91845"/>
                  </a:lnTo>
                  <a:lnTo>
                    <a:pt x="3690732" y="91845"/>
                  </a:lnTo>
                  <a:lnTo>
                    <a:pt x="3682846" y="91845"/>
                  </a:lnTo>
                  <a:lnTo>
                    <a:pt x="3674959" y="91845"/>
                  </a:lnTo>
                  <a:lnTo>
                    <a:pt x="3667073" y="91845"/>
                  </a:lnTo>
                  <a:lnTo>
                    <a:pt x="3659187" y="91845"/>
                  </a:lnTo>
                  <a:lnTo>
                    <a:pt x="3651301" y="91845"/>
                  </a:lnTo>
                  <a:lnTo>
                    <a:pt x="3643415" y="91845"/>
                  </a:lnTo>
                  <a:lnTo>
                    <a:pt x="3635529" y="91845"/>
                  </a:lnTo>
                  <a:lnTo>
                    <a:pt x="3627642" y="91845"/>
                  </a:lnTo>
                  <a:lnTo>
                    <a:pt x="3619756" y="91845"/>
                  </a:lnTo>
                  <a:lnTo>
                    <a:pt x="3611870" y="91845"/>
                  </a:lnTo>
                  <a:lnTo>
                    <a:pt x="3603984" y="91845"/>
                  </a:lnTo>
                  <a:lnTo>
                    <a:pt x="3596098" y="91845"/>
                  </a:lnTo>
                  <a:lnTo>
                    <a:pt x="3588212" y="91845"/>
                  </a:lnTo>
                  <a:lnTo>
                    <a:pt x="3580325" y="91845"/>
                  </a:lnTo>
                  <a:lnTo>
                    <a:pt x="3572439" y="91845"/>
                  </a:lnTo>
                  <a:lnTo>
                    <a:pt x="3564553" y="91845"/>
                  </a:lnTo>
                  <a:lnTo>
                    <a:pt x="3556667" y="91845"/>
                  </a:lnTo>
                  <a:lnTo>
                    <a:pt x="3548781" y="91845"/>
                  </a:lnTo>
                  <a:lnTo>
                    <a:pt x="3540894" y="91845"/>
                  </a:lnTo>
                  <a:lnTo>
                    <a:pt x="3533008" y="91845"/>
                  </a:lnTo>
                  <a:lnTo>
                    <a:pt x="3525122" y="91845"/>
                  </a:lnTo>
                  <a:lnTo>
                    <a:pt x="3517236" y="91845"/>
                  </a:lnTo>
                  <a:lnTo>
                    <a:pt x="3509350" y="91845"/>
                  </a:lnTo>
                  <a:lnTo>
                    <a:pt x="3501464" y="91845"/>
                  </a:lnTo>
                  <a:lnTo>
                    <a:pt x="3493577" y="91845"/>
                  </a:lnTo>
                  <a:lnTo>
                    <a:pt x="3485691" y="91845"/>
                  </a:lnTo>
                  <a:lnTo>
                    <a:pt x="3477805" y="91845"/>
                  </a:lnTo>
                  <a:lnTo>
                    <a:pt x="3469919" y="91845"/>
                  </a:lnTo>
                  <a:lnTo>
                    <a:pt x="3462033" y="91845"/>
                  </a:lnTo>
                  <a:lnTo>
                    <a:pt x="3454146" y="91845"/>
                  </a:lnTo>
                  <a:lnTo>
                    <a:pt x="3446260" y="91845"/>
                  </a:lnTo>
                  <a:lnTo>
                    <a:pt x="3438374" y="91845"/>
                  </a:lnTo>
                  <a:lnTo>
                    <a:pt x="3430488" y="91845"/>
                  </a:lnTo>
                  <a:lnTo>
                    <a:pt x="3422602" y="91845"/>
                  </a:lnTo>
                  <a:lnTo>
                    <a:pt x="3414716" y="91845"/>
                  </a:lnTo>
                  <a:lnTo>
                    <a:pt x="3406829" y="91845"/>
                  </a:lnTo>
                  <a:lnTo>
                    <a:pt x="3398943" y="91845"/>
                  </a:lnTo>
                  <a:lnTo>
                    <a:pt x="3391057" y="91845"/>
                  </a:lnTo>
                  <a:lnTo>
                    <a:pt x="3383171" y="91845"/>
                  </a:lnTo>
                  <a:lnTo>
                    <a:pt x="3375285" y="91845"/>
                  </a:lnTo>
                  <a:lnTo>
                    <a:pt x="3367398" y="91845"/>
                  </a:lnTo>
                  <a:lnTo>
                    <a:pt x="3359512" y="91845"/>
                  </a:lnTo>
                  <a:lnTo>
                    <a:pt x="3351626" y="91845"/>
                  </a:lnTo>
                  <a:lnTo>
                    <a:pt x="3343740" y="91845"/>
                  </a:lnTo>
                  <a:lnTo>
                    <a:pt x="3335854" y="91845"/>
                  </a:lnTo>
                  <a:lnTo>
                    <a:pt x="3327968" y="91845"/>
                  </a:lnTo>
                  <a:lnTo>
                    <a:pt x="3320081" y="91845"/>
                  </a:lnTo>
                  <a:lnTo>
                    <a:pt x="3312195" y="91845"/>
                  </a:lnTo>
                  <a:lnTo>
                    <a:pt x="3304309" y="91845"/>
                  </a:lnTo>
                  <a:lnTo>
                    <a:pt x="3296423" y="91845"/>
                  </a:lnTo>
                  <a:lnTo>
                    <a:pt x="3288537" y="91845"/>
                  </a:lnTo>
                  <a:lnTo>
                    <a:pt x="3280650" y="91845"/>
                  </a:lnTo>
                  <a:lnTo>
                    <a:pt x="3272764" y="91845"/>
                  </a:lnTo>
                  <a:lnTo>
                    <a:pt x="3264878" y="91845"/>
                  </a:lnTo>
                  <a:lnTo>
                    <a:pt x="3256992" y="91845"/>
                  </a:lnTo>
                  <a:lnTo>
                    <a:pt x="3249106" y="91845"/>
                  </a:lnTo>
                  <a:lnTo>
                    <a:pt x="3241220" y="91845"/>
                  </a:lnTo>
                  <a:lnTo>
                    <a:pt x="3233333" y="91845"/>
                  </a:lnTo>
                  <a:lnTo>
                    <a:pt x="3225447" y="91845"/>
                  </a:lnTo>
                  <a:lnTo>
                    <a:pt x="3217561" y="91845"/>
                  </a:lnTo>
                  <a:lnTo>
                    <a:pt x="3209675" y="91845"/>
                  </a:lnTo>
                  <a:lnTo>
                    <a:pt x="3201789" y="91845"/>
                  </a:lnTo>
                  <a:lnTo>
                    <a:pt x="3193903" y="91845"/>
                  </a:lnTo>
                  <a:lnTo>
                    <a:pt x="3186016" y="91845"/>
                  </a:lnTo>
                  <a:lnTo>
                    <a:pt x="3178130" y="91845"/>
                  </a:lnTo>
                  <a:lnTo>
                    <a:pt x="3170244" y="91845"/>
                  </a:lnTo>
                  <a:lnTo>
                    <a:pt x="3162358" y="91845"/>
                  </a:lnTo>
                  <a:lnTo>
                    <a:pt x="3154472" y="91845"/>
                  </a:lnTo>
                  <a:lnTo>
                    <a:pt x="3146585" y="91845"/>
                  </a:lnTo>
                  <a:lnTo>
                    <a:pt x="3138699" y="91845"/>
                  </a:lnTo>
                  <a:lnTo>
                    <a:pt x="3130813" y="91845"/>
                  </a:lnTo>
                  <a:lnTo>
                    <a:pt x="3122927" y="91845"/>
                  </a:lnTo>
                  <a:lnTo>
                    <a:pt x="3115041" y="91845"/>
                  </a:lnTo>
                  <a:lnTo>
                    <a:pt x="3107155" y="91845"/>
                  </a:lnTo>
                  <a:lnTo>
                    <a:pt x="3099268" y="91845"/>
                  </a:lnTo>
                  <a:lnTo>
                    <a:pt x="3091382" y="91845"/>
                  </a:lnTo>
                  <a:lnTo>
                    <a:pt x="3083496" y="91845"/>
                  </a:lnTo>
                  <a:lnTo>
                    <a:pt x="3075610" y="91845"/>
                  </a:lnTo>
                  <a:lnTo>
                    <a:pt x="3067724" y="91845"/>
                  </a:lnTo>
                  <a:lnTo>
                    <a:pt x="3059837" y="91845"/>
                  </a:lnTo>
                  <a:lnTo>
                    <a:pt x="3051951" y="91845"/>
                  </a:lnTo>
                  <a:lnTo>
                    <a:pt x="3044065" y="91845"/>
                  </a:lnTo>
                  <a:lnTo>
                    <a:pt x="3036179" y="91845"/>
                  </a:lnTo>
                  <a:lnTo>
                    <a:pt x="3028293" y="91845"/>
                  </a:lnTo>
                  <a:lnTo>
                    <a:pt x="3020407" y="91845"/>
                  </a:lnTo>
                  <a:lnTo>
                    <a:pt x="3012520" y="91845"/>
                  </a:lnTo>
                  <a:lnTo>
                    <a:pt x="3004634" y="91845"/>
                  </a:lnTo>
                  <a:lnTo>
                    <a:pt x="2996748" y="91845"/>
                  </a:lnTo>
                  <a:lnTo>
                    <a:pt x="2988862" y="91845"/>
                  </a:lnTo>
                  <a:lnTo>
                    <a:pt x="2980976" y="91845"/>
                  </a:lnTo>
                  <a:lnTo>
                    <a:pt x="2973089" y="91845"/>
                  </a:lnTo>
                  <a:lnTo>
                    <a:pt x="2965203" y="91845"/>
                  </a:lnTo>
                  <a:lnTo>
                    <a:pt x="2957317" y="91845"/>
                  </a:lnTo>
                  <a:lnTo>
                    <a:pt x="2949431" y="91845"/>
                  </a:lnTo>
                  <a:lnTo>
                    <a:pt x="2941545" y="91845"/>
                  </a:lnTo>
                  <a:lnTo>
                    <a:pt x="2933659" y="91845"/>
                  </a:lnTo>
                  <a:lnTo>
                    <a:pt x="2925772" y="91845"/>
                  </a:lnTo>
                  <a:lnTo>
                    <a:pt x="2917886" y="91845"/>
                  </a:lnTo>
                  <a:lnTo>
                    <a:pt x="2910000" y="91845"/>
                  </a:lnTo>
                  <a:lnTo>
                    <a:pt x="2902114" y="91845"/>
                  </a:lnTo>
                  <a:lnTo>
                    <a:pt x="2894228" y="91845"/>
                  </a:lnTo>
                  <a:lnTo>
                    <a:pt x="2886341" y="91845"/>
                  </a:lnTo>
                  <a:lnTo>
                    <a:pt x="2878455" y="91845"/>
                  </a:lnTo>
                  <a:lnTo>
                    <a:pt x="2870569" y="91845"/>
                  </a:lnTo>
                  <a:lnTo>
                    <a:pt x="2862683" y="91845"/>
                  </a:lnTo>
                  <a:lnTo>
                    <a:pt x="2854797" y="91845"/>
                  </a:lnTo>
                  <a:lnTo>
                    <a:pt x="2846911" y="91845"/>
                  </a:lnTo>
                  <a:lnTo>
                    <a:pt x="2839024" y="91845"/>
                  </a:lnTo>
                  <a:lnTo>
                    <a:pt x="2831138" y="91845"/>
                  </a:lnTo>
                  <a:lnTo>
                    <a:pt x="2823252" y="91845"/>
                  </a:lnTo>
                  <a:lnTo>
                    <a:pt x="2815366" y="91845"/>
                  </a:lnTo>
                  <a:lnTo>
                    <a:pt x="2807480" y="91845"/>
                  </a:lnTo>
                  <a:lnTo>
                    <a:pt x="2799593" y="91845"/>
                  </a:lnTo>
                  <a:lnTo>
                    <a:pt x="2791707" y="91845"/>
                  </a:lnTo>
                  <a:lnTo>
                    <a:pt x="2783821" y="91845"/>
                  </a:lnTo>
                  <a:lnTo>
                    <a:pt x="2775935" y="91845"/>
                  </a:lnTo>
                  <a:lnTo>
                    <a:pt x="2768049" y="91845"/>
                  </a:lnTo>
                  <a:lnTo>
                    <a:pt x="2760163" y="91845"/>
                  </a:lnTo>
                  <a:lnTo>
                    <a:pt x="2752276" y="91845"/>
                  </a:lnTo>
                  <a:lnTo>
                    <a:pt x="2744390" y="91845"/>
                  </a:lnTo>
                  <a:lnTo>
                    <a:pt x="2736504" y="91845"/>
                  </a:lnTo>
                  <a:lnTo>
                    <a:pt x="2728618" y="91845"/>
                  </a:lnTo>
                  <a:lnTo>
                    <a:pt x="2720732" y="91845"/>
                  </a:lnTo>
                  <a:lnTo>
                    <a:pt x="2712846" y="91845"/>
                  </a:lnTo>
                  <a:lnTo>
                    <a:pt x="2704959" y="91845"/>
                  </a:lnTo>
                  <a:lnTo>
                    <a:pt x="2697073" y="91845"/>
                  </a:lnTo>
                  <a:lnTo>
                    <a:pt x="2689187" y="91845"/>
                  </a:lnTo>
                  <a:lnTo>
                    <a:pt x="2681301" y="91845"/>
                  </a:lnTo>
                  <a:lnTo>
                    <a:pt x="2673415" y="91845"/>
                  </a:lnTo>
                  <a:lnTo>
                    <a:pt x="2665528" y="91845"/>
                  </a:lnTo>
                  <a:lnTo>
                    <a:pt x="2657642" y="91845"/>
                  </a:lnTo>
                  <a:lnTo>
                    <a:pt x="2649756" y="91845"/>
                  </a:lnTo>
                  <a:lnTo>
                    <a:pt x="2641870" y="91845"/>
                  </a:lnTo>
                  <a:lnTo>
                    <a:pt x="2633984" y="91845"/>
                  </a:lnTo>
                  <a:lnTo>
                    <a:pt x="2626098" y="91845"/>
                  </a:lnTo>
                  <a:lnTo>
                    <a:pt x="2618211" y="91845"/>
                  </a:lnTo>
                  <a:lnTo>
                    <a:pt x="2610325" y="91845"/>
                  </a:lnTo>
                  <a:lnTo>
                    <a:pt x="2602439" y="91845"/>
                  </a:lnTo>
                  <a:lnTo>
                    <a:pt x="2594553" y="91845"/>
                  </a:lnTo>
                  <a:lnTo>
                    <a:pt x="2586667" y="91845"/>
                  </a:lnTo>
                  <a:lnTo>
                    <a:pt x="2578780" y="91845"/>
                  </a:lnTo>
                  <a:lnTo>
                    <a:pt x="2570894" y="91845"/>
                  </a:lnTo>
                  <a:lnTo>
                    <a:pt x="2563008" y="91845"/>
                  </a:lnTo>
                  <a:lnTo>
                    <a:pt x="2555122" y="91845"/>
                  </a:lnTo>
                  <a:lnTo>
                    <a:pt x="2547236" y="91845"/>
                  </a:lnTo>
                  <a:lnTo>
                    <a:pt x="2539350" y="91845"/>
                  </a:lnTo>
                  <a:lnTo>
                    <a:pt x="2531463" y="91845"/>
                  </a:lnTo>
                  <a:lnTo>
                    <a:pt x="2523577" y="91845"/>
                  </a:lnTo>
                  <a:lnTo>
                    <a:pt x="2515691" y="91845"/>
                  </a:lnTo>
                  <a:lnTo>
                    <a:pt x="2507805" y="91845"/>
                  </a:lnTo>
                  <a:lnTo>
                    <a:pt x="2499919" y="91845"/>
                  </a:lnTo>
                  <a:lnTo>
                    <a:pt x="2492032" y="91845"/>
                  </a:lnTo>
                  <a:lnTo>
                    <a:pt x="2484146" y="91845"/>
                  </a:lnTo>
                  <a:lnTo>
                    <a:pt x="2476260" y="91845"/>
                  </a:lnTo>
                  <a:lnTo>
                    <a:pt x="2468374" y="91845"/>
                  </a:lnTo>
                  <a:lnTo>
                    <a:pt x="2460488" y="91845"/>
                  </a:lnTo>
                  <a:lnTo>
                    <a:pt x="2452602" y="91845"/>
                  </a:lnTo>
                  <a:lnTo>
                    <a:pt x="2444715" y="91845"/>
                  </a:lnTo>
                  <a:lnTo>
                    <a:pt x="2436829" y="91845"/>
                  </a:lnTo>
                  <a:lnTo>
                    <a:pt x="2428943" y="91845"/>
                  </a:lnTo>
                  <a:lnTo>
                    <a:pt x="2421057" y="91845"/>
                  </a:lnTo>
                  <a:lnTo>
                    <a:pt x="2413171" y="91845"/>
                  </a:lnTo>
                  <a:lnTo>
                    <a:pt x="2405284" y="91845"/>
                  </a:lnTo>
                  <a:lnTo>
                    <a:pt x="2397398" y="91845"/>
                  </a:lnTo>
                  <a:lnTo>
                    <a:pt x="2389512" y="91845"/>
                  </a:lnTo>
                  <a:lnTo>
                    <a:pt x="2381626" y="91845"/>
                  </a:lnTo>
                  <a:lnTo>
                    <a:pt x="2373740" y="91845"/>
                  </a:lnTo>
                  <a:lnTo>
                    <a:pt x="2365854" y="91845"/>
                  </a:lnTo>
                  <a:lnTo>
                    <a:pt x="2357967" y="91845"/>
                  </a:lnTo>
                  <a:lnTo>
                    <a:pt x="2350081" y="91845"/>
                  </a:lnTo>
                  <a:lnTo>
                    <a:pt x="2342195" y="91845"/>
                  </a:lnTo>
                  <a:lnTo>
                    <a:pt x="2334309" y="91845"/>
                  </a:lnTo>
                  <a:lnTo>
                    <a:pt x="2326423" y="91845"/>
                  </a:lnTo>
                  <a:lnTo>
                    <a:pt x="2318536" y="91845"/>
                  </a:lnTo>
                  <a:lnTo>
                    <a:pt x="2310650" y="91845"/>
                  </a:lnTo>
                  <a:lnTo>
                    <a:pt x="2302764" y="91845"/>
                  </a:lnTo>
                  <a:lnTo>
                    <a:pt x="2294878" y="91845"/>
                  </a:lnTo>
                  <a:lnTo>
                    <a:pt x="2286992" y="91845"/>
                  </a:lnTo>
                  <a:lnTo>
                    <a:pt x="2279106" y="91845"/>
                  </a:lnTo>
                  <a:lnTo>
                    <a:pt x="2271219" y="91845"/>
                  </a:lnTo>
                  <a:lnTo>
                    <a:pt x="2263333" y="91845"/>
                  </a:lnTo>
                  <a:lnTo>
                    <a:pt x="2255447" y="91845"/>
                  </a:lnTo>
                  <a:lnTo>
                    <a:pt x="2247561" y="91845"/>
                  </a:lnTo>
                  <a:lnTo>
                    <a:pt x="2239675" y="91845"/>
                  </a:lnTo>
                  <a:lnTo>
                    <a:pt x="2231789" y="91845"/>
                  </a:lnTo>
                  <a:lnTo>
                    <a:pt x="2223902" y="91845"/>
                  </a:lnTo>
                  <a:lnTo>
                    <a:pt x="2216016" y="91845"/>
                  </a:lnTo>
                  <a:lnTo>
                    <a:pt x="2208130" y="91845"/>
                  </a:lnTo>
                  <a:lnTo>
                    <a:pt x="2200244" y="91845"/>
                  </a:lnTo>
                  <a:lnTo>
                    <a:pt x="2192358" y="91845"/>
                  </a:lnTo>
                  <a:lnTo>
                    <a:pt x="2184471" y="91845"/>
                  </a:lnTo>
                  <a:lnTo>
                    <a:pt x="2176585" y="91845"/>
                  </a:lnTo>
                  <a:lnTo>
                    <a:pt x="2168699" y="91845"/>
                  </a:lnTo>
                  <a:lnTo>
                    <a:pt x="2160813" y="91845"/>
                  </a:lnTo>
                  <a:lnTo>
                    <a:pt x="2152927" y="91845"/>
                  </a:lnTo>
                  <a:lnTo>
                    <a:pt x="2145041" y="91845"/>
                  </a:lnTo>
                  <a:lnTo>
                    <a:pt x="2137154" y="91845"/>
                  </a:lnTo>
                  <a:lnTo>
                    <a:pt x="2129268" y="91845"/>
                  </a:lnTo>
                  <a:lnTo>
                    <a:pt x="2121382" y="91845"/>
                  </a:lnTo>
                  <a:lnTo>
                    <a:pt x="2113496" y="91845"/>
                  </a:lnTo>
                  <a:lnTo>
                    <a:pt x="2105610" y="91845"/>
                  </a:lnTo>
                  <a:lnTo>
                    <a:pt x="2097723" y="91845"/>
                  </a:lnTo>
                  <a:lnTo>
                    <a:pt x="2089837" y="91845"/>
                  </a:lnTo>
                  <a:lnTo>
                    <a:pt x="2081951" y="91845"/>
                  </a:lnTo>
                  <a:lnTo>
                    <a:pt x="2074065" y="91845"/>
                  </a:lnTo>
                  <a:lnTo>
                    <a:pt x="2066179" y="91845"/>
                  </a:lnTo>
                  <a:lnTo>
                    <a:pt x="2058293" y="91845"/>
                  </a:lnTo>
                  <a:lnTo>
                    <a:pt x="2050406" y="91845"/>
                  </a:lnTo>
                  <a:lnTo>
                    <a:pt x="2042520" y="91845"/>
                  </a:lnTo>
                  <a:lnTo>
                    <a:pt x="2034634" y="91845"/>
                  </a:lnTo>
                  <a:lnTo>
                    <a:pt x="2026748" y="91845"/>
                  </a:lnTo>
                  <a:lnTo>
                    <a:pt x="2018862" y="91845"/>
                  </a:lnTo>
                  <a:lnTo>
                    <a:pt x="2010975" y="91845"/>
                  </a:lnTo>
                  <a:lnTo>
                    <a:pt x="2003089" y="91845"/>
                  </a:lnTo>
                  <a:lnTo>
                    <a:pt x="1995203" y="91845"/>
                  </a:lnTo>
                  <a:lnTo>
                    <a:pt x="1987317" y="91845"/>
                  </a:lnTo>
                  <a:lnTo>
                    <a:pt x="1979431" y="91845"/>
                  </a:lnTo>
                  <a:lnTo>
                    <a:pt x="1971545" y="91845"/>
                  </a:lnTo>
                  <a:lnTo>
                    <a:pt x="1963658" y="91845"/>
                  </a:lnTo>
                  <a:lnTo>
                    <a:pt x="1955772" y="91845"/>
                  </a:lnTo>
                  <a:lnTo>
                    <a:pt x="1947886" y="91845"/>
                  </a:lnTo>
                  <a:lnTo>
                    <a:pt x="1940000" y="91845"/>
                  </a:lnTo>
                  <a:lnTo>
                    <a:pt x="1932114" y="91845"/>
                  </a:lnTo>
                  <a:lnTo>
                    <a:pt x="1924227" y="91845"/>
                  </a:lnTo>
                  <a:lnTo>
                    <a:pt x="1916341" y="91845"/>
                  </a:lnTo>
                  <a:lnTo>
                    <a:pt x="1908455" y="91845"/>
                  </a:lnTo>
                  <a:lnTo>
                    <a:pt x="1900569" y="91845"/>
                  </a:lnTo>
                  <a:lnTo>
                    <a:pt x="1892683" y="91845"/>
                  </a:lnTo>
                  <a:lnTo>
                    <a:pt x="1884797" y="91845"/>
                  </a:lnTo>
                  <a:lnTo>
                    <a:pt x="1876910" y="91845"/>
                  </a:lnTo>
                  <a:lnTo>
                    <a:pt x="1869024" y="91845"/>
                  </a:lnTo>
                  <a:lnTo>
                    <a:pt x="1861138" y="91845"/>
                  </a:lnTo>
                  <a:lnTo>
                    <a:pt x="1853252" y="91845"/>
                  </a:lnTo>
                  <a:lnTo>
                    <a:pt x="1845366" y="91845"/>
                  </a:lnTo>
                  <a:lnTo>
                    <a:pt x="1837479" y="91845"/>
                  </a:lnTo>
                  <a:lnTo>
                    <a:pt x="1829593" y="91845"/>
                  </a:lnTo>
                  <a:lnTo>
                    <a:pt x="1821707" y="91845"/>
                  </a:lnTo>
                  <a:lnTo>
                    <a:pt x="1813821" y="91845"/>
                  </a:lnTo>
                  <a:lnTo>
                    <a:pt x="1805935" y="91845"/>
                  </a:lnTo>
                  <a:lnTo>
                    <a:pt x="1798049" y="91845"/>
                  </a:lnTo>
                  <a:lnTo>
                    <a:pt x="1790162" y="91845"/>
                  </a:lnTo>
                  <a:lnTo>
                    <a:pt x="1782276" y="91845"/>
                  </a:lnTo>
                  <a:lnTo>
                    <a:pt x="1774390" y="91845"/>
                  </a:lnTo>
                  <a:lnTo>
                    <a:pt x="1766504" y="91845"/>
                  </a:lnTo>
                  <a:lnTo>
                    <a:pt x="1758618" y="91845"/>
                  </a:lnTo>
                  <a:lnTo>
                    <a:pt x="1750732" y="91845"/>
                  </a:lnTo>
                  <a:lnTo>
                    <a:pt x="1742845" y="91845"/>
                  </a:lnTo>
                  <a:lnTo>
                    <a:pt x="1734959" y="91845"/>
                  </a:lnTo>
                  <a:lnTo>
                    <a:pt x="1727073" y="91845"/>
                  </a:lnTo>
                  <a:lnTo>
                    <a:pt x="1719187" y="91845"/>
                  </a:lnTo>
                  <a:lnTo>
                    <a:pt x="1711301" y="91845"/>
                  </a:lnTo>
                  <a:lnTo>
                    <a:pt x="1703414" y="91845"/>
                  </a:lnTo>
                  <a:lnTo>
                    <a:pt x="1695528" y="91845"/>
                  </a:lnTo>
                  <a:lnTo>
                    <a:pt x="1687642" y="91845"/>
                  </a:lnTo>
                  <a:lnTo>
                    <a:pt x="1679756" y="91845"/>
                  </a:lnTo>
                  <a:lnTo>
                    <a:pt x="1671870" y="91845"/>
                  </a:lnTo>
                  <a:lnTo>
                    <a:pt x="1663984" y="91845"/>
                  </a:lnTo>
                  <a:lnTo>
                    <a:pt x="1656097" y="91845"/>
                  </a:lnTo>
                  <a:lnTo>
                    <a:pt x="1648211" y="91845"/>
                  </a:lnTo>
                  <a:lnTo>
                    <a:pt x="1640325" y="91845"/>
                  </a:lnTo>
                  <a:lnTo>
                    <a:pt x="1632439" y="91845"/>
                  </a:lnTo>
                  <a:lnTo>
                    <a:pt x="1624553" y="91845"/>
                  </a:lnTo>
                  <a:lnTo>
                    <a:pt x="1616666" y="91845"/>
                  </a:lnTo>
                  <a:lnTo>
                    <a:pt x="1608780" y="91845"/>
                  </a:lnTo>
                  <a:lnTo>
                    <a:pt x="1600894" y="91845"/>
                  </a:lnTo>
                  <a:lnTo>
                    <a:pt x="1593008" y="91845"/>
                  </a:lnTo>
                  <a:lnTo>
                    <a:pt x="1585122" y="91845"/>
                  </a:lnTo>
                  <a:lnTo>
                    <a:pt x="1577236" y="91845"/>
                  </a:lnTo>
                  <a:lnTo>
                    <a:pt x="1569349" y="91845"/>
                  </a:lnTo>
                  <a:lnTo>
                    <a:pt x="1561463" y="91845"/>
                  </a:lnTo>
                  <a:lnTo>
                    <a:pt x="1553577" y="91845"/>
                  </a:lnTo>
                  <a:lnTo>
                    <a:pt x="1545691" y="91845"/>
                  </a:lnTo>
                  <a:lnTo>
                    <a:pt x="1537805" y="91845"/>
                  </a:lnTo>
                  <a:lnTo>
                    <a:pt x="1529918" y="91845"/>
                  </a:lnTo>
                  <a:lnTo>
                    <a:pt x="1522032" y="91845"/>
                  </a:lnTo>
                  <a:lnTo>
                    <a:pt x="1514146" y="91845"/>
                  </a:lnTo>
                  <a:lnTo>
                    <a:pt x="1506260" y="91845"/>
                  </a:lnTo>
                  <a:lnTo>
                    <a:pt x="1498374" y="91845"/>
                  </a:lnTo>
                  <a:lnTo>
                    <a:pt x="1490488" y="91845"/>
                  </a:lnTo>
                  <a:lnTo>
                    <a:pt x="1482601" y="91845"/>
                  </a:lnTo>
                  <a:lnTo>
                    <a:pt x="1474715" y="91845"/>
                  </a:lnTo>
                  <a:lnTo>
                    <a:pt x="1466829" y="91845"/>
                  </a:lnTo>
                  <a:lnTo>
                    <a:pt x="1458943" y="91845"/>
                  </a:lnTo>
                  <a:lnTo>
                    <a:pt x="1451057" y="91845"/>
                  </a:lnTo>
                  <a:lnTo>
                    <a:pt x="1443170" y="91845"/>
                  </a:lnTo>
                  <a:lnTo>
                    <a:pt x="1435284" y="91845"/>
                  </a:lnTo>
                  <a:lnTo>
                    <a:pt x="1427398" y="91845"/>
                  </a:lnTo>
                  <a:lnTo>
                    <a:pt x="1419512" y="91845"/>
                  </a:lnTo>
                  <a:lnTo>
                    <a:pt x="1411626" y="91845"/>
                  </a:lnTo>
                  <a:lnTo>
                    <a:pt x="1403740" y="91845"/>
                  </a:lnTo>
                  <a:lnTo>
                    <a:pt x="1395853" y="91845"/>
                  </a:lnTo>
                  <a:lnTo>
                    <a:pt x="1387967" y="91845"/>
                  </a:lnTo>
                  <a:lnTo>
                    <a:pt x="1380081" y="91845"/>
                  </a:lnTo>
                  <a:lnTo>
                    <a:pt x="1372195" y="91845"/>
                  </a:lnTo>
                  <a:lnTo>
                    <a:pt x="1364309" y="91845"/>
                  </a:lnTo>
                  <a:lnTo>
                    <a:pt x="1356423" y="91845"/>
                  </a:lnTo>
                  <a:lnTo>
                    <a:pt x="1348536" y="91845"/>
                  </a:lnTo>
                  <a:lnTo>
                    <a:pt x="1340650" y="91845"/>
                  </a:lnTo>
                  <a:lnTo>
                    <a:pt x="1332764" y="91845"/>
                  </a:lnTo>
                  <a:lnTo>
                    <a:pt x="1324878" y="91845"/>
                  </a:lnTo>
                  <a:lnTo>
                    <a:pt x="1316992" y="91845"/>
                  </a:lnTo>
                  <a:lnTo>
                    <a:pt x="1309105" y="91845"/>
                  </a:lnTo>
                  <a:lnTo>
                    <a:pt x="1301219" y="91845"/>
                  </a:lnTo>
                  <a:lnTo>
                    <a:pt x="1293333" y="91845"/>
                  </a:lnTo>
                  <a:lnTo>
                    <a:pt x="1285447" y="91845"/>
                  </a:lnTo>
                  <a:lnTo>
                    <a:pt x="1277561" y="91845"/>
                  </a:lnTo>
                  <a:lnTo>
                    <a:pt x="1269675" y="91845"/>
                  </a:lnTo>
                  <a:lnTo>
                    <a:pt x="1261788" y="91845"/>
                  </a:lnTo>
                  <a:lnTo>
                    <a:pt x="1253902" y="91845"/>
                  </a:lnTo>
                  <a:lnTo>
                    <a:pt x="1246016" y="91845"/>
                  </a:lnTo>
                  <a:lnTo>
                    <a:pt x="1238130" y="91845"/>
                  </a:lnTo>
                  <a:lnTo>
                    <a:pt x="1230244" y="91845"/>
                  </a:lnTo>
                  <a:lnTo>
                    <a:pt x="1222357" y="91845"/>
                  </a:lnTo>
                  <a:lnTo>
                    <a:pt x="1214471" y="91845"/>
                  </a:lnTo>
                  <a:lnTo>
                    <a:pt x="1206585" y="91845"/>
                  </a:lnTo>
                  <a:lnTo>
                    <a:pt x="1198699" y="91845"/>
                  </a:lnTo>
                  <a:lnTo>
                    <a:pt x="1190813" y="91845"/>
                  </a:lnTo>
                  <a:lnTo>
                    <a:pt x="1182927" y="91845"/>
                  </a:lnTo>
                  <a:lnTo>
                    <a:pt x="1175040" y="91845"/>
                  </a:lnTo>
                  <a:lnTo>
                    <a:pt x="1167154" y="91845"/>
                  </a:lnTo>
                  <a:lnTo>
                    <a:pt x="1159268" y="91845"/>
                  </a:lnTo>
                  <a:lnTo>
                    <a:pt x="1151382" y="91845"/>
                  </a:lnTo>
                  <a:lnTo>
                    <a:pt x="1143496" y="91845"/>
                  </a:lnTo>
                  <a:lnTo>
                    <a:pt x="1135609" y="91845"/>
                  </a:lnTo>
                  <a:lnTo>
                    <a:pt x="1127723" y="91845"/>
                  </a:lnTo>
                  <a:lnTo>
                    <a:pt x="1119837" y="91845"/>
                  </a:lnTo>
                  <a:lnTo>
                    <a:pt x="1111951" y="91845"/>
                  </a:lnTo>
                  <a:lnTo>
                    <a:pt x="1104065" y="91845"/>
                  </a:lnTo>
                  <a:lnTo>
                    <a:pt x="1096179" y="91845"/>
                  </a:lnTo>
                  <a:lnTo>
                    <a:pt x="1088292" y="91845"/>
                  </a:lnTo>
                  <a:lnTo>
                    <a:pt x="1080406" y="91845"/>
                  </a:lnTo>
                  <a:lnTo>
                    <a:pt x="1072520" y="91845"/>
                  </a:lnTo>
                  <a:lnTo>
                    <a:pt x="1064634" y="91845"/>
                  </a:lnTo>
                  <a:lnTo>
                    <a:pt x="1056748" y="91845"/>
                  </a:lnTo>
                  <a:lnTo>
                    <a:pt x="1048861" y="91845"/>
                  </a:lnTo>
                  <a:lnTo>
                    <a:pt x="1040975" y="91845"/>
                  </a:lnTo>
                  <a:lnTo>
                    <a:pt x="1033089" y="91845"/>
                  </a:lnTo>
                  <a:lnTo>
                    <a:pt x="1025203" y="91845"/>
                  </a:lnTo>
                  <a:lnTo>
                    <a:pt x="1017317" y="91845"/>
                  </a:lnTo>
                  <a:lnTo>
                    <a:pt x="1009431" y="91845"/>
                  </a:lnTo>
                  <a:lnTo>
                    <a:pt x="1001544" y="91845"/>
                  </a:lnTo>
                  <a:lnTo>
                    <a:pt x="993658" y="91845"/>
                  </a:lnTo>
                  <a:lnTo>
                    <a:pt x="985772" y="91845"/>
                  </a:lnTo>
                  <a:lnTo>
                    <a:pt x="977886" y="91845"/>
                  </a:lnTo>
                  <a:lnTo>
                    <a:pt x="970000" y="91845"/>
                  </a:lnTo>
                  <a:lnTo>
                    <a:pt x="962113" y="91845"/>
                  </a:lnTo>
                  <a:lnTo>
                    <a:pt x="954227" y="91845"/>
                  </a:lnTo>
                  <a:lnTo>
                    <a:pt x="946341" y="91845"/>
                  </a:lnTo>
                  <a:lnTo>
                    <a:pt x="938455" y="91845"/>
                  </a:lnTo>
                  <a:lnTo>
                    <a:pt x="930569" y="91845"/>
                  </a:lnTo>
                  <a:lnTo>
                    <a:pt x="922683" y="91845"/>
                  </a:lnTo>
                  <a:lnTo>
                    <a:pt x="914796" y="91845"/>
                  </a:lnTo>
                  <a:lnTo>
                    <a:pt x="906910" y="91845"/>
                  </a:lnTo>
                  <a:lnTo>
                    <a:pt x="899024" y="91845"/>
                  </a:lnTo>
                  <a:lnTo>
                    <a:pt x="891138" y="91845"/>
                  </a:lnTo>
                  <a:lnTo>
                    <a:pt x="883252" y="91845"/>
                  </a:lnTo>
                  <a:lnTo>
                    <a:pt x="875366" y="91845"/>
                  </a:lnTo>
                  <a:lnTo>
                    <a:pt x="867479" y="91845"/>
                  </a:lnTo>
                  <a:lnTo>
                    <a:pt x="859593" y="91845"/>
                  </a:lnTo>
                  <a:lnTo>
                    <a:pt x="851707" y="91845"/>
                  </a:lnTo>
                  <a:lnTo>
                    <a:pt x="843821" y="91845"/>
                  </a:lnTo>
                  <a:lnTo>
                    <a:pt x="835935" y="91845"/>
                  </a:lnTo>
                  <a:lnTo>
                    <a:pt x="828048" y="91845"/>
                  </a:lnTo>
                  <a:lnTo>
                    <a:pt x="820162" y="91845"/>
                  </a:lnTo>
                  <a:lnTo>
                    <a:pt x="812276" y="91845"/>
                  </a:lnTo>
                  <a:lnTo>
                    <a:pt x="804390" y="91845"/>
                  </a:lnTo>
                  <a:lnTo>
                    <a:pt x="796504" y="91845"/>
                  </a:lnTo>
                  <a:lnTo>
                    <a:pt x="788618" y="91845"/>
                  </a:lnTo>
                  <a:lnTo>
                    <a:pt x="780731" y="91845"/>
                  </a:lnTo>
                  <a:lnTo>
                    <a:pt x="772845" y="91845"/>
                  </a:lnTo>
                  <a:lnTo>
                    <a:pt x="764959" y="91845"/>
                  </a:lnTo>
                  <a:lnTo>
                    <a:pt x="757073" y="91845"/>
                  </a:lnTo>
                  <a:lnTo>
                    <a:pt x="749187" y="91845"/>
                  </a:lnTo>
                  <a:lnTo>
                    <a:pt x="741300" y="91845"/>
                  </a:lnTo>
                  <a:lnTo>
                    <a:pt x="733414" y="91845"/>
                  </a:lnTo>
                  <a:lnTo>
                    <a:pt x="725528" y="91845"/>
                  </a:lnTo>
                  <a:lnTo>
                    <a:pt x="717642" y="91845"/>
                  </a:lnTo>
                  <a:lnTo>
                    <a:pt x="709756" y="91845"/>
                  </a:lnTo>
                  <a:lnTo>
                    <a:pt x="701870" y="91845"/>
                  </a:lnTo>
                  <a:lnTo>
                    <a:pt x="693983" y="91845"/>
                  </a:lnTo>
                  <a:lnTo>
                    <a:pt x="686097" y="91845"/>
                  </a:lnTo>
                  <a:lnTo>
                    <a:pt x="678211" y="91845"/>
                  </a:lnTo>
                  <a:lnTo>
                    <a:pt x="670325" y="91845"/>
                  </a:lnTo>
                  <a:lnTo>
                    <a:pt x="662439" y="91845"/>
                  </a:lnTo>
                  <a:lnTo>
                    <a:pt x="654552" y="91845"/>
                  </a:lnTo>
                  <a:lnTo>
                    <a:pt x="646666" y="91845"/>
                  </a:lnTo>
                  <a:lnTo>
                    <a:pt x="638780" y="91845"/>
                  </a:lnTo>
                  <a:lnTo>
                    <a:pt x="630894" y="91845"/>
                  </a:lnTo>
                  <a:lnTo>
                    <a:pt x="623008" y="91845"/>
                  </a:lnTo>
                  <a:lnTo>
                    <a:pt x="615122" y="91845"/>
                  </a:lnTo>
                  <a:lnTo>
                    <a:pt x="607235" y="91845"/>
                  </a:lnTo>
                  <a:lnTo>
                    <a:pt x="599349" y="91845"/>
                  </a:lnTo>
                  <a:lnTo>
                    <a:pt x="591463" y="91845"/>
                  </a:lnTo>
                  <a:lnTo>
                    <a:pt x="583577" y="91845"/>
                  </a:lnTo>
                  <a:lnTo>
                    <a:pt x="575691" y="91845"/>
                  </a:lnTo>
                  <a:lnTo>
                    <a:pt x="567804" y="91845"/>
                  </a:lnTo>
                  <a:lnTo>
                    <a:pt x="559918" y="91845"/>
                  </a:lnTo>
                  <a:lnTo>
                    <a:pt x="552032" y="91845"/>
                  </a:lnTo>
                  <a:lnTo>
                    <a:pt x="544146" y="91845"/>
                  </a:lnTo>
                  <a:lnTo>
                    <a:pt x="536260" y="91845"/>
                  </a:lnTo>
                  <a:lnTo>
                    <a:pt x="528374" y="91845"/>
                  </a:lnTo>
                  <a:lnTo>
                    <a:pt x="520487" y="91845"/>
                  </a:lnTo>
                  <a:lnTo>
                    <a:pt x="512601" y="91845"/>
                  </a:lnTo>
                  <a:lnTo>
                    <a:pt x="504715" y="91845"/>
                  </a:lnTo>
                  <a:lnTo>
                    <a:pt x="496829" y="91845"/>
                  </a:lnTo>
                  <a:lnTo>
                    <a:pt x="488943" y="91845"/>
                  </a:lnTo>
                  <a:lnTo>
                    <a:pt x="481056" y="91845"/>
                  </a:lnTo>
                  <a:lnTo>
                    <a:pt x="473170" y="91845"/>
                  </a:lnTo>
                  <a:lnTo>
                    <a:pt x="465284" y="91845"/>
                  </a:lnTo>
                  <a:lnTo>
                    <a:pt x="457398" y="91845"/>
                  </a:lnTo>
                  <a:lnTo>
                    <a:pt x="449512" y="91845"/>
                  </a:lnTo>
                  <a:lnTo>
                    <a:pt x="441626" y="91845"/>
                  </a:lnTo>
                  <a:lnTo>
                    <a:pt x="433739" y="91845"/>
                  </a:lnTo>
                  <a:lnTo>
                    <a:pt x="425853" y="91845"/>
                  </a:lnTo>
                  <a:lnTo>
                    <a:pt x="417967" y="91845"/>
                  </a:lnTo>
                  <a:lnTo>
                    <a:pt x="410081" y="91845"/>
                  </a:lnTo>
                  <a:lnTo>
                    <a:pt x="402195" y="91845"/>
                  </a:lnTo>
                  <a:lnTo>
                    <a:pt x="394309" y="91845"/>
                  </a:lnTo>
                  <a:lnTo>
                    <a:pt x="386422" y="91845"/>
                  </a:lnTo>
                  <a:lnTo>
                    <a:pt x="378536" y="91845"/>
                  </a:lnTo>
                  <a:lnTo>
                    <a:pt x="370650" y="91845"/>
                  </a:lnTo>
                  <a:lnTo>
                    <a:pt x="362764" y="91845"/>
                  </a:lnTo>
                  <a:lnTo>
                    <a:pt x="354878" y="91845"/>
                  </a:lnTo>
                  <a:lnTo>
                    <a:pt x="346991" y="91845"/>
                  </a:lnTo>
                  <a:lnTo>
                    <a:pt x="339105" y="91845"/>
                  </a:lnTo>
                  <a:lnTo>
                    <a:pt x="331219" y="91845"/>
                  </a:lnTo>
                  <a:lnTo>
                    <a:pt x="323333" y="91845"/>
                  </a:lnTo>
                  <a:lnTo>
                    <a:pt x="315447" y="91845"/>
                  </a:lnTo>
                  <a:lnTo>
                    <a:pt x="307561" y="91845"/>
                  </a:lnTo>
                  <a:lnTo>
                    <a:pt x="299674" y="91845"/>
                  </a:lnTo>
                  <a:lnTo>
                    <a:pt x="291788" y="91845"/>
                  </a:lnTo>
                  <a:lnTo>
                    <a:pt x="283902" y="91845"/>
                  </a:lnTo>
                  <a:lnTo>
                    <a:pt x="276016" y="91845"/>
                  </a:lnTo>
                  <a:lnTo>
                    <a:pt x="268130" y="91845"/>
                  </a:lnTo>
                  <a:lnTo>
                    <a:pt x="260243" y="91845"/>
                  </a:lnTo>
                  <a:lnTo>
                    <a:pt x="252357" y="91845"/>
                  </a:lnTo>
                  <a:lnTo>
                    <a:pt x="244471" y="91845"/>
                  </a:lnTo>
                  <a:lnTo>
                    <a:pt x="236585" y="91845"/>
                  </a:lnTo>
                  <a:lnTo>
                    <a:pt x="228699" y="91845"/>
                  </a:lnTo>
                  <a:lnTo>
                    <a:pt x="220813" y="91845"/>
                  </a:lnTo>
                  <a:lnTo>
                    <a:pt x="212926" y="91845"/>
                  </a:lnTo>
                  <a:lnTo>
                    <a:pt x="205040" y="91845"/>
                  </a:lnTo>
                  <a:lnTo>
                    <a:pt x="197154" y="91845"/>
                  </a:lnTo>
                  <a:lnTo>
                    <a:pt x="189268" y="91845"/>
                  </a:lnTo>
                  <a:lnTo>
                    <a:pt x="181382" y="91845"/>
                  </a:lnTo>
                  <a:lnTo>
                    <a:pt x="173495" y="91845"/>
                  </a:lnTo>
                  <a:lnTo>
                    <a:pt x="165609" y="91845"/>
                  </a:lnTo>
                  <a:lnTo>
                    <a:pt x="157723" y="91845"/>
                  </a:lnTo>
                  <a:lnTo>
                    <a:pt x="149837" y="91845"/>
                  </a:lnTo>
                  <a:lnTo>
                    <a:pt x="141951" y="91845"/>
                  </a:lnTo>
                  <a:lnTo>
                    <a:pt x="134065" y="91845"/>
                  </a:lnTo>
                  <a:lnTo>
                    <a:pt x="126178" y="91845"/>
                  </a:lnTo>
                  <a:lnTo>
                    <a:pt x="118292" y="91845"/>
                  </a:lnTo>
                  <a:lnTo>
                    <a:pt x="110406" y="91845"/>
                  </a:lnTo>
                  <a:lnTo>
                    <a:pt x="102520" y="91845"/>
                  </a:lnTo>
                  <a:lnTo>
                    <a:pt x="94634" y="91845"/>
                  </a:lnTo>
                  <a:lnTo>
                    <a:pt x="86747" y="91845"/>
                  </a:lnTo>
                  <a:lnTo>
                    <a:pt x="78861" y="91845"/>
                  </a:lnTo>
                  <a:lnTo>
                    <a:pt x="70975" y="91845"/>
                  </a:lnTo>
                  <a:lnTo>
                    <a:pt x="63089" y="91845"/>
                  </a:lnTo>
                  <a:lnTo>
                    <a:pt x="55203" y="91845"/>
                  </a:lnTo>
                  <a:lnTo>
                    <a:pt x="47317" y="91845"/>
                  </a:lnTo>
                  <a:lnTo>
                    <a:pt x="39430" y="91845"/>
                  </a:lnTo>
                  <a:lnTo>
                    <a:pt x="31544" y="91845"/>
                  </a:lnTo>
                  <a:lnTo>
                    <a:pt x="23658" y="91845"/>
                  </a:lnTo>
                  <a:lnTo>
                    <a:pt x="15772" y="91845"/>
                  </a:lnTo>
                  <a:lnTo>
                    <a:pt x="7886" y="9184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7814880" y="4702886"/>
              <a:ext cx="4029838" cy="91845"/>
            </a:xfrm>
            <a:custGeom>
              <a:avLst/>
              <a:pathLst>
                <a:path w="4029838" h="91845">
                  <a:moveTo>
                    <a:pt x="0" y="91845"/>
                  </a:moveTo>
                  <a:lnTo>
                    <a:pt x="7886" y="91845"/>
                  </a:lnTo>
                  <a:lnTo>
                    <a:pt x="15772" y="91845"/>
                  </a:lnTo>
                  <a:lnTo>
                    <a:pt x="23658" y="91845"/>
                  </a:lnTo>
                  <a:lnTo>
                    <a:pt x="31544" y="91845"/>
                  </a:lnTo>
                  <a:lnTo>
                    <a:pt x="39430" y="91845"/>
                  </a:lnTo>
                  <a:lnTo>
                    <a:pt x="47317" y="91845"/>
                  </a:lnTo>
                  <a:lnTo>
                    <a:pt x="55203" y="91845"/>
                  </a:lnTo>
                  <a:lnTo>
                    <a:pt x="63089" y="91845"/>
                  </a:lnTo>
                  <a:lnTo>
                    <a:pt x="70975" y="91845"/>
                  </a:lnTo>
                  <a:lnTo>
                    <a:pt x="78861" y="91845"/>
                  </a:lnTo>
                  <a:lnTo>
                    <a:pt x="86747" y="91845"/>
                  </a:lnTo>
                  <a:lnTo>
                    <a:pt x="94634" y="91845"/>
                  </a:lnTo>
                  <a:lnTo>
                    <a:pt x="102520" y="91845"/>
                  </a:lnTo>
                  <a:lnTo>
                    <a:pt x="110406" y="91845"/>
                  </a:lnTo>
                  <a:lnTo>
                    <a:pt x="118292" y="91845"/>
                  </a:lnTo>
                  <a:lnTo>
                    <a:pt x="126178" y="91845"/>
                  </a:lnTo>
                  <a:lnTo>
                    <a:pt x="134065" y="91845"/>
                  </a:lnTo>
                  <a:lnTo>
                    <a:pt x="141951" y="91845"/>
                  </a:lnTo>
                  <a:lnTo>
                    <a:pt x="149837" y="91845"/>
                  </a:lnTo>
                  <a:lnTo>
                    <a:pt x="157723" y="91845"/>
                  </a:lnTo>
                  <a:lnTo>
                    <a:pt x="165609" y="91845"/>
                  </a:lnTo>
                  <a:lnTo>
                    <a:pt x="173495" y="91845"/>
                  </a:lnTo>
                  <a:lnTo>
                    <a:pt x="181382" y="91845"/>
                  </a:lnTo>
                  <a:lnTo>
                    <a:pt x="189268" y="91845"/>
                  </a:lnTo>
                  <a:lnTo>
                    <a:pt x="197154" y="91845"/>
                  </a:lnTo>
                  <a:lnTo>
                    <a:pt x="205040" y="91845"/>
                  </a:lnTo>
                  <a:lnTo>
                    <a:pt x="212926" y="91845"/>
                  </a:lnTo>
                  <a:lnTo>
                    <a:pt x="220813" y="91845"/>
                  </a:lnTo>
                  <a:lnTo>
                    <a:pt x="228699" y="91845"/>
                  </a:lnTo>
                  <a:lnTo>
                    <a:pt x="236585" y="91845"/>
                  </a:lnTo>
                  <a:lnTo>
                    <a:pt x="244471" y="91845"/>
                  </a:lnTo>
                  <a:lnTo>
                    <a:pt x="252357" y="91845"/>
                  </a:lnTo>
                  <a:lnTo>
                    <a:pt x="260243" y="91845"/>
                  </a:lnTo>
                  <a:lnTo>
                    <a:pt x="268130" y="91845"/>
                  </a:lnTo>
                  <a:lnTo>
                    <a:pt x="276016" y="91845"/>
                  </a:lnTo>
                  <a:lnTo>
                    <a:pt x="283902" y="91845"/>
                  </a:lnTo>
                  <a:lnTo>
                    <a:pt x="291788" y="91845"/>
                  </a:lnTo>
                  <a:lnTo>
                    <a:pt x="299674" y="91845"/>
                  </a:lnTo>
                  <a:lnTo>
                    <a:pt x="307561" y="91845"/>
                  </a:lnTo>
                  <a:lnTo>
                    <a:pt x="315447" y="91845"/>
                  </a:lnTo>
                  <a:lnTo>
                    <a:pt x="323333" y="91845"/>
                  </a:lnTo>
                  <a:lnTo>
                    <a:pt x="331219" y="91845"/>
                  </a:lnTo>
                  <a:lnTo>
                    <a:pt x="339105" y="91845"/>
                  </a:lnTo>
                  <a:lnTo>
                    <a:pt x="346991" y="91845"/>
                  </a:lnTo>
                  <a:lnTo>
                    <a:pt x="354878" y="91845"/>
                  </a:lnTo>
                  <a:lnTo>
                    <a:pt x="362764" y="91845"/>
                  </a:lnTo>
                  <a:lnTo>
                    <a:pt x="370650" y="91845"/>
                  </a:lnTo>
                  <a:lnTo>
                    <a:pt x="378536" y="91845"/>
                  </a:lnTo>
                  <a:lnTo>
                    <a:pt x="386422" y="91845"/>
                  </a:lnTo>
                  <a:lnTo>
                    <a:pt x="394309" y="91845"/>
                  </a:lnTo>
                  <a:lnTo>
                    <a:pt x="402195" y="91845"/>
                  </a:lnTo>
                  <a:lnTo>
                    <a:pt x="410081" y="91845"/>
                  </a:lnTo>
                  <a:lnTo>
                    <a:pt x="417967" y="91845"/>
                  </a:lnTo>
                  <a:lnTo>
                    <a:pt x="425853" y="91845"/>
                  </a:lnTo>
                  <a:lnTo>
                    <a:pt x="433739" y="91845"/>
                  </a:lnTo>
                  <a:lnTo>
                    <a:pt x="441626" y="91845"/>
                  </a:lnTo>
                  <a:lnTo>
                    <a:pt x="449512" y="91845"/>
                  </a:lnTo>
                  <a:lnTo>
                    <a:pt x="457398" y="91845"/>
                  </a:lnTo>
                  <a:lnTo>
                    <a:pt x="465284" y="91845"/>
                  </a:lnTo>
                  <a:lnTo>
                    <a:pt x="473170" y="91845"/>
                  </a:lnTo>
                  <a:lnTo>
                    <a:pt x="481056" y="91845"/>
                  </a:lnTo>
                  <a:lnTo>
                    <a:pt x="488943" y="91845"/>
                  </a:lnTo>
                  <a:lnTo>
                    <a:pt x="496829" y="91845"/>
                  </a:lnTo>
                  <a:lnTo>
                    <a:pt x="504715" y="91845"/>
                  </a:lnTo>
                  <a:lnTo>
                    <a:pt x="512601" y="91845"/>
                  </a:lnTo>
                  <a:lnTo>
                    <a:pt x="520487" y="91845"/>
                  </a:lnTo>
                  <a:lnTo>
                    <a:pt x="528374" y="91845"/>
                  </a:lnTo>
                  <a:lnTo>
                    <a:pt x="536260" y="91844"/>
                  </a:lnTo>
                  <a:lnTo>
                    <a:pt x="544146" y="91844"/>
                  </a:lnTo>
                  <a:lnTo>
                    <a:pt x="552032" y="91844"/>
                  </a:lnTo>
                  <a:lnTo>
                    <a:pt x="559918" y="91844"/>
                  </a:lnTo>
                  <a:lnTo>
                    <a:pt x="567804" y="91844"/>
                  </a:lnTo>
                  <a:lnTo>
                    <a:pt x="575691" y="91844"/>
                  </a:lnTo>
                  <a:lnTo>
                    <a:pt x="583577" y="91844"/>
                  </a:lnTo>
                  <a:lnTo>
                    <a:pt x="591463" y="91844"/>
                  </a:lnTo>
                  <a:lnTo>
                    <a:pt x="599349" y="91844"/>
                  </a:lnTo>
                  <a:lnTo>
                    <a:pt x="607235" y="91844"/>
                  </a:lnTo>
                  <a:lnTo>
                    <a:pt x="615122" y="91844"/>
                  </a:lnTo>
                  <a:lnTo>
                    <a:pt x="623008" y="91843"/>
                  </a:lnTo>
                  <a:lnTo>
                    <a:pt x="630894" y="91843"/>
                  </a:lnTo>
                  <a:lnTo>
                    <a:pt x="638780" y="91843"/>
                  </a:lnTo>
                  <a:lnTo>
                    <a:pt x="646666" y="91843"/>
                  </a:lnTo>
                  <a:lnTo>
                    <a:pt x="654552" y="91843"/>
                  </a:lnTo>
                  <a:lnTo>
                    <a:pt x="662439" y="91842"/>
                  </a:lnTo>
                  <a:lnTo>
                    <a:pt x="670325" y="91842"/>
                  </a:lnTo>
                  <a:lnTo>
                    <a:pt x="678211" y="91842"/>
                  </a:lnTo>
                  <a:lnTo>
                    <a:pt x="686097" y="91842"/>
                  </a:lnTo>
                  <a:lnTo>
                    <a:pt x="693983" y="91841"/>
                  </a:lnTo>
                  <a:lnTo>
                    <a:pt x="701870" y="91841"/>
                  </a:lnTo>
                  <a:lnTo>
                    <a:pt x="709756" y="91841"/>
                  </a:lnTo>
                  <a:lnTo>
                    <a:pt x="717642" y="91840"/>
                  </a:lnTo>
                  <a:lnTo>
                    <a:pt x="725528" y="91840"/>
                  </a:lnTo>
                  <a:lnTo>
                    <a:pt x="733414" y="91840"/>
                  </a:lnTo>
                  <a:lnTo>
                    <a:pt x="741300" y="91839"/>
                  </a:lnTo>
                  <a:lnTo>
                    <a:pt x="749187" y="91839"/>
                  </a:lnTo>
                  <a:lnTo>
                    <a:pt x="757073" y="91838"/>
                  </a:lnTo>
                  <a:lnTo>
                    <a:pt x="764959" y="91838"/>
                  </a:lnTo>
                  <a:lnTo>
                    <a:pt x="772845" y="91837"/>
                  </a:lnTo>
                  <a:lnTo>
                    <a:pt x="780731" y="91837"/>
                  </a:lnTo>
                  <a:lnTo>
                    <a:pt x="788618" y="91836"/>
                  </a:lnTo>
                  <a:lnTo>
                    <a:pt x="796504" y="91835"/>
                  </a:lnTo>
                  <a:lnTo>
                    <a:pt x="804390" y="91834"/>
                  </a:lnTo>
                  <a:lnTo>
                    <a:pt x="812276" y="91834"/>
                  </a:lnTo>
                  <a:lnTo>
                    <a:pt x="820162" y="91833"/>
                  </a:lnTo>
                  <a:lnTo>
                    <a:pt x="828048" y="91832"/>
                  </a:lnTo>
                  <a:lnTo>
                    <a:pt x="835935" y="91831"/>
                  </a:lnTo>
                  <a:lnTo>
                    <a:pt x="843821" y="91830"/>
                  </a:lnTo>
                  <a:lnTo>
                    <a:pt x="851707" y="91829"/>
                  </a:lnTo>
                  <a:lnTo>
                    <a:pt x="859593" y="91828"/>
                  </a:lnTo>
                  <a:lnTo>
                    <a:pt x="867479" y="91826"/>
                  </a:lnTo>
                  <a:lnTo>
                    <a:pt x="875366" y="91825"/>
                  </a:lnTo>
                  <a:lnTo>
                    <a:pt x="883252" y="91823"/>
                  </a:lnTo>
                  <a:lnTo>
                    <a:pt x="891138" y="91822"/>
                  </a:lnTo>
                  <a:lnTo>
                    <a:pt x="899024" y="91820"/>
                  </a:lnTo>
                  <a:lnTo>
                    <a:pt x="906910" y="91818"/>
                  </a:lnTo>
                  <a:lnTo>
                    <a:pt x="914796" y="91816"/>
                  </a:lnTo>
                  <a:lnTo>
                    <a:pt x="922683" y="91814"/>
                  </a:lnTo>
                  <a:lnTo>
                    <a:pt x="930569" y="91812"/>
                  </a:lnTo>
                  <a:lnTo>
                    <a:pt x="938455" y="91810"/>
                  </a:lnTo>
                  <a:lnTo>
                    <a:pt x="946341" y="91808"/>
                  </a:lnTo>
                  <a:lnTo>
                    <a:pt x="954227" y="91805"/>
                  </a:lnTo>
                  <a:lnTo>
                    <a:pt x="962113" y="91802"/>
                  </a:lnTo>
                  <a:lnTo>
                    <a:pt x="970000" y="91799"/>
                  </a:lnTo>
                  <a:lnTo>
                    <a:pt x="977886" y="91796"/>
                  </a:lnTo>
                  <a:lnTo>
                    <a:pt x="985772" y="91793"/>
                  </a:lnTo>
                  <a:lnTo>
                    <a:pt x="993658" y="91789"/>
                  </a:lnTo>
                  <a:lnTo>
                    <a:pt x="1001544" y="91786"/>
                  </a:lnTo>
                  <a:lnTo>
                    <a:pt x="1009431" y="91781"/>
                  </a:lnTo>
                  <a:lnTo>
                    <a:pt x="1017317" y="91777"/>
                  </a:lnTo>
                  <a:lnTo>
                    <a:pt x="1025203" y="91773"/>
                  </a:lnTo>
                  <a:lnTo>
                    <a:pt x="1033089" y="91768"/>
                  </a:lnTo>
                  <a:lnTo>
                    <a:pt x="1040975" y="91763"/>
                  </a:lnTo>
                  <a:lnTo>
                    <a:pt x="1048861" y="91758"/>
                  </a:lnTo>
                  <a:lnTo>
                    <a:pt x="1056748" y="91752"/>
                  </a:lnTo>
                  <a:lnTo>
                    <a:pt x="1064634" y="91746"/>
                  </a:lnTo>
                  <a:lnTo>
                    <a:pt x="1072520" y="91740"/>
                  </a:lnTo>
                  <a:lnTo>
                    <a:pt x="1080406" y="91733"/>
                  </a:lnTo>
                  <a:lnTo>
                    <a:pt x="1088292" y="91726"/>
                  </a:lnTo>
                  <a:lnTo>
                    <a:pt x="1096179" y="91718"/>
                  </a:lnTo>
                  <a:lnTo>
                    <a:pt x="1104065" y="91710"/>
                  </a:lnTo>
                  <a:lnTo>
                    <a:pt x="1111951" y="91702"/>
                  </a:lnTo>
                  <a:lnTo>
                    <a:pt x="1119837" y="91693"/>
                  </a:lnTo>
                  <a:lnTo>
                    <a:pt x="1127723" y="91683"/>
                  </a:lnTo>
                  <a:lnTo>
                    <a:pt x="1135609" y="91673"/>
                  </a:lnTo>
                  <a:lnTo>
                    <a:pt x="1143496" y="91663"/>
                  </a:lnTo>
                  <a:lnTo>
                    <a:pt x="1151382" y="91652"/>
                  </a:lnTo>
                  <a:lnTo>
                    <a:pt x="1159268" y="91640"/>
                  </a:lnTo>
                  <a:lnTo>
                    <a:pt x="1167154" y="91627"/>
                  </a:lnTo>
                  <a:lnTo>
                    <a:pt x="1175040" y="91614"/>
                  </a:lnTo>
                  <a:lnTo>
                    <a:pt x="1182927" y="91601"/>
                  </a:lnTo>
                  <a:lnTo>
                    <a:pt x="1190813" y="91586"/>
                  </a:lnTo>
                  <a:lnTo>
                    <a:pt x="1198699" y="91571"/>
                  </a:lnTo>
                  <a:lnTo>
                    <a:pt x="1206585" y="91555"/>
                  </a:lnTo>
                  <a:lnTo>
                    <a:pt x="1214471" y="91538"/>
                  </a:lnTo>
                  <a:lnTo>
                    <a:pt x="1222357" y="91520"/>
                  </a:lnTo>
                  <a:lnTo>
                    <a:pt x="1230244" y="91501"/>
                  </a:lnTo>
                  <a:lnTo>
                    <a:pt x="1238130" y="91481"/>
                  </a:lnTo>
                  <a:lnTo>
                    <a:pt x="1246016" y="91460"/>
                  </a:lnTo>
                  <a:lnTo>
                    <a:pt x="1253902" y="91439"/>
                  </a:lnTo>
                  <a:lnTo>
                    <a:pt x="1261788" y="91416"/>
                  </a:lnTo>
                  <a:lnTo>
                    <a:pt x="1269675" y="91392"/>
                  </a:lnTo>
                  <a:lnTo>
                    <a:pt x="1277561" y="91366"/>
                  </a:lnTo>
                  <a:lnTo>
                    <a:pt x="1285447" y="91340"/>
                  </a:lnTo>
                  <a:lnTo>
                    <a:pt x="1293333" y="91312"/>
                  </a:lnTo>
                  <a:lnTo>
                    <a:pt x="1301219" y="91282"/>
                  </a:lnTo>
                  <a:lnTo>
                    <a:pt x="1309105" y="91252"/>
                  </a:lnTo>
                  <a:lnTo>
                    <a:pt x="1316992" y="91219"/>
                  </a:lnTo>
                  <a:lnTo>
                    <a:pt x="1324878" y="91186"/>
                  </a:lnTo>
                  <a:lnTo>
                    <a:pt x="1332764" y="91150"/>
                  </a:lnTo>
                  <a:lnTo>
                    <a:pt x="1340650" y="91114"/>
                  </a:lnTo>
                  <a:lnTo>
                    <a:pt x="1348536" y="91074"/>
                  </a:lnTo>
                  <a:lnTo>
                    <a:pt x="1356423" y="91035"/>
                  </a:lnTo>
                  <a:lnTo>
                    <a:pt x="1364309" y="90991"/>
                  </a:lnTo>
                  <a:lnTo>
                    <a:pt x="1372195" y="90947"/>
                  </a:lnTo>
                  <a:lnTo>
                    <a:pt x="1380081" y="90901"/>
                  </a:lnTo>
                  <a:lnTo>
                    <a:pt x="1387967" y="90852"/>
                  </a:lnTo>
                  <a:lnTo>
                    <a:pt x="1395853" y="90801"/>
                  </a:lnTo>
                  <a:lnTo>
                    <a:pt x="1403740" y="90748"/>
                  </a:lnTo>
                  <a:lnTo>
                    <a:pt x="1411626" y="90693"/>
                  </a:lnTo>
                  <a:lnTo>
                    <a:pt x="1419512" y="90635"/>
                  </a:lnTo>
                  <a:lnTo>
                    <a:pt x="1427398" y="90575"/>
                  </a:lnTo>
                  <a:lnTo>
                    <a:pt x="1435284" y="90512"/>
                  </a:lnTo>
                  <a:lnTo>
                    <a:pt x="1443170" y="90447"/>
                  </a:lnTo>
                  <a:lnTo>
                    <a:pt x="1451057" y="90378"/>
                  </a:lnTo>
                  <a:lnTo>
                    <a:pt x="1458943" y="90308"/>
                  </a:lnTo>
                  <a:lnTo>
                    <a:pt x="1466829" y="90232"/>
                  </a:lnTo>
                  <a:lnTo>
                    <a:pt x="1474715" y="90156"/>
                  </a:lnTo>
                  <a:lnTo>
                    <a:pt x="1482601" y="90074"/>
                  </a:lnTo>
                  <a:lnTo>
                    <a:pt x="1490488" y="89991"/>
                  </a:lnTo>
                  <a:lnTo>
                    <a:pt x="1498374" y="89903"/>
                  </a:lnTo>
                  <a:lnTo>
                    <a:pt x="1506260" y="89813"/>
                  </a:lnTo>
                  <a:lnTo>
                    <a:pt x="1514146" y="89718"/>
                  </a:lnTo>
                  <a:lnTo>
                    <a:pt x="1522032" y="89620"/>
                  </a:lnTo>
                  <a:lnTo>
                    <a:pt x="1529918" y="89518"/>
                  </a:lnTo>
                  <a:lnTo>
                    <a:pt x="1537805" y="89412"/>
                  </a:lnTo>
                  <a:lnTo>
                    <a:pt x="1545691" y="89303"/>
                  </a:lnTo>
                  <a:lnTo>
                    <a:pt x="1553577" y="89188"/>
                  </a:lnTo>
                  <a:lnTo>
                    <a:pt x="1561463" y="89071"/>
                  </a:lnTo>
                  <a:lnTo>
                    <a:pt x="1569349" y="88946"/>
                  </a:lnTo>
                  <a:lnTo>
                    <a:pt x="1577236" y="88821"/>
                  </a:lnTo>
                  <a:lnTo>
                    <a:pt x="1585122" y="88687"/>
                  </a:lnTo>
                  <a:lnTo>
                    <a:pt x="1593008" y="88552"/>
                  </a:lnTo>
                  <a:lnTo>
                    <a:pt x="1600894" y="88408"/>
                  </a:lnTo>
                  <a:lnTo>
                    <a:pt x="1608780" y="88263"/>
                  </a:lnTo>
                  <a:lnTo>
                    <a:pt x="1616666" y="88109"/>
                  </a:lnTo>
                  <a:lnTo>
                    <a:pt x="1624553" y="87953"/>
                  </a:lnTo>
                  <a:lnTo>
                    <a:pt x="1632439" y="87789"/>
                  </a:lnTo>
                  <a:lnTo>
                    <a:pt x="1640325" y="87621"/>
                  </a:lnTo>
                  <a:lnTo>
                    <a:pt x="1648211" y="87447"/>
                  </a:lnTo>
                  <a:lnTo>
                    <a:pt x="1656097" y="87266"/>
                  </a:lnTo>
                  <a:lnTo>
                    <a:pt x="1663984" y="87081"/>
                  </a:lnTo>
                  <a:lnTo>
                    <a:pt x="1671870" y="86888"/>
                  </a:lnTo>
                  <a:lnTo>
                    <a:pt x="1679756" y="86691"/>
                  </a:lnTo>
                  <a:lnTo>
                    <a:pt x="1687642" y="86485"/>
                  </a:lnTo>
                  <a:lnTo>
                    <a:pt x="1695528" y="86276"/>
                  </a:lnTo>
                  <a:lnTo>
                    <a:pt x="1703414" y="86055"/>
                  </a:lnTo>
                  <a:lnTo>
                    <a:pt x="1711301" y="85834"/>
                  </a:lnTo>
                  <a:lnTo>
                    <a:pt x="1719187" y="85599"/>
                  </a:lnTo>
                  <a:lnTo>
                    <a:pt x="1727073" y="85363"/>
                  </a:lnTo>
                  <a:lnTo>
                    <a:pt x="1734959" y="85115"/>
                  </a:lnTo>
                  <a:lnTo>
                    <a:pt x="1742845" y="84863"/>
                  </a:lnTo>
                  <a:lnTo>
                    <a:pt x="1750732" y="84601"/>
                  </a:lnTo>
                  <a:lnTo>
                    <a:pt x="1758618" y="84334"/>
                  </a:lnTo>
                  <a:lnTo>
                    <a:pt x="1766504" y="84057"/>
                  </a:lnTo>
                  <a:lnTo>
                    <a:pt x="1774390" y="83774"/>
                  </a:lnTo>
                  <a:lnTo>
                    <a:pt x="1782276" y="83482"/>
                  </a:lnTo>
                  <a:lnTo>
                    <a:pt x="1790162" y="83182"/>
                  </a:lnTo>
                  <a:lnTo>
                    <a:pt x="1798049" y="82875"/>
                  </a:lnTo>
                  <a:lnTo>
                    <a:pt x="1805935" y="82557"/>
                  </a:lnTo>
                  <a:lnTo>
                    <a:pt x="1813821" y="82235"/>
                  </a:lnTo>
                  <a:lnTo>
                    <a:pt x="1821707" y="81900"/>
                  </a:lnTo>
                  <a:lnTo>
                    <a:pt x="1829593" y="81562"/>
                  </a:lnTo>
                  <a:lnTo>
                    <a:pt x="1837479" y="81207"/>
                  </a:lnTo>
                  <a:lnTo>
                    <a:pt x="1845366" y="80851"/>
                  </a:lnTo>
                  <a:lnTo>
                    <a:pt x="1853252" y="80480"/>
                  </a:lnTo>
                  <a:lnTo>
                    <a:pt x="1861138" y="80105"/>
                  </a:lnTo>
                  <a:lnTo>
                    <a:pt x="1869024" y="79716"/>
                  </a:lnTo>
                  <a:lnTo>
                    <a:pt x="1876910" y="79322"/>
                  </a:lnTo>
                  <a:lnTo>
                    <a:pt x="1884797" y="78916"/>
                  </a:lnTo>
                  <a:lnTo>
                    <a:pt x="1892683" y="78502"/>
                  </a:lnTo>
                  <a:lnTo>
                    <a:pt x="1900569" y="78079"/>
                  </a:lnTo>
                  <a:lnTo>
                    <a:pt x="1908455" y="77645"/>
                  </a:lnTo>
                  <a:lnTo>
                    <a:pt x="1916341" y="77204"/>
                  </a:lnTo>
                  <a:lnTo>
                    <a:pt x="1924227" y="76750"/>
                  </a:lnTo>
                  <a:lnTo>
                    <a:pt x="1932114" y="76291"/>
                  </a:lnTo>
                  <a:lnTo>
                    <a:pt x="1940000" y="75817"/>
                  </a:lnTo>
                  <a:lnTo>
                    <a:pt x="1947886" y="75340"/>
                  </a:lnTo>
                  <a:lnTo>
                    <a:pt x="1955772" y="74845"/>
                  </a:lnTo>
                  <a:lnTo>
                    <a:pt x="1963658" y="74348"/>
                  </a:lnTo>
                  <a:lnTo>
                    <a:pt x="1971545" y="73834"/>
                  </a:lnTo>
                  <a:lnTo>
                    <a:pt x="1979431" y="73316"/>
                  </a:lnTo>
                  <a:lnTo>
                    <a:pt x="1987317" y="72784"/>
                  </a:lnTo>
                  <a:lnTo>
                    <a:pt x="1995203" y="72246"/>
                  </a:lnTo>
                  <a:lnTo>
                    <a:pt x="2003089" y="71695"/>
                  </a:lnTo>
                  <a:lnTo>
                    <a:pt x="2010975" y="71136"/>
                  </a:lnTo>
                  <a:lnTo>
                    <a:pt x="2018862" y="70568"/>
                  </a:lnTo>
                  <a:lnTo>
                    <a:pt x="2026748" y="69989"/>
                  </a:lnTo>
                  <a:lnTo>
                    <a:pt x="2034634" y="69401"/>
                  </a:lnTo>
                  <a:lnTo>
                    <a:pt x="2042520" y="68802"/>
                  </a:lnTo>
                  <a:lnTo>
                    <a:pt x="2050406" y="68197"/>
                  </a:lnTo>
                  <a:lnTo>
                    <a:pt x="2058293" y="67578"/>
                  </a:lnTo>
                  <a:lnTo>
                    <a:pt x="2066179" y="66955"/>
                  </a:lnTo>
                  <a:lnTo>
                    <a:pt x="2074065" y="66317"/>
                  </a:lnTo>
                  <a:lnTo>
                    <a:pt x="2081951" y="65676"/>
                  </a:lnTo>
                  <a:lnTo>
                    <a:pt x="2089837" y="65019"/>
                  </a:lnTo>
                  <a:lnTo>
                    <a:pt x="2097723" y="64359"/>
                  </a:lnTo>
                  <a:lnTo>
                    <a:pt x="2105610" y="63685"/>
                  </a:lnTo>
                  <a:lnTo>
                    <a:pt x="2113496" y="63007"/>
                  </a:lnTo>
                  <a:lnTo>
                    <a:pt x="2121382" y="62317"/>
                  </a:lnTo>
                  <a:lnTo>
                    <a:pt x="2129268" y="61621"/>
                  </a:lnTo>
                  <a:lnTo>
                    <a:pt x="2137154" y="60916"/>
                  </a:lnTo>
                  <a:lnTo>
                    <a:pt x="2145041" y="60202"/>
                  </a:lnTo>
                  <a:lnTo>
                    <a:pt x="2152927" y="59482"/>
                  </a:lnTo>
                  <a:lnTo>
                    <a:pt x="2160813" y="58752"/>
                  </a:lnTo>
                  <a:lnTo>
                    <a:pt x="2168699" y="58017"/>
                  </a:lnTo>
                  <a:lnTo>
                    <a:pt x="2176585" y="57272"/>
                  </a:lnTo>
                  <a:lnTo>
                    <a:pt x="2184471" y="56523"/>
                  </a:lnTo>
                  <a:lnTo>
                    <a:pt x="2192358" y="55763"/>
                  </a:lnTo>
                  <a:lnTo>
                    <a:pt x="2200244" y="55002"/>
                  </a:lnTo>
                  <a:lnTo>
                    <a:pt x="2208130" y="54229"/>
                  </a:lnTo>
                  <a:lnTo>
                    <a:pt x="2216016" y="53454"/>
                  </a:lnTo>
                  <a:lnTo>
                    <a:pt x="2223902" y="52669"/>
                  </a:lnTo>
                  <a:lnTo>
                    <a:pt x="2231789" y="51882"/>
                  </a:lnTo>
                  <a:lnTo>
                    <a:pt x="2239675" y="51087"/>
                  </a:lnTo>
                  <a:lnTo>
                    <a:pt x="2247561" y="50289"/>
                  </a:lnTo>
                  <a:lnTo>
                    <a:pt x="2255447" y="49485"/>
                  </a:lnTo>
                  <a:lnTo>
                    <a:pt x="2263333" y="48677"/>
                  </a:lnTo>
                  <a:lnTo>
                    <a:pt x="2271219" y="47864"/>
                  </a:lnTo>
                  <a:lnTo>
                    <a:pt x="2279106" y="47047"/>
                  </a:lnTo>
                  <a:lnTo>
                    <a:pt x="2286992" y="46228"/>
                  </a:lnTo>
                  <a:lnTo>
                    <a:pt x="2294878" y="45404"/>
                  </a:lnTo>
                  <a:lnTo>
                    <a:pt x="2302764" y="44579"/>
                  </a:lnTo>
                  <a:lnTo>
                    <a:pt x="2310650" y="43749"/>
                  </a:lnTo>
                  <a:lnTo>
                    <a:pt x="2318536" y="42919"/>
                  </a:lnTo>
                  <a:lnTo>
                    <a:pt x="2326423" y="42085"/>
                  </a:lnTo>
                  <a:lnTo>
                    <a:pt x="2334309" y="41251"/>
                  </a:lnTo>
                  <a:lnTo>
                    <a:pt x="2342195" y="40414"/>
                  </a:lnTo>
                  <a:lnTo>
                    <a:pt x="2350081" y="39578"/>
                  </a:lnTo>
                  <a:lnTo>
                    <a:pt x="2357967" y="38740"/>
                  </a:lnTo>
                  <a:lnTo>
                    <a:pt x="2365854" y="37903"/>
                  </a:lnTo>
                  <a:lnTo>
                    <a:pt x="2373740" y="37066"/>
                  </a:lnTo>
                  <a:lnTo>
                    <a:pt x="2381626" y="36229"/>
                  </a:lnTo>
                  <a:lnTo>
                    <a:pt x="2389512" y="35393"/>
                  </a:lnTo>
                  <a:lnTo>
                    <a:pt x="2397398" y="34559"/>
                  </a:lnTo>
                  <a:lnTo>
                    <a:pt x="2405284" y="33726"/>
                  </a:lnTo>
                  <a:lnTo>
                    <a:pt x="2413171" y="32896"/>
                  </a:lnTo>
                  <a:lnTo>
                    <a:pt x="2421057" y="32067"/>
                  </a:lnTo>
                  <a:lnTo>
                    <a:pt x="2428943" y="31243"/>
                  </a:lnTo>
                  <a:lnTo>
                    <a:pt x="2436829" y="30420"/>
                  </a:lnTo>
                  <a:lnTo>
                    <a:pt x="2444715" y="29604"/>
                  </a:lnTo>
                  <a:lnTo>
                    <a:pt x="2452602" y="28788"/>
                  </a:lnTo>
                  <a:lnTo>
                    <a:pt x="2460488" y="27980"/>
                  </a:lnTo>
                  <a:lnTo>
                    <a:pt x="2468374" y="27174"/>
                  </a:lnTo>
                  <a:lnTo>
                    <a:pt x="2476260" y="26376"/>
                  </a:lnTo>
                  <a:lnTo>
                    <a:pt x="2484146" y="25581"/>
                  </a:lnTo>
                  <a:lnTo>
                    <a:pt x="2492032" y="24794"/>
                  </a:lnTo>
                  <a:lnTo>
                    <a:pt x="2499919" y="24012"/>
                  </a:lnTo>
                  <a:lnTo>
                    <a:pt x="2507805" y="23238"/>
                  </a:lnTo>
                  <a:lnTo>
                    <a:pt x="2515691" y="22471"/>
                  </a:lnTo>
                  <a:lnTo>
                    <a:pt x="2523577" y="21710"/>
                  </a:lnTo>
                  <a:lnTo>
                    <a:pt x="2531463" y="20960"/>
                  </a:lnTo>
                  <a:lnTo>
                    <a:pt x="2539350" y="20214"/>
                  </a:lnTo>
                  <a:lnTo>
                    <a:pt x="2547236" y="19481"/>
                  </a:lnTo>
                  <a:lnTo>
                    <a:pt x="2555122" y="18752"/>
                  </a:lnTo>
                  <a:lnTo>
                    <a:pt x="2563008" y="18039"/>
                  </a:lnTo>
                  <a:lnTo>
                    <a:pt x="2570894" y="17328"/>
                  </a:lnTo>
                  <a:lnTo>
                    <a:pt x="2578780" y="16636"/>
                  </a:lnTo>
                  <a:lnTo>
                    <a:pt x="2586667" y="15946"/>
                  </a:lnTo>
                  <a:lnTo>
                    <a:pt x="2594553" y="15274"/>
                  </a:lnTo>
                  <a:lnTo>
                    <a:pt x="2602439" y="14608"/>
                  </a:lnTo>
                  <a:lnTo>
                    <a:pt x="2610325" y="13957"/>
                  </a:lnTo>
                  <a:lnTo>
                    <a:pt x="2618211" y="13315"/>
                  </a:lnTo>
                  <a:lnTo>
                    <a:pt x="2626098" y="12686"/>
                  </a:lnTo>
                  <a:lnTo>
                    <a:pt x="2633984" y="12070"/>
                  </a:lnTo>
                  <a:lnTo>
                    <a:pt x="2641870" y="11465"/>
                  </a:lnTo>
                  <a:lnTo>
                    <a:pt x="2649756" y="10876"/>
                  </a:lnTo>
                  <a:lnTo>
                    <a:pt x="2657642" y="10295"/>
                  </a:lnTo>
                  <a:lnTo>
                    <a:pt x="2665528" y="9734"/>
                  </a:lnTo>
                  <a:lnTo>
                    <a:pt x="2673415" y="9180"/>
                  </a:lnTo>
                  <a:lnTo>
                    <a:pt x="2681301" y="8648"/>
                  </a:lnTo>
                  <a:lnTo>
                    <a:pt x="2689187" y="8120"/>
                  </a:lnTo>
                  <a:lnTo>
                    <a:pt x="2697073" y="7619"/>
                  </a:lnTo>
                  <a:lnTo>
                    <a:pt x="2704959" y="7122"/>
                  </a:lnTo>
                  <a:lnTo>
                    <a:pt x="2712846" y="6649"/>
                  </a:lnTo>
                  <a:lnTo>
                    <a:pt x="2720732" y="6184"/>
                  </a:lnTo>
                  <a:lnTo>
                    <a:pt x="2728618" y="5740"/>
                  </a:lnTo>
                  <a:lnTo>
                    <a:pt x="2736504" y="5307"/>
                  </a:lnTo>
                  <a:lnTo>
                    <a:pt x="2744390" y="4893"/>
                  </a:lnTo>
                  <a:lnTo>
                    <a:pt x="2752276" y="4494"/>
                  </a:lnTo>
                  <a:lnTo>
                    <a:pt x="2760163" y="4110"/>
                  </a:lnTo>
                  <a:lnTo>
                    <a:pt x="2768049" y="3745"/>
                  </a:lnTo>
                  <a:lnTo>
                    <a:pt x="2775935" y="3393"/>
                  </a:lnTo>
                  <a:lnTo>
                    <a:pt x="2783821" y="3062"/>
                  </a:lnTo>
                  <a:lnTo>
                    <a:pt x="2791707" y="2741"/>
                  </a:lnTo>
                  <a:lnTo>
                    <a:pt x="2799593" y="2446"/>
                  </a:lnTo>
                  <a:lnTo>
                    <a:pt x="2807480" y="2157"/>
                  </a:lnTo>
                  <a:lnTo>
                    <a:pt x="2815366" y="1898"/>
                  </a:lnTo>
                  <a:lnTo>
                    <a:pt x="2823252" y="1643"/>
                  </a:lnTo>
                  <a:lnTo>
                    <a:pt x="2831138" y="1418"/>
                  </a:lnTo>
                  <a:lnTo>
                    <a:pt x="2839024" y="1200"/>
                  </a:lnTo>
                  <a:lnTo>
                    <a:pt x="2846911" y="1008"/>
                  </a:lnTo>
                  <a:lnTo>
                    <a:pt x="2854797" y="826"/>
                  </a:lnTo>
                  <a:lnTo>
                    <a:pt x="2862683" y="666"/>
                  </a:lnTo>
                  <a:lnTo>
                    <a:pt x="2870569" y="522"/>
                  </a:lnTo>
                  <a:lnTo>
                    <a:pt x="2878455" y="395"/>
                  </a:lnTo>
                  <a:lnTo>
                    <a:pt x="2886341" y="287"/>
                  </a:lnTo>
                  <a:lnTo>
                    <a:pt x="2894228" y="193"/>
                  </a:lnTo>
                  <a:lnTo>
                    <a:pt x="2902114" y="122"/>
                  </a:lnTo>
                  <a:lnTo>
                    <a:pt x="2910000" y="62"/>
                  </a:lnTo>
                  <a:lnTo>
                    <a:pt x="2917886" y="27"/>
                  </a:lnTo>
                  <a:lnTo>
                    <a:pt x="2925772" y="0"/>
                  </a:lnTo>
                  <a:lnTo>
                    <a:pt x="2933659" y="2"/>
                  </a:lnTo>
                  <a:lnTo>
                    <a:pt x="2941545" y="8"/>
                  </a:lnTo>
                  <a:lnTo>
                    <a:pt x="2949431" y="45"/>
                  </a:lnTo>
                  <a:lnTo>
                    <a:pt x="2957317" y="88"/>
                  </a:lnTo>
                  <a:lnTo>
                    <a:pt x="2965203" y="157"/>
                  </a:lnTo>
                  <a:lnTo>
                    <a:pt x="2973089" y="236"/>
                  </a:lnTo>
                  <a:lnTo>
                    <a:pt x="2980976" y="337"/>
                  </a:lnTo>
                  <a:lnTo>
                    <a:pt x="2988862" y="450"/>
                  </a:lnTo>
                  <a:lnTo>
                    <a:pt x="2996748" y="583"/>
                  </a:lnTo>
                  <a:lnTo>
                    <a:pt x="3004634" y="732"/>
                  </a:lnTo>
                  <a:lnTo>
                    <a:pt x="3012520" y="895"/>
                  </a:lnTo>
                  <a:lnTo>
                    <a:pt x="3020407" y="1078"/>
                  </a:lnTo>
                  <a:lnTo>
                    <a:pt x="3028293" y="1271"/>
                  </a:lnTo>
                  <a:lnTo>
                    <a:pt x="3036179" y="1488"/>
                  </a:lnTo>
                  <a:lnTo>
                    <a:pt x="3044065" y="1711"/>
                  </a:lnTo>
                  <a:lnTo>
                    <a:pt x="3051951" y="1961"/>
                  </a:lnTo>
                  <a:lnTo>
                    <a:pt x="3059837" y="2214"/>
                  </a:lnTo>
                  <a:lnTo>
                    <a:pt x="3067724" y="2495"/>
                  </a:lnTo>
                  <a:lnTo>
                    <a:pt x="3075610" y="2780"/>
                  </a:lnTo>
                  <a:lnTo>
                    <a:pt x="3083496" y="3089"/>
                  </a:lnTo>
                  <a:lnTo>
                    <a:pt x="3091382" y="3404"/>
                  </a:lnTo>
                  <a:lnTo>
                    <a:pt x="3099268" y="3740"/>
                  </a:lnTo>
                  <a:lnTo>
                    <a:pt x="3107155" y="4086"/>
                  </a:lnTo>
                  <a:lnTo>
                    <a:pt x="3115041" y="4448"/>
                  </a:lnTo>
                  <a:lnTo>
                    <a:pt x="3122927" y="4823"/>
                  </a:lnTo>
                  <a:lnTo>
                    <a:pt x="3130813" y="5210"/>
                  </a:lnTo>
                  <a:lnTo>
                    <a:pt x="3138699" y="5612"/>
                  </a:lnTo>
                  <a:lnTo>
                    <a:pt x="3146585" y="6024"/>
                  </a:lnTo>
                  <a:lnTo>
                    <a:pt x="3154472" y="6454"/>
                  </a:lnTo>
                  <a:lnTo>
                    <a:pt x="3162358" y="6889"/>
                  </a:lnTo>
                  <a:lnTo>
                    <a:pt x="3170244" y="7344"/>
                  </a:lnTo>
                  <a:lnTo>
                    <a:pt x="3178130" y="7802"/>
                  </a:lnTo>
                  <a:lnTo>
                    <a:pt x="3186016" y="8282"/>
                  </a:lnTo>
                  <a:lnTo>
                    <a:pt x="3193903" y="8764"/>
                  </a:lnTo>
                  <a:lnTo>
                    <a:pt x="3201789" y="9264"/>
                  </a:lnTo>
                  <a:lnTo>
                    <a:pt x="3209675" y="9769"/>
                  </a:lnTo>
                  <a:lnTo>
                    <a:pt x="3217561" y="10289"/>
                  </a:lnTo>
                  <a:lnTo>
                    <a:pt x="3225447" y="10816"/>
                  </a:lnTo>
                  <a:lnTo>
                    <a:pt x="3233333" y="11355"/>
                  </a:lnTo>
                  <a:lnTo>
                    <a:pt x="3241220" y="11902"/>
                  </a:lnTo>
                  <a:lnTo>
                    <a:pt x="3249106" y="12458"/>
                  </a:lnTo>
                  <a:lnTo>
                    <a:pt x="3256992" y="13025"/>
                  </a:lnTo>
                  <a:lnTo>
                    <a:pt x="3264878" y="13598"/>
                  </a:lnTo>
                  <a:lnTo>
                    <a:pt x="3272764" y="14181"/>
                  </a:lnTo>
                  <a:lnTo>
                    <a:pt x="3280650" y="14770"/>
                  </a:lnTo>
                  <a:lnTo>
                    <a:pt x="3288537" y="15370"/>
                  </a:lnTo>
                  <a:lnTo>
                    <a:pt x="3296423" y="15973"/>
                  </a:lnTo>
                  <a:lnTo>
                    <a:pt x="3304309" y="16589"/>
                  </a:lnTo>
                  <a:lnTo>
                    <a:pt x="3312195" y="17206"/>
                  </a:lnTo>
                  <a:lnTo>
                    <a:pt x="3320081" y="17834"/>
                  </a:lnTo>
                  <a:lnTo>
                    <a:pt x="3327968" y="18465"/>
                  </a:lnTo>
                  <a:lnTo>
                    <a:pt x="3335854" y="19105"/>
                  </a:lnTo>
                  <a:lnTo>
                    <a:pt x="3343740" y="19747"/>
                  </a:lnTo>
                  <a:lnTo>
                    <a:pt x="3351626" y="20397"/>
                  </a:lnTo>
                  <a:lnTo>
                    <a:pt x="3359512" y="21051"/>
                  </a:lnTo>
                  <a:lnTo>
                    <a:pt x="3367398" y="21709"/>
                  </a:lnTo>
                  <a:lnTo>
                    <a:pt x="3375285" y="22373"/>
                  </a:lnTo>
                  <a:lnTo>
                    <a:pt x="3383171" y="23039"/>
                  </a:lnTo>
                  <a:lnTo>
                    <a:pt x="3391057" y="23711"/>
                  </a:lnTo>
                  <a:lnTo>
                    <a:pt x="3398943" y="24384"/>
                  </a:lnTo>
                  <a:lnTo>
                    <a:pt x="3406829" y="25063"/>
                  </a:lnTo>
                  <a:lnTo>
                    <a:pt x="3414716" y="25742"/>
                  </a:lnTo>
                  <a:lnTo>
                    <a:pt x="3422602" y="26426"/>
                  </a:lnTo>
                  <a:lnTo>
                    <a:pt x="3430488" y="27111"/>
                  </a:lnTo>
                  <a:lnTo>
                    <a:pt x="3438374" y="27799"/>
                  </a:lnTo>
                  <a:lnTo>
                    <a:pt x="3446260" y="28488"/>
                  </a:lnTo>
                  <a:lnTo>
                    <a:pt x="3454146" y="29179"/>
                  </a:lnTo>
                  <a:lnTo>
                    <a:pt x="3462033" y="29870"/>
                  </a:lnTo>
                  <a:lnTo>
                    <a:pt x="3469919" y="30564"/>
                  </a:lnTo>
                  <a:lnTo>
                    <a:pt x="3477805" y="31257"/>
                  </a:lnTo>
                  <a:lnTo>
                    <a:pt x="3485691" y="31951"/>
                  </a:lnTo>
                  <a:lnTo>
                    <a:pt x="3493577" y="32645"/>
                  </a:lnTo>
                  <a:lnTo>
                    <a:pt x="3501464" y="33340"/>
                  </a:lnTo>
                  <a:lnTo>
                    <a:pt x="3509350" y="34034"/>
                  </a:lnTo>
                  <a:lnTo>
                    <a:pt x="3517236" y="34727"/>
                  </a:lnTo>
                  <a:lnTo>
                    <a:pt x="3525122" y="35420"/>
                  </a:lnTo>
                  <a:lnTo>
                    <a:pt x="3533008" y="36112"/>
                  </a:lnTo>
                  <a:lnTo>
                    <a:pt x="3540894" y="36802"/>
                  </a:lnTo>
                  <a:lnTo>
                    <a:pt x="3548781" y="37491"/>
                  </a:lnTo>
                  <a:lnTo>
                    <a:pt x="3556667" y="38178"/>
                  </a:lnTo>
                  <a:lnTo>
                    <a:pt x="3564553" y="38864"/>
                  </a:lnTo>
                  <a:lnTo>
                    <a:pt x="3572439" y="39547"/>
                  </a:lnTo>
                  <a:lnTo>
                    <a:pt x="3580325" y="40229"/>
                  </a:lnTo>
                  <a:lnTo>
                    <a:pt x="3588212" y="40907"/>
                  </a:lnTo>
                  <a:lnTo>
                    <a:pt x="3596098" y="41583"/>
                  </a:lnTo>
                  <a:lnTo>
                    <a:pt x="3603984" y="42256"/>
                  </a:lnTo>
                  <a:lnTo>
                    <a:pt x="3611870" y="42927"/>
                  </a:lnTo>
                  <a:lnTo>
                    <a:pt x="3619756" y="43594"/>
                  </a:lnTo>
                  <a:lnTo>
                    <a:pt x="3627642" y="44257"/>
                  </a:lnTo>
                  <a:lnTo>
                    <a:pt x="3635529" y="44918"/>
                  </a:lnTo>
                  <a:lnTo>
                    <a:pt x="3643415" y="45574"/>
                  </a:lnTo>
                  <a:lnTo>
                    <a:pt x="3651301" y="46228"/>
                  </a:lnTo>
                  <a:lnTo>
                    <a:pt x="3659187" y="46876"/>
                  </a:lnTo>
                  <a:lnTo>
                    <a:pt x="3667073" y="47523"/>
                  </a:lnTo>
                  <a:lnTo>
                    <a:pt x="3674959" y="48162"/>
                  </a:lnTo>
                  <a:lnTo>
                    <a:pt x="3682846" y="48800"/>
                  </a:lnTo>
                  <a:lnTo>
                    <a:pt x="3690732" y="49430"/>
                  </a:lnTo>
                  <a:lnTo>
                    <a:pt x="3698618" y="50059"/>
                  </a:lnTo>
                  <a:lnTo>
                    <a:pt x="3706504" y="50680"/>
                  </a:lnTo>
                  <a:lnTo>
                    <a:pt x="3714390" y="51299"/>
                  </a:lnTo>
                  <a:lnTo>
                    <a:pt x="3722277" y="51912"/>
                  </a:lnTo>
                  <a:lnTo>
                    <a:pt x="3730163" y="52520"/>
                  </a:lnTo>
                  <a:lnTo>
                    <a:pt x="3738049" y="53124"/>
                  </a:lnTo>
                  <a:lnTo>
                    <a:pt x="3745935" y="53721"/>
                  </a:lnTo>
                  <a:lnTo>
                    <a:pt x="3753821" y="54315"/>
                  </a:lnTo>
                  <a:lnTo>
                    <a:pt x="3761707" y="54902"/>
                  </a:lnTo>
                  <a:lnTo>
                    <a:pt x="3769594" y="55486"/>
                  </a:lnTo>
                  <a:lnTo>
                    <a:pt x="3777480" y="56061"/>
                  </a:lnTo>
                  <a:lnTo>
                    <a:pt x="3785366" y="56635"/>
                  </a:lnTo>
                  <a:lnTo>
                    <a:pt x="3793252" y="57199"/>
                  </a:lnTo>
                  <a:lnTo>
                    <a:pt x="3801138" y="57762"/>
                  </a:lnTo>
                  <a:lnTo>
                    <a:pt x="3809025" y="58315"/>
                  </a:lnTo>
                  <a:lnTo>
                    <a:pt x="3816911" y="58866"/>
                  </a:lnTo>
                  <a:lnTo>
                    <a:pt x="3824797" y="59409"/>
                  </a:lnTo>
                  <a:lnTo>
                    <a:pt x="3832683" y="59948"/>
                  </a:lnTo>
                  <a:lnTo>
                    <a:pt x="3840569" y="60480"/>
                  </a:lnTo>
                  <a:lnTo>
                    <a:pt x="3848455" y="61007"/>
                  </a:lnTo>
                  <a:lnTo>
                    <a:pt x="3856342" y="61528"/>
                  </a:lnTo>
                  <a:lnTo>
                    <a:pt x="3864228" y="62043"/>
                  </a:lnTo>
                  <a:lnTo>
                    <a:pt x="3872114" y="62554"/>
                  </a:lnTo>
                  <a:lnTo>
                    <a:pt x="3880000" y="63057"/>
                  </a:lnTo>
                  <a:lnTo>
                    <a:pt x="3887886" y="63557"/>
                  </a:lnTo>
                  <a:lnTo>
                    <a:pt x="3895773" y="64048"/>
                  </a:lnTo>
                  <a:lnTo>
                    <a:pt x="3903659" y="64537"/>
                  </a:lnTo>
                  <a:lnTo>
                    <a:pt x="3911545" y="65016"/>
                  </a:lnTo>
                  <a:lnTo>
                    <a:pt x="3919431" y="65493"/>
                  </a:lnTo>
                  <a:lnTo>
                    <a:pt x="3927317" y="65961"/>
                  </a:lnTo>
                  <a:lnTo>
                    <a:pt x="3935203" y="66426"/>
                  </a:lnTo>
                  <a:lnTo>
                    <a:pt x="3943090" y="66883"/>
                  </a:lnTo>
                  <a:lnTo>
                    <a:pt x="3950976" y="67337"/>
                  </a:lnTo>
                  <a:lnTo>
                    <a:pt x="3958862" y="67783"/>
                  </a:lnTo>
                  <a:lnTo>
                    <a:pt x="3966748" y="68225"/>
                  </a:lnTo>
                  <a:lnTo>
                    <a:pt x="3974634" y="68660"/>
                  </a:lnTo>
                  <a:lnTo>
                    <a:pt x="3982521" y="69091"/>
                  </a:lnTo>
                  <a:lnTo>
                    <a:pt x="3990407" y="69516"/>
                  </a:lnTo>
                  <a:lnTo>
                    <a:pt x="3998293" y="69934"/>
                  </a:lnTo>
                  <a:lnTo>
                    <a:pt x="4006179" y="70349"/>
                  </a:lnTo>
                  <a:lnTo>
                    <a:pt x="4014065" y="70756"/>
                  </a:lnTo>
                  <a:lnTo>
                    <a:pt x="4021951" y="71161"/>
                  </a:lnTo>
                  <a:lnTo>
                    <a:pt x="4029838" y="7155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821786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9023832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982979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1063576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1144173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tx529"/>
            <p:cNvSpPr/>
            <p:nvPr/>
          </p:nvSpPr>
          <p:spPr>
            <a:xfrm>
              <a:off x="816817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974146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9798722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10604689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11410657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9076627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535" name="rc535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3438838" y="5418670"/>
              <a:ext cx="25113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3438838" y="8402918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3438838" y="7629824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3438838" y="6856730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3438838" y="6083636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389231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449144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509057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568970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3438838" y="8016371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3438838" y="7243277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3438838" y="6470183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3438838" y="5697089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359274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419187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479100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539014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554211" y="72342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602151" y="72288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555018" y="72186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252058" y="677951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623595" y="72106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4919801" y="703982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703418" y="71632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3607897" y="72273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560741" y="72092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3581158" y="72045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590781" y="72274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5829" y="7900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557201" y="72115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888560" y="65406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5346344" y="62936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544287" y="7223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823544" y="78167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673789" y="7227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142175" y="73528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29929" y="710282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551044" y="7217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544450" y="7232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580875" y="72216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660781" y="70995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552121" y="7215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553339" y="72189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847915" y="688286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622277" y="72731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559987" y="72139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74397" y="71589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558458" y="71665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345614" y="7191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557158" y="71919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550790" y="71341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621376" y="7299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698658" y="71111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544903" y="72211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549804" y="72135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901746" y="71391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626967" y="71951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225939" y="73337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566088" y="72494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677713" y="70165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38344" y="72170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561639" y="71996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591153" y="71920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548806" y="72281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55909" y="7233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4074616" y="69283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646854" y="69206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579962" y="70927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165304" y="67433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879056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5811231" y="7389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031132" y="69605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553971" y="7208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5089959" y="66089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921733" y="68612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619753" y="7224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572005" y="7206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712132" y="7200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5174674" y="81091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528166" y="72220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559269" y="72301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106450" y="78424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3606045" y="7265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5289056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3706039" y="71455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826019" y="72864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3906256" y="58027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5180223" y="7804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583338" y="72172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559249" y="7209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3763760" y="70154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491920" y="644895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625960" y="71907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561682" y="72651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3438838" y="7215594"/>
              <a:ext cx="2511372" cy="0"/>
            </a:xfrm>
            <a:custGeom>
              <a:avLst/>
              <a:pathLst>
                <a:path w="2511372" h="0">
                  <a:moveTo>
                    <a:pt x="0" y="0"/>
                  </a:moveTo>
                  <a:lnTo>
                    <a:pt x="2511372" y="0"/>
                  </a:lnTo>
                  <a:lnTo>
                    <a:pt x="25113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552992" y="7093138"/>
              <a:ext cx="2283065" cy="176321"/>
            </a:xfrm>
            <a:custGeom>
              <a:avLst/>
              <a:pathLst>
                <a:path w="2283065" h="176321">
                  <a:moveTo>
                    <a:pt x="0" y="116"/>
                  </a:moveTo>
                  <a:lnTo>
                    <a:pt x="28899" y="117"/>
                  </a:lnTo>
                  <a:lnTo>
                    <a:pt x="57799" y="118"/>
                  </a:lnTo>
                  <a:lnTo>
                    <a:pt x="86698" y="119"/>
                  </a:lnTo>
                  <a:lnTo>
                    <a:pt x="115598" y="120"/>
                  </a:lnTo>
                  <a:lnTo>
                    <a:pt x="144497" y="120"/>
                  </a:lnTo>
                  <a:lnTo>
                    <a:pt x="173397" y="121"/>
                  </a:lnTo>
                  <a:lnTo>
                    <a:pt x="202296" y="122"/>
                  </a:lnTo>
                  <a:lnTo>
                    <a:pt x="231196" y="122"/>
                  </a:lnTo>
                  <a:lnTo>
                    <a:pt x="260096" y="123"/>
                  </a:lnTo>
                  <a:lnTo>
                    <a:pt x="288995" y="123"/>
                  </a:lnTo>
                  <a:lnTo>
                    <a:pt x="317895" y="123"/>
                  </a:lnTo>
                  <a:lnTo>
                    <a:pt x="346794" y="124"/>
                  </a:lnTo>
                  <a:lnTo>
                    <a:pt x="375694" y="124"/>
                  </a:lnTo>
                  <a:lnTo>
                    <a:pt x="404593" y="124"/>
                  </a:lnTo>
                  <a:lnTo>
                    <a:pt x="433493" y="124"/>
                  </a:lnTo>
                  <a:lnTo>
                    <a:pt x="462393" y="124"/>
                  </a:lnTo>
                  <a:lnTo>
                    <a:pt x="491292" y="124"/>
                  </a:lnTo>
                  <a:lnTo>
                    <a:pt x="520192" y="124"/>
                  </a:lnTo>
                  <a:lnTo>
                    <a:pt x="549091" y="124"/>
                  </a:lnTo>
                  <a:lnTo>
                    <a:pt x="577991" y="123"/>
                  </a:lnTo>
                  <a:lnTo>
                    <a:pt x="606890" y="123"/>
                  </a:lnTo>
                  <a:lnTo>
                    <a:pt x="635790" y="123"/>
                  </a:lnTo>
                  <a:lnTo>
                    <a:pt x="664689" y="122"/>
                  </a:lnTo>
                  <a:lnTo>
                    <a:pt x="693589" y="122"/>
                  </a:lnTo>
                  <a:lnTo>
                    <a:pt x="722489" y="121"/>
                  </a:lnTo>
                  <a:lnTo>
                    <a:pt x="751388" y="121"/>
                  </a:lnTo>
                  <a:lnTo>
                    <a:pt x="780288" y="120"/>
                  </a:lnTo>
                  <a:lnTo>
                    <a:pt x="809187" y="119"/>
                  </a:lnTo>
                  <a:lnTo>
                    <a:pt x="838087" y="119"/>
                  </a:lnTo>
                  <a:lnTo>
                    <a:pt x="866986" y="118"/>
                  </a:lnTo>
                  <a:lnTo>
                    <a:pt x="895886" y="117"/>
                  </a:lnTo>
                  <a:lnTo>
                    <a:pt x="924786" y="116"/>
                  </a:lnTo>
                  <a:lnTo>
                    <a:pt x="953685" y="115"/>
                  </a:lnTo>
                  <a:lnTo>
                    <a:pt x="982585" y="114"/>
                  </a:lnTo>
                  <a:lnTo>
                    <a:pt x="1011484" y="113"/>
                  </a:lnTo>
                  <a:lnTo>
                    <a:pt x="1040384" y="112"/>
                  </a:lnTo>
                  <a:lnTo>
                    <a:pt x="1069283" y="111"/>
                  </a:lnTo>
                  <a:lnTo>
                    <a:pt x="1098183" y="109"/>
                  </a:lnTo>
                  <a:lnTo>
                    <a:pt x="1127083" y="108"/>
                  </a:lnTo>
                  <a:lnTo>
                    <a:pt x="1155982" y="107"/>
                  </a:lnTo>
                  <a:lnTo>
                    <a:pt x="1184882" y="105"/>
                  </a:lnTo>
                  <a:lnTo>
                    <a:pt x="1213781" y="104"/>
                  </a:lnTo>
                  <a:lnTo>
                    <a:pt x="1242681" y="102"/>
                  </a:lnTo>
                  <a:lnTo>
                    <a:pt x="1271580" y="100"/>
                  </a:lnTo>
                  <a:lnTo>
                    <a:pt x="1300480" y="99"/>
                  </a:lnTo>
                  <a:lnTo>
                    <a:pt x="1329379" y="97"/>
                  </a:lnTo>
                  <a:lnTo>
                    <a:pt x="1358279" y="95"/>
                  </a:lnTo>
                  <a:lnTo>
                    <a:pt x="1387179" y="93"/>
                  </a:lnTo>
                  <a:lnTo>
                    <a:pt x="1416078" y="91"/>
                  </a:lnTo>
                  <a:lnTo>
                    <a:pt x="1444978" y="90"/>
                  </a:lnTo>
                  <a:lnTo>
                    <a:pt x="1473877" y="87"/>
                  </a:lnTo>
                  <a:lnTo>
                    <a:pt x="1502777" y="85"/>
                  </a:lnTo>
                  <a:lnTo>
                    <a:pt x="1531676" y="83"/>
                  </a:lnTo>
                  <a:lnTo>
                    <a:pt x="1560576" y="81"/>
                  </a:lnTo>
                  <a:lnTo>
                    <a:pt x="1589476" y="79"/>
                  </a:lnTo>
                  <a:lnTo>
                    <a:pt x="1618375" y="76"/>
                  </a:lnTo>
                  <a:lnTo>
                    <a:pt x="1647275" y="74"/>
                  </a:lnTo>
                  <a:lnTo>
                    <a:pt x="1676174" y="71"/>
                  </a:lnTo>
                  <a:lnTo>
                    <a:pt x="1705074" y="69"/>
                  </a:lnTo>
                  <a:lnTo>
                    <a:pt x="1733973" y="66"/>
                  </a:lnTo>
                  <a:lnTo>
                    <a:pt x="1762873" y="63"/>
                  </a:lnTo>
                  <a:lnTo>
                    <a:pt x="1791773" y="61"/>
                  </a:lnTo>
                  <a:lnTo>
                    <a:pt x="1820672" y="58"/>
                  </a:lnTo>
                  <a:lnTo>
                    <a:pt x="1849572" y="55"/>
                  </a:lnTo>
                  <a:lnTo>
                    <a:pt x="1878471" y="52"/>
                  </a:lnTo>
                  <a:lnTo>
                    <a:pt x="1907371" y="49"/>
                  </a:lnTo>
                  <a:lnTo>
                    <a:pt x="1936270" y="45"/>
                  </a:lnTo>
                  <a:lnTo>
                    <a:pt x="1965170" y="42"/>
                  </a:lnTo>
                  <a:lnTo>
                    <a:pt x="1994069" y="39"/>
                  </a:lnTo>
                  <a:lnTo>
                    <a:pt x="2022969" y="35"/>
                  </a:lnTo>
                  <a:lnTo>
                    <a:pt x="2051869" y="31"/>
                  </a:lnTo>
                  <a:lnTo>
                    <a:pt x="2080768" y="28"/>
                  </a:lnTo>
                  <a:lnTo>
                    <a:pt x="2109668" y="24"/>
                  </a:lnTo>
                  <a:lnTo>
                    <a:pt x="2138567" y="20"/>
                  </a:lnTo>
                  <a:lnTo>
                    <a:pt x="2167467" y="16"/>
                  </a:lnTo>
                  <a:lnTo>
                    <a:pt x="2196366" y="12"/>
                  </a:lnTo>
                  <a:lnTo>
                    <a:pt x="2225266" y="8"/>
                  </a:lnTo>
                  <a:lnTo>
                    <a:pt x="2254166" y="4"/>
                  </a:lnTo>
                  <a:lnTo>
                    <a:pt x="2283065" y="0"/>
                  </a:lnTo>
                  <a:lnTo>
                    <a:pt x="2283065" y="176321"/>
                  </a:lnTo>
                  <a:lnTo>
                    <a:pt x="2254166" y="176316"/>
                  </a:lnTo>
                  <a:lnTo>
                    <a:pt x="2225266" y="176311"/>
                  </a:lnTo>
                  <a:lnTo>
                    <a:pt x="2196366" y="176306"/>
                  </a:lnTo>
                  <a:lnTo>
                    <a:pt x="2167467" y="176301"/>
                  </a:lnTo>
                  <a:lnTo>
                    <a:pt x="2138567" y="176297"/>
                  </a:lnTo>
                  <a:lnTo>
                    <a:pt x="2109668" y="176292"/>
                  </a:lnTo>
                  <a:lnTo>
                    <a:pt x="2080768" y="176288"/>
                  </a:lnTo>
                  <a:lnTo>
                    <a:pt x="2051869" y="176283"/>
                  </a:lnTo>
                  <a:lnTo>
                    <a:pt x="2022969" y="176279"/>
                  </a:lnTo>
                  <a:lnTo>
                    <a:pt x="1994069" y="176275"/>
                  </a:lnTo>
                  <a:lnTo>
                    <a:pt x="1965170" y="176271"/>
                  </a:lnTo>
                  <a:lnTo>
                    <a:pt x="1936270" y="176267"/>
                  </a:lnTo>
                  <a:lnTo>
                    <a:pt x="1907371" y="176263"/>
                  </a:lnTo>
                  <a:lnTo>
                    <a:pt x="1878471" y="176259"/>
                  </a:lnTo>
                  <a:lnTo>
                    <a:pt x="1849572" y="176255"/>
                  </a:lnTo>
                  <a:lnTo>
                    <a:pt x="1820672" y="176251"/>
                  </a:lnTo>
                  <a:lnTo>
                    <a:pt x="1791773" y="176248"/>
                  </a:lnTo>
                  <a:lnTo>
                    <a:pt x="1762873" y="176244"/>
                  </a:lnTo>
                  <a:lnTo>
                    <a:pt x="1733973" y="176241"/>
                  </a:lnTo>
                  <a:lnTo>
                    <a:pt x="1705074" y="176237"/>
                  </a:lnTo>
                  <a:lnTo>
                    <a:pt x="1676174" y="176234"/>
                  </a:lnTo>
                  <a:lnTo>
                    <a:pt x="1647275" y="176231"/>
                  </a:lnTo>
                  <a:lnTo>
                    <a:pt x="1618375" y="176228"/>
                  </a:lnTo>
                  <a:lnTo>
                    <a:pt x="1589476" y="176224"/>
                  </a:lnTo>
                  <a:lnTo>
                    <a:pt x="1560576" y="176221"/>
                  </a:lnTo>
                  <a:lnTo>
                    <a:pt x="1531676" y="176219"/>
                  </a:lnTo>
                  <a:lnTo>
                    <a:pt x="1502777" y="176216"/>
                  </a:lnTo>
                  <a:lnTo>
                    <a:pt x="1473877" y="176213"/>
                  </a:lnTo>
                  <a:lnTo>
                    <a:pt x="1444978" y="176210"/>
                  </a:lnTo>
                  <a:lnTo>
                    <a:pt x="1416078" y="176207"/>
                  </a:lnTo>
                  <a:lnTo>
                    <a:pt x="1387179" y="176205"/>
                  </a:lnTo>
                  <a:lnTo>
                    <a:pt x="1358279" y="176202"/>
                  </a:lnTo>
                  <a:lnTo>
                    <a:pt x="1329379" y="176200"/>
                  </a:lnTo>
                  <a:lnTo>
                    <a:pt x="1300480" y="176197"/>
                  </a:lnTo>
                  <a:lnTo>
                    <a:pt x="1271580" y="176195"/>
                  </a:lnTo>
                  <a:lnTo>
                    <a:pt x="1242681" y="176193"/>
                  </a:lnTo>
                  <a:lnTo>
                    <a:pt x="1213781" y="176191"/>
                  </a:lnTo>
                  <a:lnTo>
                    <a:pt x="1184882" y="176188"/>
                  </a:lnTo>
                  <a:lnTo>
                    <a:pt x="1155982" y="176186"/>
                  </a:lnTo>
                  <a:lnTo>
                    <a:pt x="1127083" y="176184"/>
                  </a:lnTo>
                  <a:lnTo>
                    <a:pt x="1098183" y="176182"/>
                  </a:lnTo>
                  <a:lnTo>
                    <a:pt x="1069283" y="176180"/>
                  </a:lnTo>
                  <a:lnTo>
                    <a:pt x="1040384" y="176179"/>
                  </a:lnTo>
                  <a:lnTo>
                    <a:pt x="1011484" y="176177"/>
                  </a:lnTo>
                  <a:lnTo>
                    <a:pt x="982585" y="176175"/>
                  </a:lnTo>
                  <a:lnTo>
                    <a:pt x="953685" y="176173"/>
                  </a:lnTo>
                  <a:lnTo>
                    <a:pt x="924786" y="176172"/>
                  </a:lnTo>
                  <a:lnTo>
                    <a:pt x="895886" y="176170"/>
                  </a:lnTo>
                  <a:lnTo>
                    <a:pt x="866986" y="176169"/>
                  </a:lnTo>
                  <a:lnTo>
                    <a:pt x="838087" y="176167"/>
                  </a:lnTo>
                  <a:lnTo>
                    <a:pt x="809187" y="176166"/>
                  </a:lnTo>
                  <a:lnTo>
                    <a:pt x="780288" y="176165"/>
                  </a:lnTo>
                  <a:lnTo>
                    <a:pt x="751388" y="176164"/>
                  </a:lnTo>
                  <a:lnTo>
                    <a:pt x="722489" y="176163"/>
                  </a:lnTo>
                  <a:lnTo>
                    <a:pt x="693589" y="176161"/>
                  </a:lnTo>
                  <a:lnTo>
                    <a:pt x="664689" y="176160"/>
                  </a:lnTo>
                  <a:lnTo>
                    <a:pt x="635790" y="176159"/>
                  </a:lnTo>
                  <a:lnTo>
                    <a:pt x="606890" y="176159"/>
                  </a:lnTo>
                  <a:lnTo>
                    <a:pt x="577991" y="176158"/>
                  </a:lnTo>
                  <a:lnTo>
                    <a:pt x="549091" y="176157"/>
                  </a:lnTo>
                  <a:lnTo>
                    <a:pt x="520192" y="176156"/>
                  </a:lnTo>
                  <a:lnTo>
                    <a:pt x="491292" y="176156"/>
                  </a:lnTo>
                  <a:lnTo>
                    <a:pt x="462393" y="176155"/>
                  </a:lnTo>
                  <a:lnTo>
                    <a:pt x="433493" y="176155"/>
                  </a:lnTo>
                  <a:lnTo>
                    <a:pt x="404593" y="176154"/>
                  </a:lnTo>
                  <a:lnTo>
                    <a:pt x="375694" y="176154"/>
                  </a:lnTo>
                  <a:lnTo>
                    <a:pt x="346794" y="176154"/>
                  </a:lnTo>
                  <a:lnTo>
                    <a:pt x="317895" y="176154"/>
                  </a:lnTo>
                  <a:lnTo>
                    <a:pt x="288995" y="176154"/>
                  </a:lnTo>
                  <a:lnTo>
                    <a:pt x="260096" y="176153"/>
                  </a:lnTo>
                  <a:lnTo>
                    <a:pt x="231196" y="176154"/>
                  </a:lnTo>
                  <a:lnTo>
                    <a:pt x="202296" y="176154"/>
                  </a:lnTo>
                  <a:lnTo>
                    <a:pt x="173397" y="176154"/>
                  </a:lnTo>
                  <a:lnTo>
                    <a:pt x="144497" y="176154"/>
                  </a:lnTo>
                  <a:lnTo>
                    <a:pt x="115598" y="176155"/>
                  </a:lnTo>
                  <a:lnTo>
                    <a:pt x="86698" y="176155"/>
                  </a:lnTo>
                  <a:lnTo>
                    <a:pt x="57799" y="176156"/>
                  </a:lnTo>
                  <a:lnTo>
                    <a:pt x="28899" y="176156"/>
                  </a:lnTo>
                  <a:lnTo>
                    <a:pt x="0" y="17615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3552992" y="7093138"/>
              <a:ext cx="2283065" cy="124"/>
            </a:xfrm>
            <a:custGeom>
              <a:avLst/>
              <a:pathLst>
                <a:path w="2283065" h="124">
                  <a:moveTo>
                    <a:pt x="0" y="116"/>
                  </a:moveTo>
                  <a:lnTo>
                    <a:pt x="28899" y="117"/>
                  </a:lnTo>
                  <a:lnTo>
                    <a:pt x="57799" y="118"/>
                  </a:lnTo>
                  <a:lnTo>
                    <a:pt x="86698" y="119"/>
                  </a:lnTo>
                  <a:lnTo>
                    <a:pt x="115598" y="120"/>
                  </a:lnTo>
                  <a:lnTo>
                    <a:pt x="144497" y="120"/>
                  </a:lnTo>
                  <a:lnTo>
                    <a:pt x="173397" y="121"/>
                  </a:lnTo>
                  <a:lnTo>
                    <a:pt x="202296" y="122"/>
                  </a:lnTo>
                  <a:lnTo>
                    <a:pt x="231196" y="122"/>
                  </a:lnTo>
                  <a:lnTo>
                    <a:pt x="260096" y="123"/>
                  </a:lnTo>
                  <a:lnTo>
                    <a:pt x="288995" y="123"/>
                  </a:lnTo>
                  <a:lnTo>
                    <a:pt x="317895" y="123"/>
                  </a:lnTo>
                  <a:lnTo>
                    <a:pt x="346794" y="124"/>
                  </a:lnTo>
                  <a:lnTo>
                    <a:pt x="375694" y="124"/>
                  </a:lnTo>
                  <a:lnTo>
                    <a:pt x="404593" y="124"/>
                  </a:lnTo>
                  <a:lnTo>
                    <a:pt x="433493" y="124"/>
                  </a:lnTo>
                  <a:lnTo>
                    <a:pt x="462393" y="124"/>
                  </a:lnTo>
                  <a:lnTo>
                    <a:pt x="491292" y="124"/>
                  </a:lnTo>
                  <a:lnTo>
                    <a:pt x="520192" y="124"/>
                  </a:lnTo>
                  <a:lnTo>
                    <a:pt x="549091" y="124"/>
                  </a:lnTo>
                  <a:lnTo>
                    <a:pt x="577991" y="123"/>
                  </a:lnTo>
                  <a:lnTo>
                    <a:pt x="606890" y="123"/>
                  </a:lnTo>
                  <a:lnTo>
                    <a:pt x="635790" y="123"/>
                  </a:lnTo>
                  <a:lnTo>
                    <a:pt x="664689" y="122"/>
                  </a:lnTo>
                  <a:lnTo>
                    <a:pt x="693589" y="122"/>
                  </a:lnTo>
                  <a:lnTo>
                    <a:pt x="722489" y="121"/>
                  </a:lnTo>
                  <a:lnTo>
                    <a:pt x="751388" y="121"/>
                  </a:lnTo>
                  <a:lnTo>
                    <a:pt x="780288" y="120"/>
                  </a:lnTo>
                  <a:lnTo>
                    <a:pt x="809187" y="119"/>
                  </a:lnTo>
                  <a:lnTo>
                    <a:pt x="838087" y="119"/>
                  </a:lnTo>
                  <a:lnTo>
                    <a:pt x="866986" y="118"/>
                  </a:lnTo>
                  <a:lnTo>
                    <a:pt x="895886" y="117"/>
                  </a:lnTo>
                  <a:lnTo>
                    <a:pt x="924786" y="116"/>
                  </a:lnTo>
                  <a:lnTo>
                    <a:pt x="953685" y="115"/>
                  </a:lnTo>
                  <a:lnTo>
                    <a:pt x="982585" y="114"/>
                  </a:lnTo>
                  <a:lnTo>
                    <a:pt x="1011484" y="113"/>
                  </a:lnTo>
                  <a:lnTo>
                    <a:pt x="1040384" y="112"/>
                  </a:lnTo>
                  <a:lnTo>
                    <a:pt x="1069283" y="111"/>
                  </a:lnTo>
                  <a:lnTo>
                    <a:pt x="1098183" y="109"/>
                  </a:lnTo>
                  <a:lnTo>
                    <a:pt x="1127083" y="108"/>
                  </a:lnTo>
                  <a:lnTo>
                    <a:pt x="1155982" y="107"/>
                  </a:lnTo>
                  <a:lnTo>
                    <a:pt x="1184882" y="105"/>
                  </a:lnTo>
                  <a:lnTo>
                    <a:pt x="1213781" y="104"/>
                  </a:lnTo>
                  <a:lnTo>
                    <a:pt x="1242681" y="102"/>
                  </a:lnTo>
                  <a:lnTo>
                    <a:pt x="1271580" y="100"/>
                  </a:lnTo>
                  <a:lnTo>
                    <a:pt x="1300480" y="99"/>
                  </a:lnTo>
                  <a:lnTo>
                    <a:pt x="1329379" y="97"/>
                  </a:lnTo>
                  <a:lnTo>
                    <a:pt x="1358279" y="95"/>
                  </a:lnTo>
                  <a:lnTo>
                    <a:pt x="1387179" y="93"/>
                  </a:lnTo>
                  <a:lnTo>
                    <a:pt x="1416078" y="91"/>
                  </a:lnTo>
                  <a:lnTo>
                    <a:pt x="1444978" y="90"/>
                  </a:lnTo>
                  <a:lnTo>
                    <a:pt x="1473877" y="87"/>
                  </a:lnTo>
                  <a:lnTo>
                    <a:pt x="1502777" y="85"/>
                  </a:lnTo>
                  <a:lnTo>
                    <a:pt x="1531676" y="83"/>
                  </a:lnTo>
                  <a:lnTo>
                    <a:pt x="1560576" y="81"/>
                  </a:lnTo>
                  <a:lnTo>
                    <a:pt x="1589476" y="79"/>
                  </a:lnTo>
                  <a:lnTo>
                    <a:pt x="1618375" y="76"/>
                  </a:lnTo>
                  <a:lnTo>
                    <a:pt x="1647275" y="74"/>
                  </a:lnTo>
                  <a:lnTo>
                    <a:pt x="1676174" y="71"/>
                  </a:lnTo>
                  <a:lnTo>
                    <a:pt x="1705074" y="69"/>
                  </a:lnTo>
                  <a:lnTo>
                    <a:pt x="1733973" y="66"/>
                  </a:lnTo>
                  <a:lnTo>
                    <a:pt x="1762873" y="63"/>
                  </a:lnTo>
                  <a:lnTo>
                    <a:pt x="1791773" y="61"/>
                  </a:lnTo>
                  <a:lnTo>
                    <a:pt x="1820672" y="58"/>
                  </a:lnTo>
                  <a:lnTo>
                    <a:pt x="1849572" y="55"/>
                  </a:lnTo>
                  <a:lnTo>
                    <a:pt x="1878471" y="52"/>
                  </a:lnTo>
                  <a:lnTo>
                    <a:pt x="1907371" y="49"/>
                  </a:lnTo>
                  <a:lnTo>
                    <a:pt x="1936270" y="45"/>
                  </a:lnTo>
                  <a:lnTo>
                    <a:pt x="1965170" y="42"/>
                  </a:lnTo>
                  <a:lnTo>
                    <a:pt x="1994069" y="39"/>
                  </a:lnTo>
                  <a:lnTo>
                    <a:pt x="2022969" y="35"/>
                  </a:lnTo>
                  <a:lnTo>
                    <a:pt x="2051869" y="31"/>
                  </a:lnTo>
                  <a:lnTo>
                    <a:pt x="2080768" y="28"/>
                  </a:lnTo>
                  <a:lnTo>
                    <a:pt x="2109668" y="24"/>
                  </a:lnTo>
                  <a:lnTo>
                    <a:pt x="2138567" y="20"/>
                  </a:lnTo>
                  <a:lnTo>
                    <a:pt x="2167467" y="16"/>
                  </a:lnTo>
                  <a:lnTo>
                    <a:pt x="2196366" y="12"/>
                  </a:lnTo>
                  <a:lnTo>
                    <a:pt x="2225266" y="8"/>
                  </a:lnTo>
                  <a:lnTo>
                    <a:pt x="2254166" y="4"/>
                  </a:lnTo>
                  <a:lnTo>
                    <a:pt x="228306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3552992" y="7269292"/>
              <a:ext cx="2283065" cy="167"/>
            </a:xfrm>
            <a:custGeom>
              <a:avLst/>
              <a:pathLst>
                <a:path w="2283065" h="167">
                  <a:moveTo>
                    <a:pt x="2283065" y="167"/>
                  </a:moveTo>
                  <a:lnTo>
                    <a:pt x="2254166" y="162"/>
                  </a:lnTo>
                  <a:lnTo>
                    <a:pt x="2225266" y="157"/>
                  </a:lnTo>
                  <a:lnTo>
                    <a:pt x="2196366" y="152"/>
                  </a:lnTo>
                  <a:lnTo>
                    <a:pt x="2167467" y="147"/>
                  </a:lnTo>
                  <a:lnTo>
                    <a:pt x="2138567" y="143"/>
                  </a:lnTo>
                  <a:lnTo>
                    <a:pt x="2109668" y="138"/>
                  </a:lnTo>
                  <a:lnTo>
                    <a:pt x="2080768" y="134"/>
                  </a:lnTo>
                  <a:lnTo>
                    <a:pt x="2051869" y="129"/>
                  </a:lnTo>
                  <a:lnTo>
                    <a:pt x="2022969" y="125"/>
                  </a:lnTo>
                  <a:lnTo>
                    <a:pt x="1994069" y="121"/>
                  </a:lnTo>
                  <a:lnTo>
                    <a:pt x="1965170" y="117"/>
                  </a:lnTo>
                  <a:lnTo>
                    <a:pt x="1936270" y="113"/>
                  </a:lnTo>
                  <a:lnTo>
                    <a:pt x="1907371" y="109"/>
                  </a:lnTo>
                  <a:lnTo>
                    <a:pt x="1878471" y="105"/>
                  </a:lnTo>
                  <a:lnTo>
                    <a:pt x="1849572" y="101"/>
                  </a:lnTo>
                  <a:lnTo>
                    <a:pt x="1820672" y="97"/>
                  </a:lnTo>
                  <a:lnTo>
                    <a:pt x="1791773" y="94"/>
                  </a:lnTo>
                  <a:lnTo>
                    <a:pt x="1762873" y="90"/>
                  </a:lnTo>
                  <a:lnTo>
                    <a:pt x="1733973" y="87"/>
                  </a:lnTo>
                  <a:lnTo>
                    <a:pt x="1705074" y="83"/>
                  </a:lnTo>
                  <a:lnTo>
                    <a:pt x="1676174" y="80"/>
                  </a:lnTo>
                  <a:lnTo>
                    <a:pt x="1647275" y="77"/>
                  </a:lnTo>
                  <a:lnTo>
                    <a:pt x="1618375" y="74"/>
                  </a:lnTo>
                  <a:lnTo>
                    <a:pt x="1589476" y="70"/>
                  </a:lnTo>
                  <a:lnTo>
                    <a:pt x="1560576" y="67"/>
                  </a:lnTo>
                  <a:lnTo>
                    <a:pt x="1531676" y="65"/>
                  </a:lnTo>
                  <a:lnTo>
                    <a:pt x="1502777" y="62"/>
                  </a:lnTo>
                  <a:lnTo>
                    <a:pt x="1473877" y="59"/>
                  </a:lnTo>
                  <a:lnTo>
                    <a:pt x="1444978" y="56"/>
                  </a:lnTo>
                  <a:lnTo>
                    <a:pt x="1416078" y="53"/>
                  </a:lnTo>
                  <a:lnTo>
                    <a:pt x="1387179" y="51"/>
                  </a:lnTo>
                  <a:lnTo>
                    <a:pt x="1358279" y="48"/>
                  </a:lnTo>
                  <a:lnTo>
                    <a:pt x="1329379" y="46"/>
                  </a:lnTo>
                  <a:lnTo>
                    <a:pt x="1300480" y="43"/>
                  </a:lnTo>
                  <a:lnTo>
                    <a:pt x="1271580" y="41"/>
                  </a:lnTo>
                  <a:lnTo>
                    <a:pt x="1242681" y="39"/>
                  </a:lnTo>
                  <a:lnTo>
                    <a:pt x="1213781" y="37"/>
                  </a:lnTo>
                  <a:lnTo>
                    <a:pt x="1184882" y="34"/>
                  </a:lnTo>
                  <a:lnTo>
                    <a:pt x="1155982" y="32"/>
                  </a:lnTo>
                  <a:lnTo>
                    <a:pt x="1127083" y="30"/>
                  </a:lnTo>
                  <a:lnTo>
                    <a:pt x="1098183" y="28"/>
                  </a:lnTo>
                  <a:lnTo>
                    <a:pt x="1069283" y="26"/>
                  </a:lnTo>
                  <a:lnTo>
                    <a:pt x="1040384" y="25"/>
                  </a:lnTo>
                  <a:lnTo>
                    <a:pt x="1011484" y="23"/>
                  </a:lnTo>
                  <a:lnTo>
                    <a:pt x="982585" y="21"/>
                  </a:lnTo>
                  <a:lnTo>
                    <a:pt x="953685" y="19"/>
                  </a:lnTo>
                  <a:lnTo>
                    <a:pt x="924786" y="18"/>
                  </a:lnTo>
                  <a:lnTo>
                    <a:pt x="895886" y="16"/>
                  </a:lnTo>
                  <a:lnTo>
                    <a:pt x="866986" y="15"/>
                  </a:lnTo>
                  <a:lnTo>
                    <a:pt x="838087" y="13"/>
                  </a:lnTo>
                  <a:lnTo>
                    <a:pt x="809187" y="12"/>
                  </a:lnTo>
                  <a:lnTo>
                    <a:pt x="780288" y="11"/>
                  </a:lnTo>
                  <a:lnTo>
                    <a:pt x="751388" y="10"/>
                  </a:lnTo>
                  <a:lnTo>
                    <a:pt x="722489" y="9"/>
                  </a:lnTo>
                  <a:lnTo>
                    <a:pt x="693589" y="7"/>
                  </a:lnTo>
                  <a:lnTo>
                    <a:pt x="664689" y="6"/>
                  </a:lnTo>
                  <a:lnTo>
                    <a:pt x="635790" y="5"/>
                  </a:lnTo>
                  <a:lnTo>
                    <a:pt x="606890" y="5"/>
                  </a:lnTo>
                  <a:lnTo>
                    <a:pt x="577991" y="4"/>
                  </a:lnTo>
                  <a:lnTo>
                    <a:pt x="549091" y="3"/>
                  </a:lnTo>
                  <a:lnTo>
                    <a:pt x="520192" y="2"/>
                  </a:lnTo>
                  <a:lnTo>
                    <a:pt x="491292" y="2"/>
                  </a:lnTo>
                  <a:lnTo>
                    <a:pt x="462393" y="1"/>
                  </a:lnTo>
                  <a:lnTo>
                    <a:pt x="433493" y="1"/>
                  </a:lnTo>
                  <a:lnTo>
                    <a:pt x="404593" y="0"/>
                  </a:lnTo>
                  <a:lnTo>
                    <a:pt x="375694" y="0"/>
                  </a:lnTo>
                  <a:lnTo>
                    <a:pt x="346794" y="0"/>
                  </a:lnTo>
                  <a:lnTo>
                    <a:pt x="317895" y="0"/>
                  </a:lnTo>
                  <a:lnTo>
                    <a:pt x="288995" y="0"/>
                  </a:lnTo>
                  <a:lnTo>
                    <a:pt x="260096" y="0"/>
                  </a:lnTo>
                  <a:lnTo>
                    <a:pt x="231196" y="0"/>
                  </a:lnTo>
                  <a:lnTo>
                    <a:pt x="202296" y="0"/>
                  </a:lnTo>
                  <a:lnTo>
                    <a:pt x="173397" y="0"/>
                  </a:lnTo>
                  <a:lnTo>
                    <a:pt x="144497" y="0"/>
                  </a:lnTo>
                  <a:lnTo>
                    <a:pt x="115598" y="1"/>
                  </a:lnTo>
                  <a:lnTo>
                    <a:pt x="86698" y="1"/>
                  </a:lnTo>
                  <a:lnTo>
                    <a:pt x="57799" y="2"/>
                  </a:lnTo>
                  <a:lnTo>
                    <a:pt x="28899" y="2"/>
                  </a:lnTo>
                  <a:lnTo>
                    <a:pt x="0" y="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3552992" y="7181275"/>
              <a:ext cx="2283065" cy="23"/>
            </a:xfrm>
            <a:custGeom>
              <a:avLst/>
              <a:pathLst>
                <a:path w="2283065" h="23">
                  <a:moveTo>
                    <a:pt x="0" y="0"/>
                  </a:moveTo>
                  <a:lnTo>
                    <a:pt x="28899" y="0"/>
                  </a:lnTo>
                  <a:lnTo>
                    <a:pt x="57799" y="0"/>
                  </a:lnTo>
                  <a:lnTo>
                    <a:pt x="86698" y="0"/>
                  </a:lnTo>
                  <a:lnTo>
                    <a:pt x="115598" y="0"/>
                  </a:lnTo>
                  <a:lnTo>
                    <a:pt x="144497" y="0"/>
                  </a:lnTo>
                  <a:lnTo>
                    <a:pt x="173397" y="1"/>
                  </a:lnTo>
                  <a:lnTo>
                    <a:pt x="202296" y="1"/>
                  </a:lnTo>
                  <a:lnTo>
                    <a:pt x="231196" y="1"/>
                  </a:lnTo>
                  <a:lnTo>
                    <a:pt x="260096" y="1"/>
                  </a:lnTo>
                  <a:lnTo>
                    <a:pt x="288995" y="1"/>
                  </a:lnTo>
                  <a:lnTo>
                    <a:pt x="317895" y="2"/>
                  </a:lnTo>
                  <a:lnTo>
                    <a:pt x="346794" y="2"/>
                  </a:lnTo>
                  <a:lnTo>
                    <a:pt x="375694" y="2"/>
                  </a:lnTo>
                  <a:lnTo>
                    <a:pt x="404593" y="2"/>
                  </a:lnTo>
                  <a:lnTo>
                    <a:pt x="433493" y="2"/>
                  </a:lnTo>
                  <a:lnTo>
                    <a:pt x="462393" y="3"/>
                  </a:lnTo>
                  <a:lnTo>
                    <a:pt x="491292" y="3"/>
                  </a:lnTo>
                  <a:lnTo>
                    <a:pt x="520192" y="3"/>
                  </a:lnTo>
                  <a:lnTo>
                    <a:pt x="549091" y="3"/>
                  </a:lnTo>
                  <a:lnTo>
                    <a:pt x="577991" y="4"/>
                  </a:lnTo>
                  <a:lnTo>
                    <a:pt x="606890" y="4"/>
                  </a:lnTo>
                  <a:lnTo>
                    <a:pt x="635790" y="4"/>
                  </a:lnTo>
                  <a:lnTo>
                    <a:pt x="664689" y="4"/>
                  </a:lnTo>
                  <a:lnTo>
                    <a:pt x="693589" y="5"/>
                  </a:lnTo>
                  <a:lnTo>
                    <a:pt x="722489" y="5"/>
                  </a:lnTo>
                  <a:lnTo>
                    <a:pt x="751388" y="5"/>
                  </a:lnTo>
                  <a:lnTo>
                    <a:pt x="780288" y="6"/>
                  </a:lnTo>
                  <a:lnTo>
                    <a:pt x="809187" y="6"/>
                  </a:lnTo>
                  <a:lnTo>
                    <a:pt x="838087" y="6"/>
                  </a:lnTo>
                  <a:lnTo>
                    <a:pt x="866986" y="6"/>
                  </a:lnTo>
                  <a:lnTo>
                    <a:pt x="895886" y="7"/>
                  </a:lnTo>
                  <a:lnTo>
                    <a:pt x="924786" y="7"/>
                  </a:lnTo>
                  <a:lnTo>
                    <a:pt x="953685" y="7"/>
                  </a:lnTo>
                  <a:lnTo>
                    <a:pt x="982585" y="8"/>
                  </a:lnTo>
                  <a:lnTo>
                    <a:pt x="1011484" y="8"/>
                  </a:lnTo>
                  <a:lnTo>
                    <a:pt x="1040384" y="8"/>
                  </a:lnTo>
                  <a:lnTo>
                    <a:pt x="1069283" y="9"/>
                  </a:lnTo>
                  <a:lnTo>
                    <a:pt x="1098183" y="9"/>
                  </a:lnTo>
                  <a:lnTo>
                    <a:pt x="1127083" y="9"/>
                  </a:lnTo>
                  <a:lnTo>
                    <a:pt x="1155982" y="10"/>
                  </a:lnTo>
                  <a:lnTo>
                    <a:pt x="1184882" y="10"/>
                  </a:lnTo>
                  <a:lnTo>
                    <a:pt x="1213781" y="10"/>
                  </a:lnTo>
                  <a:lnTo>
                    <a:pt x="1242681" y="11"/>
                  </a:lnTo>
                  <a:lnTo>
                    <a:pt x="1271580" y="11"/>
                  </a:lnTo>
                  <a:lnTo>
                    <a:pt x="1300480" y="11"/>
                  </a:lnTo>
                  <a:lnTo>
                    <a:pt x="1329379" y="12"/>
                  </a:lnTo>
                  <a:lnTo>
                    <a:pt x="1358279" y="12"/>
                  </a:lnTo>
                  <a:lnTo>
                    <a:pt x="1387179" y="12"/>
                  </a:lnTo>
                  <a:lnTo>
                    <a:pt x="1416078" y="13"/>
                  </a:lnTo>
                  <a:lnTo>
                    <a:pt x="1444978" y="13"/>
                  </a:lnTo>
                  <a:lnTo>
                    <a:pt x="1473877" y="13"/>
                  </a:lnTo>
                  <a:lnTo>
                    <a:pt x="1502777" y="14"/>
                  </a:lnTo>
                  <a:lnTo>
                    <a:pt x="1531676" y="14"/>
                  </a:lnTo>
                  <a:lnTo>
                    <a:pt x="1560576" y="14"/>
                  </a:lnTo>
                  <a:lnTo>
                    <a:pt x="1589476" y="15"/>
                  </a:lnTo>
                  <a:lnTo>
                    <a:pt x="1618375" y="15"/>
                  </a:lnTo>
                  <a:lnTo>
                    <a:pt x="1647275" y="15"/>
                  </a:lnTo>
                  <a:lnTo>
                    <a:pt x="1676174" y="16"/>
                  </a:lnTo>
                  <a:lnTo>
                    <a:pt x="1705074" y="16"/>
                  </a:lnTo>
                  <a:lnTo>
                    <a:pt x="1733973" y="16"/>
                  </a:lnTo>
                  <a:lnTo>
                    <a:pt x="1762873" y="17"/>
                  </a:lnTo>
                  <a:lnTo>
                    <a:pt x="1791773" y="17"/>
                  </a:lnTo>
                  <a:lnTo>
                    <a:pt x="1820672" y="18"/>
                  </a:lnTo>
                  <a:lnTo>
                    <a:pt x="1849572" y="18"/>
                  </a:lnTo>
                  <a:lnTo>
                    <a:pt x="1878471" y="18"/>
                  </a:lnTo>
                  <a:lnTo>
                    <a:pt x="1907371" y="19"/>
                  </a:lnTo>
                  <a:lnTo>
                    <a:pt x="1936270" y="19"/>
                  </a:lnTo>
                  <a:lnTo>
                    <a:pt x="1965170" y="19"/>
                  </a:lnTo>
                  <a:lnTo>
                    <a:pt x="1994069" y="20"/>
                  </a:lnTo>
                  <a:lnTo>
                    <a:pt x="2022969" y="20"/>
                  </a:lnTo>
                  <a:lnTo>
                    <a:pt x="2051869" y="20"/>
                  </a:lnTo>
                  <a:lnTo>
                    <a:pt x="2080768" y="21"/>
                  </a:lnTo>
                  <a:lnTo>
                    <a:pt x="2109668" y="21"/>
                  </a:lnTo>
                  <a:lnTo>
                    <a:pt x="2138567" y="22"/>
                  </a:lnTo>
                  <a:lnTo>
                    <a:pt x="2167467" y="22"/>
                  </a:lnTo>
                  <a:lnTo>
                    <a:pt x="2196366" y="22"/>
                  </a:lnTo>
                  <a:lnTo>
                    <a:pt x="2225266" y="23"/>
                  </a:lnTo>
                  <a:lnTo>
                    <a:pt x="2254166" y="23"/>
                  </a:lnTo>
                  <a:lnTo>
                    <a:pt x="2283065" y="23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3438838" y="5418670"/>
              <a:ext cx="25113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tx636"/>
            <p:cNvSpPr/>
            <p:nvPr/>
          </p:nvSpPr>
          <p:spPr>
            <a:xfrm>
              <a:off x="3214680" y="7974680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3314053" y="720158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3251897" y="64284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3251897" y="565539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40" name="pl640"/>
            <p:cNvSpPr/>
            <p:nvPr/>
          </p:nvSpPr>
          <p:spPr>
            <a:xfrm>
              <a:off x="3404044" y="80163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3404044" y="72432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3404044" y="64701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3404044" y="56970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359274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419187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479100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539014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tx648"/>
            <p:cNvSpPr/>
            <p:nvPr/>
          </p:nvSpPr>
          <p:spPr>
            <a:xfrm>
              <a:off x="356166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4129721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4728853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651" name="tx651"/>
            <p:cNvSpPr/>
            <p:nvPr/>
          </p:nvSpPr>
          <p:spPr>
            <a:xfrm>
              <a:off x="5327985" y="865909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652" name="tx652"/>
            <p:cNvSpPr/>
            <p:nvPr/>
          </p:nvSpPr>
          <p:spPr>
            <a:xfrm>
              <a:off x="3770513" y="8777412"/>
              <a:ext cx="184802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Plasma pTau217 (Z)</a:t>
              </a:r>
            </a:p>
          </p:txBody>
        </p:sp>
        <p:sp>
          <p:nvSpPr>
            <p:cNvPr id="653" name="tx653"/>
            <p:cNvSpPr/>
            <p:nvPr/>
          </p:nvSpPr>
          <p:spPr>
            <a:xfrm rot="-5400000">
              <a:off x="2117002" y="6942179"/>
              <a:ext cx="1917668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Plasma pTau217 (Z/year)</a:t>
              </a:r>
            </a:p>
          </p:txBody>
        </p:sp>
        <p:sp>
          <p:nvSpPr>
            <p:cNvPr id="654" name="rc654"/>
            <p:cNvSpPr/>
            <p:nvPr/>
          </p:nvSpPr>
          <p:spPr>
            <a:xfrm>
              <a:off x="6019800" y="5715794"/>
              <a:ext cx="3048000" cy="2924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41261" y="2104360"/>
                  </a:lnTo>
                  <a:lnTo>
                    <a:pt x="41261" y="2023423"/>
                  </a:lnTo>
                  <a:lnTo>
                    <a:pt x="82523" y="2023423"/>
                  </a:lnTo>
                  <a:lnTo>
                    <a:pt x="123785" y="2023423"/>
                  </a:lnTo>
                  <a:lnTo>
                    <a:pt x="165047" y="2023423"/>
                  </a:lnTo>
                  <a:lnTo>
                    <a:pt x="165047" y="1942486"/>
                  </a:lnTo>
                  <a:lnTo>
                    <a:pt x="165047" y="1861549"/>
                  </a:lnTo>
                  <a:lnTo>
                    <a:pt x="165047" y="1780612"/>
                  </a:lnTo>
                  <a:lnTo>
                    <a:pt x="206309" y="1780612"/>
                  </a:lnTo>
                  <a:lnTo>
                    <a:pt x="247571" y="1780612"/>
                  </a:lnTo>
                  <a:lnTo>
                    <a:pt x="288833" y="1780612"/>
                  </a:lnTo>
                  <a:lnTo>
                    <a:pt x="288833" y="1699675"/>
                  </a:lnTo>
                  <a:lnTo>
                    <a:pt x="330095" y="1699675"/>
                  </a:lnTo>
                  <a:lnTo>
                    <a:pt x="330095" y="1618738"/>
                  </a:lnTo>
                  <a:lnTo>
                    <a:pt x="330095" y="1537801"/>
                  </a:lnTo>
                  <a:lnTo>
                    <a:pt x="371357" y="1537801"/>
                  </a:lnTo>
                  <a:lnTo>
                    <a:pt x="371357" y="1456864"/>
                  </a:lnTo>
                  <a:lnTo>
                    <a:pt x="412619" y="1456864"/>
                  </a:lnTo>
                  <a:lnTo>
                    <a:pt x="453881" y="1456864"/>
                  </a:lnTo>
                  <a:lnTo>
                    <a:pt x="453881" y="1375927"/>
                  </a:lnTo>
                  <a:lnTo>
                    <a:pt x="453881" y="1294990"/>
                  </a:lnTo>
                  <a:lnTo>
                    <a:pt x="453881" y="1214054"/>
                  </a:lnTo>
                  <a:lnTo>
                    <a:pt x="453881" y="1133117"/>
                  </a:lnTo>
                  <a:lnTo>
                    <a:pt x="453881" y="1052180"/>
                  </a:lnTo>
                  <a:lnTo>
                    <a:pt x="453881" y="971243"/>
                  </a:lnTo>
                  <a:lnTo>
                    <a:pt x="453881" y="890306"/>
                  </a:lnTo>
                  <a:lnTo>
                    <a:pt x="453881" y="809369"/>
                  </a:lnTo>
                  <a:lnTo>
                    <a:pt x="495143" y="809369"/>
                  </a:lnTo>
                  <a:lnTo>
                    <a:pt x="495143" y="728432"/>
                  </a:lnTo>
                  <a:lnTo>
                    <a:pt x="495143" y="647495"/>
                  </a:lnTo>
                  <a:lnTo>
                    <a:pt x="495143" y="566558"/>
                  </a:lnTo>
                  <a:lnTo>
                    <a:pt x="495143" y="485621"/>
                  </a:lnTo>
                  <a:lnTo>
                    <a:pt x="536405" y="485621"/>
                  </a:lnTo>
                  <a:lnTo>
                    <a:pt x="536405" y="404684"/>
                  </a:lnTo>
                  <a:lnTo>
                    <a:pt x="577667" y="404684"/>
                  </a:lnTo>
                  <a:lnTo>
                    <a:pt x="577667" y="323747"/>
                  </a:lnTo>
                  <a:lnTo>
                    <a:pt x="618929" y="323747"/>
                  </a:lnTo>
                  <a:lnTo>
                    <a:pt x="660191" y="323747"/>
                  </a:lnTo>
                  <a:lnTo>
                    <a:pt x="701453" y="323747"/>
                  </a:lnTo>
                  <a:lnTo>
                    <a:pt x="742715" y="323747"/>
                  </a:lnTo>
                  <a:lnTo>
                    <a:pt x="783977" y="323747"/>
                  </a:lnTo>
                  <a:lnTo>
                    <a:pt x="825239" y="323747"/>
                  </a:lnTo>
                  <a:lnTo>
                    <a:pt x="866501" y="323747"/>
                  </a:lnTo>
                  <a:lnTo>
                    <a:pt x="907763" y="323747"/>
                  </a:lnTo>
                  <a:lnTo>
                    <a:pt x="949025" y="323747"/>
                  </a:lnTo>
                  <a:lnTo>
                    <a:pt x="990287" y="323747"/>
                  </a:lnTo>
                  <a:lnTo>
                    <a:pt x="1031549" y="323747"/>
                  </a:lnTo>
                  <a:lnTo>
                    <a:pt x="1072811" y="323747"/>
                  </a:lnTo>
                  <a:lnTo>
                    <a:pt x="1114073" y="323747"/>
                  </a:lnTo>
                  <a:lnTo>
                    <a:pt x="1155335" y="323747"/>
                  </a:lnTo>
                  <a:lnTo>
                    <a:pt x="1155335" y="242810"/>
                  </a:lnTo>
                  <a:lnTo>
                    <a:pt x="1155335" y="161873"/>
                  </a:lnTo>
                  <a:lnTo>
                    <a:pt x="1196597" y="161873"/>
                  </a:lnTo>
                  <a:lnTo>
                    <a:pt x="1237859" y="161873"/>
                  </a:lnTo>
                  <a:lnTo>
                    <a:pt x="1279120" y="161873"/>
                  </a:lnTo>
                  <a:lnTo>
                    <a:pt x="1320382" y="161873"/>
                  </a:lnTo>
                  <a:lnTo>
                    <a:pt x="1361644" y="161873"/>
                  </a:lnTo>
                  <a:lnTo>
                    <a:pt x="1402906" y="161873"/>
                  </a:lnTo>
                  <a:lnTo>
                    <a:pt x="1444168" y="161873"/>
                  </a:lnTo>
                  <a:lnTo>
                    <a:pt x="1485430" y="161873"/>
                  </a:lnTo>
                  <a:lnTo>
                    <a:pt x="1485430" y="80936"/>
                  </a:lnTo>
                  <a:lnTo>
                    <a:pt x="1526692" y="80936"/>
                  </a:lnTo>
                  <a:lnTo>
                    <a:pt x="1567954" y="80936"/>
                  </a:lnTo>
                  <a:lnTo>
                    <a:pt x="1609216" y="80936"/>
                  </a:lnTo>
                  <a:lnTo>
                    <a:pt x="1650478" y="80936"/>
                  </a:lnTo>
                  <a:lnTo>
                    <a:pt x="1691740" y="80936"/>
                  </a:lnTo>
                  <a:lnTo>
                    <a:pt x="1733002" y="80936"/>
                  </a:lnTo>
                  <a:lnTo>
                    <a:pt x="1774264" y="80936"/>
                  </a:lnTo>
                  <a:lnTo>
                    <a:pt x="1815526" y="80936"/>
                  </a:lnTo>
                  <a:lnTo>
                    <a:pt x="1815526" y="0"/>
                  </a:lnTo>
                  <a:lnTo>
                    <a:pt x="1856788" y="0"/>
                  </a:lnTo>
                  <a:lnTo>
                    <a:pt x="1898050" y="0"/>
                  </a:lnTo>
                  <a:lnTo>
                    <a:pt x="1939312" y="0"/>
                  </a:lnTo>
                  <a:lnTo>
                    <a:pt x="1980574" y="0"/>
                  </a:lnTo>
                  <a:lnTo>
                    <a:pt x="2021836" y="0"/>
                  </a:lnTo>
                  <a:lnTo>
                    <a:pt x="2063098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tx676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3.87 [3.294, 5.455]</a:t>
              </a:r>
            </a:p>
          </p:txBody>
        </p:sp>
        <p:sp>
          <p:nvSpPr>
            <p:cNvPr id="677" name="tx677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0.741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0.611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0.846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691" name="tx691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692" name="rc692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9534838" y="5418670"/>
              <a:ext cx="9873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9534838" y="8402918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9534838" y="7629824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9534838" y="6856730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9534838" y="6083636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971312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994868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1018423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1041979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9534838" y="8016371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9534838" y="7243277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9534838" y="6470183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9534838" y="5697089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959534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983090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1006645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1030201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9565133" y="72342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9583981" y="72288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9565450" y="72186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9839499" y="677951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9592412" y="72106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10102029" y="703982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9623795" y="71632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9586240" y="72273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9567700" y="72092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9575728" y="72045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9579511" y="72274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10037561" y="7900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9566308" y="72115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9696586" y="654060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10269729" y="62936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9561231" y="7223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10064184" y="78167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9612146" y="7227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9796297" y="73528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9870115" y="710282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9563888" y="7217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9561295" y="72322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9575616" y="72216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9607032" y="709951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9564311" y="72159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9564790" y="72189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9680606" y="688286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9591894" y="72731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9567404" y="72139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9573069" y="71589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9566803" y="71665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9876281" y="7191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9566292" y="71919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9563788" y="71341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9591540" y="7299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9621924" y="71111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9561473" y="72211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9563400" y="721354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9701770" y="71391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9593738" y="71951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9829230" y="73337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9569803" y="72494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9613689" y="701652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9558894" y="72170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9568053" y="71996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9579657" y="71920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9563008" y="72281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9605117" y="72331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9769735" y="692833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9601557" y="692063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9575257" y="709276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9805390" y="67433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10086010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10452504" y="73898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9752639" y="696059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9565038" y="72083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10168928" y="660894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9709628" y="68612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9590901" y="72243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9572129" y="72065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9627221" y="72001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10202235" y="81091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9554893" y="72220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9567122" y="72301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9782252" y="78424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9585512" y="7265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10247205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9624826" y="71455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10065157" y="72864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9703543" y="58027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10204416" y="7804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9576584" y="72172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9567114" y="72093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9647519" y="70154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9933803" y="644895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9593342" y="71907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9568070" y="72651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9534838" y="7215594"/>
              <a:ext cx="987372" cy="0"/>
            </a:xfrm>
            <a:custGeom>
              <a:avLst/>
              <a:pathLst>
                <a:path w="987372" h="0">
                  <a:moveTo>
                    <a:pt x="0" y="0"/>
                  </a:moveTo>
                  <a:lnTo>
                    <a:pt x="987372" y="0"/>
                  </a:lnTo>
                  <a:lnTo>
                    <a:pt x="98737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9579719" y="7093138"/>
              <a:ext cx="897611" cy="176321"/>
            </a:xfrm>
            <a:custGeom>
              <a:avLst/>
              <a:pathLst>
                <a:path w="897611" h="176321">
                  <a:moveTo>
                    <a:pt x="0" y="116"/>
                  </a:moveTo>
                  <a:lnTo>
                    <a:pt x="11362" y="117"/>
                  </a:lnTo>
                  <a:lnTo>
                    <a:pt x="22724" y="118"/>
                  </a:lnTo>
                  <a:lnTo>
                    <a:pt x="34086" y="119"/>
                  </a:lnTo>
                  <a:lnTo>
                    <a:pt x="45448" y="120"/>
                  </a:lnTo>
                  <a:lnTo>
                    <a:pt x="56810" y="120"/>
                  </a:lnTo>
                  <a:lnTo>
                    <a:pt x="68172" y="121"/>
                  </a:lnTo>
                  <a:lnTo>
                    <a:pt x="79535" y="122"/>
                  </a:lnTo>
                  <a:lnTo>
                    <a:pt x="90897" y="122"/>
                  </a:lnTo>
                  <a:lnTo>
                    <a:pt x="102259" y="123"/>
                  </a:lnTo>
                  <a:lnTo>
                    <a:pt x="113621" y="123"/>
                  </a:lnTo>
                  <a:lnTo>
                    <a:pt x="124983" y="123"/>
                  </a:lnTo>
                  <a:lnTo>
                    <a:pt x="136345" y="124"/>
                  </a:lnTo>
                  <a:lnTo>
                    <a:pt x="147708" y="124"/>
                  </a:lnTo>
                  <a:lnTo>
                    <a:pt x="159070" y="124"/>
                  </a:lnTo>
                  <a:lnTo>
                    <a:pt x="170432" y="124"/>
                  </a:lnTo>
                  <a:lnTo>
                    <a:pt x="181794" y="124"/>
                  </a:lnTo>
                  <a:lnTo>
                    <a:pt x="193156" y="124"/>
                  </a:lnTo>
                  <a:lnTo>
                    <a:pt x="204518" y="124"/>
                  </a:lnTo>
                  <a:lnTo>
                    <a:pt x="215881" y="124"/>
                  </a:lnTo>
                  <a:lnTo>
                    <a:pt x="227243" y="123"/>
                  </a:lnTo>
                  <a:lnTo>
                    <a:pt x="238605" y="123"/>
                  </a:lnTo>
                  <a:lnTo>
                    <a:pt x="249967" y="123"/>
                  </a:lnTo>
                  <a:lnTo>
                    <a:pt x="261329" y="122"/>
                  </a:lnTo>
                  <a:lnTo>
                    <a:pt x="272691" y="122"/>
                  </a:lnTo>
                  <a:lnTo>
                    <a:pt x="284054" y="121"/>
                  </a:lnTo>
                  <a:lnTo>
                    <a:pt x="295416" y="121"/>
                  </a:lnTo>
                  <a:lnTo>
                    <a:pt x="306778" y="120"/>
                  </a:lnTo>
                  <a:lnTo>
                    <a:pt x="318140" y="119"/>
                  </a:lnTo>
                  <a:lnTo>
                    <a:pt x="329502" y="119"/>
                  </a:lnTo>
                  <a:lnTo>
                    <a:pt x="340864" y="118"/>
                  </a:lnTo>
                  <a:lnTo>
                    <a:pt x="352227" y="117"/>
                  </a:lnTo>
                  <a:lnTo>
                    <a:pt x="363589" y="116"/>
                  </a:lnTo>
                  <a:lnTo>
                    <a:pt x="374951" y="115"/>
                  </a:lnTo>
                  <a:lnTo>
                    <a:pt x="386313" y="114"/>
                  </a:lnTo>
                  <a:lnTo>
                    <a:pt x="397675" y="113"/>
                  </a:lnTo>
                  <a:lnTo>
                    <a:pt x="409037" y="112"/>
                  </a:lnTo>
                  <a:lnTo>
                    <a:pt x="420400" y="111"/>
                  </a:lnTo>
                  <a:lnTo>
                    <a:pt x="431762" y="109"/>
                  </a:lnTo>
                  <a:lnTo>
                    <a:pt x="443124" y="108"/>
                  </a:lnTo>
                  <a:lnTo>
                    <a:pt x="454486" y="107"/>
                  </a:lnTo>
                  <a:lnTo>
                    <a:pt x="465848" y="105"/>
                  </a:lnTo>
                  <a:lnTo>
                    <a:pt x="477210" y="104"/>
                  </a:lnTo>
                  <a:lnTo>
                    <a:pt x="488573" y="102"/>
                  </a:lnTo>
                  <a:lnTo>
                    <a:pt x="499935" y="100"/>
                  </a:lnTo>
                  <a:lnTo>
                    <a:pt x="511297" y="99"/>
                  </a:lnTo>
                  <a:lnTo>
                    <a:pt x="522659" y="97"/>
                  </a:lnTo>
                  <a:lnTo>
                    <a:pt x="534021" y="95"/>
                  </a:lnTo>
                  <a:lnTo>
                    <a:pt x="545383" y="93"/>
                  </a:lnTo>
                  <a:lnTo>
                    <a:pt x="556746" y="91"/>
                  </a:lnTo>
                  <a:lnTo>
                    <a:pt x="568108" y="90"/>
                  </a:lnTo>
                  <a:lnTo>
                    <a:pt x="579470" y="87"/>
                  </a:lnTo>
                  <a:lnTo>
                    <a:pt x="590832" y="85"/>
                  </a:lnTo>
                  <a:lnTo>
                    <a:pt x="602194" y="83"/>
                  </a:lnTo>
                  <a:lnTo>
                    <a:pt x="613556" y="81"/>
                  </a:lnTo>
                  <a:lnTo>
                    <a:pt x="624919" y="79"/>
                  </a:lnTo>
                  <a:lnTo>
                    <a:pt x="636281" y="76"/>
                  </a:lnTo>
                  <a:lnTo>
                    <a:pt x="647643" y="74"/>
                  </a:lnTo>
                  <a:lnTo>
                    <a:pt x="659005" y="71"/>
                  </a:lnTo>
                  <a:lnTo>
                    <a:pt x="670367" y="69"/>
                  </a:lnTo>
                  <a:lnTo>
                    <a:pt x="681729" y="66"/>
                  </a:lnTo>
                  <a:lnTo>
                    <a:pt x="693092" y="63"/>
                  </a:lnTo>
                  <a:lnTo>
                    <a:pt x="704454" y="61"/>
                  </a:lnTo>
                  <a:lnTo>
                    <a:pt x="715816" y="58"/>
                  </a:lnTo>
                  <a:lnTo>
                    <a:pt x="727178" y="55"/>
                  </a:lnTo>
                  <a:lnTo>
                    <a:pt x="738540" y="52"/>
                  </a:lnTo>
                  <a:lnTo>
                    <a:pt x="749902" y="49"/>
                  </a:lnTo>
                  <a:lnTo>
                    <a:pt x="761265" y="45"/>
                  </a:lnTo>
                  <a:lnTo>
                    <a:pt x="772627" y="42"/>
                  </a:lnTo>
                  <a:lnTo>
                    <a:pt x="783989" y="39"/>
                  </a:lnTo>
                  <a:lnTo>
                    <a:pt x="795351" y="35"/>
                  </a:lnTo>
                  <a:lnTo>
                    <a:pt x="806713" y="31"/>
                  </a:lnTo>
                  <a:lnTo>
                    <a:pt x="818075" y="28"/>
                  </a:lnTo>
                  <a:lnTo>
                    <a:pt x="829438" y="24"/>
                  </a:lnTo>
                  <a:lnTo>
                    <a:pt x="840800" y="20"/>
                  </a:lnTo>
                  <a:lnTo>
                    <a:pt x="852162" y="16"/>
                  </a:lnTo>
                  <a:lnTo>
                    <a:pt x="863524" y="12"/>
                  </a:lnTo>
                  <a:lnTo>
                    <a:pt x="874886" y="8"/>
                  </a:lnTo>
                  <a:lnTo>
                    <a:pt x="886248" y="4"/>
                  </a:lnTo>
                  <a:lnTo>
                    <a:pt x="897611" y="0"/>
                  </a:lnTo>
                  <a:lnTo>
                    <a:pt x="897611" y="176321"/>
                  </a:lnTo>
                  <a:lnTo>
                    <a:pt x="886248" y="176316"/>
                  </a:lnTo>
                  <a:lnTo>
                    <a:pt x="874886" y="176311"/>
                  </a:lnTo>
                  <a:lnTo>
                    <a:pt x="863524" y="176306"/>
                  </a:lnTo>
                  <a:lnTo>
                    <a:pt x="852162" y="176301"/>
                  </a:lnTo>
                  <a:lnTo>
                    <a:pt x="840800" y="176297"/>
                  </a:lnTo>
                  <a:lnTo>
                    <a:pt x="829438" y="176292"/>
                  </a:lnTo>
                  <a:lnTo>
                    <a:pt x="818075" y="176288"/>
                  </a:lnTo>
                  <a:lnTo>
                    <a:pt x="806713" y="176283"/>
                  </a:lnTo>
                  <a:lnTo>
                    <a:pt x="795351" y="176279"/>
                  </a:lnTo>
                  <a:lnTo>
                    <a:pt x="783989" y="176275"/>
                  </a:lnTo>
                  <a:lnTo>
                    <a:pt x="772627" y="176271"/>
                  </a:lnTo>
                  <a:lnTo>
                    <a:pt x="761265" y="176267"/>
                  </a:lnTo>
                  <a:lnTo>
                    <a:pt x="749902" y="176263"/>
                  </a:lnTo>
                  <a:lnTo>
                    <a:pt x="738540" y="176259"/>
                  </a:lnTo>
                  <a:lnTo>
                    <a:pt x="727178" y="176255"/>
                  </a:lnTo>
                  <a:lnTo>
                    <a:pt x="715816" y="176251"/>
                  </a:lnTo>
                  <a:lnTo>
                    <a:pt x="704454" y="176248"/>
                  </a:lnTo>
                  <a:lnTo>
                    <a:pt x="693092" y="176244"/>
                  </a:lnTo>
                  <a:lnTo>
                    <a:pt x="681729" y="176241"/>
                  </a:lnTo>
                  <a:lnTo>
                    <a:pt x="670367" y="176237"/>
                  </a:lnTo>
                  <a:lnTo>
                    <a:pt x="659005" y="176234"/>
                  </a:lnTo>
                  <a:lnTo>
                    <a:pt x="647643" y="176231"/>
                  </a:lnTo>
                  <a:lnTo>
                    <a:pt x="636281" y="176228"/>
                  </a:lnTo>
                  <a:lnTo>
                    <a:pt x="624919" y="176224"/>
                  </a:lnTo>
                  <a:lnTo>
                    <a:pt x="613556" y="176221"/>
                  </a:lnTo>
                  <a:lnTo>
                    <a:pt x="602194" y="176219"/>
                  </a:lnTo>
                  <a:lnTo>
                    <a:pt x="590832" y="176216"/>
                  </a:lnTo>
                  <a:lnTo>
                    <a:pt x="579470" y="176213"/>
                  </a:lnTo>
                  <a:lnTo>
                    <a:pt x="568108" y="176210"/>
                  </a:lnTo>
                  <a:lnTo>
                    <a:pt x="556746" y="176207"/>
                  </a:lnTo>
                  <a:lnTo>
                    <a:pt x="545383" y="176205"/>
                  </a:lnTo>
                  <a:lnTo>
                    <a:pt x="534021" y="176202"/>
                  </a:lnTo>
                  <a:lnTo>
                    <a:pt x="522659" y="176200"/>
                  </a:lnTo>
                  <a:lnTo>
                    <a:pt x="511297" y="176197"/>
                  </a:lnTo>
                  <a:lnTo>
                    <a:pt x="499935" y="176195"/>
                  </a:lnTo>
                  <a:lnTo>
                    <a:pt x="488573" y="176193"/>
                  </a:lnTo>
                  <a:lnTo>
                    <a:pt x="477210" y="176191"/>
                  </a:lnTo>
                  <a:lnTo>
                    <a:pt x="465848" y="176188"/>
                  </a:lnTo>
                  <a:lnTo>
                    <a:pt x="454486" y="176186"/>
                  </a:lnTo>
                  <a:lnTo>
                    <a:pt x="443124" y="176184"/>
                  </a:lnTo>
                  <a:lnTo>
                    <a:pt x="431762" y="176182"/>
                  </a:lnTo>
                  <a:lnTo>
                    <a:pt x="420400" y="176180"/>
                  </a:lnTo>
                  <a:lnTo>
                    <a:pt x="409037" y="176179"/>
                  </a:lnTo>
                  <a:lnTo>
                    <a:pt x="397675" y="176177"/>
                  </a:lnTo>
                  <a:lnTo>
                    <a:pt x="386313" y="176175"/>
                  </a:lnTo>
                  <a:lnTo>
                    <a:pt x="374951" y="176173"/>
                  </a:lnTo>
                  <a:lnTo>
                    <a:pt x="363589" y="176172"/>
                  </a:lnTo>
                  <a:lnTo>
                    <a:pt x="352227" y="176170"/>
                  </a:lnTo>
                  <a:lnTo>
                    <a:pt x="340864" y="176169"/>
                  </a:lnTo>
                  <a:lnTo>
                    <a:pt x="329502" y="176167"/>
                  </a:lnTo>
                  <a:lnTo>
                    <a:pt x="318140" y="176166"/>
                  </a:lnTo>
                  <a:lnTo>
                    <a:pt x="306778" y="176165"/>
                  </a:lnTo>
                  <a:lnTo>
                    <a:pt x="295416" y="176164"/>
                  </a:lnTo>
                  <a:lnTo>
                    <a:pt x="284054" y="176163"/>
                  </a:lnTo>
                  <a:lnTo>
                    <a:pt x="272691" y="176161"/>
                  </a:lnTo>
                  <a:lnTo>
                    <a:pt x="261329" y="176160"/>
                  </a:lnTo>
                  <a:lnTo>
                    <a:pt x="249967" y="176159"/>
                  </a:lnTo>
                  <a:lnTo>
                    <a:pt x="238605" y="176159"/>
                  </a:lnTo>
                  <a:lnTo>
                    <a:pt x="227243" y="176158"/>
                  </a:lnTo>
                  <a:lnTo>
                    <a:pt x="215881" y="176157"/>
                  </a:lnTo>
                  <a:lnTo>
                    <a:pt x="204518" y="176156"/>
                  </a:lnTo>
                  <a:lnTo>
                    <a:pt x="193156" y="176156"/>
                  </a:lnTo>
                  <a:lnTo>
                    <a:pt x="181794" y="176155"/>
                  </a:lnTo>
                  <a:lnTo>
                    <a:pt x="170432" y="176155"/>
                  </a:lnTo>
                  <a:lnTo>
                    <a:pt x="159070" y="176154"/>
                  </a:lnTo>
                  <a:lnTo>
                    <a:pt x="147708" y="176154"/>
                  </a:lnTo>
                  <a:lnTo>
                    <a:pt x="136345" y="176154"/>
                  </a:lnTo>
                  <a:lnTo>
                    <a:pt x="124983" y="176154"/>
                  </a:lnTo>
                  <a:lnTo>
                    <a:pt x="113621" y="176154"/>
                  </a:lnTo>
                  <a:lnTo>
                    <a:pt x="102259" y="176153"/>
                  </a:lnTo>
                  <a:lnTo>
                    <a:pt x="90897" y="176154"/>
                  </a:lnTo>
                  <a:lnTo>
                    <a:pt x="79535" y="176154"/>
                  </a:lnTo>
                  <a:lnTo>
                    <a:pt x="68172" y="176154"/>
                  </a:lnTo>
                  <a:lnTo>
                    <a:pt x="56810" y="176154"/>
                  </a:lnTo>
                  <a:lnTo>
                    <a:pt x="45448" y="176155"/>
                  </a:lnTo>
                  <a:lnTo>
                    <a:pt x="34086" y="176155"/>
                  </a:lnTo>
                  <a:lnTo>
                    <a:pt x="22724" y="176156"/>
                  </a:lnTo>
                  <a:lnTo>
                    <a:pt x="11362" y="176156"/>
                  </a:lnTo>
                  <a:lnTo>
                    <a:pt x="0" y="17615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9579719" y="7093138"/>
              <a:ext cx="897611" cy="124"/>
            </a:xfrm>
            <a:custGeom>
              <a:avLst/>
              <a:pathLst>
                <a:path w="897611" h="124">
                  <a:moveTo>
                    <a:pt x="0" y="116"/>
                  </a:moveTo>
                  <a:lnTo>
                    <a:pt x="11362" y="117"/>
                  </a:lnTo>
                  <a:lnTo>
                    <a:pt x="22724" y="118"/>
                  </a:lnTo>
                  <a:lnTo>
                    <a:pt x="34086" y="119"/>
                  </a:lnTo>
                  <a:lnTo>
                    <a:pt x="45448" y="120"/>
                  </a:lnTo>
                  <a:lnTo>
                    <a:pt x="56810" y="120"/>
                  </a:lnTo>
                  <a:lnTo>
                    <a:pt x="68172" y="121"/>
                  </a:lnTo>
                  <a:lnTo>
                    <a:pt x="79535" y="122"/>
                  </a:lnTo>
                  <a:lnTo>
                    <a:pt x="90897" y="122"/>
                  </a:lnTo>
                  <a:lnTo>
                    <a:pt x="102259" y="123"/>
                  </a:lnTo>
                  <a:lnTo>
                    <a:pt x="113621" y="123"/>
                  </a:lnTo>
                  <a:lnTo>
                    <a:pt x="124983" y="123"/>
                  </a:lnTo>
                  <a:lnTo>
                    <a:pt x="136345" y="124"/>
                  </a:lnTo>
                  <a:lnTo>
                    <a:pt x="147708" y="124"/>
                  </a:lnTo>
                  <a:lnTo>
                    <a:pt x="159070" y="124"/>
                  </a:lnTo>
                  <a:lnTo>
                    <a:pt x="170432" y="124"/>
                  </a:lnTo>
                  <a:lnTo>
                    <a:pt x="181794" y="124"/>
                  </a:lnTo>
                  <a:lnTo>
                    <a:pt x="193156" y="124"/>
                  </a:lnTo>
                  <a:lnTo>
                    <a:pt x="204518" y="124"/>
                  </a:lnTo>
                  <a:lnTo>
                    <a:pt x="215881" y="124"/>
                  </a:lnTo>
                  <a:lnTo>
                    <a:pt x="227243" y="123"/>
                  </a:lnTo>
                  <a:lnTo>
                    <a:pt x="238605" y="123"/>
                  </a:lnTo>
                  <a:lnTo>
                    <a:pt x="249967" y="123"/>
                  </a:lnTo>
                  <a:lnTo>
                    <a:pt x="261329" y="122"/>
                  </a:lnTo>
                  <a:lnTo>
                    <a:pt x="272691" y="122"/>
                  </a:lnTo>
                  <a:lnTo>
                    <a:pt x="284054" y="121"/>
                  </a:lnTo>
                  <a:lnTo>
                    <a:pt x="295416" y="121"/>
                  </a:lnTo>
                  <a:lnTo>
                    <a:pt x="306778" y="120"/>
                  </a:lnTo>
                  <a:lnTo>
                    <a:pt x="318140" y="119"/>
                  </a:lnTo>
                  <a:lnTo>
                    <a:pt x="329502" y="119"/>
                  </a:lnTo>
                  <a:lnTo>
                    <a:pt x="340864" y="118"/>
                  </a:lnTo>
                  <a:lnTo>
                    <a:pt x="352227" y="117"/>
                  </a:lnTo>
                  <a:lnTo>
                    <a:pt x="363589" y="116"/>
                  </a:lnTo>
                  <a:lnTo>
                    <a:pt x="374951" y="115"/>
                  </a:lnTo>
                  <a:lnTo>
                    <a:pt x="386313" y="114"/>
                  </a:lnTo>
                  <a:lnTo>
                    <a:pt x="397675" y="113"/>
                  </a:lnTo>
                  <a:lnTo>
                    <a:pt x="409037" y="112"/>
                  </a:lnTo>
                  <a:lnTo>
                    <a:pt x="420400" y="111"/>
                  </a:lnTo>
                  <a:lnTo>
                    <a:pt x="431762" y="109"/>
                  </a:lnTo>
                  <a:lnTo>
                    <a:pt x="443124" y="108"/>
                  </a:lnTo>
                  <a:lnTo>
                    <a:pt x="454486" y="107"/>
                  </a:lnTo>
                  <a:lnTo>
                    <a:pt x="465848" y="105"/>
                  </a:lnTo>
                  <a:lnTo>
                    <a:pt x="477210" y="104"/>
                  </a:lnTo>
                  <a:lnTo>
                    <a:pt x="488573" y="102"/>
                  </a:lnTo>
                  <a:lnTo>
                    <a:pt x="499935" y="100"/>
                  </a:lnTo>
                  <a:lnTo>
                    <a:pt x="511297" y="99"/>
                  </a:lnTo>
                  <a:lnTo>
                    <a:pt x="522659" y="97"/>
                  </a:lnTo>
                  <a:lnTo>
                    <a:pt x="534021" y="95"/>
                  </a:lnTo>
                  <a:lnTo>
                    <a:pt x="545383" y="93"/>
                  </a:lnTo>
                  <a:lnTo>
                    <a:pt x="556746" y="91"/>
                  </a:lnTo>
                  <a:lnTo>
                    <a:pt x="568108" y="90"/>
                  </a:lnTo>
                  <a:lnTo>
                    <a:pt x="579470" y="87"/>
                  </a:lnTo>
                  <a:lnTo>
                    <a:pt x="590832" y="85"/>
                  </a:lnTo>
                  <a:lnTo>
                    <a:pt x="602194" y="83"/>
                  </a:lnTo>
                  <a:lnTo>
                    <a:pt x="613556" y="81"/>
                  </a:lnTo>
                  <a:lnTo>
                    <a:pt x="624919" y="79"/>
                  </a:lnTo>
                  <a:lnTo>
                    <a:pt x="636281" y="76"/>
                  </a:lnTo>
                  <a:lnTo>
                    <a:pt x="647643" y="74"/>
                  </a:lnTo>
                  <a:lnTo>
                    <a:pt x="659005" y="71"/>
                  </a:lnTo>
                  <a:lnTo>
                    <a:pt x="670367" y="69"/>
                  </a:lnTo>
                  <a:lnTo>
                    <a:pt x="681729" y="66"/>
                  </a:lnTo>
                  <a:lnTo>
                    <a:pt x="693092" y="63"/>
                  </a:lnTo>
                  <a:lnTo>
                    <a:pt x="704454" y="61"/>
                  </a:lnTo>
                  <a:lnTo>
                    <a:pt x="715816" y="58"/>
                  </a:lnTo>
                  <a:lnTo>
                    <a:pt x="727178" y="55"/>
                  </a:lnTo>
                  <a:lnTo>
                    <a:pt x="738540" y="52"/>
                  </a:lnTo>
                  <a:lnTo>
                    <a:pt x="749902" y="49"/>
                  </a:lnTo>
                  <a:lnTo>
                    <a:pt x="761265" y="45"/>
                  </a:lnTo>
                  <a:lnTo>
                    <a:pt x="772627" y="42"/>
                  </a:lnTo>
                  <a:lnTo>
                    <a:pt x="783989" y="39"/>
                  </a:lnTo>
                  <a:lnTo>
                    <a:pt x="795351" y="35"/>
                  </a:lnTo>
                  <a:lnTo>
                    <a:pt x="806713" y="31"/>
                  </a:lnTo>
                  <a:lnTo>
                    <a:pt x="818075" y="28"/>
                  </a:lnTo>
                  <a:lnTo>
                    <a:pt x="829438" y="24"/>
                  </a:lnTo>
                  <a:lnTo>
                    <a:pt x="840800" y="20"/>
                  </a:lnTo>
                  <a:lnTo>
                    <a:pt x="852162" y="16"/>
                  </a:lnTo>
                  <a:lnTo>
                    <a:pt x="863524" y="12"/>
                  </a:lnTo>
                  <a:lnTo>
                    <a:pt x="874886" y="8"/>
                  </a:lnTo>
                  <a:lnTo>
                    <a:pt x="886248" y="4"/>
                  </a:lnTo>
                  <a:lnTo>
                    <a:pt x="89761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9579719" y="7269292"/>
              <a:ext cx="897611" cy="167"/>
            </a:xfrm>
            <a:custGeom>
              <a:avLst/>
              <a:pathLst>
                <a:path w="897611" h="167">
                  <a:moveTo>
                    <a:pt x="897611" y="167"/>
                  </a:moveTo>
                  <a:lnTo>
                    <a:pt x="886248" y="162"/>
                  </a:lnTo>
                  <a:lnTo>
                    <a:pt x="874886" y="157"/>
                  </a:lnTo>
                  <a:lnTo>
                    <a:pt x="863524" y="152"/>
                  </a:lnTo>
                  <a:lnTo>
                    <a:pt x="852162" y="147"/>
                  </a:lnTo>
                  <a:lnTo>
                    <a:pt x="840800" y="143"/>
                  </a:lnTo>
                  <a:lnTo>
                    <a:pt x="829438" y="138"/>
                  </a:lnTo>
                  <a:lnTo>
                    <a:pt x="818075" y="134"/>
                  </a:lnTo>
                  <a:lnTo>
                    <a:pt x="806713" y="129"/>
                  </a:lnTo>
                  <a:lnTo>
                    <a:pt x="795351" y="125"/>
                  </a:lnTo>
                  <a:lnTo>
                    <a:pt x="783989" y="121"/>
                  </a:lnTo>
                  <a:lnTo>
                    <a:pt x="772627" y="117"/>
                  </a:lnTo>
                  <a:lnTo>
                    <a:pt x="761265" y="113"/>
                  </a:lnTo>
                  <a:lnTo>
                    <a:pt x="749902" y="109"/>
                  </a:lnTo>
                  <a:lnTo>
                    <a:pt x="738540" y="105"/>
                  </a:lnTo>
                  <a:lnTo>
                    <a:pt x="727178" y="101"/>
                  </a:lnTo>
                  <a:lnTo>
                    <a:pt x="715816" y="97"/>
                  </a:lnTo>
                  <a:lnTo>
                    <a:pt x="704454" y="94"/>
                  </a:lnTo>
                  <a:lnTo>
                    <a:pt x="693092" y="90"/>
                  </a:lnTo>
                  <a:lnTo>
                    <a:pt x="681729" y="87"/>
                  </a:lnTo>
                  <a:lnTo>
                    <a:pt x="670367" y="83"/>
                  </a:lnTo>
                  <a:lnTo>
                    <a:pt x="659005" y="80"/>
                  </a:lnTo>
                  <a:lnTo>
                    <a:pt x="647643" y="77"/>
                  </a:lnTo>
                  <a:lnTo>
                    <a:pt x="636281" y="74"/>
                  </a:lnTo>
                  <a:lnTo>
                    <a:pt x="624919" y="70"/>
                  </a:lnTo>
                  <a:lnTo>
                    <a:pt x="613556" y="67"/>
                  </a:lnTo>
                  <a:lnTo>
                    <a:pt x="602194" y="65"/>
                  </a:lnTo>
                  <a:lnTo>
                    <a:pt x="590832" y="62"/>
                  </a:lnTo>
                  <a:lnTo>
                    <a:pt x="579470" y="59"/>
                  </a:lnTo>
                  <a:lnTo>
                    <a:pt x="568108" y="56"/>
                  </a:lnTo>
                  <a:lnTo>
                    <a:pt x="556746" y="53"/>
                  </a:lnTo>
                  <a:lnTo>
                    <a:pt x="545383" y="51"/>
                  </a:lnTo>
                  <a:lnTo>
                    <a:pt x="534021" y="48"/>
                  </a:lnTo>
                  <a:lnTo>
                    <a:pt x="522659" y="46"/>
                  </a:lnTo>
                  <a:lnTo>
                    <a:pt x="511297" y="43"/>
                  </a:lnTo>
                  <a:lnTo>
                    <a:pt x="499935" y="41"/>
                  </a:lnTo>
                  <a:lnTo>
                    <a:pt x="488573" y="39"/>
                  </a:lnTo>
                  <a:lnTo>
                    <a:pt x="477210" y="37"/>
                  </a:lnTo>
                  <a:lnTo>
                    <a:pt x="465848" y="34"/>
                  </a:lnTo>
                  <a:lnTo>
                    <a:pt x="454486" y="32"/>
                  </a:lnTo>
                  <a:lnTo>
                    <a:pt x="443124" y="30"/>
                  </a:lnTo>
                  <a:lnTo>
                    <a:pt x="431762" y="28"/>
                  </a:lnTo>
                  <a:lnTo>
                    <a:pt x="420400" y="26"/>
                  </a:lnTo>
                  <a:lnTo>
                    <a:pt x="409037" y="25"/>
                  </a:lnTo>
                  <a:lnTo>
                    <a:pt x="397675" y="23"/>
                  </a:lnTo>
                  <a:lnTo>
                    <a:pt x="386313" y="21"/>
                  </a:lnTo>
                  <a:lnTo>
                    <a:pt x="374951" y="19"/>
                  </a:lnTo>
                  <a:lnTo>
                    <a:pt x="363589" y="18"/>
                  </a:lnTo>
                  <a:lnTo>
                    <a:pt x="352227" y="16"/>
                  </a:lnTo>
                  <a:lnTo>
                    <a:pt x="340864" y="15"/>
                  </a:lnTo>
                  <a:lnTo>
                    <a:pt x="329502" y="13"/>
                  </a:lnTo>
                  <a:lnTo>
                    <a:pt x="318140" y="12"/>
                  </a:lnTo>
                  <a:lnTo>
                    <a:pt x="306778" y="11"/>
                  </a:lnTo>
                  <a:lnTo>
                    <a:pt x="295416" y="10"/>
                  </a:lnTo>
                  <a:lnTo>
                    <a:pt x="284054" y="9"/>
                  </a:lnTo>
                  <a:lnTo>
                    <a:pt x="272691" y="7"/>
                  </a:lnTo>
                  <a:lnTo>
                    <a:pt x="261329" y="6"/>
                  </a:lnTo>
                  <a:lnTo>
                    <a:pt x="249967" y="5"/>
                  </a:lnTo>
                  <a:lnTo>
                    <a:pt x="238605" y="5"/>
                  </a:lnTo>
                  <a:lnTo>
                    <a:pt x="227243" y="4"/>
                  </a:lnTo>
                  <a:lnTo>
                    <a:pt x="215881" y="3"/>
                  </a:lnTo>
                  <a:lnTo>
                    <a:pt x="204518" y="2"/>
                  </a:lnTo>
                  <a:lnTo>
                    <a:pt x="193156" y="2"/>
                  </a:lnTo>
                  <a:lnTo>
                    <a:pt x="181794" y="1"/>
                  </a:lnTo>
                  <a:lnTo>
                    <a:pt x="170432" y="1"/>
                  </a:lnTo>
                  <a:lnTo>
                    <a:pt x="159070" y="0"/>
                  </a:lnTo>
                  <a:lnTo>
                    <a:pt x="147708" y="0"/>
                  </a:lnTo>
                  <a:lnTo>
                    <a:pt x="136345" y="0"/>
                  </a:lnTo>
                  <a:lnTo>
                    <a:pt x="124983" y="0"/>
                  </a:lnTo>
                  <a:lnTo>
                    <a:pt x="113621" y="0"/>
                  </a:lnTo>
                  <a:lnTo>
                    <a:pt x="102259" y="0"/>
                  </a:lnTo>
                  <a:lnTo>
                    <a:pt x="90897" y="0"/>
                  </a:lnTo>
                  <a:lnTo>
                    <a:pt x="79535" y="0"/>
                  </a:lnTo>
                  <a:lnTo>
                    <a:pt x="68172" y="0"/>
                  </a:lnTo>
                  <a:lnTo>
                    <a:pt x="56810" y="0"/>
                  </a:lnTo>
                  <a:lnTo>
                    <a:pt x="45448" y="1"/>
                  </a:lnTo>
                  <a:lnTo>
                    <a:pt x="34086" y="1"/>
                  </a:lnTo>
                  <a:lnTo>
                    <a:pt x="22724" y="2"/>
                  </a:lnTo>
                  <a:lnTo>
                    <a:pt x="11362" y="2"/>
                  </a:lnTo>
                  <a:lnTo>
                    <a:pt x="0" y="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9579719" y="7181275"/>
              <a:ext cx="897611" cy="23"/>
            </a:xfrm>
            <a:custGeom>
              <a:avLst/>
              <a:pathLst>
                <a:path w="897611" h="23">
                  <a:moveTo>
                    <a:pt x="0" y="0"/>
                  </a:moveTo>
                  <a:lnTo>
                    <a:pt x="11362" y="0"/>
                  </a:lnTo>
                  <a:lnTo>
                    <a:pt x="22724" y="0"/>
                  </a:lnTo>
                  <a:lnTo>
                    <a:pt x="34086" y="0"/>
                  </a:lnTo>
                  <a:lnTo>
                    <a:pt x="45448" y="0"/>
                  </a:lnTo>
                  <a:lnTo>
                    <a:pt x="56810" y="0"/>
                  </a:lnTo>
                  <a:lnTo>
                    <a:pt x="68172" y="1"/>
                  </a:lnTo>
                  <a:lnTo>
                    <a:pt x="79535" y="1"/>
                  </a:lnTo>
                  <a:lnTo>
                    <a:pt x="90897" y="1"/>
                  </a:lnTo>
                  <a:lnTo>
                    <a:pt x="102259" y="1"/>
                  </a:lnTo>
                  <a:lnTo>
                    <a:pt x="113621" y="1"/>
                  </a:lnTo>
                  <a:lnTo>
                    <a:pt x="124983" y="2"/>
                  </a:lnTo>
                  <a:lnTo>
                    <a:pt x="136345" y="2"/>
                  </a:lnTo>
                  <a:lnTo>
                    <a:pt x="147708" y="2"/>
                  </a:lnTo>
                  <a:lnTo>
                    <a:pt x="159070" y="2"/>
                  </a:lnTo>
                  <a:lnTo>
                    <a:pt x="170432" y="2"/>
                  </a:lnTo>
                  <a:lnTo>
                    <a:pt x="181794" y="3"/>
                  </a:lnTo>
                  <a:lnTo>
                    <a:pt x="193156" y="3"/>
                  </a:lnTo>
                  <a:lnTo>
                    <a:pt x="204518" y="3"/>
                  </a:lnTo>
                  <a:lnTo>
                    <a:pt x="215881" y="3"/>
                  </a:lnTo>
                  <a:lnTo>
                    <a:pt x="227243" y="4"/>
                  </a:lnTo>
                  <a:lnTo>
                    <a:pt x="238605" y="4"/>
                  </a:lnTo>
                  <a:lnTo>
                    <a:pt x="249967" y="4"/>
                  </a:lnTo>
                  <a:lnTo>
                    <a:pt x="261329" y="4"/>
                  </a:lnTo>
                  <a:lnTo>
                    <a:pt x="272691" y="5"/>
                  </a:lnTo>
                  <a:lnTo>
                    <a:pt x="284054" y="5"/>
                  </a:lnTo>
                  <a:lnTo>
                    <a:pt x="295416" y="5"/>
                  </a:lnTo>
                  <a:lnTo>
                    <a:pt x="306778" y="6"/>
                  </a:lnTo>
                  <a:lnTo>
                    <a:pt x="318140" y="6"/>
                  </a:lnTo>
                  <a:lnTo>
                    <a:pt x="329502" y="6"/>
                  </a:lnTo>
                  <a:lnTo>
                    <a:pt x="340864" y="6"/>
                  </a:lnTo>
                  <a:lnTo>
                    <a:pt x="352227" y="7"/>
                  </a:lnTo>
                  <a:lnTo>
                    <a:pt x="363589" y="7"/>
                  </a:lnTo>
                  <a:lnTo>
                    <a:pt x="374951" y="7"/>
                  </a:lnTo>
                  <a:lnTo>
                    <a:pt x="386313" y="8"/>
                  </a:lnTo>
                  <a:lnTo>
                    <a:pt x="397675" y="8"/>
                  </a:lnTo>
                  <a:lnTo>
                    <a:pt x="409037" y="8"/>
                  </a:lnTo>
                  <a:lnTo>
                    <a:pt x="420400" y="9"/>
                  </a:lnTo>
                  <a:lnTo>
                    <a:pt x="431762" y="9"/>
                  </a:lnTo>
                  <a:lnTo>
                    <a:pt x="443124" y="9"/>
                  </a:lnTo>
                  <a:lnTo>
                    <a:pt x="454486" y="10"/>
                  </a:lnTo>
                  <a:lnTo>
                    <a:pt x="465848" y="10"/>
                  </a:lnTo>
                  <a:lnTo>
                    <a:pt x="477210" y="10"/>
                  </a:lnTo>
                  <a:lnTo>
                    <a:pt x="488573" y="11"/>
                  </a:lnTo>
                  <a:lnTo>
                    <a:pt x="499935" y="11"/>
                  </a:lnTo>
                  <a:lnTo>
                    <a:pt x="511297" y="11"/>
                  </a:lnTo>
                  <a:lnTo>
                    <a:pt x="522659" y="12"/>
                  </a:lnTo>
                  <a:lnTo>
                    <a:pt x="534021" y="12"/>
                  </a:lnTo>
                  <a:lnTo>
                    <a:pt x="545383" y="12"/>
                  </a:lnTo>
                  <a:lnTo>
                    <a:pt x="556746" y="13"/>
                  </a:lnTo>
                  <a:lnTo>
                    <a:pt x="568108" y="13"/>
                  </a:lnTo>
                  <a:lnTo>
                    <a:pt x="579470" y="13"/>
                  </a:lnTo>
                  <a:lnTo>
                    <a:pt x="590832" y="14"/>
                  </a:lnTo>
                  <a:lnTo>
                    <a:pt x="602194" y="14"/>
                  </a:lnTo>
                  <a:lnTo>
                    <a:pt x="613556" y="14"/>
                  </a:lnTo>
                  <a:lnTo>
                    <a:pt x="624919" y="15"/>
                  </a:lnTo>
                  <a:lnTo>
                    <a:pt x="636281" y="15"/>
                  </a:lnTo>
                  <a:lnTo>
                    <a:pt x="647643" y="15"/>
                  </a:lnTo>
                  <a:lnTo>
                    <a:pt x="659005" y="16"/>
                  </a:lnTo>
                  <a:lnTo>
                    <a:pt x="670367" y="16"/>
                  </a:lnTo>
                  <a:lnTo>
                    <a:pt x="681729" y="16"/>
                  </a:lnTo>
                  <a:lnTo>
                    <a:pt x="693092" y="17"/>
                  </a:lnTo>
                  <a:lnTo>
                    <a:pt x="704454" y="17"/>
                  </a:lnTo>
                  <a:lnTo>
                    <a:pt x="715816" y="18"/>
                  </a:lnTo>
                  <a:lnTo>
                    <a:pt x="727178" y="18"/>
                  </a:lnTo>
                  <a:lnTo>
                    <a:pt x="738540" y="18"/>
                  </a:lnTo>
                  <a:lnTo>
                    <a:pt x="749902" y="19"/>
                  </a:lnTo>
                  <a:lnTo>
                    <a:pt x="761265" y="19"/>
                  </a:lnTo>
                  <a:lnTo>
                    <a:pt x="772627" y="19"/>
                  </a:lnTo>
                  <a:lnTo>
                    <a:pt x="783989" y="20"/>
                  </a:lnTo>
                  <a:lnTo>
                    <a:pt x="795351" y="20"/>
                  </a:lnTo>
                  <a:lnTo>
                    <a:pt x="806713" y="20"/>
                  </a:lnTo>
                  <a:lnTo>
                    <a:pt x="818075" y="21"/>
                  </a:lnTo>
                  <a:lnTo>
                    <a:pt x="829438" y="21"/>
                  </a:lnTo>
                  <a:lnTo>
                    <a:pt x="840800" y="22"/>
                  </a:lnTo>
                  <a:lnTo>
                    <a:pt x="852162" y="22"/>
                  </a:lnTo>
                  <a:lnTo>
                    <a:pt x="863524" y="22"/>
                  </a:lnTo>
                  <a:lnTo>
                    <a:pt x="874886" y="23"/>
                  </a:lnTo>
                  <a:lnTo>
                    <a:pt x="886248" y="23"/>
                  </a:lnTo>
                  <a:lnTo>
                    <a:pt x="897611" y="23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963479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9534838" y="5418670"/>
              <a:ext cx="9873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tx794"/>
            <p:cNvSpPr/>
            <p:nvPr/>
          </p:nvSpPr>
          <p:spPr>
            <a:xfrm>
              <a:off x="9310680" y="7974680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9410053" y="720158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9347897" y="64284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9347897" y="565539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98" name="pl798"/>
            <p:cNvSpPr/>
            <p:nvPr/>
          </p:nvSpPr>
          <p:spPr>
            <a:xfrm>
              <a:off x="9500044" y="80163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9500044" y="724327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9500044" y="64701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9500044" y="56970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959534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983090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1006645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1030201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tx806"/>
            <p:cNvSpPr/>
            <p:nvPr/>
          </p:nvSpPr>
          <p:spPr>
            <a:xfrm>
              <a:off x="9564270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9768748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10004303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10239858" y="865909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9267507" y="8780345"/>
              <a:ext cx="1522034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plasmapTau217_Nico_Z</a:t>
              </a:r>
            </a:p>
          </p:txBody>
        </p:sp>
        <p:sp>
          <p:nvSpPr>
            <p:cNvPr id="811" name="tx811"/>
            <p:cNvSpPr/>
            <p:nvPr/>
          </p:nvSpPr>
          <p:spPr>
            <a:xfrm rot="-5400000">
              <a:off x="8291344" y="6942997"/>
              <a:ext cx="1762621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RofC_plasmapT217_Nico_Z</a:t>
              </a:r>
            </a:p>
          </p:txBody>
        </p:sp>
        <p:sp>
          <p:nvSpPr>
            <p:cNvPr id="812" name="rc812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11087413" y="5418670"/>
              <a:ext cx="95879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11087413" y="648635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11087413" y="6084609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11087413" y="5682863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1128555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115946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1190379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11087413" y="6687229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11087413" y="6285482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11087413" y="588373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11087413" y="5481990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1113099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1144011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1174923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11353634" y="6642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11237778" y="6675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11106169" y="6668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11175280" y="6676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11236596" y="6672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1106169" y="6675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1106169" y="6645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11106169" y="6669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11106169" y="6667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11483888" y="6639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11106169" y="6648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11171322" y="6649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11241276" y="6651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11237947" y="6667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11413352" y="6672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11538937" y="6667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11238847" y="6639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1398743" y="6636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11106169" y="6649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11106169" y="6648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11106169" y="6674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11303949" y="6668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11726420" y="6671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11357181" y="6665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11106169" y="6663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11106169" y="6645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11232082" y="6648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11547576" y="6654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11106169" y="6645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11292299" y="6665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11538748" y="6660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11106169" y="665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11209153" y="665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11106169" y="665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11225910" y="6653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11106169" y="6662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11106169" y="6652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11346690" y="6657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11106169" y="666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11292277" y="6658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11544316" y="6659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11106169" y="6667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11106169" y="6657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11106169" y="6657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11106169" y="667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11239626" y="667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11106169" y="6659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11106169" y="6644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1106169" y="6669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11368006" y="6650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11488462" y="6673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11360579" y="6672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11483756" y="6675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11106169" y="6654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11683588" y="6652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11106169" y="6646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11229309" y="6645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11106169" y="6656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11240996" y="6662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11359902" y="6658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11106169" y="6638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11473725" y="6669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11599406" y="6660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11724917" y="6667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11362273" y="6668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11493543" y="6668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11106169" y="6646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11232527" y="6644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11729638" y="6660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11106169" y="6658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11106169" y="6639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11230769" y="6653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11106169" y="6665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11251920" y="6664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11226938" y="6659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11106169" y="6659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11233468" y="6643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11106169" y="6672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11106169" y="6666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11244734" y="6651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11106169" y="667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11106169" y="6666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11168960" y="6649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11106169" y="6666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11382090" y="6666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11492357" y="6660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11106169" y="666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11106169" y="6653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11106169" y="6669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11244734" y="6645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11231172" y="663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11358208" y="6661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11240003" y="6648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11537826" y="6672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11698569" y="6672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11106169" y="6669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11388991" y="6667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11230325" y="6648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11106169" y="6668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11106169" y="6657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11106169" y="6655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11106169" y="6666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11106169" y="6637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11543404" y="6616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11106169" y="6650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11106169" y="6664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11537243" y="6669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11655541" y="6672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11106169" y="6671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11423480" y="6663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11549100" y="6671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11106169" y="6670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11106169" y="6674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11106169" y="6674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11230744" y="6671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11354985" y="6674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11106169" y="6672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11383063" y="6677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11708165" y="6672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11106169" y="6665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11353634" y="6655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11353804" y="6652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11478299" y="6645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11106169" y="6672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11106169" y="6661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11415678" y="6670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11540123" y="6678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11725764" y="6677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11106169" y="6650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11187942" y="6650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11344319" y="6657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11478299" y="6621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11440527" y="6672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11364475" y="6660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11106169" y="6646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11106169" y="6666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11173752" y="6668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11243036" y="6672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11297908" y="666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11482393" y="6660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11648357" y="6660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11106169" y="6647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11365999" y="6679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11605504" y="666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11106169" y="6640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11233543" y="6642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11106169" y="6666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11599914" y="6660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11729829" y="6657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11852800" y="6654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11242351" y="6662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11360897" y="6663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11106169" y="666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11235447" y="6679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11486121" y="6680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11325687" y="6630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11106169" y="6666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11242521" y="6669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11234066" y="6663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11273262" y="6646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11353804" y="6654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11106169" y="6641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11183237" y="6641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11106169" y="6660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11354989" y="6661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11414103" y="6646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11106169" y="6653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11106169" y="6655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11232082" y="6651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11346690" y="6655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11233747" y="665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11106169" y="6665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11106169" y="6672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11241294" y="6665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11106169" y="666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11435209" y="6659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11235353" y="6651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11106169" y="6633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11106169" y="6638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11106169" y="6663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11106169" y="6658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11365660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11296214" y="6638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11425979" y="6636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11532670" y="664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11693751" y="6611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11356175" y="6665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11480501" y="6677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11106169" y="6659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11130995" y="6692973"/>
              <a:ext cx="130426" cy="7934"/>
            </a:xfrm>
            <a:custGeom>
              <a:avLst/>
              <a:pathLst>
                <a:path w="130426" h="7934">
                  <a:moveTo>
                    <a:pt x="0" y="0"/>
                  </a:moveTo>
                  <a:lnTo>
                    <a:pt x="69111" y="7934"/>
                  </a:lnTo>
                  <a:lnTo>
                    <a:pt x="130426" y="41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11130995" y="6672882"/>
              <a:ext cx="135107" cy="2952"/>
            </a:xfrm>
            <a:custGeom>
              <a:avLst/>
              <a:pathLst>
                <a:path w="135107" h="2952">
                  <a:moveTo>
                    <a:pt x="0" y="0"/>
                  </a:moveTo>
                  <a:lnTo>
                    <a:pt x="65152" y="1659"/>
                  </a:lnTo>
                  <a:lnTo>
                    <a:pt x="135107" y="29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11438178" y="6692151"/>
              <a:ext cx="125584" cy="5582"/>
            </a:xfrm>
            <a:custGeom>
              <a:avLst/>
              <a:pathLst>
                <a:path w="125584" h="5582">
                  <a:moveTo>
                    <a:pt x="0" y="5582"/>
                  </a:moveTo>
                  <a:lnTo>
                    <a:pt x="1255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11263673" y="6661266"/>
              <a:ext cx="159895" cy="2629"/>
            </a:xfrm>
            <a:custGeom>
              <a:avLst/>
              <a:pathLst>
                <a:path w="159895" h="2629">
                  <a:moveTo>
                    <a:pt x="0" y="2629"/>
                  </a:moveTo>
                  <a:lnTo>
                    <a:pt x="1598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11130995" y="6670474"/>
              <a:ext cx="125913" cy="2357"/>
            </a:xfrm>
            <a:custGeom>
              <a:avLst/>
              <a:pathLst>
                <a:path w="125913" h="2357">
                  <a:moveTo>
                    <a:pt x="0" y="0"/>
                  </a:moveTo>
                  <a:lnTo>
                    <a:pt x="125913" y="23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11130995" y="6678178"/>
              <a:ext cx="119740" cy="3502"/>
            </a:xfrm>
            <a:custGeom>
              <a:avLst/>
              <a:pathLst>
                <a:path w="119740" h="3502">
                  <a:moveTo>
                    <a:pt x="0" y="3502"/>
                  </a:moveTo>
                  <a:lnTo>
                    <a:pt x="1197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11130995" y="6682984"/>
              <a:ext cx="186107" cy="8736"/>
            </a:xfrm>
            <a:custGeom>
              <a:avLst/>
              <a:pathLst>
                <a:path w="186107" h="8736">
                  <a:moveTo>
                    <a:pt x="0" y="8736"/>
                  </a:moveTo>
                  <a:lnTo>
                    <a:pt x="1861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11130995" y="6697133"/>
              <a:ext cx="133456" cy="1381"/>
            </a:xfrm>
            <a:custGeom>
              <a:avLst/>
              <a:pathLst>
                <a:path w="133456" h="1381">
                  <a:moveTo>
                    <a:pt x="0" y="0"/>
                  </a:moveTo>
                  <a:lnTo>
                    <a:pt x="133456" y="13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11392832" y="6675539"/>
              <a:ext cx="120455" cy="22939"/>
            </a:xfrm>
            <a:custGeom>
              <a:avLst/>
              <a:pathLst>
                <a:path w="120455" h="22939">
                  <a:moveTo>
                    <a:pt x="0" y="0"/>
                  </a:moveTo>
                  <a:lnTo>
                    <a:pt x="120455" y="229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11385405" y="6697064"/>
              <a:ext cx="123177" cy="3567"/>
            </a:xfrm>
            <a:custGeom>
              <a:avLst/>
              <a:pathLst>
                <a:path w="123177" h="3567">
                  <a:moveTo>
                    <a:pt x="0" y="0"/>
                  </a:moveTo>
                  <a:lnTo>
                    <a:pt x="123177" y="35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11130995" y="6681799"/>
              <a:ext cx="253732" cy="5144"/>
            </a:xfrm>
            <a:custGeom>
              <a:avLst/>
              <a:pathLst>
                <a:path w="253732" h="5144">
                  <a:moveTo>
                    <a:pt x="0" y="0"/>
                  </a:moveTo>
                  <a:lnTo>
                    <a:pt x="134827" y="5144"/>
                  </a:lnTo>
                  <a:lnTo>
                    <a:pt x="253732" y="15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11498551" y="6685225"/>
              <a:ext cx="251191" cy="8623"/>
            </a:xfrm>
            <a:custGeom>
              <a:avLst/>
              <a:pathLst>
                <a:path w="251191" h="8623">
                  <a:moveTo>
                    <a:pt x="0" y="8623"/>
                  </a:moveTo>
                  <a:lnTo>
                    <a:pt x="125680" y="0"/>
                  </a:lnTo>
                  <a:lnTo>
                    <a:pt x="251191" y="72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11387099" y="6693339"/>
              <a:ext cx="131270" cy="125"/>
            </a:xfrm>
            <a:custGeom>
              <a:avLst/>
              <a:pathLst>
                <a:path w="131270" h="125">
                  <a:moveTo>
                    <a:pt x="0" y="0"/>
                  </a:moveTo>
                  <a:lnTo>
                    <a:pt x="131270" y="1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11130995" y="6664447"/>
              <a:ext cx="124600" cy="14312"/>
            </a:xfrm>
            <a:custGeom>
              <a:avLst/>
              <a:pathLst>
                <a:path w="124600" h="14312">
                  <a:moveTo>
                    <a:pt x="0" y="0"/>
                  </a:moveTo>
                  <a:lnTo>
                    <a:pt x="124600" y="143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11130995" y="6689169"/>
              <a:ext cx="145750" cy="1383"/>
            </a:xfrm>
            <a:custGeom>
              <a:avLst/>
              <a:pathLst>
                <a:path w="145750" h="1383">
                  <a:moveTo>
                    <a:pt x="0" y="1383"/>
                  </a:moveTo>
                  <a:lnTo>
                    <a:pt x="1457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11130995" y="6668591"/>
              <a:ext cx="127298" cy="15922"/>
            </a:xfrm>
            <a:custGeom>
              <a:avLst/>
              <a:pathLst>
                <a:path w="127298" h="15922">
                  <a:moveTo>
                    <a:pt x="0" y="15922"/>
                  </a:moveTo>
                  <a:lnTo>
                    <a:pt x="1272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11130995" y="6676090"/>
              <a:ext cx="138564" cy="15103"/>
            </a:xfrm>
            <a:custGeom>
              <a:avLst/>
              <a:pathLst>
                <a:path w="138564" h="15103">
                  <a:moveTo>
                    <a:pt x="0" y="15103"/>
                  </a:moveTo>
                  <a:lnTo>
                    <a:pt x="1385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11406916" y="6685593"/>
              <a:ext cx="110266" cy="6145"/>
            </a:xfrm>
            <a:custGeom>
              <a:avLst/>
              <a:pathLst>
                <a:path w="110266" h="6145">
                  <a:moveTo>
                    <a:pt x="0" y="6145"/>
                  </a:moveTo>
                  <a:lnTo>
                    <a:pt x="1102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11130995" y="6669863"/>
              <a:ext cx="138564" cy="24544"/>
            </a:xfrm>
            <a:custGeom>
              <a:avLst/>
              <a:pathLst>
                <a:path w="138564" h="24544">
                  <a:moveTo>
                    <a:pt x="0" y="24544"/>
                  </a:moveTo>
                  <a:lnTo>
                    <a:pt x="1385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11255998" y="6664825"/>
              <a:ext cx="127035" cy="21583"/>
            </a:xfrm>
            <a:custGeom>
              <a:avLst/>
              <a:pathLst>
                <a:path w="127035" h="21583">
                  <a:moveTo>
                    <a:pt x="0" y="0"/>
                  </a:moveTo>
                  <a:lnTo>
                    <a:pt x="127035" y="215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11562652" y="6696875"/>
              <a:ext cx="160742" cy="922"/>
            </a:xfrm>
            <a:custGeom>
              <a:avLst/>
              <a:pathLst>
                <a:path w="160742" h="922">
                  <a:moveTo>
                    <a:pt x="0" y="0"/>
                  </a:moveTo>
                  <a:lnTo>
                    <a:pt x="160742" y="9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11448306" y="6687996"/>
              <a:ext cx="125619" cy="8177"/>
            </a:xfrm>
            <a:custGeom>
              <a:avLst/>
              <a:pathLst>
                <a:path w="125619" h="8177">
                  <a:moveTo>
                    <a:pt x="0" y="0"/>
                  </a:moveTo>
                  <a:lnTo>
                    <a:pt x="125619" y="81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11130995" y="6696620"/>
              <a:ext cx="248816" cy="3003"/>
            </a:xfrm>
            <a:custGeom>
              <a:avLst/>
              <a:pathLst>
                <a:path w="248816" h="3003">
                  <a:moveTo>
                    <a:pt x="0" y="3003"/>
                  </a:moveTo>
                  <a:lnTo>
                    <a:pt x="124574" y="0"/>
                  </a:lnTo>
                  <a:lnTo>
                    <a:pt x="248816" y="22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11378630" y="6670597"/>
              <a:ext cx="124494" cy="6894"/>
            </a:xfrm>
            <a:custGeom>
              <a:avLst/>
              <a:pathLst>
                <a:path w="124494" h="6894">
                  <a:moveTo>
                    <a:pt x="0" y="6894"/>
                  </a:moveTo>
                  <a:lnTo>
                    <a:pt x="1244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11440504" y="6695239"/>
              <a:ext cx="310085" cy="7650"/>
            </a:xfrm>
            <a:custGeom>
              <a:avLst/>
              <a:pathLst>
                <a:path w="310085" h="7650">
                  <a:moveTo>
                    <a:pt x="0" y="0"/>
                  </a:moveTo>
                  <a:lnTo>
                    <a:pt x="124444" y="7650"/>
                  </a:lnTo>
                  <a:lnTo>
                    <a:pt x="310085" y="6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11369144" y="6646795"/>
              <a:ext cx="133980" cy="35386"/>
            </a:xfrm>
            <a:custGeom>
              <a:avLst/>
              <a:pathLst>
                <a:path w="133980" h="35386">
                  <a:moveTo>
                    <a:pt x="0" y="35386"/>
                  </a:moveTo>
                  <a:lnTo>
                    <a:pt x="1339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11198578" y="6687606"/>
              <a:ext cx="124156" cy="9248"/>
            </a:xfrm>
            <a:custGeom>
              <a:avLst/>
              <a:pathLst>
                <a:path w="124156" h="9248">
                  <a:moveTo>
                    <a:pt x="0" y="5468"/>
                  </a:moveTo>
                  <a:lnTo>
                    <a:pt x="69283" y="9248"/>
                  </a:lnTo>
                  <a:lnTo>
                    <a:pt x="1241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11507219" y="6685055"/>
              <a:ext cx="165964" cy="190"/>
            </a:xfrm>
            <a:custGeom>
              <a:avLst/>
              <a:pathLst>
                <a:path w="165964" h="190">
                  <a:moveTo>
                    <a:pt x="0" y="0"/>
                  </a:moveTo>
                  <a:lnTo>
                    <a:pt x="165964" y="1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11624740" y="6679209"/>
              <a:ext cx="252885" cy="6307"/>
            </a:xfrm>
            <a:custGeom>
              <a:avLst/>
              <a:pathLst>
                <a:path w="252885" h="6307">
                  <a:moveTo>
                    <a:pt x="0" y="6307"/>
                  </a:moveTo>
                  <a:lnTo>
                    <a:pt x="129915" y="2841"/>
                  </a:lnTo>
                  <a:lnTo>
                    <a:pt x="2528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11130995" y="6690854"/>
              <a:ext cx="136351" cy="3360"/>
            </a:xfrm>
            <a:custGeom>
              <a:avLst/>
              <a:pathLst>
                <a:path w="136351" h="3360">
                  <a:moveTo>
                    <a:pt x="0" y="0"/>
                  </a:moveTo>
                  <a:lnTo>
                    <a:pt x="136351" y="33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11298088" y="6671250"/>
              <a:ext cx="80541" cy="7966"/>
            </a:xfrm>
            <a:custGeom>
              <a:avLst/>
              <a:pathLst>
                <a:path w="80541" h="7966">
                  <a:moveTo>
                    <a:pt x="0" y="0"/>
                  </a:moveTo>
                  <a:lnTo>
                    <a:pt x="80541" y="79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11130995" y="6676060"/>
              <a:ext cx="240520" cy="4706"/>
            </a:xfrm>
            <a:custGeom>
              <a:avLst/>
              <a:pathLst>
                <a:path w="240520" h="4706">
                  <a:moveTo>
                    <a:pt x="0" y="4706"/>
                  </a:moveTo>
                  <a:lnTo>
                    <a:pt x="125913" y="0"/>
                  </a:lnTo>
                  <a:lnTo>
                    <a:pt x="240520" y="42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11130995" y="6684587"/>
              <a:ext cx="329040" cy="6274"/>
            </a:xfrm>
            <a:custGeom>
              <a:avLst/>
              <a:pathLst>
                <a:path w="329040" h="6274">
                  <a:moveTo>
                    <a:pt x="0" y="6274"/>
                  </a:moveTo>
                  <a:lnTo>
                    <a:pt x="3290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11321040" y="6636769"/>
              <a:ext cx="397536" cy="33615"/>
            </a:xfrm>
            <a:custGeom>
              <a:avLst/>
              <a:pathLst>
                <a:path w="397536" h="33615">
                  <a:moveTo>
                    <a:pt x="0" y="26135"/>
                  </a:moveTo>
                  <a:lnTo>
                    <a:pt x="129764" y="24220"/>
                  </a:lnTo>
                  <a:lnTo>
                    <a:pt x="236455" y="33615"/>
                  </a:lnTo>
                  <a:lnTo>
                    <a:pt x="3975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11381001" y="6689842"/>
              <a:ext cx="124325" cy="12191"/>
            </a:xfrm>
            <a:custGeom>
              <a:avLst/>
              <a:pathLst>
                <a:path w="124325" h="12191">
                  <a:moveTo>
                    <a:pt x="0" y="0"/>
                  </a:moveTo>
                  <a:lnTo>
                    <a:pt x="124325" y="121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11130995" y="6682645"/>
              <a:ext cx="871633" cy="1718"/>
            </a:xfrm>
            <a:custGeom>
              <a:avLst/>
              <a:pathLst>
                <a:path w="871633" h="1718">
                  <a:moveTo>
                    <a:pt x="0" y="1718"/>
                  </a:moveTo>
                  <a:lnTo>
                    <a:pt x="8804" y="1701"/>
                  </a:lnTo>
                  <a:lnTo>
                    <a:pt x="17608" y="1684"/>
                  </a:lnTo>
                  <a:lnTo>
                    <a:pt x="26413" y="1666"/>
                  </a:lnTo>
                  <a:lnTo>
                    <a:pt x="35217" y="1649"/>
                  </a:lnTo>
                  <a:lnTo>
                    <a:pt x="44021" y="1632"/>
                  </a:lnTo>
                  <a:lnTo>
                    <a:pt x="52826" y="1614"/>
                  </a:lnTo>
                  <a:lnTo>
                    <a:pt x="61630" y="1597"/>
                  </a:lnTo>
                  <a:lnTo>
                    <a:pt x="70435" y="1580"/>
                  </a:lnTo>
                  <a:lnTo>
                    <a:pt x="79239" y="1562"/>
                  </a:lnTo>
                  <a:lnTo>
                    <a:pt x="88043" y="1545"/>
                  </a:lnTo>
                  <a:lnTo>
                    <a:pt x="96848" y="1527"/>
                  </a:lnTo>
                  <a:lnTo>
                    <a:pt x="105652" y="1510"/>
                  </a:lnTo>
                  <a:lnTo>
                    <a:pt x="114456" y="1493"/>
                  </a:lnTo>
                  <a:lnTo>
                    <a:pt x="123261" y="1475"/>
                  </a:lnTo>
                  <a:lnTo>
                    <a:pt x="132065" y="1458"/>
                  </a:lnTo>
                  <a:lnTo>
                    <a:pt x="140870" y="1441"/>
                  </a:lnTo>
                  <a:lnTo>
                    <a:pt x="149674" y="1423"/>
                  </a:lnTo>
                  <a:lnTo>
                    <a:pt x="158478" y="1406"/>
                  </a:lnTo>
                  <a:lnTo>
                    <a:pt x="167283" y="1389"/>
                  </a:lnTo>
                  <a:lnTo>
                    <a:pt x="176087" y="1371"/>
                  </a:lnTo>
                  <a:lnTo>
                    <a:pt x="184892" y="1354"/>
                  </a:lnTo>
                  <a:lnTo>
                    <a:pt x="193696" y="1336"/>
                  </a:lnTo>
                  <a:lnTo>
                    <a:pt x="202500" y="1319"/>
                  </a:lnTo>
                  <a:lnTo>
                    <a:pt x="211305" y="1302"/>
                  </a:lnTo>
                  <a:lnTo>
                    <a:pt x="220109" y="1284"/>
                  </a:lnTo>
                  <a:lnTo>
                    <a:pt x="228913" y="1267"/>
                  </a:lnTo>
                  <a:lnTo>
                    <a:pt x="237718" y="1250"/>
                  </a:lnTo>
                  <a:lnTo>
                    <a:pt x="246522" y="1232"/>
                  </a:lnTo>
                  <a:lnTo>
                    <a:pt x="255327" y="1215"/>
                  </a:lnTo>
                  <a:lnTo>
                    <a:pt x="264131" y="1198"/>
                  </a:lnTo>
                  <a:lnTo>
                    <a:pt x="272935" y="1180"/>
                  </a:lnTo>
                  <a:lnTo>
                    <a:pt x="281740" y="1163"/>
                  </a:lnTo>
                  <a:lnTo>
                    <a:pt x="290544" y="1145"/>
                  </a:lnTo>
                  <a:lnTo>
                    <a:pt x="299348" y="1128"/>
                  </a:lnTo>
                  <a:lnTo>
                    <a:pt x="308153" y="1111"/>
                  </a:lnTo>
                  <a:lnTo>
                    <a:pt x="316957" y="1093"/>
                  </a:lnTo>
                  <a:lnTo>
                    <a:pt x="325762" y="1076"/>
                  </a:lnTo>
                  <a:lnTo>
                    <a:pt x="334566" y="1059"/>
                  </a:lnTo>
                  <a:lnTo>
                    <a:pt x="343370" y="1041"/>
                  </a:lnTo>
                  <a:lnTo>
                    <a:pt x="352175" y="1024"/>
                  </a:lnTo>
                  <a:lnTo>
                    <a:pt x="360979" y="1007"/>
                  </a:lnTo>
                  <a:lnTo>
                    <a:pt x="369784" y="989"/>
                  </a:lnTo>
                  <a:lnTo>
                    <a:pt x="378588" y="972"/>
                  </a:lnTo>
                  <a:lnTo>
                    <a:pt x="387392" y="954"/>
                  </a:lnTo>
                  <a:lnTo>
                    <a:pt x="396197" y="937"/>
                  </a:lnTo>
                  <a:lnTo>
                    <a:pt x="405001" y="920"/>
                  </a:lnTo>
                  <a:lnTo>
                    <a:pt x="413805" y="902"/>
                  </a:lnTo>
                  <a:lnTo>
                    <a:pt x="422610" y="885"/>
                  </a:lnTo>
                  <a:lnTo>
                    <a:pt x="431414" y="868"/>
                  </a:lnTo>
                  <a:lnTo>
                    <a:pt x="440219" y="850"/>
                  </a:lnTo>
                  <a:lnTo>
                    <a:pt x="449023" y="833"/>
                  </a:lnTo>
                  <a:lnTo>
                    <a:pt x="457827" y="816"/>
                  </a:lnTo>
                  <a:lnTo>
                    <a:pt x="466632" y="798"/>
                  </a:lnTo>
                  <a:lnTo>
                    <a:pt x="475436" y="781"/>
                  </a:lnTo>
                  <a:lnTo>
                    <a:pt x="484240" y="763"/>
                  </a:lnTo>
                  <a:lnTo>
                    <a:pt x="493045" y="746"/>
                  </a:lnTo>
                  <a:lnTo>
                    <a:pt x="501849" y="729"/>
                  </a:lnTo>
                  <a:lnTo>
                    <a:pt x="510654" y="711"/>
                  </a:lnTo>
                  <a:lnTo>
                    <a:pt x="519458" y="694"/>
                  </a:lnTo>
                  <a:lnTo>
                    <a:pt x="528262" y="677"/>
                  </a:lnTo>
                  <a:lnTo>
                    <a:pt x="537067" y="659"/>
                  </a:lnTo>
                  <a:lnTo>
                    <a:pt x="545871" y="642"/>
                  </a:lnTo>
                  <a:lnTo>
                    <a:pt x="554676" y="625"/>
                  </a:lnTo>
                  <a:lnTo>
                    <a:pt x="563480" y="607"/>
                  </a:lnTo>
                  <a:lnTo>
                    <a:pt x="572284" y="590"/>
                  </a:lnTo>
                  <a:lnTo>
                    <a:pt x="581089" y="572"/>
                  </a:lnTo>
                  <a:lnTo>
                    <a:pt x="589893" y="555"/>
                  </a:lnTo>
                  <a:lnTo>
                    <a:pt x="598697" y="538"/>
                  </a:lnTo>
                  <a:lnTo>
                    <a:pt x="607502" y="520"/>
                  </a:lnTo>
                  <a:lnTo>
                    <a:pt x="616306" y="503"/>
                  </a:lnTo>
                  <a:lnTo>
                    <a:pt x="625111" y="486"/>
                  </a:lnTo>
                  <a:lnTo>
                    <a:pt x="633915" y="468"/>
                  </a:lnTo>
                  <a:lnTo>
                    <a:pt x="642719" y="451"/>
                  </a:lnTo>
                  <a:lnTo>
                    <a:pt x="651524" y="434"/>
                  </a:lnTo>
                  <a:lnTo>
                    <a:pt x="660328" y="416"/>
                  </a:lnTo>
                  <a:lnTo>
                    <a:pt x="669133" y="399"/>
                  </a:lnTo>
                  <a:lnTo>
                    <a:pt x="677937" y="381"/>
                  </a:lnTo>
                  <a:lnTo>
                    <a:pt x="686741" y="364"/>
                  </a:lnTo>
                  <a:lnTo>
                    <a:pt x="695546" y="347"/>
                  </a:lnTo>
                  <a:lnTo>
                    <a:pt x="704350" y="329"/>
                  </a:lnTo>
                  <a:lnTo>
                    <a:pt x="713154" y="312"/>
                  </a:lnTo>
                  <a:lnTo>
                    <a:pt x="721959" y="295"/>
                  </a:lnTo>
                  <a:lnTo>
                    <a:pt x="730763" y="277"/>
                  </a:lnTo>
                  <a:lnTo>
                    <a:pt x="739568" y="260"/>
                  </a:lnTo>
                  <a:lnTo>
                    <a:pt x="748372" y="243"/>
                  </a:lnTo>
                  <a:lnTo>
                    <a:pt x="757176" y="225"/>
                  </a:lnTo>
                  <a:lnTo>
                    <a:pt x="765981" y="208"/>
                  </a:lnTo>
                  <a:lnTo>
                    <a:pt x="774785" y="190"/>
                  </a:lnTo>
                  <a:lnTo>
                    <a:pt x="783589" y="173"/>
                  </a:lnTo>
                  <a:lnTo>
                    <a:pt x="792394" y="156"/>
                  </a:lnTo>
                  <a:lnTo>
                    <a:pt x="801198" y="138"/>
                  </a:lnTo>
                  <a:lnTo>
                    <a:pt x="810003" y="121"/>
                  </a:lnTo>
                  <a:lnTo>
                    <a:pt x="818807" y="104"/>
                  </a:lnTo>
                  <a:lnTo>
                    <a:pt x="827611" y="86"/>
                  </a:lnTo>
                  <a:lnTo>
                    <a:pt x="836416" y="69"/>
                  </a:lnTo>
                  <a:lnTo>
                    <a:pt x="845220" y="52"/>
                  </a:lnTo>
                  <a:lnTo>
                    <a:pt x="854025" y="34"/>
                  </a:lnTo>
                  <a:lnTo>
                    <a:pt x="862829" y="17"/>
                  </a:lnTo>
                  <a:lnTo>
                    <a:pt x="871633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52" name="tx1052"/>
            <p:cNvSpPr/>
            <p:nvPr/>
          </p:nvSpPr>
          <p:spPr>
            <a:xfrm>
              <a:off x="10988273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0.012 Z/year</a:t>
              </a:r>
            </a:p>
          </p:txBody>
        </p:sp>
        <p:sp>
          <p:nvSpPr>
            <p:cNvPr id="1053" name="rc1053"/>
            <p:cNvSpPr/>
            <p:nvPr/>
          </p:nvSpPr>
          <p:spPr>
            <a:xfrm>
              <a:off x="11087413" y="5418670"/>
              <a:ext cx="95879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tx1054"/>
            <p:cNvSpPr/>
            <p:nvPr/>
          </p:nvSpPr>
          <p:spPr>
            <a:xfrm>
              <a:off x="10962628" y="664553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55" name="tx1055"/>
            <p:cNvSpPr/>
            <p:nvPr/>
          </p:nvSpPr>
          <p:spPr>
            <a:xfrm>
              <a:off x="10900472" y="62437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056" name="tx1056"/>
            <p:cNvSpPr/>
            <p:nvPr/>
          </p:nvSpPr>
          <p:spPr>
            <a:xfrm>
              <a:off x="10900472" y="584204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057" name="tx1057"/>
            <p:cNvSpPr/>
            <p:nvPr/>
          </p:nvSpPr>
          <p:spPr>
            <a:xfrm>
              <a:off x="10838316" y="5440298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1058" name="pl1058"/>
            <p:cNvSpPr/>
            <p:nvPr/>
          </p:nvSpPr>
          <p:spPr>
            <a:xfrm>
              <a:off x="11052619" y="66872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11052619" y="62854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11052619" y="58837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11052619" y="54819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11130995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11440115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11749235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tx1065"/>
            <p:cNvSpPr/>
            <p:nvPr/>
          </p:nvSpPr>
          <p:spPr>
            <a:xfrm>
              <a:off x="11099917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6" name="tx1066"/>
            <p:cNvSpPr/>
            <p:nvPr/>
          </p:nvSpPr>
          <p:spPr>
            <a:xfrm>
              <a:off x="11409037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67" name="tx1067"/>
            <p:cNvSpPr/>
            <p:nvPr/>
          </p:nvSpPr>
          <p:spPr>
            <a:xfrm>
              <a:off x="11687079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68" name="tx1068"/>
            <p:cNvSpPr/>
            <p:nvPr/>
          </p:nvSpPr>
          <p:spPr>
            <a:xfrm>
              <a:off x="10945631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069" name="tx1069"/>
            <p:cNvSpPr/>
            <p:nvPr/>
          </p:nvSpPr>
          <p:spPr>
            <a:xfrm rot="-5400000">
              <a:off x="9876770" y="6027779"/>
              <a:ext cx="163813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pTau217- Nico (Z)</a:t>
              </a:r>
            </a:p>
          </p:txBody>
        </p:sp>
        <p:sp>
          <p:nvSpPr>
            <p:cNvPr id="1070" name="rc1070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11087413" y="7247470"/>
              <a:ext cx="95879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11087413" y="8433350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11087413" y="8172308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11087413" y="7911266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11087413" y="7650223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11087413" y="7389181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1128555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115946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1190379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11087413" y="8563871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11087413" y="8302829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11087413" y="8041787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11087413" y="7780745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11087413" y="7519702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11087413" y="7258660"/>
              <a:ext cx="958797" cy="0"/>
            </a:xfrm>
            <a:custGeom>
              <a:avLst/>
              <a:pathLst>
                <a:path w="958797" h="0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1113099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1144011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1174923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11668175" y="8492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11106169" y="7511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11106169" y="83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11177270" y="8134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11236704" y="8420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11538996" y="8471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11106169" y="8488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11106169" y="8240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11174856" y="8175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11106169" y="794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11236577" y="8454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11231963" y="795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11388696" y="7888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11538598" y="8480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11734911" y="8456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11106169" y="8491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11106169" y="8020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11292149" y="8492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11301635" y="8479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11226091" y="8021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11296553" y="8126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11241463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11106169" y="8399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11394035" y="7973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11106169" y="7764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11168584" y="7638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11106169" y="7991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11172566" y="8078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11168031" y="8492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11416510" y="8413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11475758" y="8475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11600253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11661779" y="8476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11106169" y="8288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11170149" y="8307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11224736" y="8207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11352618" y="8124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11477113" y="8143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11106169" y="8480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11106169" y="7783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11308749" y="8484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11230580" y="8469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11106169" y="8132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11299263" y="8498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11671732" y="840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11178534" y="8488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11177202" y="8417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11229309" y="8302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11302990" y="8316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11181205" y="8161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11106169" y="8007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11106169" y="8481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11422312" y="8200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11545622" y="8193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11180410" y="8197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11225838" y="8482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11375087" y="8447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11238948" y="8252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11106169" y="8393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11178488" y="8381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11482509" y="8339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11106169" y="8252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11358546" y="8315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11177269" y="8027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11237491" y="7537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11160957" y="8491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11244970" y="8454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11380227" y="8261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11106169" y="8371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11597882" y="838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11540970" y="7419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11238764" y="8500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11476938" y="850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11172566" y="7985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11359732" y="8300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11173895" y="8248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11238964" y="8318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11353804" y="8245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11229478" y="8504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11303498" y="8441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11363120" y="8468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11539626" y="8297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11354820" y="8382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11676678" y="8471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11169980" y="7961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11106169" y="841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11249635" y="8278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11299335" y="8266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11365660" y="8161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11106169" y="7967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11169179" y="7814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11240140" y="7479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11106169" y="7561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11233374" y="7609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11106169" y="8317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11106169" y="8337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11239602" y="8262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11174938" y="8434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11252006" y="7875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11364475" y="774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11428501" y="764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11485413" y="7564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11106169" y="8387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11106169" y="8384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11176123" y="8378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11290339" y="8248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11355999" y="8066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11179673" y="8269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11298121" y="8476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11409404" y="8447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11536270" y="8465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11106169" y="7838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11167824" y="7958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11486598" y="8427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11429680" y="843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11106169" y="830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11168847" y="8389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11106169" y="843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11168622" y="7326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11106169" y="7789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11177439" y="7977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11229339" y="8428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11414215" y="8471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11293674" y="8180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11230619" y="8484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11106169" y="8478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11279216" y="8444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11415458" y="8434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11561140" y="8402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11166638" y="7990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11234142" y="7985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11291980" y="8010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11168905" y="8391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11230495" y="8201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11291855" y="8334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11106169" y="7836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11179672" y="7988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11256579" y="8029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11106169" y="8453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11235745" y="8405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11365830" y="833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11106169" y="8136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11230642" y="765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11373938" y="7674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11235362" y="8241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11130995" y="8199925"/>
              <a:ext cx="68687" cy="65866"/>
            </a:xfrm>
            <a:custGeom>
              <a:avLst/>
              <a:pathLst>
                <a:path w="68687" h="65866">
                  <a:moveTo>
                    <a:pt x="0" y="65866"/>
                  </a:moveTo>
                  <a:lnTo>
                    <a:pt x="686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11563424" y="8481139"/>
              <a:ext cx="196312" cy="23695"/>
            </a:xfrm>
            <a:custGeom>
              <a:avLst/>
              <a:pathLst>
                <a:path w="196312" h="23695">
                  <a:moveTo>
                    <a:pt x="0" y="23695"/>
                  </a:moveTo>
                  <a:lnTo>
                    <a:pt x="1963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11250917" y="8046298"/>
              <a:ext cx="70462" cy="104971"/>
            </a:xfrm>
            <a:custGeom>
              <a:avLst/>
              <a:pathLst>
                <a:path w="70462" h="104971">
                  <a:moveTo>
                    <a:pt x="0" y="0"/>
                  </a:moveTo>
                  <a:lnTo>
                    <a:pt x="70462" y="1049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11130995" y="7997881"/>
              <a:ext cx="287865" cy="426286"/>
            </a:xfrm>
            <a:custGeom>
              <a:avLst/>
              <a:pathLst>
                <a:path w="287865" h="426286">
                  <a:moveTo>
                    <a:pt x="0" y="426286"/>
                  </a:moveTo>
                  <a:lnTo>
                    <a:pt x="2878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11130995" y="7662903"/>
              <a:ext cx="62414" cy="126106"/>
            </a:xfrm>
            <a:custGeom>
              <a:avLst/>
              <a:pathLst>
                <a:path w="62414" h="126106">
                  <a:moveTo>
                    <a:pt x="0" y="126106"/>
                  </a:moveTo>
                  <a:lnTo>
                    <a:pt x="624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11130995" y="8016794"/>
              <a:ext cx="66397" cy="86787"/>
            </a:xfrm>
            <a:custGeom>
              <a:avLst/>
              <a:pathLst>
                <a:path w="66397" h="86787">
                  <a:moveTo>
                    <a:pt x="0" y="0"/>
                  </a:moveTo>
                  <a:lnTo>
                    <a:pt x="66397" y="867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11441336" y="8437907"/>
              <a:ext cx="59248" cy="62552"/>
            </a:xfrm>
            <a:custGeom>
              <a:avLst/>
              <a:pathLst>
                <a:path w="59248" h="62552">
                  <a:moveTo>
                    <a:pt x="0" y="0"/>
                  </a:moveTo>
                  <a:lnTo>
                    <a:pt x="59248" y="625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11625079" y="8501672"/>
              <a:ext cx="61525" cy="33787"/>
            </a:xfrm>
            <a:custGeom>
              <a:avLst/>
              <a:pathLst>
                <a:path w="61525" h="33787">
                  <a:moveTo>
                    <a:pt x="0" y="33787"/>
                  </a:moveTo>
                  <a:lnTo>
                    <a:pt x="615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11130995" y="8313667"/>
              <a:ext cx="63980" cy="18781"/>
            </a:xfrm>
            <a:custGeom>
              <a:avLst/>
              <a:pathLst>
                <a:path w="63980" h="18781">
                  <a:moveTo>
                    <a:pt x="0" y="0"/>
                  </a:moveTo>
                  <a:lnTo>
                    <a:pt x="63980" y="187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11249562" y="8149129"/>
              <a:ext cx="127882" cy="82733"/>
            </a:xfrm>
            <a:custGeom>
              <a:avLst/>
              <a:pathLst>
                <a:path w="127882" h="82733">
                  <a:moveTo>
                    <a:pt x="0" y="82733"/>
                  </a:moveTo>
                  <a:lnTo>
                    <a:pt x="1278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11324089" y="8426629"/>
              <a:ext cx="372468" cy="96782"/>
            </a:xfrm>
            <a:custGeom>
              <a:avLst/>
              <a:pathLst>
                <a:path w="372468" h="96782">
                  <a:moveTo>
                    <a:pt x="0" y="96782"/>
                  </a:moveTo>
                  <a:lnTo>
                    <a:pt x="3724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11202028" y="8327104"/>
              <a:ext cx="125787" cy="114772"/>
            </a:xfrm>
            <a:custGeom>
              <a:avLst/>
              <a:pathLst>
                <a:path w="125787" h="114772">
                  <a:moveTo>
                    <a:pt x="0" y="114772"/>
                  </a:moveTo>
                  <a:lnTo>
                    <a:pt x="52107" y="0"/>
                  </a:lnTo>
                  <a:lnTo>
                    <a:pt x="125787" y="142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11447138" y="8217867"/>
              <a:ext cx="123309" cy="7161"/>
            </a:xfrm>
            <a:custGeom>
              <a:avLst/>
              <a:pathLst>
                <a:path w="123309" h="7161">
                  <a:moveTo>
                    <a:pt x="0" y="7161"/>
                  </a:moveTo>
                  <a:lnTo>
                    <a:pt x="1233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11250664" y="8471916"/>
              <a:ext cx="149248" cy="34991"/>
            </a:xfrm>
            <a:custGeom>
              <a:avLst/>
              <a:pathLst>
                <a:path w="149248" h="34991">
                  <a:moveTo>
                    <a:pt x="0" y="34991"/>
                  </a:moveTo>
                  <a:lnTo>
                    <a:pt x="1492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11130995" y="8405888"/>
              <a:ext cx="72318" cy="12533"/>
            </a:xfrm>
            <a:custGeom>
              <a:avLst/>
              <a:pathLst>
                <a:path w="72318" h="12533">
                  <a:moveTo>
                    <a:pt x="0" y="12533"/>
                  </a:moveTo>
                  <a:lnTo>
                    <a:pt x="723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11185783" y="8478972"/>
              <a:ext cx="84012" cy="37061"/>
            </a:xfrm>
            <a:custGeom>
              <a:avLst/>
              <a:pathLst>
                <a:path w="84012" h="37061">
                  <a:moveTo>
                    <a:pt x="0" y="37061"/>
                  </a:moveTo>
                  <a:lnTo>
                    <a:pt x="84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11263790" y="8270316"/>
              <a:ext cx="114840" cy="72787"/>
            </a:xfrm>
            <a:custGeom>
              <a:avLst/>
              <a:pathLst>
                <a:path w="114840" h="72787">
                  <a:moveTo>
                    <a:pt x="0" y="72787"/>
                  </a:moveTo>
                  <a:lnTo>
                    <a:pt x="1148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11254304" y="8322061"/>
              <a:ext cx="310147" cy="207417"/>
            </a:xfrm>
            <a:custGeom>
              <a:avLst/>
              <a:pathLst>
                <a:path w="310147" h="207417">
                  <a:moveTo>
                    <a:pt x="0" y="207417"/>
                  </a:moveTo>
                  <a:lnTo>
                    <a:pt x="74019" y="144731"/>
                  </a:lnTo>
                  <a:lnTo>
                    <a:pt x="133641" y="170892"/>
                  </a:lnTo>
                  <a:lnTo>
                    <a:pt x="3101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11274461" y="8186771"/>
              <a:ext cx="116025" cy="116819"/>
            </a:xfrm>
            <a:custGeom>
              <a:avLst/>
              <a:pathLst>
                <a:path w="116025" h="116819">
                  <a:moveTo>
                    <a:pt x="0" y="116819"/>
                  </a:moveTo>
                  <a:lnTo>
                    <a:pt x="49700" y="104807"/>
                  </a:lnTo>
                  <a:lnTo>
                    <a:pt x="1160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11130995" y="7503901"/>
              <a:ext cx="133970" cy="488706"/>
            </a:xfrm>
            <a:custGeom>
              <a:avLst/>
              <a:pathLst>
                <a:path w="133970" h="488706">
                  <a:moveTo>
                    <a:pt x="0" y="488706"/>
                  </a:moveTo>
                  <a:lnTo>
                    <a:pt x="63009" y="335712"/>
                  </a:lnTo>
                  <a:lnTo>
                    <a:pt x="1339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11276832" y="7589068"/>
              <a:ext cx="233406" cy="311649"/>
            </a:xfrm>
            <a:custGeom>
              <a:avLst/>
              <a:pathLst>
                <a:path w="233406" h="311649">
                  <a:moveTo>
                    <a:pt x="0" y="311649"/>
                  </a:moveTo>
                  <a:lnTo>
                    <a:pt x="112468" y="177252"/>
                  </a:lnTo>
                  <a:lnTo>
                    <a:pt x="176494" y="84617"/>
                  </a:lnTo>
                  <a:lnTo>
                    <a:pt x="2334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11130995" y="8273133"/>
              <a:ext cx="184170" cy="136580"/>
            </a:xfrm>
            <a:custGeom>
              <a:avLst/>
              <a:pathLst>
                <a:path w="184170" h="136580">
                  <a:moveTo>
                    <a:pt x="0" y="136580"/>
                  </a:moveTo>
                  <a:lnTo>
                    <a:pt x="69954" y="130117"/>
                  </a:lnTo>
                  <a:lnTo>
                    <a:pt x="1841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11322947" y="8472611"/>
              <a:ext cx="238149" cy="28426"/>
            </a:xfrm>
            <a:custGeom>
              <a:avLst/>
              <a:pathLst>
                <a:path w="238149" h="28426">
                  <a:moveTo>
                    <a:pt x="0" y="28426"/>
                  </a:moveTo>
                  <a:lnTo>
                    <a:pt x="111283" y="0"/>
                  </a:lnTo>
                  <a:lnTo>
                    <a:pt x="238149" y="178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11130995" y="7863807"/>
              <a:ext cx="61654" cy="119971"/>
            </a:xfrm>
            <a:custGeom>
              <a:avLst/>
              <a:pathLst>
                <a:path w="61654" h="119971">
                  <a:moveTo>
                    <a:pt x="0" y="0"/>
                  </a:moveTo>
                  <a:lnTo>
                    <a:pt x="61654" y="1199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11130995" y="8329232"/>
              <a:ext cx="62677" cy="85443"/>
            </a:xfrm>
            <a:custGeom>
              <a:avLst/>
              <a:pathLst>
                <a:path w="62677" h="85443">
                  <a:moveTo>
                    <a:pt x="0" y="0"/>
                  </a:moveTo>
                  <a:lnTo>
                    <a:pt x="62677" y="854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11130995" y="7813970"/>
              <a:ext cx="71269" cy="188249"/>
            </a:xfrm>
            <a:custGeom>
              <a:avLst/>
              <a:pathLst>
                <a:path w="71269" h="188249">
                  <a:moveTo>
                    <a:pt x="0" y="0"/>
                  </a:moveTo>
                  <a:lnTo>
                    <a:pt x="71269" y="1882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11130995" y="8427602"/>
              <a:ext cx="454970" cy="76089"/>
            </a:xfrm>
            <a:custGeom>
              <a:avLst/>
              <a:pathLst>
                <a:path w="454970" h="76089">
                  <a:moveTo>
                    <a:pt x="0" y="76089"/>
                  </a:moveTo>
                  <a:lnTo>
                    <a:pt x="173046" y="41578"/>
                  </a:lnTo>
                  <a:lnTo>
                    <a:pt x="309289" y="31931"/>
                  </a:lnTo>
                  <a:lnTo>
                    <a:pt x="4549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11191464" y="8010007"/>
              <a:ext cx="125341" cy="25152"/>
            </a:xfrm>
            <a:custGeom>
              <a:avLst/>
              <a:pathLst>
                <a:path w="125341" h="25152">
                  <a:moveTo>
                    <a:pt x="0" y="5708"/>
                  </a:moveTo>
                  <a:lnTo>
                    <a:pt x="67503" y="0"/>
                  </a:lnTo>
                  <a:lnTo>
                    <a:pt x="125341" y="251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11193731" y="8225977"/>
              <a:ext cx="61589" cy="190480"/>
            </a:xfrm>
            <a:custGeom>
              <a:avLst/>
              <a:pathLst>
                <a:path w="61589" h="190480">
                  <a:moveTo>
                    <a:pt x="0" y="190480"/>
                  </a:moveTo>
                  <a:lnTo>
                    <a:pt x="615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11130995" y="7861389"/>
              <a:ext cx="150410" cy="193274"/>
            </a:xfrm>
            <a:custGeom>
              <a:avLst/>
              <a:pathLst>
                <a:path w="150410" h="193274">
                  <a:moveTo>
                    <a:pt x="0" y="0"/>
                  </a:moveTo>
                  <a:lnTo>
                    <a:pt x="73502" y="151603"/>
                  </a:lnTo>
                  <a:lnTo>
                    <a:pt x="150410" y="1932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11130995" y="8363426"/>
              <a:ext cx="259660" cy="115116"/>
            </a:xfrm>
            <a:custGeom>
              <a:avLst/>
              <a:pathLst>
                <a:path w="259660" h="115116">
                  <a:moveTo>
                    <a:pt x="0" y="115116"/>
                  </a:moveTo>
                  <a:lnTo>
                    <a:pt x="129576" y="66511"/>
                  </a:lnTo>
                  <a:lnTo>
                    <a:pt x="2596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11130995" y="7684338"/>
              <a:ext cx="267769" cy="476944"/>
            </a:xfrm>
            <a:custGeom>
              <a:avLst/>
              <a:pathLst>
                <a:path w="267769" h="476944">
                  <a:moveTo>
                    <a:pt x="0" y="476944"/>
                  </a:moveTo>
                  <a:lnTo>
                    <a:pt x="124473" y="0"/>
                  </a:lnTo>
                  <a:lnTo>
                    <a:pt x="267769" y="145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11130995" y="8081052"/>
              <a:ext cx="871633" cy="187677"/>
            </a:xfrm>
            <a:custGeom>
              <a:avLst/>
              <a:pathLst>
                <a:path w="871633" h="187677">
                  <a:moveTo>
                    <a:pt x="0" y="187677"/>
                  </a:moveTo>
                  <a:lnTo>
                    <a:pt x="8804" y="185781"/>
                  </a:lnTo>
                  <a:lnTo>
                    <a:pt x="17608" y="183885"/>
                  </a:lnTo>
                  <a:lnTo>
                    <a:pt x="26413" y="181990"/>
                  </a:lnTo>
                  <a:lnTo>
                    <a:pt x="35217" y="180094"/>
                  </a:lnTo>
                  <a:lnTo>
                    <a:pt x="44021" y="178198"/>
                  </a:lnTo>
                  <a:lnTo>
                    <a:pt x="52826" y="176302"/>
                  </a:lnTo>
                  <a:lnTo>
                    <a:pt x="61630" y="174407"/>
                  </a:lnTo>
                  <a:lnTo>
                    <a:pt x="70435" y="172511"/>
                  </a:lnTo>
                  <a:lnTo>
                    <a:pt x="79239" y="170615"/>
                  </a:lnTo>
                  <a:lnTo>
                    <a:pt x="88043" y="168720"/>
                  </a:lnTo>
                  <a:lnTo>
                    <a:pt x="96848" y="166824"/>
                  </a:lnTo>
                  <a:lnTo>
                    <a:pt x="105652" y="164928"/>
                  </a:lnTo>
                  <a:lnTo>
                    <a:pt x="114456" y="163032"/>
                  </a:lnTo>
                  <a:lnTo>
                    <a:pt x="123261" y="161137"/>
                  </a:lnTo>
                  <a:lnTo>
                    <a:pt x="132065" y="159241"/>
                  </a:lnTo>
                  <a:lnTo>
                    <a:pt x="140870" y="157345"/>
                  </a:lnTo>
                  <a:lnTo>
                    <a:pt x="149674" y="155449"/>
                  </a:lnTo>
                  <a:lnTo>
                    <a:pt x="158478" y="153554"/>
                  </a:lnTo>
                  <a:lnTo>
                    <a:pt x="167283" y="151658"/>
                  </a:lnTo>
                  <a:lnTo>
                    <a:pt x="176087" y="149762"/>
                  </a:lnTo>
                  <a:lnTo>
                    <a:pt x="184892" y="147867"/>
                  </a:lnTo>
                  <a:lnTo>
                    <a:pt x="193696" y="145971"/>
                  </a:lnTo>
                  <a:lnTo>
                    <a:pt x="202500" y="144075"/>
                  </a:lnTo>
                  <a:lnTo>
                    <a:pt x="211305" y="142179"/>
                  </a:lnTo>
                  <a:lnTo>
                    <a:pt x="220109" y="140284"/>
                  </a:lnTo>
                  <a:lnTo>
                    <a:pt x="228913" y="138388"/>
                  </a:lnTo>
                  <a:lnTo>
                    <a:pt x="237718" y="136492"/>
                  </a:lnTo>
                  <a:lnTo>
                    <a:pt x="246522" y="134596"/>
                  </a:lnTo>
                  <a:lnTo>
                    <a:pt x="255327" y="132701"/>
                  </a:lnTo>
                  <a:lnTo>
                    <a:pt x="264131" y="130805"/>
                  </a:lnTo>
                  <a:lnTo>
                    <a:pt x="272935" y="128909"/>
                  </a:lnTo>
                  <a:lnTo>
                    <a:pt x="281740" y="127013"/>
                  </a:lnTo>
                  <a:lnTo>
                    <a:pt x="290544" y="125118"/>
                  </a:lnTo>
                  <a:lnTo>
                    <a:pt x="299348" y="123222"/>
                  </a:lnTo>
                  <a:lnTo>
                    <a:pt x="308153" y="121326"/>
                  </a:lnTo>
                  <a:lnTo>
                    <a:pt x="316957" y="119431"/>
                  </a:lnTo>
                  <a:lnTo>
                    <a:pt x="325762" y="117535"/>
                  </a:lnTo>
                  <a:lnTo>
                    <a:pt x="334566" y="115639"/>
                  </a:lnTo>
                  <a:lnTo>
                    <a:pt x="343370" y="113743"/>
                  </a:lnTo>
                  <a:lnTo>
                    <a:pt x="352175" y="111848"/>
                  </a:lnTo>
                  <a:lnTo>
                    <a:pt x="360979" y="109952"/>
                  </a:lnTo>
                  <a:lnTo>
                    <a:pt x="369784" y="108056"/>
                  </a:lnTo>
                  <a:lnTo>
                    <a:pt x="378588" y="106160"/>
                  </a:lnTo>
                  <a:lnTo>
                    <a:pt x="387392" y="104265"/>
                  </a:lnTo>
                  <a:lnTo>
                    <a:pt x="396197" y="102369"/>
                  </a:lnTo>
                  <a:lnTo>
                    <a:pt x="405001" y="100473"/>
                  </a:lnTo>
                  <a:lnTo>
                    <a:pt x="413805" y="98578"/>
                  </a:lnTo>
                  <a:lnTo>
                    <a:pt x="422610" y="96682"/>
                  </a:lnTo>
                  <a:lnTo>
                    <a:pt x="431414" y="94786"/>
                  </a:lnTo>
                  <a:lnTo>
                    <a:pt x="440219" y="92890"/>
                  </a:lnTo>
                  <a:lnTo>
                    <a:pt x="449023" y="90995"/>
                  </a:lnTo>
                  <a:lnTo>
                    <a:pt x="457827" y="89099"/>
                  </a:lnTo>
                  <a:lnTo>
                    <a:pt x="466632" y="87203"/>
                  </a:lnTo>
                  <a:lnTo>
                    <a:pt x="475436" y="85307"/>
                  </a:lnTo>
                  <a:lnTo>
                    <a:pt x="484240" y="83412"/>
                  </a:lnTo>
                  <a:lnTo>
                    <a:pt x="493045" y="81516"/>
                  </a:lnTo>
                  <a:lnTo>
                    <a:pt x="501849" y="79620"/>
                  </a:lnTo>
                  <a:lnTo>
                    <a:pt x="510654" y="77724"/>
                  </a:lnTo>
                  <a:lnTo>
                    <a:pt x="519458" y="75829"/>
                  </a:lnTo>
                  <a:lnTo>
                    <a:pt x="528262" y="73933"/>
                  </a:lnTo>
                  <a:lnTo>
                    <a:pt x="537067" y="72037"/>
                  </a:lnTo>
                  <a:lnTo>
                    <a:pt x="545871" y="70142"/>
                  </a:lnTo>
                  <a:lnTo>
                    <a:pt x="554676" y="68246"/>
                  </a:lnTo>
                  <a:lnTo>
                    <a:pt x="563480" y="66350"/>
                  </a:lnTo>
                  <a:lnTo>
                    <a:pt x="572284" y="64454"/>
                  </a:lnTo>
                  <a:lnTo>
                    <a:pt x="581089" y="62559"/>
                  </a:lnTo>
                  <a:lnTo>
                    <a:pt x="589893" y="60663"/>
                  </a:lnTo>
                  <a:lnTo>
                    <a:pt x="598697" y="58767"/>
                  </a:lnTo>
                  <a:lnTo>
                    <a:pt x="607502" y="56871"/>
                  </a:lnTo>
                  <a:lnTo>
                    <a:pt x="616306" y="54976"/>
                  </a:lnTo>
                  <a:lnTo>
                    <a:pt x="625111" y="53080"/>
                  </a:lnTo>
                  <a:lnTo>
                    <a:pt x="633915" y="51184"/>
                  </a:lnTo>
                  <a:lnTo>
                    <a:pt x="642719" y="49289"/>
                  </a:lnTo>
                  <a:lnTo>
                    <a:pt x="651524" y="47393"/>
                  </a:lnTo>
                  <a:lnTo>
                    <a:pt x="660328" y="45497"/>
                  </a:lnTo>
                  <a:lnTo>
                    <a:pt x="669133" y="43601"/>
                  </a:lnTo>
                  <a:lnTo>
                    <a:pt x="677937" y="41706"/>
                  </a:lnTo>
                  <a:lnTo>
                    <a:pt x="686741" y="39810"/>
                  </a:lnTo>
                  <a:lnTo>
                    <a:pt x="695546" y="37914"/>
                  </a:lnTo>
                  <a:lnTo>
                    <a:pt x="704350" y="36018"/>
                  </a:lnTo>
                  <a:lnTo>
                    <a:pt x="713154" y="34123"/>
                  </a:lnTo>
                  <a:lnTo>
                    <a:pt x="721959" y="32227"/>
                  </a:lnTo>
                  <a:lnTo>
                    <a:pt x="730763" y="30331"/>
                  </a:lnTo>
                  <a:lnTo>
                    <a:pt x="739568" y="28435"/>
                  </a:lnTo>
                  <a:lnTo>
                    <a:pt x="748372" y="26540"/>
                  </a:lnTo>
                  <a:lnTo>
                    <a:pt x="757176" y="24644"/>
                  </a:lnTo>
                  <a:lnTo>
                    <a:pt x="765981" y="22748"/>
                  </a:lnTo>
                  <a:lnTo>
                    <a:pt x="774785" y="20853"/>
                  </a:lnTo>
                  <a:lnTo>
                    <a:pt x="783589" y="18957"/>
                  </a:lnTo>
                  <a:lnTo>
                    <a:pt x="792394" y="17061"/>
                  </a:lnTo>
                  <a:lnTo>
                    <a:pt x="801198" y="15165"/>
                  </a:lnTo>
                  <a:lnTo>
                    <a:pt x="810003" y="13270"/>
                  </a:lnTo>
                  <a:lnTo>
                    <a:pt x="818807" y="11374"/>
                  </a:lnTo>
                  <a:lnTo>
                    <a:pt x="827611" y="9478"/>
                  </a:lnTo>
                  <a:lnTo>
                    <a:pt x="836416" y="7582"/>
                  </a:lnTo>
                  <a:lnTo>
                    <a:pt x="845220" y="5687"/>
                  </a:lnTo>
                  <a:lnTo>
                    <a:pt x="854025" y="3791"/>
                  </a:lnTo>
                  <a:lnTo>
                    <a:pt x="862829" y="1895"/>
                  </a:lnTo>
                  <a:lnTo>
                    <a:pt x="871633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67" name="tx1267"/>
            <p:cNvSpPr/>
            <p:nvPr/>
          </p:nvSpPr>
          <p:spPr>
            <a:xfrm>
              <a:off x="10988273" y="72685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1.275 Z/year</a:t>
              </a:r>
            </a:p>
          </p:txBody>
        </p:sp>
        <p:sp>
          <p:nvSpPr>
            <p:cNvPr id="1268" name="rc1268"/>
            <p:cNvSpPr/>
            <p:nvPr/>
          </p:nvSpPr>
          <p:spPr>
            <a:xfrm>
              <a:off x="11087413" y="7247470"/>
              <a:ext cx="95879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tx1269"/>
            <p:cNvSpPr/>
            <p:nvPr/>
          </p:nvSpPr>
          <p:spPr>
            <a:xfrm>
              <a:off x="10962628" y="852217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70" name="tx1270"/>
            <p:cNvSpPr/>
            <p:nvPr/>
          </p:nvSpPr>
          <p:spPr>
            <a:xfrm>
              <a:off x="10900472" y="826113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271" name="tx1271"/>
            <p:cNvSpPr/>
            <p:nvPr/>
          </p:nvSpPr>
          <p:spPr>
            <a:xfrm>
              <a:off x="10900472" y="800009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272" name="tx1272"/>
            <p:cNvSpPr/>
            <p:nvPr/>
          </p:nvSpPr>
          <p:spPr>
            <a:xfrm>
              <a:off x="10900472" y="7740417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273" name="tx1273"/>
            <p:cNvSpPr/>
            <p:nvPr/>
          </p:nvSpPr>
          <p:spPr>
            <a:xfrm>
              <a:off x="10838316" y="7478011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274" name="tx1274"/>
            <p:cNvSpPr/>
            <p:nvPr/>
          </p:nvSpPr>
          <p:spPr>
            <a:xfrm>
              <a:off x="10838316" y="7216969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125</a:t>
              </a:r>
            </a:p>
          </p:txBody>
        </p:sp>
        <p:sp>
          <p:nvSpPr>
            <p:cNvPr id="1275" name="pl1275"/>
            <p:cNvSpPr/>
            <p:nvPr/>
          </p:nvSpPr>
          <p:spPr>
            <a:xfrm>
              <a:off x="11052619" y="85638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11052619" y="83028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11052619" y="80417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11052619" y="77807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11052619" y="75197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11052619" y="72586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1113099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1144011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1174923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tx1284"/>
            <p:cNvSpPr/>
            <p:nvPr/>
          </p:nvSpPr>
          <p:spPr>
            <a:xfrm>
              <a:off x="1109991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85" name="tx1285"/>
            <p:cNvSpPr/>
            <p:nvPr/>
          </p:nvSpPr>
          <p:spPr>
            <a:xfrm>
              <a:off x="11409037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86" name="tx1286"/>
            <p:cNvSpPr/>
            <p:nvPr/>
          </p:nvSpPr>
          <p:spPr>
            <a:xfrm>
              <a:off x="11687079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87" name="tx1287"/>
            <p:cNvSpPr/>
            <p:nvPr/>
          </p:nvSpPr>
          <p:spPr>
            <a:xfrm>
              <a:off x="10945631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288" name="tx1288"/>
            <p:cNvSpPr/>
            <p:nvPr/>
          </p:nvSpPr>
          <p:spPr>
            <a:xfrm rot="-5400000">
              <a:off x="9876770" y="7856579"/>
              <a:ext cx="163813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pTau217- Nico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2026-04-29T09:07:45Z</dcterms:modified>
</cp:coreProperties>
</file>