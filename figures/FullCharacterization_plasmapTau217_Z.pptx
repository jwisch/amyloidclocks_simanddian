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67413" y="1761070"/>
              <a:ext cx="400679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67413" y="4275840"/>
              <a:ext cx="4006797" cy="0"/>
            </a:xfrm>
            <a:custGeom>
              <a:avLst/>
              <a:pathLst>
                <a:path w="4006797" h="0">
                  <a:moveTo>
                    <a:pt x="0" y="0"/>
                  </a:moveTo>
                  <a:lnTo>
                    <a:pt x="4006797" y="0"/>
                  </a:lnTo>
                  <a:lnTo>
                    <a:pt x="4006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67413" y="3329588"/>
              <a:ext cx="4006797" cy="0"/>
            </a:xfrm>
            <a:custGeom>
              <a:avLst/>
              <a:pathLst>
                <a:path w="4006797" h="0">
                  <a:moveTo>
                    <a:pt x="0" y="0"/>
                  </a:moveTo>
                  <a:lnTo>
                    <a:pt x="4006797" y="0"/>
                  </a:lnTo>
                  <a:lnTo>
                    <a:pt x="4006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413" y="2383336"/>
              <a:ext cx="4006797" cy="0"/>
            </a:xfrm>
            <a:custGeom>
              <a:avLst/>
              <a:pathLst>
                <a:path w="4006797" h="0">
                  <a:moveTo>
                    <a:pt x="0" y="0"/>
                  </a:moveTo>
                  <a:lnTo>
                    <a:pt x="4006797" y="0"/>
                  </a:lnTo>
                  <a:lnTo>
                    <a:pt x="4006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544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725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905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67413" y="4748966"/>
              <a:ext cx="4006797" cy="0"/>
            </a:xfrm>
            <a:custGeom>
              <a:avLst/>
              <a:pathLst>
                <a:path w="4006797" h="0">
                  <a:moveTo>
                    <a:pt x="0" y="0"/>
                  </a:moveTo>
                  <a:lnTo>
                    <a:pt x="4006797" y="0"/>
                  </a:lnTo>
                  <a:lnTo>
                    <a:pt x="4006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7413" y="3802714"/>
              <a:ext cx="4006797" cy="0"/>
            </a:xfrm>
            <a:custGeom>
              <a:avLst/>
              <a:pathLst>
                <a:path w="4006797" h="0">
                  <a:moveTo>
                    <a:pt x="0" y="0"/>
                  </a:moveTo>
                  <a:lnTo>
                    <a:pt x="4006797" y="0"/>
                  </a:lnTo>
                  <a:lnTo>
                    <a:pt x="4006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67413" y="2856462"/>
              <a:ext cx="4006797" cy="0"/>
            </a:xfrm>
            <a:custGeom>
              <a:avLst/>
              <a:pathLst>
                <a:path w="4006797" h="0">
                  <a:moveTo>
                    <a:pt x="0" y="0"/>
                  </a:moveTo>
                  <a:lnTo>
                    <a:pt x="4006797" y="0"/>
                  </a:lnTo>
                  <a:lnTo>
                    <a:pt x="4006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67413" y="1910210"/>
              <a:ext cx="4006797" cy="0"/>
            </a:xfrm>
            <a:custGeom>
              <a:avLst/>
              <a:pathLst>
                <a:path w="4006797" h="0">
                  <a:moveTo>
                    <a:pt x="0" y="0"/>
                  </a:moveTo>
                  <a:lnTo>
                    <a:pt x="4006797" y="0"/>
                  </a:lnTo>
                  <a:lnTo>
                    <a:pt x="4006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4954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413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2331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973326" y="4618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658868" y="4676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24715" y="239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174706" y="4756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624715" y="4737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913529" y="475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169767" y="4747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24715" y="42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624715" y="4753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624715" y="4684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921843" y="380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170217" y="4455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624715" y="474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24715" y="4737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433490" y="4570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03197" y="4670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624715" y="4690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96987" y="4694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89325" y="4697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75414" y="4736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908428" y="474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433245" y="473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24715" y="4608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4715" y="404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911757" y="3899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79175" y="466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847376" y="4662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24715" y="337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169685" y="4532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150405" y="3389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805391" y="325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624715" y="469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431829" y="4590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252215" y="4536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24715" y="461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624715" y="469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624715" y="4753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451235" y="4738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216732" y="4745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673690" y="473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24715" y="4726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24715" y="468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150904" y="4690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469345" y="4705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4715" y="3549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24715" y="4685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401922" y="4619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402547" y="4731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32454" y="4719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41561" y="4589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24715" y="471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055081" y="470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24715" y="471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25109" y="4702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24715" y="472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624715" y="470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629847" y="4712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125865" y="355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420326" y="378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24715" y="473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402456" y="4714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455722" y="4718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624715" y="4736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190104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24715" y="471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24715" y="4713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24715" y="4407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827702" y="344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24715" y="2968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885544" y="2682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24715" y="4747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82428" y="4750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624715" y="4717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624715" y="3484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902188" y="368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883236" y="4619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21624" y="4438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169221" y="458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689483" y="465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46599" y="458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624715" y="415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92086" y="4199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120202" y="3971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654621" y="3784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4883" y="382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24715" y="4681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24715" y="474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8926" y="4696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22309" y="475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687890" y="4747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202646" y="4755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624715" y="4706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624715" y="4590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037740" y="4700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624715" y="3011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1291" y="460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24715" y="468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39314" y="4685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44627" y="4565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624715" y="4711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188155" y="4723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685058" y="471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624715" y="3802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31652" y="4632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988191" y="441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624715" y="4668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60727" y="473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685944" y="471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210453" y="473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694968" y="4738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43544" y="47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24715" y="4685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152763" y="468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27126" y="460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0179" y="47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921558" y="4447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39314" y="4187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47224" y="4220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24715" y="4715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624715" y="467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145418" y="470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938287" y="3868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24715" y="3520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24715" y="473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33805" y="4728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9404" y="4716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24715" y="4717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56695" y="468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624715" y="474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24715" y="4593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24715" y="4733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203774" y="4697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624715" y="4749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24715" y="4732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945872" y="3956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61179" y="3940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887118" y="469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4967" y="395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624715" y="4733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777785" y="4734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238589" y="4720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4715" y="4732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4715" y="470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24715" y="4741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203774" y="4683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147100" y="4671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77980" y="472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24811" y="459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48516" y="4515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84005" y="469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28603" y="4746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6100343" y="474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179595" y="4075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24715" y="4742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06623" y="4735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43561" y="4691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624715" y="473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24715" y="471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4715" y="4706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24715" y="4394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26933" y="4366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624715" y="4733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624715" y="4665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451912" y="4615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24715" y="4696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24715" y="4728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426166" y="4740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97432" y="4271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920529" y="4748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24715" y="4746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624715" y="4074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679396" y="421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950753" y="472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475715" y="4745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921839" y="3565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624715" y="4743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173507" y="2454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53674" y="461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204762" y="4531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624715" y="4753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24715" y="475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45309" y="4746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64514" y="4751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24715" y="4747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81849" y="4759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769999" y="4096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6140446" y="4749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624715" y="4345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624715" y="4730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58868" y="4707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659576" y="4701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179838" y="4684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624715" y="4748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24715" y="472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679573" y="4384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441739" y="2187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18148" y="4743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438200" y="4761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213992" y="4759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78825" y="4637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174152" y="465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902188" y="347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84350" y="4182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24715" y="469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07738" y="4065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79661" y="4223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59576" y="4059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140022" y="4646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49348" y="450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698507" y="4563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36125" y="417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966441" y="4696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63823" y="4368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619937" y="4712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179838" y="462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008862" y="457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91379" y="3415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021990" y="474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624715" y="444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704170" y="4719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624715" y="4686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24255" y="4134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431951" y="4107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9125" y="3869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624715" y="3429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888031" y="3083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84577" y="2322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624715" y="4733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624715" y="2509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156302" y="2617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624715" y="4222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624715" y="426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82328" y="4096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907143" y="4737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96678" y="4746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25989" y="4725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196946" y="4719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890509" y="4719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912097" y="448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234164" y="3221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704170" y="2917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71733" y="2707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209567" y="2515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624715" y="4380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624715" y="468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710541" y="4764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24715" y="437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917052" y="4360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394359" y="4065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711426" y="4736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668749" y="3653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24715" y="4672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157010" y="4676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624715" y="4733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931888" y="4113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688067" y="4720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230980" y="4711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744872" y="470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193818" y="4724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689220" y="4726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26879" y="4581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891929" y="4517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422101" y="4557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624715" y="4732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624715" y="313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882368" y="3409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164964" y="4763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212528" y="4767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42075" y="4649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214522" y="4470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624715" y="4732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194525" y="4740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76659" y="4487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159193" y="4726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24715" y="419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886644" y="4386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624715" y="4498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322994" y="4686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59576" y="4705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85706" y="197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24715" y="4675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624715" y="3025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22551" y="3451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139442" y="4473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912033" y="4571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08293" y="3912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144789" y="460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782" y="4675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624715" y="458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347873" y="4509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917230" y="4487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526030" y="441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624715" y="4718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877413" y="3482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59511" y="3469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401215" y="3526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886888" y="4390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144269" y="3958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64531" y="4721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911567" y="4687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00694" y="4260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24715" y="3132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931880" y="3476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53276" y="3570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624715" y="4702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24715" y="4708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50904" y="4697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629847" y="4707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157861" y="4708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624715" y="4730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24715" y="474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189400" y="473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624715" y="4732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999768" y="4717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24715" y="453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66212" y="4420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09833" y="4270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164572" y="4699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624715" y="465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24715" y="466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24715" y="4726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624715" y="471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24715" y="3812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144886" y="2731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743718" y="2764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709125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4418911" y="4666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961195" y="4662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5407055" y="4684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080210" y="4605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164609" y="4049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69486" y="4730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189040" y="475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624715" y="4717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3649540" y="4762497"/>
              <a:ext cx="545052" cy="18687"/>
            </a:xfrm>
            <a:custGeom>
              <a:avLst/>
              <a:pathLst>
                <a:path w="545052" h="18687">
                  <a:moveTo>
                    <a:pt x="0" y="0"/>
                  </a:moveTo>
                  <a:lnTo>
                    <a:pt x="288814" y="18687"/>
                  </a:lnTo>
                  <a:lnTo>
                    <a:pt x="545052" y="96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3649540" y="4715175"/>
              <a:ext cx="564610" cy="6953"/>
            </a:xfrm>
            <a:custGeom>
              <a:avLst/>
              <a:pathLst>
                <a:path w="564610" h="6953">
                  <a:moveTo>
                    <a:pt x="0" y="0"/>
                  </a:moveTo>
                  <a:lnTo>
                    <a:pt x="272272" y="3909"/>
                  </a:lnTo>
                  <a:lnTo>
                    <a:pt x="564610" y="69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4933254" y="4760560"/>
              <a:ext cx="524816" cy="13149"/>
            </a:xfrm>
            <a:custGeom>
              <a:avLst/>
              <a:pathLst>
                <a:path w="524816" h="13149">
                  <a:moveTo>
                    <a:pt x="0" y="13149"/>
                  </a:moveTo>
                  <a:lnTo>
                    <a:pt x="5248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3649540" y="3924423"/>
              <a:ext cx="287042" cy="149223"/>
            </a:xfrm>
            <a:custGeom>
              <a:avLst/>
              <a:pathLst>
                <a:path w="287042" h="149223">
                  <a:moveTo>
                    <a:pt x="0" y="149223"/>
                  </a:moveTo>
                  <a:lnTo>
                    <a:pt x="2870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4204001" y="4687814"/>
              <a:ext cx="668200" cy="6193"/>
            </a:xfrm>
            <a:custGeom>
              <a:avLst/>
              <a:pathLst>
                <a:path w="668200" h="6193">
                  <a:moveTo>
                    <a:pt x="0" y="6193"/>
                  </a:moveTo>
                  <a:lnTo>
                    <a:pt x="6682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5456655" y="4561531"/>
              <a:ext cx="820386" cy="53683"/>
            </a:xfrm>
            <a:custGeom>
              <a:avLst/>
              <a:pathLst>
                <a:path w="820386" h="53683">
                  <a:moveTo>
                    <a:pt x="0" y="53683"/>
                  </a:moveTo>
                  <a:lnTo>
                    <a:pt x="8203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3649540" y="4709503"/>
              <a:ext cx="526189" cy="5551"/>
            </a:xfrm>
            <a:custGeom>
              <a:avLst/>
              <a:pathLst>
                <a:path w="526189" h="5551">
                  <a:moveTo>
                    <a:pt x="0" y="0"/>
                  </a:moveTo>
                  <a:lnTo>
                    <a:pt x="526189" y="55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3649540" y="4727648"/>
              <a:ext cx="500394" cy="8249"/>
            </a:xfrm>
            <a:custGeom>
              <a:avLst/>
              <a:pathLst>
                <a:path w="500394" h="8249">
                  <a:moveTo>
                    <a:pt x="0" y="8249"/>
                  </a:moveTo>
                  <a:lnTo>
                    <a:pt x="5003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4150691" y="3576372"/>
              <a:ext cx="294461" cy="237819"/>
            </a:xfrm>
            <a:custGeom>
              <a:avLst/>
              <a:pathLst>
                <a:path w="294461" h="237819">
                  <a:moveTo>
                    <a:pt x="0" y="0"/>
                  </a:moveTo>
                  <a:lnTo>
                    <a:pt x="294461" y="2378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3649540" y="4738968"/>
              <a:ext cx="777741" cy="20577"/>
            </a:xfrm>
            <a:custGeom>
              <a:avLst/>
              <a:pathLst>
                <a:path w="777741" h="20577">
                  <a:moveTo>
                    <a:pt x="0" y="20577"/>
                  </a:moveTo>
                  <a:lnTo>
                    <a:pt x="7777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3649540" y="3466680"/>
              <a:ext cx="1202987" cy="965778"/>
            </a:xfrm>
            <a:custGeom>
              <a:avLst/>
              <a:pathLst>
                <a:path w="1202987" h="965778">
                  <a:moveTo>
                    <a:pt x="0" y="965778"/>
                  </a:moveTo>
                  <a:lnTo>
                    <a:pt x="12029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649540" y="2707767"/>
              <a:ext cx="260829" cy="285702"/>
            </a:xfrm>
            <a:custGeom>
              <a:avLst/>
              <a:pathLst>
                <a:path w="260829" h="285702">
                  <a:moveTo>
                    <a:pt x="0" y="285702"/>
                  </a:moveTo>
                  <a:lnTo>
                    <a:pt x="2608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649540" y="4772293"/>
              <a:ext cx="557713" cy="3254"/>
            </a:xfrm>
            <a:custGeom>
              <a:avLst/>
              <a:pathLst>
                <a:path w="557713" h="3254">
                  <a:moveTo>
                    <a:pt x="0" y="0"/>
                  </a:moveTo>
                  <a:lnTo>
                    <a:pt x="557713" y="32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649540" y="3509529"/>
              <a:ext cx="277473" cy="196621"/>
            </a:xfrm>
            <a:custGeom>
              <a:avLst/>
              <a:pathLst>
                <a:path w="277473" h="196621">
                  <a:moveTo>
                    <a:pt x="0" y="0"/>
                  </a:moveTo>
                  <a:lnTo>
                    <a:pt x="277473" y="1966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4946450" y="4463586"/>
              <a:ext cx="247596" cy="141717"/>
            </a:xfrm>
            <a:custGeom>
              <a:avLst/>
              <a:pathLst>
                <a:path w="247596" h="141717">
                  <a:moveTo>
                    <a:pt x="0" y="0"/>
                  </a:moveTo>
                  <a:lnTo>
                    <a:pt x="247596" y="1417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5714309" y="4608050"/>
              <a:ext cx="257115" cy="76547"/>
            </a:xfrm>
            <a:custGeom>
              <a:avLst/>
              <a:pathLst>
                <a:path w="257115" h="76547">
                  <a:moveTo>
                    <a:pt x="0" y="76547"/>
                  </a:moveTo>
                  <a:lnTo>
                    <a:pt x="2571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3649540" y="4182113"/>
              <a:ext cx="267371" cy="42550"/>
            </a:xfrm>
            <a:custGeom>
              <a:avLst/>
              <a:pathLst>
                <a:path w="267371" h="42550">
                  <a:moveTo>
                    <a:pt x="0" y="0"/>
                  </a:moveTo>
                  <a:lnTo>
                    <a:pt x="267371" y="425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4145028" y="3809342"/>
              <a:ext cx="534418" cy="187438"/>
            </a:xfrm>
            <a:custGeom>
              <a:avLst/>
              <a:pathLst>
                <a:path w="534418" h="187438">
                  <a:moveTo>
                    <a:pt x="0" y="187438"/>
                  </a:moveTo>
                  <a:lnTo>
                    <a:pt x="5344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743752" y="4721434"/>
              <a:ext cx="503382" cy="54030"/>
            </a:xfrm>
            <a:custGeom>
              <a:avLst/>
              <a:pathLst>
                <a:path w="503382" h="54030">
                  <a:moveTo>
                    <a:pt x="0" y="0"/>
                  </a:moveTo>
                  <a:lnTo>
                    <a:pt x="503382" y="540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712716" y="4772132"/>
              <a:ext cx="514756" cy="8401"/>
            </a:xfrm>
            <a:custGeom>
              <a:avLst/>
              <a:pathLst>
                <a:path w="514756" h="8401">
                  <a:moveTo>
                    <a:pt x="0" y="0"/>
                  </a:moveTo>
                  <a:lnTo>
                    <a:pt x="514756" y="84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3649540" y="4736177"/>
              <a:ext cx="1060343" cy="12116"/>
            </a:xfrm>
            <a:custGeom>
              <a:avLst/>
              <a:pathLst>
                <a:path w="1060343" h="12116">
                  <a:moveTo>
                    <a:pt x="0" y="0"/>
                  </a:moveTo>
                  <a:lnTo>
                    <a:pt x="563440" y="12116"/>
                  </a:lnTo>
                  <a:lnTo>
                    <a:pt x="1060343" y="36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4456478" y="4438035"/>
              <a:ext cx="1556539" cy="219266"/>
            </a:xfrm>
            <a:custGeom>
              <a:avLst/>
              <a:pathLst>
                <a:path w="1556539" h="219266">
                  <a:moveTo>
                    <a:pt x="0" y="219266"/>
                  </a:moveTo>
                  <a:lnTo>
                    <a:pt x="15565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5185552" y="4744247"/>
              <a:ext cx="1049726" cy="20312"/>
            </a:xfrm>
            <a:custGeom>
              <a:avLst/>
              <a:pathLst>
                <a:path w="1049726" h="20312">
                  <a:moveTo>
                    <a:pt x="0" y="20312"/>
                  </a:moveTo>
                  <a:lnTo>
                    <a:pt x="525217" y="0"/>
                  </a:lnTo>
                  <a:lnTo>
                    <a:pt x="1049726" y="171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4719794" y="4763358"/>
              <a:ext cx="548575" cy="295"/>
            </a:xfrm>
            <a:custGeom>
              <a:avLst/>
              <a:pathLst>
                <a:path w="548575" h="295">
                  <a:moveTo>
                    <a:pt x="0" y="0"/>
                  </a:moveTo>
                  <a:lnTo>
                    <a:pt x="548575" y="2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3946384" y="4212556"/>
              <a:ext cx="525665" cy="260023"/>
            </a:xfrm>
            <a:custGeom>
              <a:avLst/>
              <a:pathLst>
                <a:path w="525665" h="260023">
                  <a:moveTo>
                    <a:pt x="0" y="260023"/>
                  </a:moveTo>
                  <a:lnTo>
                    <a:pt x="217755" y="0"/>
                  </a:lnTo>
                  <a:lnTo>
                    <a:pt x="525665" y="323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3649540" y="4695308"/>
              <a:ext cx="520703" cy="33711"/>
            </a:xfrm>
            <a:custGeom>
              <a:avLst/>
              <a:pathLst>
                <a:path w="520703" h="33711">
                  <a:moveTo>
                    <a:pt x="0" y="0"/>
                  </a:moveTo>
                  <a:lnTo>
                    <a:pt x="520703" y="337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3649540" y="4753535"/>
              <a:ext cx="609090" cy="3259"/>
            </a:xfrm>
            <a:custGeom>
              <a:avLst/>
              <a:pathLst>
                <a:path w="609090" h="3259">
                  <a:moveTo>
                    <a:pt x="0" y="3259"/>
                  </a:moveTo>
                  <a:lnTo>
                    <a:pt x="609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3649540" y="4705067"/>
              <a:ext cx="531980" cy="37503"/>
            </a:xfrm>
            <a:custGeom>
              <a:avLst/>
              <a:pathLst>
                <a:path w="531980" h="37503">
                  <a:moveTo>
                    <a:pt x="0" y="37503"/>
                  </a:moveTo>
                  <a:lnTo>
                    <a:pt x="5319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3649540" y="4722731"/>
              <a:ext cx="579059" cy="35573"/>
            </a:xfrm>
            <a:custGeom>
              <a:avLst/>
              <a:pathLst>
                <a:path w="579059" h="35573">
                  <a:moveTo>
                    <a:pt x="0" y="35573"/>
                  </a:moveTo>
                  <a:lnTo>
                    <a:pt x="5790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4970698" y="3965071"/>
              <a:ext cx="515307" cy="16225"/>
            </a:xfrm>
            <a:custGeom>
              <a:avLst/>
              <a:pathLst>
                <a:path w="515307" h="16225">
                  <a:moveTo>
                    <a:pt x="0" y="16225"/>
                  </a:moveTo>
                  <a:lnTo>
                    <a:pt x="5153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4802611" y="4745113"/>
              <a:ext cx="460803" cy="14474"/>
            </a:xfrm>
            <a:custGeom>
              <a:avLst/>
              <a:pathLst>
                <a:path w="460803" h="14474">
                  <a:moveTo>
                    <a:pt x="0" y="14474"/>
                  </a:moveTo>
                  <a:lnTo>
                    <a:pt x="4608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3649540" y="4708063"/>
              <a:ext cx="579059" cy="57810"/>
            </a:xfrm>
            <a:custGeom>
              <a:avLst/>
              <a:pathLst>
                <a:path w="579059" h="57810">
                  <a:moveTo>
                    <a:pt x="0" y="57810"/>
                  </a:moveTo>
                  <a:lnTo>
                    <a:pt x="5790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4171926" y="4696198"/>
              <a:ext cx="530879" cy="50837"/>
            </a:xfrm>
            <a:custGeom>
              <a:avLst/>
              <a:pathLst>
                <a:path w="530879" h="50837">
                  <a:moveTo>
                    <a:pt x="0" y="0"/>
                  </a:moveTo>
                  <a:lnTo>
                    <a:pt x="530879" y="508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4149637" y="4540636"/>
              <a:ext cx="623705" cy="79276"/>
            </a:xfrm>
            <a:custGeom>
              <a:avLst/>
              <a:pathLst>
                <a:path w="623705" h="79276">
                  <a:moveTo>
                    <a:pt x="0" y="79276"/>
                  </a:moveTo>
                  <a:lnTo>
                    <a:pt x="6237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5453429" y="4771685"/>
              <a:ext cx="671739" cy="2173"/>
            </a:xfrm>
            <a:custGeom>
              <a:avLst/>
              <a:pathLst>
                <a:path w="671739" h="2173">
                  <a:moveTo>
                    <a:pt x="0" y="0"/>
                  </a:moveTo>
                  <a:lnTo>
                    <a:pt x="671739" y="21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3649540" y="4391046"/>
              <a:ext cx="302218" cy="28396"/>
            </a:xfrm>
            <a:custGeom>
              <a:avLst/>
              <a:pathLst>
                <a:path w="302218" h="28396">
                  <a:moveTo>
                    <a:pt x="0" y="28396"/>
                  </a:moveTo>
                  <a:lnTo>
                    <a:pt x="3022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4975579" y="4750773"/>
              <a:ext cx="524961" cy="19260"/>
            </a:xfrm>
            <a:custGeom>
              <a:avLst/>
              <a:pathLst>
                <a:path w="524961" h="19260">
                  <a:moveTo>
                    <a:pt x="0" y="0"/>
                  </a:moveTo>
                  <a:lnTo>
                    <a:pt x="524961" y="192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3878499" y="4556623"/>
              <a:ext cx="351088" cy="83964"/>
            </a:xfrm>
            <a:custGeom>
              <a:avLst/>
              <a:pathLst>
                <a:path w="351088" h="83964">
                  <a:moveTo>
                    <a:pt x="0" y="83964"/>
                  </a:moveTo>
                  <a:lnTo>
                    <a:pt x="3510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3649540" y="4771086"/>
              <a:ext cx="1039799" cy="7074"/>
            </a:xfrm>
            <a:custGeom>
              <a:avLst/>
              <a:pathLst>
                <a:path w="1039799" h="7074">
                  <a:moveTo>
                    <a:pt x="0" y="7074"/>
                  </a:moveTo>
                  <a:lnTo>
                    <a:pt x="520594" y="0"/>
                  </a:lnTo>
                  <a:lnTo>
                    <a:pt x="1039799" y="53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4684402" y="4709792"/>
              <a:ext cx="520262" cy="16239"/>
            </a:xfrm>
            <a:custGeom>
              <a:avLst/>
              <a:pathLst>
                <a:path w="520262" h="16239">
                  <a:moveTo>
                    <a:pt x="0" y="16239"/>
                  </a:moveTo>
                  <a:lnTo>
                    <a:pt x="5202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4942974" y="4767832"/>
              <a:ext cx="1295843" cy="18020"/>
            </a:xfrm>
            <a:custGeom>
              <a:avLst/>
              <a:pathLst>
                <a:path w="1295843" h="18020">
                  <a:moveTo>
                    <a:pt x="0" y="0"/>
                  </a:moveTo>
                  <a:lnTo>
                    <a:pt x="520051" y="18020"/>
                  </a:lnTo>
                  <a:lnTo>
                    <a:pt x="1295843" y="163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4204487" y="4083898"/>
              <a:ext cx="479915" cy="164903"/>
            </a:xfrm>
            <a:custGeom>
              <a:avLst/>
              <a:pathLst>
                <a:path w="479915" h="164903">
                  <a:moveTo>
                    <a:pt x="0" y="164903"/>
                  </a:moveTo>
                  <a:lnTo>
                    <a:pt x="4799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4164848" y="4201132"/>
              <a:ext cx="1296102" cy="469916"/>
            </a:xfrm>
            <a:custGeom>
              <a:avLst/>
              <a:pathLst>
                <a:path w="1296102" h="469916">
                  <a:moveTo>
                    <a:pt x="0" y="469916"/>
                  </a:moveTo>
                  <a:lnTo>
                    <a:pt x="309325" y="327897"/>
                  </a:lnTo>
                  <a:lnTo>
                    <a:pt x="558485" y="387168"/>
                  </a:lnTo>
                  <a:lnTo>
                    <a:pt x="12961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4644763" y="4653730"/>
              <a:ext cx="559901" cy="83347"/>
            </a:xfrm>
            <a:custGeom>
              <a:avLst/>
              <a:pathLst>
                <a:path w="559901" h="83347">
                  <a:moveTo>
                    <a:pt x="0" y="83347"/>
                  </a:moveTo>
                  <a:lnTo>
                    <a:pt x="5599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4249081" y="3894622"/>
              <a:ext cx="484870" cy="264661"/>
            </a:xfrm>
            <a:custGeom>
              <a:avLst/>
              <a:pathLst>
                <a:path w="484870" h="264661">
                  <a:moveTo>
                    <a:pt x="0" y="264661"/>
                  </a:moveTo>
                  <a:lnTo>
                    <a:pt x="207696" y="237447"/>
                  </a:lnTo>
                  <a:lnTo>
                    <a:pt x="4848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3649540" y="2347537"/>
              <a:ext cx="559862" cy="1107195"/>
            </a:xfrm>
            <a:custGeom>
              <a:avLst/>
              <a:pathLst>
                <a:path w="559862" h="1107195">
                  <a:moveTo>
                    <a:pt x="0" y="1107195"/>
                  </a:moveTo>
                  <a:lnTo>
                    <a:pt x="263316" y="760578"/>
                  </a:lnTo>
                  <a:lnTo>
                    <a:pt x="5598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3931968" y="4749855"/>
              <a:ext cx="518846" cy="21783"/>
            </a:xfrm>
            <a:custGeom>
              <a:avLst/>
              <a:pathLst>
                <a:path w="518846" h="21783">
                  <a:moveTo>
                    <a:pt x="0" y="12879"/>
                  </a:moveTo>
                  <a:lnTo>
                    <a:pt x="289535" y="21783"/>
                  </a:lnTo>
                  <a:lnTo>
                    <a:pt x="5188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5221772" y="4743846"/>
              <a:ext cx="693562" cy="449"/>
            </a:xfrm>
            <a:custGeom>
              <a:avLst/>
              <a:pathLst>
                <a:path w="693562" h="449">
                  <a:moveTo>
                    <a:pt x="0" y="0"/>
                  </a:moveTo>
                  <a:lnTo>
                    <a:pt x="693562" y="4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4258990" y="2540488"/>
              <a:ext cx="975403" cy="706061"/>
            </a:xfrm>
            <a:custGeom>
              <a:avLst/>
              <a:pathLst>
                <a:path w="975403" h="706061">
                  <a:moveTo>
                    <a:pt x="0" y="706061"/>
                  </a:moveTo>
                  <a:lnTo>
                    <a:pt x="470005" y="401577"/>
                  </a:lnTo>
                  <a:lnTo>
                    <a:pt x="737568" y="191705"/>
                  </a:lnTo>
                  <a:lnTo>
                    <a:pt x="9754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3649540" y="4090281"/>
              <a:ext cx="769644" cy="309432"/>
            </a:xfrm>
            <a:custGeom>
              <a:avLst/>
              <a:pathLst>
                <a:path w="769644" h="309432">
                  <a:moveTo>
                    <a:pt x="0" y="309432"/>
                  </a:moveTo>
                  <a:lnTo>
                    <a:pt x="292337" y="294789"/>
                  </a:lnTo>
                  <a:lnTo>
                    <a:pt x="7696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5712893" y="4730077"/>
              <a:ext cx="1056804" cy="14855"/>
            </a:xfrm>
            <a:custGeom>
              <a:avLst/>
              <a:pathLst>
                <a:path w="1056804" h="14855">
                  <a:moveTo>
                    <a:pt x="0" y="14855"/>
                  </a:moveTo>
                  <a:lnTo>
                    <a:pt x="542913" y="6692"/>
                  </a:lnTo>
                  <a:lnTo>
                    <a:pt x="10568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4451705" y="4542211"/>
              <a:ext cx="995222" cy="64401"/>
            </a:xfrm>
            <a:custGeom>
              <a:avLst/>
              <a:pathLst>
                <a:path w="995222" h="64401">
                  <a:moveTo>
                    <a:pt x="0" y="64401"/>
                  </a:moveTo>
                  <a:lnTo>
                    <a:pt x="465050" y="0"/>
                  </a:lnTo>
                  <a:lnTo>
                    <a:pt x="995222" y="405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3649540" y="3162926"/>
              <a:ext cx="257653" cy="271802"/>
            </a:xfrm>
            <a:custGeom>
              <a:avLst/>
              <a:pathLst>
                <a:path w="257653" h="271802">
                  <a:moveTo>
                    <a:pt x="0" y="0"/>
                  </a:moveTo>
                  <a:lnTo>
                    <a:pt x="257653" y="2718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3649540" y="4757504"/>
              <a:ext cx="569810" cy="7914"/>
            </a:xfrm>
            <a:custGeom>
              <a:avLst/>
              <a:pathLst>
                <a:path w="569810" h="7914">
                  <a:moveTo>
                    <a:pt x="0" y="0"/>
                  </a:moveTo>
                  <a:lnTo>
                    <a:pt x="569810" y="79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3649540" y="4217378"/>
              <a:ext cx="261929" cy="193576"/>
            </a:xfrm>
            <a:custGeom>
              <a:avLst/>
              <a:pathLst>
                <a:path w="261929" h="193576">
                  <a:moveTo>
                    <a:pt x="0" y="0"/>
                  </a:moveTo>
                  <a:lnTo>
                    <a:pt x="261929" y="1935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4347820" y="4711332"/>
              <a:ext cx="336581" cy="18763"/>
            </a:xfrm>
            <a:custGeom>
              <a:avLst/>
              <a:pathLst>
                <a:path w="336581" h="18763">
                  <a:moveTo>
                    <a:pt x="0" y="0"/>
                  </a:moveTo>
                  <a:lnTo>
                    <a:pt x="336581" y="187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3649540" y="3050019"/>
              <a:ext cx="297836" cy="426491"/>
            </a:xfrm>
            <a:custGeom>
              <a:avLst/>
              <a:pathLst>
                <a:path w="297836" h="426491">
                  <a:moveTo>
                    <a:pt x="0" y="0"/>
                  </a:moveTo>
                  <a:lnTo>
                    <a:pt x="297836" y="4264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3649540" y="4440241"/>
              <a:ext cx="1901315" cy="172385"/>
            </a:xfrm>
            <a:custGeom>
              <a:avLst/>
              <a:pathLst>
                <a:path w="1901315" h="172385">
                  <a:moveTo>
                    <a:pt x="0" y="172385"/>
                  </a:moveTo>
                  <a:lnTo>
                    <a:pt x="723158" y="94198"/>
                  </a:lnTo>
                  <a:lnTo>
                    <a:pt x="1292515" y="72343"/>
                  </a:lnTo>
                  <a:lnTo>
                    <a:pt x="19013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3902239" y="3494153"/>
              <a:ext cx="523801" cy="56985"/>
            </a:xfrm>
            <a:custGeom>
              <a:avLst/>
              <a:pathLst>
                <a:path w="523801" h="56985">
                  <a:moveTo>
                    <a:pt x="0" y="12933"/>
                  </a:moveTo>
                  <a:lnTo>
                    <a:pt x="282097" y="0"/>
                  </a:lnTo>
                  <a:lnTo>
                    <a:pt x="523801" y="569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3911714" y="3983445"/>
              <a:ext cx="257380" cy="431545"/>
            </a:xfrm>
            <a:custGeom>
              <a:avLst/>
              <a:pathLst>
                <a:path w="257380" h="431545">
                  <a:moveTo>
                    <a:pt x="0" y="431545"/>
                  </a:moveTo>
                  <a:lnTo>
                    <a:pt x="2573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3649540" y="3157449"/>
              <a:ext cx="628561" cy="437874"/>
            </a:xfrm>
            <a:custGeom>
              <a:avLst/>
              <a:pathLst>
                <a:path w="628561" h="437874">
                  <a:moveTo>
                    <a:pt x="0" y="0"/>
                  </a:moveTo>
                  <a:lnTo>
                    <a:pt x="307165" y="343466"/>
                  </a:lnTo>
                  <a:lnTo>
                    <a:pt x="628561" y="4378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3649540" y="4722660"/>
              <a:ext cx="1005132" cy="11086"/>
            </a:xfrm>
            <a:custGeom>
              <a:avLst/>
              <a:pathLst>
                <a:path w="1005132" h="11086">
                  <a:moveTo>
                    <a:pt x="0" y="11086"/>
                  </a:moveTo>
                  <a:lnTo>
                    <a:pt x="526189" y="0"/>
                  </a:lnTo>
                  <a:lnTo>
                    <a:pt x="1005132" y="100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3649540" y="4742745"/>
              <a:ext cx="1375053" cy="14778"/>
            </a:xfrm>
            <a:custGeom>
              <a:avLst/>
              <a:pathLst>
                <a:path w="1375053" h="14778">
                  <a:moveTo>
                    <a:pt x="0" y="14778"/>
                  </a:moveTo>
                  <a:lnTo>
                    <a:pt x="13750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3649540" y="4294846"/>
              <a:ext cx="1085118" cy="260803"/>
            </a:xfrm>
            <a:custGeom>
              <a:avLst/>
              <a:pathLst>
                <a:path w="1085118" h="260803">
                  <a:moveTo>
                    <a:pt x="0" y="260803"/>
                  </a:moveTo>
                  <a:lnTo>
                    <a:pt x="541497" y="150686"/>
                  </a:lnTo>
                  <a:lnTo>
                    <a:pt x="10851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3649540" y="2756329"/>
              <a:ext cx="1119003" cy="1080548"/>
            </a:xfrm>
            <a:custGeom>
              <a:avLst/>
              <a:pathLst>
                <a:path w="1119003" h="1080548">
                  <a:moveTo>
                    <a:pt x="0" y="1080548"/>
                  </a:moveTo>
                  <a:lnTo>
                    <a:pt x="520171" y="0"/>
                  </a:lnTo>
                  <a:lnTo>
                    <a:pt x="1119003" y="329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4443737" y="4630115"/>
              <a:ext cx="1661299" cy="79175"/>
            </a:xfrm>
            <a:custGeom>
              <a:avLst/>
              <a:pathLst>
                <a:path w="1661299" h="79175">
                  <a:moveTo>
                    <a:pt x="0" y="61558"/>
                  </a:moveTo>
                  <a:lnTo>
                    <a:pt x="542284" y="57046"/>
                  </a:lnTo>
                  <a:lnTo>
                    <a:pt x="988144" y="79175"/>
                  </a:lnTo>
                  <a:lnTo>
                    <a:pt x="16612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4694312" y="4755122"/>
              <a:ext cx="519554" cy="28715"/>
            </a:xfrm>
            <a:custGeom>
              <a:avLst/>
              <a:pathLst>
                <a:path w="519554" h="28715">
                  <a:moveTo>
                    <a:pt x="0" y="0"/>
                  </a:moveTo>
                  <a:lnTo>
                    <a:pt x="519554" y="287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3467413" y="1761070"/>
              <a:ext cx="400679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tx421"/>
            <p:cNvSpPr/>
            <p:nvPr/>
          </p:nvSpPr>
          <p:spPr>
            <a:xfrm>
              <a:off x="3342628" y="47072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280472" y="376102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280472" y="28147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3218316" y="186851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425" name="pl425"/>
            <p:cNvSpPr/>
            <p:nvPr/>
          </p:nvSpPr>
          <p:spPr>
            <a:xfrm>
              <a:off x="3432619" y="4748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3432619" y="38027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3432619" y="28564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3432619" y="19102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364954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4941348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623315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tx432"/>
            <p:cNvSpPr/>
            <p:nvPr/>
          </p:nvSpPr>
          <p:spPr>
            <a:xfrm>
              <a:off x="3618463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4910270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6171000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4849631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436" name="tx436"/>
            <p:cNvSpPr/>
            <p:nvPr/>
          </p:nvSpPr>
          <p:spPr>
            <a:xfrm rot="-5400000">
              <a:off x="2256770" y="3284579"/>
              <a:ext cx="16381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pTau217- Nico (Z)</a:t>
              </a:r>
            </a:p>
          </p:txBody>
        </p:sp>
        <p:sp>
          <p:nvSpPr>
            <p:cNvPr id="437" name="rc437"/>
            <p:cNvSpPr/>
            <p:nvPr/>
          </p:nvSpPr>
          <p:spPr>
            <a:xfrm>
              <a:off x="7543800" y="1691481"/>
              <a:ext cx="4571999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7648183" y="1761070"/>
              <a:ext cx="439802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648183" y="4331719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648183" y="3405693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648183" y="2479666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84809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8647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944737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1024701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1104665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118463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648183" y="4794732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648183" y="3868706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648183" y="2942680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648183" y="2016653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824791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90475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984719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1064683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1144647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784809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7985963" y="4702129"/>
              <a:ext cx="137869" cy="9260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8123832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8261701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8399570" y="4702129"/>
              <a:ext cx="137869" cy="9260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8537439" y="4702129"/>
              <a:ext cx="137869" cy="9260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8675309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8813178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8951047" y="4702129"/>
              <a:ext cx="137869" cy="9260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9088916" y="4702129"/>
              <a:ext cx="137869" cy="9260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9226785" y="4516924"/>
              <a:ext cx="137869" cy="27780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9364655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9502524" y="4702129"/>
              <a:ext cx="137869" cy="9260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9640393" y="3961308"/>
              <a:ext cx="137869" cy="83342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9778262" y="3590898"/>
              <a:ext cx="137869" cy="120383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9916131" y="3961308"/>
              <a:ext cx="137869" cy="83342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10054001" y="4331719"/>
              <a:ext cx="137869" cy="46301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10191870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0329739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10467608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10605477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10743347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10881216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11019085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11156954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1129482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1143269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11570562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11708431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78480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798596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812383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826170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8399570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8537439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8675309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8813178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8951047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9088916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9226785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9364655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9502524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96403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977826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991613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1005400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10191870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10329739" y="4516924"/>
              <a:ext cx="137869" cy="27780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10467608" y="4702129"/>
              <a:ext cx="137869" cy="92602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10605477" y="4609527"/>
              <a:ext cx="137869" cy="18520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10743347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10881216" y="4702129"/>
              <a:ext cx="137869" cy="92602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11019085" y="4516924"/>
              <a:ext cx="137869" cy="27780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11156954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1129482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114326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11570562" y="4702129"/>
              <a:ext cx="137869" cy="92602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1170843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1013353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10162165" y="1905530"/>
              <a:ext cx="1023446" cy="790163"/>
            </a:xfrm>
            <a:custGeom>
              <a:avLst/>
              <a:pathLst>
                <a:path w="1023446" h="790163">
                  <a:moveTo>
                    <a:pt x="25236" y="790163"/>
                  </a:moveTo>
                  <a:lnTo>
                    <a:pt x="998209" y="790163"/>
                  </a:lnTo>
                  <a:lnTo>
                    <a:pt x="997193" y="790142"/>
                  </a:lnTo>
                  <a:lnTo>
                    <a:pt x="1001251" y="789979"/>
                  </a:lnTo>
                  <a:lnTo>
                    <a:pt x="1005231" y="789167"/>
                  </a:lnTo>
                  <a:lnTo>
                    <a:pt x="1009028" y="787726"/>
                  </a:lnTo>
                  <a:lnTo>
                    <a:pt x="1012546" y="785696"/>
                  </a:lnTo>
                  <a:lnTo>
                    <a:pt x="1015692" y="783127"/>
                  </a:lnTo>
                  <a:lnTo>
                    <a:pt x="1018385" y="780087"/>
                  </a:lnTo>
                  <a:lnTo>
                    <a:pt x="1020555" y="776654"/>
                  </a:lnTo>
                  <a:lnTo>
                    <a:pt x="1022147" y="772918"/>
                  </a:lnTo>
                  <a:lnTo>
                    <a:pt x="1023119" y="768974"/>
                  </a:lnTo>
                  <a:lnTo>
                    <a:pt x="1023446" y="764926"/>
                  </a:lnTo>
                  <a:lnTo>
                    <a:pt x="1023446" y="25236"/>
                  </a:lnTo>
                  <a:lnTo>
                    <a:pt x="1023119" y="21188"/>
                  </a:lnTo>
                  <a:lnTo>
                    <a:pt x="1022147" y="17245"/>
                  </a:lnTo>
                  <a:lnTo>
                    <a:pt x="1020555" y="13508"/>
                  </a:lnTo>
                  <a:lnTo>
                    <a:pt x="1018385" y="10075"/>
                  </a:lnTo>
                  <a:lnTo>
                    <a:pt x="1015692" y="7035"/>
                  </a:lnTo>
                  <a:lnTo>
                    <a:pt x="1012546" y="4467"/>
                  </a:lnTo>
                  <a:lnTo>
                    <a:pt x="1009028" y="2436"/>
                  </a:lnTo>
                  <a:lnTo>
                    <a:pt x="1005231" y="996"/>
                  </a:lnTo>
                  <a:lnTo>
                    <a:pt x="1001251" y="184"/>
                  </a:lnTo>
                  <a:lnTo>
                    <a:pt x="998209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764926"/>
                  </a:lnTo>
                  <a:lnTo>
                    <a:pt x="81" y="762896"/>
                  </a:lnTo>
                  <a:lnTo>
                    <a:pt x="81" y="766957"/>
                  </a:lnTo>
                  <a:lnTo>
                    <a:pt x="733" y="770966"/>
                  </a:lnTo>
                  <a:lnTo>
                    <a:pt x="2019" y="774818"/>
                  </a:lnTo>
                  <a:lnTo>
                    <a:pt x="3906" y="778414"/>
                  </a:lnTo>
                  <a:lnTo>
                    <a:pt x="6346" y="781661"/>
                  </a:lnTo>
                  <a:lnTo>
                    <a:pt x="9275" y="784475"/>
                  </a:lnTo>
                  <a:lnTo>
                    <a:pt x="12618" y="786782"/>
                  </a:lnTo>
                  <a:lnTo>
                    <a:pt x="16287" y="788523"/>
                  </a:lnTo>
                  <a:lnTo>
                    <a:pt x="20188" y="789653"/>
                  </a:lnTo>
                  <a:lnTo>
                    <a:pt x="24220" y="790142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813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tx517"/>
            <p:cNvSpPr/>
            <p:nvPr/>
          </p:nvSpPr>
          <p:spPr>
            <a:xfrm>
              <a:off x="10204226" y="1916374"/>
              <a:ext cx="70916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0.36 Z/year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10204226" y="2147294"/>
              <a:ext cx="658574" cy="1025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-3.317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10204226" y="2321462"/>
              <a:ext cx="939324" cy="1302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6.528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10204226" y="2524998"/>
              <a:ext cx="853682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1.387</a:t>
              </a:r>
            </a:p>
          </p:txBody>
        </p:sp>
        <p:sp>
          <p:nvSpPr>
            <p:cNvPr id="521" name="pg521"/>
            <p:cNvSpPr/>
            <p:nvPr/>
          </p:nvSpPr>
          <p:spPr>
            <a:xfrm>
              <a:off x="7848093" y="3910588"/>
              <a:ext cx="3998206" cy="884144"/>
            </a:xfrm>
            <a:custGeom>
              <a:avLst/>
              <a:pathLst>
                <a:path w="3998206" h="884144">
                  <a:moveTo>
                    <a:pt x="0" y="873783"/>
                  </a:moveTo>
                  <a:lnTo>
                    <a:pt x="7824" y="872931"/>
                  </a:lnTo>
                  <a:lnTo>
                    <a:pt x="15648" y="872046"/>
                  </a:lnTo>
                  <a:lnTo>
                    <a:pt x="23472" y="871117"/>
                  </a:lnTo>
                  <a:lnTo>
                    <a:pt x="31297" y="870158"/>
                  </a:lnTo>
                  <a:lnTo>
                    <a:pt x="39121" y="869173"/>
                  </a:lnTo>
                  <a:lnTo>
                    <a:pt x="46945" y="868165"/>
                  </a:lnTo>
                  <a:lnTo>
                    <a:pt x="54769" y="867131"/>
                  </a:lnTo>
                  <a:lnTo>
                    <a:pt x="62594" y="866080"/>
                  </a:lnTo>
                  <a:lnTo>
                    <a:pt x="70418" y="865018"/>
                  </a:lnTo>
                  <a:lnTo>
                    <a:pt x="78242" y="863949"/>
                  </a:lnTo>
                  <a:lnTo>
                    <a:pt x="86067" y="862878"/>
                  </a:lnTo>
                  <a:lnTo>
                    <a:pt x="93891" y="861811"/>
                  </a:lnTo>
                  <a:lnTo>
                    <a:pt x="101715" y="860756"/>
                  </a:lnTo>
                  <a:lnTo>
                    <a:pt x="109539" y="859714"/>
                  </a:lnTo>
                  <a:lnTo>
                    <a:pt x="117364" y="858692"/>
                  </a:lnTo>
                  <a:lnTo>
                    <a:pt x="125188" y="857704"/>
                  </a:lnTo>
                  <a:lnTo>
                    <a:pt x="133012" y="856752"/>
                  </a:lnTo>
                  <a:lnTo>
                    <a:pt x="140837" y="855837"/>
                  </a:lnTo>
                  <a:lnTo>
                    <a:pt x="148661" y="854963"/>
                  </a:lnTo>
                  <a:lnTo>
                    <a:pt x="156485" y="854145"/>
                  </a:lnTo>
                  <a:lnTo>
                    <a:pt x="164309" y="853391"/>
                  </a:lnTo>
                  <a:lnTo>
                    <a:pt x="172134" y="852693"/>
                  </a:lnTo>
                  <a:lnTo>
                    <a:pt x="179958" y="852054"/>
                  </a:lnTo>
                  <a:lnTo>
                    <a:pt x="187782" y="851480"/>
                  </a:lnTo>
                  <a:lnTo>
                    <a:pt x="195606" y="850995"/>
                  </a:lnTo>
                  <a:lnTo>
                    <a:pt x="203431" y="850578"/>
                  </a:lnTo>
                  <a:lnTo>
                    <a:pt x="211255" y="850228"/>
                  </a:lnTo>
                  <a:lnTo>
                    <a:pt x="219079" y="849946"/>
                  </a:lnTo>
                  <a:lnTo>
                    <a:pt x="226904" y="849752"/>
                  </a:lnTo>
                  <a:lnTo>
                    <a:pt x="234728" y="849632"/>
                  </a:lnTo>
                  <a:lnTo>
                    <a:pt x="242552" y="849576"/>
                  </a:lnTo>
                  <a:lnTo>
                    <a:pt x="250376" y="849582"/>
                  </a:lnTo>
                  <a:lnTo>
                    <a:pt x="258201" y="849655"/>
                  </a:lnTo>
                  <a:lnTo>
                    <a:pt x="266025" y="849796"/>
                  </a:lnTo>
                  <a:lnTo>
                    <a:pt x="273849" y="849984"/>
                  </a:lnTo>
                  <a:lnTo>
                    <a:pt x="281674" y="850216"/>
                  </a:lnTo>
                  <a:lnTo>
                    <a:pt x="289498" y="850487"/>
                  </a:lnTo>
                  <a:lnTo>
                    <a:pt x="297322" y="850802"/>
                  </a:lnTo>
                  <a:lnTo>
                    <a:pt x="305146" y="851138"/>
                  </a:lnTo>
                  <a:lnTo>
                    <a:pt x="312971" y="851491"/>
                  </a:lnTo>
                  <a:lnTo>
                    <a:pt x="320795" y="851855"/>
                  </a:lnTo>
                  <a:lnTo>
                    <a:pt x="328619" y="852222"/>
                  </a:lnTo>
                  <a:lnTo>
                    <a:pt x="336444" y="852581"/>
                  </a:lnTo>
                  <a:lnTo>
                    <a:pt x="344268" y="852926"/>
                  </a:lnTo>
                  <a:lnTo>
                    <a:pt x="352092" y="853252"/>
                  </a:lnTo>
                  <a:lnTo>
                    <a:pt x="359916" y="853549"/>
                  </a:lnTo>
                  <a:lnTo>
                    <a:pt x="367741" y="853800"/>
                  </a:lnTo>
                  <a:lnTo>
                    <a:pt x="375565" y="854011"/>
                  </a:lnTo>
                  <a:lnTo>
                    <a:pt x="383389" y="854176"/>
                  </a:lnTo>
                  <a:lnTo>
                    <a:pt x="391213" y="854292"/>
                  </a:lnTo>
                  <a:lnTo>
                    <a:pt x="399038" y="854333"/>
                  </a:lnTo>
                  <a:lnTo>
                    <a:pt x="406862" y="854311"/>
                  </a:lnTo>
                  <a:lnTo>
                    <a:pt x="414686" y="854227"/>
                  </a:lnTo>
                  <a:lnTo>
                    <a:pt x="422511" y="854080"/>
                  </a:lnTo>
                  <a:lnTo>
                    <a:pt x="430335" y="853855"/>
                  </a:lnTo>
                  <a:lnTo>
                    <a:pt x="438159" y="853549"/>
                  </a:lnTo>
                  <a:lnTo>
                    <a:pt x="445983" y="853179"/>
                  </a:lnTo>
                  <a:lnTo>
                    <a:pt x="453808" y="852744"/>
                  </a:lnTo>
                  <a:lnTo>
                    <a:pt x="461632" y="852242"/>
                  </a:lnTo>
                  <a:lnTo>
                    <a:pt x="469456" y="851657"/>
                  </a:lnTo>
                  <a:lnTo>
                    <a:pt x="477281" y="851016"/>
                  </a:lnTo>
                  <a:lnTo>
                    <a:pt x="485105" y="850322"/>
                  </a:lnTo>
                  <a:lnTo>
                    <a:pt x="492929" y="849576"/>
                  </a:lnTo>
                  <a:lnTo>
                    <a:pt x="500753" y="848772"/>
                  </a:lnTo>
                  <a:lnTo>
                    <a:pt x="508578" y="847925"/>
                  </a:lnTo>
                  <a:lnTo>
                    <a:pt x="516402" y="847044"/>
                  </a:lnTo>
                  <a:lnTo>
                    <a:pt x="524226" y="846135"/>
                  </a:lnTo>
                  <a:lnTo>
                    <a:pt x="532050" y="845198"/>
                  </a:lnTo>
                  <a:lnTo>
                    <a:pt x="539875" y="844242"/>
                  </a:lnTo>
                  <a:lnTo>
                    <a:pt x="547699" y="843277"/>
                  </a:lnTo>
                  <a:lnTo>
                    <a:pt x="555523" y="842308"/>
                  </a:lnTo>
                  <a:lnTo>
                    <a:pt x="563348" y="841339"/>
                  </a:lnTo>
                  <a:lnTo>
                    <a:pt x="571172" y="840383"/>
                  </a:lnTo>
                  <a:lnTo>
                    <a:pt x="578996" y="839442"/>
                  </a:lnTo>
                  <a:lnTo>
                    <a:pt x="586820" y="838522"/>
                  </a:lnTo>
                  <a:lnTo>
                    <a:pt x="594645" y="837626"/>
                  </a:lnTo>
                  <a:lnTo>
                    <a:pt x="602469" y="836768"/>
                  </a:lnTo>
                  <a:lnTo>
                    <a:pt x="610293" y="835951"/>
                  </a:lnTo>
                  <a:lnTo>
                    <a:pt x="618118" y="835175"/>
                  </a:lnTo>
                  <a:lnTo>
                    <a:pt x="625942" y="834442"/>
                  </a:lnTo>
                  <a:lnTo>
                    <a:pt x="633766" y="833761"/>
                  </a:lnTo>
                  <a:lnTo>
                    <a:pt x="641590" y="833147"/>
                  </a:lnTo>
                  <a:lnTo>
                    <a:pt x="649415" y="832587"/>
                  </a:lnTo>
                  <a:lnTo>
                    <a:pt x="657239" y="832083"/>
                  </a:lnTo>
                  <a:lnTo>
                    <a:pt x="665063" y="831638"/>
                  </a:lnTo>
                  <a:lnTo>
                    <a:pt x="672888" y="831276"/>
                  </a:lnTo>
                  <a:lnTo>
                    <a:pt x="680712" y="830979"/>
                  </a:lnTo>
                  <a:lnTo>
                    <a:pt x="688536" y="830745"/>
                  </a:lnTo>
                  <a:lnTo>
                    <a:pt x="696360" y="830574"/>
                  </a:lnTo>
                  <a:lnTo>
                    <a:pt x="704185" y="830483"/>
                  </a:lnTo>
                  <a:lnTo>
                    <a:pt x="712009" y="830467"/>
                  </a:lnTo>
                  <a:lnTo>
                    <a:pt x="719833" y="830516"/>
                  </a:lnTo>
                  <a:lnTo>
                    <a:pt x="727657" y="830628"/>
                  </a:lnTo>
                  <a:lnTo>
                    <a:pt x="735482" y="830807"/>
                  </a:lnTo>
                  <a:lnTo>
                    <a:pt x="743306" y="831068"/>
                  </a:lnTo>
                  <a:lnTo>
                    <a:pt x="751130" y="831387"/>
                  </a:lnTo>
                  <a:lnTo>
                    <a:pt x="758955" y="831764"/>
                  </a:lnTo>
                  <a:lnTo>
                    <a:pt x="766779" y="832195"/>
                  </a:lnTo>
                  <a:lnTo>
                    <a:pt x="774603" y="832695"/>
                  </a:lnTo>
                  <a:lnTo>
                    <a:pt x="782427" y="833247"/>
                  </a:lnTo>
                  <a:lnTo>
                    <a:pt x="790252" y="833843"/>
                  </a:lnTo>
                  <a:lnTo>
                    <a:pt x="798076" y="834480"/>
                  </a:lnTo>
                  <a:lnTo>
                    <a:pt x="805900" y="835160"/>
                  </a:lnTo>
                  <a:lnTo>
                    <a:pt x="813725" y="835879"/>
                  </a:lnTo>
                  <a:lnTo>
                    <a:pt x="821549" y="836621"/>
                  </a:lnTo>
                  <a:lnTo>
                    <a:pt x="829373" y="837385"/>
                  </a:lnTo>
                  <a:lnTo>
                    <a:pt x="837197" y="838164"/>
                  </a:lnTo>
                  <a:lnTo>
                    <a:pt x="845022" y="838955"/>
                  </a:lnTo>
                  <a:lnTo>
                    <a:pt x="852846" y="839746"/>
                  </a:lnTo>
                  <a:lnTo>
                    <a:pt x="860670" y="840531"/>
                  </a:lnTo>
                  <a:lnTo>
                    <a:pt x="868495" y="841305"/>
                  </a:lnTo>
                  <a:lnTo>
                    <a:pt x="876319" y="842056"/>
                  </a:lnTo>
                  <a:lnTo>
                    <a:pt x="884143" y="842775"/>
                  </a:lnTo>
                  <a:lnTo>
                    <a:pt x="891967" y="843460"/>
                  </a:lnTo>
                  <a:lnTo>
                    <a:pt x="899792" y="844106"/>
                  </a:lnTo>
                  <a:lnTo>
                    <a:pt x="907616" y="844699"/>
                  </a:lnTo>
                  <a:lnTo>
                    <a:pt x="915440" y="845222"/>
                  </a:lnTo>
                  <a:lnTo>
                    <a:pt x="923264" y="845684"/>
                  </a:lnTo>
                  <a:lnTo>
                    <a:pt x="931089" y="846078"/>
                  </a:lnTo>
                  <a:lnTo>
                    <a:pt x="938913" y="846402"/>
                  </a:lnTo>
                  <a:lnTo>
                    <a:pt x="946737" y="846617"/>
                  </a:lnTo>
                  <a:lnTo>
                    <a:pt x="954562" y="846746"/>
                  </a:lnTo>
                  <a:lnTo>
                    <a:pt x="962386" y="846789"/>
                  </a:lnTo>
                  <a:lnTo>
                    <a:pt x="970210" y="846743"/>
                  </a:lnTo>
                  <a:lnTo>
                    <a:pt x="978034" y="846580"/>
                  </a:lnTo>
                  <a:lnTo>
                    <a:pt x="985859" y="846305"/>
                  </a:lnTo>
                  <a:lnTo>
                    <a:pt x="993683" y="845933"/>
                  </a:lnTo>
                  <a:lnTo>
                    <a:pt x="1001507" y="845464"/>
                  </a:lnTo>
                  <a:lnTo>
                    <a:pt x="1009332" y="844887"/>
                  </a:lnTo>
                  <a:lnTo>
                    <a:pt x="1017156" y="844182"/>
                  </a:lnTo>
                  <a:lnTo>
                    <a:pt x="1024980" y="843381"/>
                  </a:lnTo>
                  <a:lnTo>
                    <a:pt x="1032804" y="842486"/>
                  </a:lnTo>
                  <a:lnTo>
                    <a:pt x="1040629" y="841499"/>
                  </a:lnTo>
                  <a:lnTo>
                    <a:pt x="1048453" y="840392"/>
                  </a:lnTo>
                  <a:lnTo>
                    <a:pt x="1056277" y="839196"/>
                  </a:lnTo>
                  <a:lnTo>
                    <a:pt x="1064101" y="837920"/>
                  </a:lnTo>
                  <a:lnTo>
                    <a:pt x="1071926" y="836567"/>
                  </a:lnTo>
                  <a:lnTo>
                    <a:pt x="1079750" y="835128"/>
                  </a:lnTo>
                  <a:lnTo>
                    <a:pt x="1087574" y="833609"/>
                  </a:lnTo>
                  <a:lnTo>
                    <a:pt x="1095399" y="832031"/>
                  </a:lnTo>
                  <a:lnTo>
                    <a:pt x="1103223" y="830396"/>
                  </a:lnTo>
                  <a:lnTo>
                    <a:pt x="1111047" y="828708"/>
                  </a:lnTo>
                  <a:lnTo>
                    <a:pt x="1118871" y="826959"/>
                  </a:lnTo>
                  <a:lnTo>
                    <a:pt x="1126696" y="825171"/>
                  </a:lnTo>
                  <a:lnTo>
                    <a:pt x="1134520" y="823349"/>
                  </a:lnTo>
                  <a:lnTo>
                    <a:pt x="1142344" y="821496"/>
                  </a:lnTo>
                  <a:lnTo>
                    <a:pt x="1150169" y="819610"/>
                  </a:lnTo>
                  <a:lnTo>
                    <a:pt x="1157993" y="817702"/>
                  </a:lnTo>
                  <a:lnTo>
                    <a:pt x="1165817" y="815776"/>
                  </a:lnTo>
                  <a:lnTo>
                    <a:pt x="1173641" y="813837"/>
                  </a:lnTo>
                  <a:lnTo>
                    <a:pt x="1181466" y="811886"/>
                  </a:lnTo>
                  <a:lnTo>
                    <a:pt x="1189290" y="809925"/>
                  </a:lnTo>
                  <a:lnTo>
                    <a:pt x="1197114" y="807959"/>
                  </a:lnTo>
                  <a:lnTo>
                    <a:pt x="1204939" y="805989"/>
                  </a:lnTo>
                  <a:lnTo>
                    <a:pt x="1212763" y="804018"/>
                  </a:lnTo>
                  <a:lnTo>
                    <a:pt x="1220587" y="802046"/>
                  </a:lnTo>
                  <a:lnTo>
                    <a:pt x="1228411" y="800076"/>
                  </a:lnTo>
                  <a:lnTo>
                    <a:pt x="1236236" y="798107"/>
                  </a:lnTo>
                  <a:lnTo>
                    <a:pt x="1244060" y="796141"/>
                  </a:lnTo>
                  <a:lnTo>
                    <a:pt x="1251884" y="794179"/>
                  </a:lnTo>
                  <a:lnTo>
                    <a:pt x="1259708" y="792222"/>
                  </a:lnTo>
                  <a:lnTo>
                    <a:pt x="1267533" y="790270"/>
                  </a:lnTo>
                  <a:lnTo>
                    <a:pt x="1275357" y="788323"/>
                  </a:lnTo>
                  <a:lnTo>
                    <a:pt x="1283181" y="786383"/>
                  </a:lnTo>
                  <a:lnTo>
                    <a:pt x="1291006" y="784452"/>
                  </a:lnTo>
                  <a:lnTo>
                    <a:pt x="1298830" y="782531"/>
                  </a:lnTo>
                  <a:lnTo>
                    <a:pt x="1306654" y="780619"/>
                  </a:lnTo>
                  <a:lnTo>
                    <a:pt x="1314478" y="778719"/>
                  </a:lnTo>
                  <a:lnTo>
                    <a:pt x="1322303" y="776838"/>
                  </a:lnTo>
                  <a:lnTo>
                    <a:pt x="1330127" y="774975"/>
                  </a:lnTo>
                  <a:lnTo>
                    <a:pt x="1337951" y="773130"/>
                  </a:lnTo>
                  <a:lnTo>
                    <a:pt x="1345776" y="771306"/>
                  </a:lnTo>
                  <a:lnTo>
                    <a:pt x="1353600" y="769510"/>
                  </a:lnTo>
                  <a:lnTo>
                    <a:pt x="1361424" y="767748"/>
                  </a:lnTo>
                  <a:lnTo>
                    <a:pt x="1369248" y="766016"/>
                  </a:lnTo>
                  <a:lnTo>
                    <a:pt x="1377073" y="764316"/>
                  </a:lnTo>
                  <a:lnTo>
                    <a:pt x="1384897" y="762653"/>
                  </a:lnTo>
                  <a:lnTo>
                    <a:pt x="1392721" y="761041"/>
                  </a:lnTo>
                  <a:lnTo>
                    <a:pt x="1400545" y="759469"/>
                  </a:lnTo>
                  <a:lnTo>
                    <a:pt x="1408370" y="757937"/>
                  </a:lnTo>
                  <a:lnTo>
                    <a:pt x="1416194" y="756446"/>
                  </a:lnTo>
                  <a:lnTo>
                    <a:pt x="1424018" y="755009"/>
                  </a:lnTo>
                  <a:lnTo>
                    <a:pt x="1431843" y="753614"/>
                  </a:lnTo>
                  <a:lnTo>
                    <a:pt x="1439667" y="752254"/>
                  </a:lnTo>
                  <a:lnTo>
                    <a:pt x="1447491" y="750927"/>
                  </a:lnTo>
                  <a:lnTo>
                    <a:pt x="1455315" y="749632"/>
                  </a:lnTo>
                  <a:lnTo>
                    <a:pt x="1463140" y="748360"/>
                  </a:lnTo>
                  <a:lnTo>
                    <a:pt x="1470964" y="747096"/>
                  </a:lnTo>
                  <a:lnTo>
                    <a:pt x="1478788" y="745831"/>
                  </a:lnTo>
                  <a:lnTo>
                    <a:pt x="1486613" y="744556"/>
                  </a:lnTo>
                  <a:lnTo>
                    <a:pt x="1494437" y="743241"/>
                  </a:lnTo>
                  <a:lnTo>
                    <a:pt x="1502261" y="741875"/>
                  </a:lnTo>
                  <a:lnTo>
                    <a:pt x="1510085" y="740442"/>
                  </a:lnTo>
                  <a:lnTo>
                    <a:pt x="1517910" y="738928"/>
                  </a:lnTo>
                  <a:lnTo>
                    <a:pt x="1525734" y="737277"/>
                  </a:lnTo>
                  <a:lnTo>
                    <a:pt x="1533558" y="735466"/>
                  </a:lnTo>
                  <a:lnTo>
                    <a:pt x="1541383" y="733489"/>
                  </a:lnTo>
                  <a:lnTo>
                    <a:pt x="1549207" y="731325"/>
                  </a:lnTo>
                  <a:lnTo>
                    <a:pt x="1557031" y="728918"/>
                  </a:lnTo>
                  <a:lnTo>
                    <a:pt x="1564855" y="726178"/>
                  </a:lnTo>
                  <a:lnTo>
                    <a:pt x="1572680" y="723145"/>
                  </a:lnTo>
                  <a:lnTo>
                    <a:pt x="1580504" y="719791"/>
                  </a:lnTo>
                  <a:lnTo>
                    <a:pt x="1588328" y="716091"/>
                  </a:lnTo>
                  <a:lnTo>
                    <a:pt x="1596152" y="711846"/>
                  </a:lnTo>
                  <a:lnTo>
                    <a:pt x="1603977" y="707154"/>
                  </a:lnTo>
                  <a:lnTo>
                    <a:pt x="1611801" y="701998"/>
                  </a:lnTo>
                  <a:lnTo>
                    <a:pt x="1619625" y="696354"/>
                  </a:lnTo>
                  <a:lnTo>
                    <a:pt x="1627450" y="690061"/>
                  </a:lnTo>
                  <a:lnTo>
                    <a:pt x="1635274" y="683100"/>
                  </a:lnTo>
                  <a:lnTo>
                    <a:pt x="1643098" y="675547"/>
                  </a:lnTo>
                  <a:lnTo>
                    <a:pt x="1650922" y="667380"/>
                  </a:lnTo>
                  <a:lnTo>
                    <a:pt x="1658747" y="658527"/>
                  </a:lnTo>
                  <a:lnTo>
                    <a:pt x="1666571" y="648786"/>
                  </a:lnTo>
                  <a:lnTo>
                    <a:pt x="1674395" y="638363"/>
                  </a:lnTo>
                  <a:lnTo>
                    <a:pt x="1682220" y="627249"/>
                  </a:lnTo>
                  <a:lnTo>
                    <a:pt x="1690044" y="615436"/>
                  </a:lnTo>
                  <a:lnTo>
                    <a:pt x="1697868" y="602670"/>
                  </a:lnTo>
                  <a:lnTo>
                    <a:pt x="1705692" y="589148"/>
                  </a:lnTo>
                  <a:lnTo>
                    <a:pt x="1713517" y="574928"/>
                  </a:lnTo>
                  <a:lnTo>
                    <a:pt x="1721341" y="560017"/>
                  </a:lnTo>
                  <a:lnTo>
                    <a:pt x="1729165" y="544300"/>
                  </a:lnTo>
                  <a:lnTo>
                    <a:pt x="1736990" y="527788"/>
                  </a:lnTo>
                  <a:lnTo>
                    <a:pt x="1744814" y="510659"/>
                  </a:lnTo>
                  <a:lnTo>
                    <a:pt x="1752638" y="492940"/>
                  </a:lnTo>
                  <a:lnTo>
                    <a:pt x="1760462" y="474639"/>
                  </a:lnTo>
                  <a:lnTo>
                    <a:pt x="1768287" y="455640"/>
                  </a:lnTo>
                  <a:lnTo>
                    <a:pt x="1776111" y="436201"/>
                  </a:lnTo>
                  <a:lnTo>
                    <a:pt x="1783935" y="416365"/>
                  </a:lnTo>
                  <a:lnTo>
                    <a:pt x="1791759" y="396176"/>
                  </a:lnTo>
                  <a:lnTo>
                    <a:pt x="1799584" y="375621"/>
                  </a:lnTo>
                  <a:lnTo>
                    <a:pt x="1807408" y="354853"/>
                  </a:lnTo>
                  <a:lnTo>
                    <a:pt x="1815232" y="333959"/>
                  </a:lnTo>
                  <a:lnTo>
                    <a:pt x="1823057" y="312998"/>
                  </a:lnTo>
                  <a:lnTo>
                    <a:pt x="1830881" y="292040"/>
                  </a:lnTo>
                  <a:lnTo>
                    <a:pt x="1838705" y="271220"/>
                  </a:lnTo>
                  <a:lnTo>
                    <a:pt x="1846529" y="250597"/>
                  </a:lnTo>
                  <a:lnTo>
                    <a:pt x="1854354" y="230232"/>
                  </a:lnTo>
                  <a:lnTo>
                    <a:pt x="1862178" y="210187"/>
                  </a:lnTo>
                  <a:lnTo>
                    <a:pt x="1870002" y="190743"/>
                  </a:lnTo>
                  <a:lnTo>
                    <a:pt x="1877827" y="171831"/>
                  </a:lnTo>
                  <a:lnTo>
                    <a:pt x="1885651" y="153506"/>
                  </a:lnTo>
                  <a:lnTo>
                    <a:pt x="1893475" y="135824"/>
                  </a:lnTo>
                  <a:lnTo>
                    <a:pt x="1901299" y="119051"/>
                  </a:lnTo>
                  <a:lnTo>
                    <a:pt x="1909124" y="103224"/>
                  </a:lnTo>
                  <a:lnTo>
                    <a:pt x="1916948" y="88269"/>
                  </a:lnTo>
                  <a:lnTo>
                    <a:pt x="1924772" y="74230"/>
                  </a:lnTo>
                  <a:lnTo>
                    <a:pt x="1932596" y="61256"/>
                  </a:lnTo>
                  <a:lnTo>
                    <a:pt x="1940421" y="49643"/>
                  </a:lnTo>
                  <a:lnTo>
                    <a:pt x="1948245" y="39109"/>
                  </a:lnTo>
                  <a:lnTo>
                    <a:pt x="1956069" y="29680"/>
                  </a:lnTo>
                  <a:lnTo>
                    <a:pt x="1963894" y="21381"/>
                  </a:lnTo>
                  <a:lnTo>
                    <a:pt x="1971718" y="14668"/>
                  </a:lnTo>
                  <a:lnTo>
                    <a:pt x="1979542" y="9203"/>
                  </a:lnTo>
                  <a:lnTo>
                    <a:pt x="1987366" y="4927"/>
                  </a:lnTo>
                  <a:lnTo>
                    <a:pt x="1995191" y="1844"/>
                  </a:lnTo>
                  <a:lnTo>
                    <a:pt x="2003015" y="205"/>
                  </a:lnTo>
                  <a:lnTo>
                    <a:pt x="2010839" y="0"/>
                  </a:lnTo>
                  <a:lnTo>
                    <a:pt x="2018664" y="960"/>
                  </a:lnTo>
                  <a:lnTo>
                    <a:pt x="2026488" y="3073"/>
                  </a:lnTo>
                  <a:lnTo>
                    <a:pt x="2034312" y="6382"/>
                  </a:lnTo>
                  <a:lnTo>
                    <a:pt x="2042136" y="11188"/>
                  </a:lnTo>
                  <a:lnTo>
                    <a:pt x="2049961" y="17048"/>
                  </a:lnTo>
                  <a:lnTo>
                    <a:pt x="2057785" y="23932"/>
                  </a:lnTo>
                  <a:lnTo>
                    <a:pt x="2065609" y="31810"/>
                  </a:lnTo>
                  <a:lnTo>
                    <a:pt x="2073434" y="40933"/>
                  </a:lnTo>
                  <a:lnTo>
                    <a:pt x="2081258" y="51026"/>
                  </a:lnTo>
                  <a:lnTo>
                    <a:pt x="2089082" y="61958"/>
                  </a:lnTo>
                  <a:lnTo>
                    <a:pt x="2096906" y="73690"/>
                  </a:lnTo>
                  <a:lnTo>
                    <a:pt x="2104731" y="86297"/>
                  </a:lnTo>
                  <a:lnTo>
                    <a:pt x="2112555" y="99762"/>
                  </a:lnTo>
                  <a:lnTo>
                    <a:pt x="2120379" y="113853"/>
                  </a:lnTo>
                  <a:lnTo>
                    <a:pt x="2128203" y="128530"/>
                  </a:lnTo>
                  <a:lnTo>
                    <a:pt x="2136028" y="143760"/>
                  </a:lnTo>
                  <a:lnTo>
                    <a:pt x="2143852" y="159668"/>
                  </a:lnTo>
                  <a:lnTo>
                    <a:pt x="2151676" y="175991"/>
                  </a:lnTo>
                  <a:lnTo>
                    <a:pt x="2159501" y="192695"/>
                  </a:lnTo>
                  <a:lnTo>
                    <a:pt x="2167325" y="209742"/>
                  </a:lnTo>
                  <a:lnTo>
                    <a:pt x="2175149" y="227161"/>
                  </a:lnTo>
                  <a:lnTo>
                    <a:pt x="2182973" y="244851"/>
                  </a:lnTo>
                  <a:lnTo>
                    <a:pt x="2190798" y="262737"/>
                  </a:lnTo>
                  <a:lnTo>
                    <a:pt x="2198622" y="280788"/>
                  </a:lnTo>
                  <a:lnTo>
                    <a:pt x="2206446" y="298984"/>
                  </a:lnTo>
                  <a:lnTo>
                    <a:pt x="2214271" y="317287"/>
                  </a:lnTo>
                  <a:lnTo>
                    <a:pt x="2222095" y="335632"/>
                  </a:lnTo>
                  <a:lnTo>
                    <a:pt x="2229919" y="353994"/>
                  </a:lnTo>
                  <a:lnTo>
                    <a:pt x="2237743" y="372349"/>
                  </a:lnTo>
                  <a:lnTo>
                    <a:pt x="2245568" y="390641"/>
                  </a:lnTo>
                  <a:lnTo>
                    <a:pt x="2253392" y="408847"/>
                  </a:lnTo>
                  <a:lnTo>
                    <a:pt x="2261216" y="426949"/>
                  </a:lnTo>
                  <a:lnTo>
                    <a:pt x="2269040" y="444926"/>
                  </a:lnTo>
                  <a:lnTo>
                    <a:pt x="2276865" y="462718"/>
                  </a:lnTo>
                  <a:lnTo>
                    <a:pt x="2284689" y="480291"/>
                  </a:lnTo>
                  <a:lnTo>
                    <a:pt x="2292513" y="497660"/>
                  </a:lnTo>
                  <a:lnTo>
                    <a:pt x="2300338" y="514807"/>
                  </a:lnTo>
                  <a:lnTo>
                    <a:pt x="2308162" y="531696"/>
                  </a:lnTo>
                  <a:lnTo>
                    <a:pt x="2315986" y="548225"/>
                  </a:lnTo>
                  <a:lnTo>
                    <a:pt x="2323810" y="564464"/>
                  </a:lnTo>
                  <a:lnTo>
                    <a:pt x="2331635" y="580399"/>
                  </a:lnTo>
                  <a:lnTo>
                    <a:pt x="2339459" y="596016"/>
                  </a:lnTo>
                  <a:lnTo>
                    <a:pt x="2347283" y="611183"/>
                  </a:lnTo>
                  <a:lnTo>
                    <a:pt x="2355108" y="625961"/>
                  </a:lnTo>
                  <a:lnTo>
                    <a:pt x="2362932" y="640370"/>
                  </a:lnTo>
                  <a:lnTo>
                    <a:pt x="2370756" y="654399"/>
                  </a:lnTo>
                  <a:lnTo>
                    <a:pt x="2378580" y="667964"/>
                  </a:lnTo>
                  <a:lnTo>
                    <a:pt x="2386405" y="681024"/>
                  </a:lnTo>
                  <a:lnTo>
                    <a:pt x="2394229" y="693669"/>
                  </a:lnTo>
                  <a:lnTo>
                    <a:pt x="2402053" y="705891"/>
                  </a:lnTo>
                  <a:lnTo>
                    <a:pt x="2409878" y="717673"/>
                  </a:lnTo>
                  <a:lnTo>
                    <a:pt x="2417702" y="728848"/>
                  </a:lnTo>
                  <a:lnTo>
                    <a:pt x="2425526" y="739585"/>
                  </a:lnTo>
                  <a:lnTo>
                    <a:pt x="2433350" y="749881"/>
                  </a:lnTo>
                  <a:lnTo>
                    <a:pt x="2441175" y="759736"/>
                  </a:lnTo>
                  <a:lnTo>
                    <a:pt x="2448999" y="769023"/>
                  </a:lnTo>
                  <a:lnTo>
                    <a:pt x="2456823" y="777818"/>
                  </a:lnTo>
                  <a:lnTo>
                    <a:pt x="2464647" y="786181"/>
                  </a:lnTo>
                  <a:lnTo>
                    <a:pt x="2472472" y="794117"/>
                  </a:lnTo>
                  <a:lnTo>
                    <a:pt x="2480296" y="801576"/>
                  </a:lnTo>
                  <a:lnTo>
                    <a:pt x="2488120" y="808507"/>
                  </a:lnTo>
                  <a:lnTo>
                    <a:pt x="2495945" y="815041"/>
                  </a:lnTo>
                  <a:lnTo>
                    <a:pt x="2503769" y="821185"/>
                  </a:lnTo>
                  <a:lnTo>
                    <a:pt x="2511593" y="826949"/>
                  </a:lnTo>
                  <a:lnTo>
                    <a:pt x="2519417" y="832201"/>
                  </a:lnTo>
                  <a:lnTo>
                    <a:pt x="2527242" y="837101"/>
                  </a:lnTo>
                  <a:lnTo>
                    <a:pt x="2535066" y="841665"/>
                  </a:lnTo>
                  <a:lnTo>
                    <a:pt x="2542890" y="845905"/>
                  </a:lnTo>
                  <a:lnTo>
                    <a:pt x="2550715" y="849763"/>
                  </a:lnTo>
                  <a:lnTo>
                    <a:pt x="2558539" y="853283"/>
                  </a:lnTo>
                  <a:lnTo>
                    <a:pt x="2566363" y="856531"/>
                  </a:lnTo>
                  <a:lnTo>
                    <a:pt x="2574187" y="859520"/>
                  </a:lnTo>
                  <a:lnTo>
                    <a:pt x="2582012" y="862241"/>
                  </a:lnTo>
                  <a:lnTo>
                    <a:pt x="2589836" y="864661"/>
                  </a:lnTo>
                  <a:lnTo>
                    <a:pt x="2597660" y="866873"/>
                  </a:lnTo>
                  <a:lnTo>
                    <a:pt x="2605485" y="868889"/>
                  </a:lnTo>
                  <a:lnTo>
                    <a:pt x="2613309" y="870719"/>
                  </a:lnTo>
                  <a:lnTo>
                    <a:pt x="2621133" y="872320"/>
                  </a:lnTo>
                  <a:lnTo>
                    <a:pt x="2628957" y="873760"/>
                  </a:lnTo>
                  <a:lnTo>
                    <a:pt x="2636782" y="875060"/>
                  </a:lnTo>
                  <a:lnTo>
                    <a:pt x="2644606" y="876228"/>
                  </a:lnTo>
                  <a:lnTo>
                    <a:pt x="2652430" y="877253"/>
                  </a:lnTo>
                  <a:lnTo>
                    <a:pt x="2660254" y="878149"/>
                  </a:lnTo>
                  <a:lnTo>
                    <a:pt x="2668079" y="878950"/>
                  </a:lnTo>
                  <a:lnTo>
                    <a:pt x="2675903" y="879662"/>
                  </a:lnTo>
                  <a:lnTo>
                    <a:pt x="2683727" y="880291"/>
                  </a:lnTo>
                  <a:lnTo>
                    <a:pt x="2691552" y="880822"/>
                  </a:lnTo>
                  <a:lnTo>
                    <a:pt x="2699376" y="881294"/>
                  </a:lnTo>
                  <a:lnTo>
                    <a:pt x="2707200" y="881709"/>
                  </a:lnTo>
                  <a:lnTo>
                    <a:pt x="2715024" y="882073"/>
                  </a:lnTo>
                  <a:lnTo>
                    <a:pt x="2722849" y="882379"/>
                  </a:lnTo>
                  <a:lnTo>
                    <a:pt x="2730673" y="882644"/>
                  </a:lnTo>
                  <a:lnTo>
                    <a:pt x="2738497" y="882875"/>
                  </a:lnTo>
                  <a:lnTo>
                    <a:pt x="2746322" y="883076"/>
                  </a:lnTo>
                  <a:lnTo>
                    <a:pt x="2754146" y="883246"/>
                  </a:lnTo>
                  <a:lnTo>
                    <a:pt x="2761970" y="883387"/>
                  </a:lnTo>
                  <a:lnTo>
                    <a:pt x="2769794" y="883510"/>
                  </a:lnTo>
                  <a:lnTo>
                    <a:pt x="2777619" y="883616"/>
                  </a:lnTo>
                  <a:lnTo>
                    <a:pt x="2785443" y="883706"/>
                  </a:lnTo>
                  <a:lnTo>
                    <a:pt x="2793267" y="883778"/>
                  </a:lnTo>
                  <a:lnTo>
                    <a:pt x="2801091" y="883840"/>
                  </a:lnTo>
                  <a:lnTo>
                    <a:pt x="2808916" y="883893"/>
                  </a:lnTo>
                  <a:lnTo>
                    <a:pt x="2816740" y="883938"/>
                  </a:lnTo>
                  <a:lnTo>
                    <a:pt x="2824564" y="883975"/>
                  </a:lnTo>
                  <a:lnTo>
                    <a:pt x="2832389" y="884005"/>
                  </a:lnTo>
                  <a:lnTo>
                    <a:pt x="2840213" y="884030"/>
                  </a:lnTo>
                  <a:lnTo>
                    <a:pt x="2848037" y="884052"/>
                  </a:lnTo>
                  <a:lnTo>
                    <a:pt x="2855861" y="884069"/>
                  </a:lnTo>
                  <a:lnTo>
                    <a:pt x="2863686" y="884083"/>
                  </a:lnTo>
                  <a:lnTo>
                    <a:pt x="2871510" y="884094"/>
                  </a:lnTo>
                  <a:lnTo>
                    <a:pt x="2879334" y="884104"/>
                  </a:lnTo>
                  <a:lnTo>
                    <a:pt x="2887159" y="884112"/>
                  </a:lnTo>
                  <a:lnTo>
                    <a:pt x="2894983" y="884118"/>
                  </a:lnTo>
                  <a:lnTo>
                    <a:pt x="2902807" y="884123"/>
                  </a:lnTo>
                  <a:lnTo>
                    <a:pt x="2910631" y="884128"/>
                  </a:lnTo>
                  <a:lnTo>
                    <a:pt x="2918456" y="884131"/>
                  </a:lnTo>
                  <a:lnTo>
                    <a:pt x="2926280" y="884134"/>
                  </a:lnTo>
                  <a:lnTo>
                    <a:pt x="2934104" y="884136"/>
                  </a:lnTo>
                  <a:lnTo>
                    <a:pt x="2941929" y="884137"/>
                  </a:lnTo>
                  <a:lnTo>
                    <a:pt x="2949753" y="884139"/>
                  </a:lnTo>
                  <a:lnTo>
                    <a:pt x="2957577" y="884140"/>
                  </a:lnTo>
                  <a:lnTo>
                    <a:pt x="2965401" y="884141"/>
                  </a:lnTo>
                  <a:lnTo>
                    <a:pt x="2973226" y="884141"/>
                  </a:lnTo>
                  <a:lnTo>
                    <a:pt x="2981050" y="884142"/>
                  </a:lnTo>
                  <a:lnTo>
                    <a:pt x="2988874" y="884142"/>
                  </a:lnTo>
                  <a:lnTo>
                    <a:pt x="2996698" y="884143"/>
                  </a:lnTo>
                  <a:lnTo>
                    <a:pt x="3004523" y="884143"/>
                  </a:lnTo>
                  <a:lnTo>
                    <a:pt x="3012347" y="884143"/>
                  </a:lnTo>
                  <a:lnTo>
                    <a:pt x="3020171" y="884143"/>
                  </a:lnTo>
                  <a:lnTo>
                    <a:pt x="3027996" y="884144"/>
                  </a:lnTo>
                  <a:lnTo>
                    <a:pt x="3035820" y="884144"/>
                  </a:lnTo>
                  <a:lnTo>
                    <a:pt x="3043644" y="884144"/>
                  </a:lnTo>
                  <a:lnTo>
                    <a:pt x="3051468" y="884144"/>
                  </a:lnTo>
                  <a:lnTo>
                    <a:pt x="3059293" y="884144"/>
                  </a:lnTo>
                  <a:lnTo>
                    <a:pt x="3067117" y="884144"/>
                  </a:lnTo>
                  <a:lnTo>
                    <a:pt x="3074941" y="884144"/>
                  </a:lnTo>
                  <a:lnTo>
                    <a:pt x="3082766" y="884144"/>
                  </a:lnTo>
                  <a:lnTo>
                    <a:pt x="3090590" y="884144"/>
                  </a:lnTo>
                  <a:lnTo>
                    <a:pt x="3098414" y="884144"/>
                  </a:lnTo>
                  <a:lnTo>
                    <a:pt x="3106238" y="884144"/>
                  </a:lnTo>
                  <a:lnTo>
                    <a:pt x="3114063" y="884144"/>
                  </a:lnTo>
                  <a:lnTo>
                    <a:pt x="3121887" y="884144"/>
                  </a:lnTo>
                  <a:lnTo>
                    <a:pt x="3129711" y="884144"/>
                  </a:lnTo>
                  <a:lnTo>
                    <a:pt x="3137536" y="884144"/>
                  </a:lnTo>
                  <a:lnTo>
                    <a:pt x="3145360" y="884144"/>
                  </a:lnTo>
                  <a:lnTo>
                    <a:pt x="3153184" y="884144"/>
                  </a:lnTo>
                  <a:lnTo>
                    <a:pt x="3161008" y="884144"/>
                  </a:lnTo>
                  <a:lnTo>
                    <a:pt x="3168833" y="884144"/>
                  </a:lnTo>
                  <a:lnTo>
                    <a:pt x="3176657" y="884144"/>
                  </a:lnTo>
                  <a:lnTo>
                    <a:pt x="3184481" y="884144"/>
                  </a:lnTo>
                  <a:lnTo>
                    <a:pt x="3192305" y="884144"/>
                  </a:lnTo>
                  <a:lnTo>
                    <a:pt x="3200130" y="884144"/>
                  </a:lnTo>
                  <a:lnTo>
                    <a:pt x="3207954" y="884144"/>
                  </a:lnTo>
                  <a:lnTo>
                    <a:pt x="3215778" y="884144"/>
                  </a:lnTo>
                  <a:lnTo>
                    <a:pt x="3223603" y="884144"/>
                  </a:lnTo>
                  <a:lnTo>
                    <a:pt x="3231427" y="884144"/>
                  </a:lnTo>
                  <a:lnTo>
                    <a:pt x="3239251" y="884144"/>
                  </a:lnTo>
                  <a:lnTo>
                    <a:pt x="3247075" y="884144"/>
                  </a:lnTo>
                  <a:lnTo>
                    <a:pt x="3254900" y="884144"/>
                  </a:lnTo>
                  <a:lnTo>
                    <a:pt x="3262724" y="884144"/>
                  </a:lnTo>
                  <a:lnTo>
                    <a:pt x="3270548" y="884144"/>
                  </a:lnTo>
                  <a:lnTo>
                    <a:pt x="3278373" y="884144"/>
                  </a:lnTo>
                  <a:lnTo>
                    <a:pt x="3286197" y="884144"/>
                  </a:lnTo>
                  <a:lnTo>
                    <a:pt x="3294021" y="884144"/>
                  </a:lnTo>
                  <a:lnTo>
                    <a:pt x="3301845" y="884144"/>
                  </a:lnTo>
                  <a:lnTo>
                    <a:pt x="3309670" y="884144"/>
                  </a:lnTo>
                  <a:lnTo>
                    <a:pt x="3317494" y="884144"/>
                  </a:lnTo>
                  <a:lnTo>
                    <a:pt x="3325318" y="884144"/>
                  </a:lnTo>
                  <a:lnTo>
                    <a:pt x="3333142" y="884144"/>
                  </a:lnTo>
                  <a:lnTo>
                    <a:pt x="3340967" y="884144"/>
                  </a:lnTo>
                  <a:lnTo>
                    <a:pt x="3348791" y="884144"/>
                  </a:lnTo>
                  <a:lnTo>
                    <a:pt x="3356615" y="884144"/>
                  </a:lnTo>
                  <a:lnTo>
                    <a:pt x="3364440" y="884144"/>
                  </a:lnTo>
                  <a:lnTo>
                    <a:pt x="3372264" y="884144"/>
                  </a:lnTo>
                  <a:lnTo>
                    <a:pt x="3380088" y="884144"/>
                  </a:lnTo>
                  <a:lnTo>
                    <a:pt x="3387912" y="884144"/>
                  </a:lnTo>
                  <a:lnTo>
                    <a:pt x="3395737" y="884144"/>
                  </a:lnTo>
                  <a:lnTo>
                    <a:pt x="3403561" y="884144"/>
                  </a:lnTo>
                  <a:lnTo>
                    <a:pt x="3411385" y="884144"/>
                  </a:lnTo>
                  <a:lnTo>
                    <a:pt x="3419210" y="884144"/>
                  </a:lnTo>
                  <a:lnTo>
                    <a:pt x="3427034" y="884144"/>
                  </a:lnTo>
                  <a:lnTo>
                    <a:pt x="3434858" y="884144"/>
                  </a:lnTo>
                  <a:lnTo>
                    <a:pt x="3442682" y="884144"/>
                  </a:lnTo>
                  <a:lnTo>
                    <a:pt x="3450507" y="884144"/>
                  </a:lnTo>
                  <a:lnTo>
                    <a:pt x="3458331" y="884144"/>
                  </a:lnTo>
                  <a:lnTo>
                    <a:pt x="3466155" y="884144"/>
                  </a:lnTo>
                  <a:lnTo>
                    <a:pt x="3473980" y="884144"/>
                  </a:lnTo>
                  <a:lnTo>
                    <a:pt x="3481804" y="884144"/>
                  </a:lnTo>
                  <a:lnTo>
                    <a:pt x="3489628" y="884144"/>
                  </a:lnTo>
                  <a:lnTo>
                    <a:pt x="3497452" y="884144"/>
                  </a:lnTo>
                  <a:lnTo>
                    <a:pt x="3505277" y="884144"/>
                  </a:lnTo>
                  <a:lnTo>
                    <a:pt x="3513101" y="884144"/>
                  </a:lnTo>
                  <a:lnTo>
                    <a:pt x="3520925" y="884144"/>
                  </a:lnTo>
                  <a:lnTo>
                    <a:pt x="3528749" y="884144"/>
                  </a:lnTo>
                  <a:lnTo>
                    <a:pt x="3536574" y="884144"/>
                  </a:lnTo>
                  <a:lnTo>
                    <a:pt x="3544398" y="884144"/>
                  </a:lnTo>
                  <a:lnTo>
                    <a:pt x="3552222" y="884144"/>
                  </a:lnTo>
                  <a:lnTo>
                    <a:pt x="3560047" y="884144"/>
                  </a:lnTo>
                  <a:lnTo>
                    <a:pt x="3567871" y="884144"/>
                  </a:lnTo>
                  <a:lnTo>
                    <a:pt x="3575695" y="884144"/>
                  </a:lnTo>
                  <a:lnTo>
                    <a:pt x="3583519" y="884144"/>
                  </a:lnTo>
                  <a:lnTo>
                    <a:pt x="3591344" y="884144"/>
                  </a:lnTo>
                  <a:lnTo>
                    <a:pt x="3599168" y="884144"/>
                  </a:lnTo>
                  <a:lnTo>
                    <a:pt x="3606992" y="884144"/>
                  </a:lnTo>
                  <a:lnTo>
                    <a:pt x="3614817" y="884144"/>
                  </a:lnTo>
                  <a:lnTo>
                    <a:pt x="3622641" y="884144"/>
                  </a:lnTo>
                  <a:lnTo>
                    <a:pt x="3630465" y="884144"/>
                  </a:lnTo>
                  <a:lnTo>
                    <a:pt x="3638289" y="884144"/>
                  </a:lnTo>
                  <a:lnTo>
                    <a:pt x="3646114" y="884144"/>
                  </a:lnTo>
                  <a:lnTo>
                    <a:pt x="3653938" y="884144"/>
                  </a:lnTo>
                  <a:lnTo>
                    <a:pt x="3661762" y="884144"/>
                  </a:lnTo>
                  <a:lnTo>
                    <a:pt x="3669586" y="884144"/>
                  </a:lnTo>
                  <a:lnTo>
                    <a:pt x="3677411" y="884144"/>
                  </a:lnTo>
                  <a:lnTo>
                    <a:pt x="3685235" y="884144"/>
                  </a:lnTo>
                  <a:lnTo>
                    <a:pt x="3693059" y="884144"/>
                  </a:lnTo>
                  <a:lnTo>
                    <a:pt x="3700884" y="884144"/>
                  </a:lnTo>
                  <a:lnTo>
                    <a:pt x="3708708" y="884144"/>
                  </a:lnTo>
                  <a:lnTo>
                    <a:pt x="3716532" y="884144"/>
                  </a:lnTo>
                  <a:lnTo>
                    <a:pt x="3724356" y="884144"/>
                  </a:lnTo>
                  <a:lnTo>
                    <a:pt x="3732181" y="884144"/>
                  </a:lnTo>
                  <a:lnTo>
                    <a:pt x="3740005" y="884144"/>
                  </a:lnTo>
                  <a:lnTo>
                    <a:pt x="3747829" y="884144"/>
                  </a:lnTo>
                  <a:lnTo>
                    <a:pt x="3755654" y="884144"/>
                  </a:lnTo>
                  <a:lnTo>
                    <a:pt x="3763478" y="884144"/>
                  </a:lnTo>
                  <a:lnTo>
                    <a:pt x="3771302" y="884144"/>
                  </a:lnTo>
                  <a:lnTo>
                    <a:pt x="3779126" y="884144"/>
                  </a:lnTo>
                  <a:lnTo>
                    <a:pt x="3786951" y="884144"/>
                  </a:lnTo>
                  <a:lnTo>
                    <a:pt x="3794775" y="884144"/>
                  </a:lnTo>
                  <a:lnTo>
                    <a:pt x="3802599" y="884144"/>
                  </a:lnTo>
                  <a:lnTo>
                    <a:pt x="3810424" y="884144"/>
                  </a:lnTo>
                  <a:lnTo>
                    <a:pt x="3818248" y="884144"/>
                  </a:lnTo>
                  <a:lnTo>
                    <a:pt x="3826072" y="884144"/>
                  </a:lnTo>
                  <a:lnTo>
                    <a:pt x="3833896" y="884144"/>
                  </a:lnTo>
                  <a:lnTo>
                    <a:pt x="3841721" y="884144"/>
                  </a:lnTo>
                  <a:lnTo>
                    <a:pt x="3849545" y="884144"/>
                  </a:lnTo>
                  <a:lnTo>
                    <a:pt x="3857369" y="884144"/>
                  </a:lnTo>
                  <a:lnTo>
                    <a:pt x="3865193" y="884144"/>
                  </a:lnTo>
                  <a:lnTo>
                    <a:pt x="3873018" y="884144"/>
                  </a:lnTo>
                  <a:lnTo>
                    <a:pt x="3880842" y="884144"/>
                  </a:lnTo>
                  <a:lnTo>
                    <a:pt x="3888666" y="884144"/>
                  </a:lnTo>
                  <a:lnTo>
                    <a:pt x="3896491" y="884144"/>
                  </a:lnTo>
                  <a:lnTo>
                    <a:pt x="3904315" y="884144"/>
                  </a:lnTo>
                  <a:lnTo>
                    <a:pt x="3912139" y="884144"/>
                  </a:lnTo>
                  <a:lnTo>
                    <a:pt x="3919963" y="884144"/>
                  </a:lnTo>
                  <a:lnTo>
                    <a:pt x="3927788" y="884144"/>
                  </a:lnTo>
                  <a:lnTo>
                    <a:pt x="3935612" y="884144"/>
                  </a:lnTo>
                  <a:lnTo>
                    <a:pt x="3943436" y="884144"/>
                  </a:lnTo>
                  <a:lnTo>
                    <a:pt x="3951261" y="884144"/>
                  </a:lnTo>
                  <a:lnTo>
                    <a:pt x="3959085" y="884144"/>
                  </a:lnTo>
                  <a:lnTo>
                    <a:pt x="3966909" y="884144"/>
                  </a:lnTo>
                  <a:lnTo>
                    <a:pt x="3974733" y="884144"/>
                  </a:lnTo>
                  <a:lnTo>
                    <a:pt x="3982558" y="884144"/>
                  </a:lnTo>
                  <a:lnTo>
                    <a:pt x="3990382" y="884144"/>
                  </a:lnTo>
                  <a:lnTo>
                    <a:pt x="3998206" y="884144"/>
                  </a:lnTo>
                  <a:lnTo>
                    <a:pt x="3990382" y="884144"/>
                  </a:lnTo>
                  <a:lnTo>
                    <a:pt x="3982558" y="884144"/>
                  </a:lnTo>
                  <a:lnTo>
                    <a:pt x="3974733" y="884144"/>
                  </a:lnTo>
                  <a:lnTo>
                    <a:pt x="3966909" y="884144"/>
                  </a:lnTo>
                  <a:lnTo>
                    <a:pt x="3959085" y="884144"/>
                  </a:lnTo>
                  <a:lnTo>
                    <a:pt x="3951261" y="884144"/>
                  </a:lnTo>
                  <a:lnTo>
                    <a:pt x="3943436" y="884144"/>
                  </a:lnTo>
                  <a:lnTo>
                    <a:pt x="3935612" y="884144"/>
                  </a:lnTo>
                  <a:lnTo>
                    <a:pt x="3927788" y="884144"/>
                  </a:lnTo>
                  <a:lnTo>
                    <a:pt x="3919963" y="884144"/>
                  </a:lnTo>
                  <a:lnTo>
                    <a:pt x="3912139" y="884144"/>
                  </a:lnTo>
                  <a:lnTo>
                    <a:pt x="3904315" y="884144"/>
                  </a:lnTo>
                  <a:lnTo>
                    <a:pt x="3896491" y="884144"/>
                  </a:lnTo>
                  <a:lnTo>
                    <a:pt x="3888666" y="884144"/>
                  </a:lnTo>
                  <a:lnTo>
                    <a:pt x="3880842" y="884144"/>
                  </a:lnTo>
                  <a:lnTo>
                    <a:pt x="3873018" y="884144"/>
                  </a:lnTo>
                  <a:lnTo>
                    <a:pt x="3865193" y="884144"/>
                  </a:lnTo>
                  <a:lnTo>
                    <a:pt x="3857369" y="884144"/>
                  </a:lnTo>
                  <a:lnTo>
                    <a:pt x="3849545" y="884144"/>
                  </a:lnTo>
                  <a:lnTo>
                    <a:pt x="3841721" y="884144"/>
                  </a:lnTo>
                  <a:lnTo>
                    <a:pt x="3833896" y="884144"/>
                  </a:lnTo>
                  <a:lnTo>
                    <a:pt x="3826072" y="884144"/>
                  </a:lnTo>
                  <a:lnTo>
                    <a:pt x="3818248" y="884144"/>
                  </a:lnTo>
                  <a:lnTo>
                    <a:pt x="3810424" y="884144"/>
                  </a:lnTo>
                  <a:lnTo>
                    <a:pt x="3802599" y="884144"/>
                  </a:lnTo>
                  <a:lnTo>
                    <a:pt x="3794775" y="884144"/>
                  </a:lnTo>
                  <a:lnTo>
                    <a:pt x="3786951" y="884144"/>
                  </a:lnTo>
                  <a:lnTo>
                    <a:pt x="3779126" y="884144"/>
                  </a:lnTo>
                  <a:lnTo>
                    <a:pt x="3771302" y="884144"/>
                  </a:lnTo>
                  <a:lnTo>
                    <a:pt x="3763478" y="884144"/>
                  </a:lnTo>
                  <a:lnTo>
                    <a:pt x="3755654" y="884144"/>
                  </a:lnTo>
                  <a:lnTo>
                    <a:pt x="3747829" y="884144"/>
                  </a:lnTo>
                  <a:lnTo>
                    <a:pt x="3740005" y="884144"/>
                  </a:lnTo>
                  <a:lnTo>
                    <a:pt x="3732181" y="884144"/>
                  </a:lnTo>
                  <a:lnTo>
                    <a:pt x="3724356" y="884144"/>
                  </a:lnTo>
                  <a:lnTo>
                    <a:pt x="3716532" y="884144"/>
                  </a:lnTo>
                  <a:lnTo>
                    <a:pt x="3708708" y="884144"/>
                  </a:lnTo>
                  <a:lnTo>
                    <a:pt x="3700884" y="884144"/>
                  </a:lnTo>
                  <a:lnTo>
                    <a:pt x="3693059" y="884144"/>
                  </a:lnTo>
                  <a:lnTo>
                    <a:pt x="3685235" y="884144"/>
                  </a:lnTo>
                  <a:lnTo>
                    <a:pt x="3677411" y="884144"/>
                  </a:lnTo>
                  <a:lnTo>
                    <a:pt x="3669586" y="884144"/>
                  </a:lnTo>
                  <a:lnTo>
                    <a:pt x="3661762" y="884144"/>
                  </a:lnTo>
                  <a:lnTo>
                    <a:pt x="3653938" y="884144"/>
                  </a:lnTo>
                  <a:lnTo>
                    <a:pt x="3646114" y="884144"/>
                  </a:lnTo>
                  <a:lnTo>
                    <a:pt x="3638289" y="884144"/>
                  </a:lnTo>
                  <a:lnTo>
                    <a:pt x="3630465" y="884144"/>
                  </a:lnTo>
                  <a:lnTo>
                    <a:pt x="3622641" y="884144"/>
                  </a:lnTo>
                  <a:lnTo>
                    <a:pt x="3614817" y="884144"/>
                  </a:lnTo>
                  <a:lnTo>
                    <a:pt x="3606992" y="884144"/>
                  </a:lnTo>
                  <a:lnTo>
                    <a:pt x="3599168" y="884144"/>
                  </a:lnTo>
                  <a:lnTo>
                    <a:pt x="3591344" y="884144"/>
                  </a:lnTo>
                  <a:lnTo>
                    <a:pt x="3583519" y="884144"/>
                  </a:lnTo>
                  <a:lnTo>
                    <a:pt x="3575695" y="884144"/>
                  </a:lnTo>
                  <a:lnTo>
                    <a:pt x="3567871" y="884144"/>
                  </a:lnTo>
                  <a:lnTo>
                    <a:pt x="3560047" y="884144"/>
                  </a:lnTo>
                  <a:lnTo>
                    <a:pt x="3552222" y="884144"/>
                  </a:lnTo>
                  <a:lnTo>
                    <a:pt x="3544398" y="884144"/>
                  </a:lnTo>
                  <a:lnTo>
                    <a:pt x="3536574" y="884144"/>
                  </a:lnTo>
                  <a:lnTo>
                    <a:pt x="3528749" y="884144"/>
                  </a:lnTo>
                  <a:lnTo>
                    <a:pt x="3520925" y="884144"/>
                  </a:lnTo>
                  <a:lnTo>
                    <a:pt x="3513101" y="884144"/>
                  </a:lnTo>
                  <a:lnTo>
                    <a:pt x="3505277" y="884144"/>
                  </a:lnTo>
                  <a:lnTo>
                    <a:pt x="3497452" y="884144"/>
                  </a:lnTo>
                  <a:lnTo>
                    <a:pt x="3489628" y="884144"/>
                  </a:lnTo>
                  <a:lnTo>
                    <a:pt x="3481804" y="884144"/>
                  </a:lnTo>
                  <a:lnTo>
                    <a:pt x="3473980" y="884144"/>
                  </a:lnTo>
                  <a:lnTo>
                    <a:pt x="3466155" y="884144"/>
                  </a:lnTo>
                  <a:lnTo>
                    <a:pt x="3458331" y="884144"/>
                  </a:lnTo>
                  <a:lnTo>
                    <a:pt x="3450507" y="884144"/>
                  </a:lnTo>
                  <a:lnTo>
                    <a:pt x="3442682" y="884144"/>
                  </a:lnTo>
                  <a:lnTo>
                    <a:pt x="3434858" y="884144"/>
                  </a:lnTo>
                  <a:lnTo>
                    <a:pt x="3427034" y="884144"/>
                  </a:lnTo>
                  <a:lnTo>
                    <a:pt x="3419210" y="884144"/>
                  </a:lnTo>
                  <a:lnTo>
                    <a:pt x="3411385" y="884144"/>
                  </a:lnTo>
                  <a:lnTo>
                    <a:pt x="3403561" y="884144"/>
                  </a:lnTo>
                  <a:lnTo>
                    <a:pt x="3395737" y="884144"/>
                  </a:lnTo>
                  <a:lnTo>
                    <a:pt x="3387912" y="884144"/>
                  </a:lnTo>
                  <a:lnTo>
                    <a:pt x="3380088" y="884144"/>
                  </a:lnTo>
                  <a:lnTo>
                    <a:pt x="3372264" y="884144"/>
                  </a:lnTo>
                  <a:lnTo>
                    <a:pt x="3364440" y="884144"/>
                  </a:lnTo>
                  <a:lnTo>
                    <a:pt x="3356615" y="884144"/>
                  </a:lnTo>
                  <a:lnTo>
                    <a:pt x="3348791" y="884144"/>
                  </a:lnTo>
                  <a:lnTo>
                    <a:pt x="3340967" y="884144"/>
                  </a:lnTo>
                  <a:lnTo>
                    <a:pt x="3333142" y="884144"/>
                  </a:lnTo>
                  <a:lnTo>
                    <a:pt x="3325318" y="884144"/>
                  </a:lnTo>
                  <a:lnTo>
                    <a:pt x="3317494" y="884144"/>
                  </a:lnTo>
                  <a:lnTo>
                    <a:pt x="3309670" y="884144"/>
                  </a:lnTo>
                  <a:lnTo>
                    <a:pt x="3301845" y="884144"/>
                  </a:lnTo>
                  <a:lnTo>
                    <a:pt x="3294021" y="884144"/>
                  </a:lnTo>
                  <a:lnTo>
                    <a:pt x="3286197" y="884144"/>
                  </a:lnTo>
                  <a:lnTo>
                    <a:pt x="3278373" y="884144"/>
                  </a:lnTo>
                  <a:lnTo>
                    <a:pt x="3270548" y="884144"/>
                  </a:lnTo>
                  <a:lnTo>
                    <a:pt x="3262724" y="884144"/>
                  </a:lnTo>
                  <a:lnTo>
                    <a:pt x="3254900" y="884144"/>
                  </a:lnTo>
                  <a:lnTo>
                    <a:pt x="3247075" y="884144"/>
                  </a:lnTo>
                  <a:lnTo>
                    <a:pt x="3239251" y="884144"/>
                  </a:lnTo>
                  <a:lnTo>
                    <a:pt x="3231427" y="884144"/>
                  </a:lnTo>
                  <a:lnTo>
                    <a:pt x="3223603" y="884144"/>
                  </a:lnTo>
                  <a:lnTo>
                    <a:pt x="3215778" y="884144"/>
                  </a:lnTo>
                  <a:lnTo>
                    <a:pt x="3207954" y="884144"/>
                  </a:lnTo>
                  <a:lnTo>
                    <a:pt x="3200130" y="884144"/>
                  </a:lnTo>
                  <a:lnTo>
                    <a:pt x="3192305" y="884144"/>
                  </a:lnTo>
                  <a:lnTo>
                    <a:pt x="3184481" y="884144"/>
                  </a:lnTo>
                  <a:lnTo>
                    <a:pt x="3176657" y="884144"/>
                  </a:lnTo>
                  <a:lnTo>
                    <a:pt x="3168833" y="884144"/>
                  </a:lnTo>
                  <a:lnTo>
                    <a:pt x="3161008" y="884144"/>
                  </a:lnTo>
                  <a:lnTo>
                    <a:pt x="3153184" y="884144"/>
                  </a:lnTo>
                  <a:lnTo>
                    <a:pt x="3145360" y="884144"/>
                  </a:lnTo>
                  <a:lnTo>
                    <a:pt x="3137536" y="884144"/>
                  </a:lnTo>
                  <a:lnTo>
                    <a:pt x="3129711" y="884144"/>
                  </a:lnTo>
                  <a:lnTo>
                    <a:pt x="3121887" y="884144"/>
                  </a:lnTo>
                  <a:lnTo>
                    <a:pt x="3114063" y="884144"/>
                  </a:lnTo>
                  <a:lnTo>
                    <a:pt x="3106238" y="884144"/>
                  </a:lnTo>
                  <a:lnTo>
                    <a:pt x="3098414" y="884144"/>
                  </a:lnTo>
                  <a:lnTo>
                    <a:pt x="3090590" y="884144"/>
                  </a:lnTo>
                  <a:lnTo>
                    <a:pt x="3082766" y="884144"/>
                  </a:lnTo>
                  <a:lnTo>
                    <a:pt x="3074941" y="884144"/>
                  </a:lnTo>
                  <a:lnTo>
                    <a:pt x="3067117" y="884144"/>
                  </a:lnTo>
                  <a:lnTo>
                    <a:pt x="3059293" y="884144"/>
                  </a:lnTo>
                  <a:lnTo>
                    <a:pt x="3051468" y="884144"/>
                  </a:lnTo>
                  <a:lnTo>
                    <a:pt x="3043644" y="884144"/>
                  </a:lnTo>
                  <a:lnTo>
                    <a:pt x="3035820" y="884144"/>
                  </a:lnTo>
                  <a:lnTo>
                    <a:pt x="3027996" y="884144"/>
                  </a:lnTo>
                  <a:lnTo>
                    <a:pt x="3020171" y="884144"/>
                  </a:lnTo>
                  <a:lnTo>
                    <a:pt x="3012347" y="884144"/>
                  </a:lnTo>
                  <a:lnTo>
                    <a:pt x="3004523" y="884144"/>
                  </a:lnTo>
                  <a:lnTo>
                    <a:pt x="2996698" y="884144"/>
                  </a:lnTo>
                  <a:lnTo>
                    <a:pt x="2988874" y="884144"/>
                  </a:lnTo>
                  <a:lnTo>
                    <a:pt x="2981050" y="884144"/>
                  </a:lnTo>
                  <a:lnTo>
                    <a:pt x="2973226" y="884144"/>
                  </a:lnTo>
                  <a:lnTo>
                    <a:pt x="2965401" y="884144"/>
                  </a:lnTo>
                  <a:lnTo>
                    <a:pt x="2957577" y="884144"/>
                  </a:lnTo>
                  <a:lnTo>
                    <a:pt x="2949753" y="884144"/>
                  </a:lnTo>
                  <a:lnTo>
                    <a:pt x="2941929" y="884144"/>
                  </a:lnTo>
                  <a:lnTo>
                    <a:pt x="2934104" y="884144"/>
                  </a:lnTo>
                  <a:lnTo>
                    <a:pt x="2926280" y="884144"/>
                  </a:lnTo>
                  <a:lnTo>
                    <a:pt x="2918456" y="884144"/>
                  </a:lnTo>
                  <a:lnTo>
                    <a:pt x="2910631" y="884144"/>
                  </a:lnTo>
                  <a:lnTo>
                    <a:pt x="2902807" y="884144"/>
                  </a:lnTo>
                  <a:lnTo>
                    <a:pt x="2894983" y="884144"/>
                  </a:lnTo>
                  <a:lnTo>
                    <a:pt x="2887159" y="884144"/>
                  </a:lnTo>
                  <a:lnTo>
                    <a:pt x="2879334" y="884144"/>
                  </a:lnTo>
                  <a:lnTo>
                    <a:pt x="2871510" y="884144"/>
                  </a:lnTo>
                  <a:lnTo>
                    <a:pt x="2863686" y="884144"/>
                  </a:lnTo>
                  <a:lnTo>
                    <a:pt x="2855861" y="884144"/>
                  </a:lnTo>
                  <a:lnTo>
                    <a:pt x="2848037" y="884144"/>
                  </a:lnTo>
                  <a:lnTo>
                    <a:pt x="2840213" y="884144"/>
                  </a:lnTo>
                  <a:lnTo>
                    <a:pt x="2832389" y="884144"/>
                  </a:lnTo>
                  <a:lnTo>
                    <a:pt x="2824564" y="884144"/>
                  </a:lnTo>
                  <a:lnTo>
                    <a:pt x="2816740" y="884144"/>
                  </a:lnTo>
                  <a:lnTo>
                    <a:pt x="2808916" y="884144"/>
                  </a:lnTo>
                  <a:lnTo>
                    <a:pt x="2801091" y="884144"/>
                  </a:lnTo>
                  <a:lnTo>
                    <a:pt x="2793267" y="884144"/>
                  </a:lnTo>
                  <a:lnTo>
                    <a:pt x="2785443" y="884144"/>
                  </a:lnTo>
                  <a:lnTo>
                    <a:pt x="2777619" y="884144"/>
                  </a:lnTo>
                  <a:lnTo>
                    <a:pt x="2769794" y="884144"/>
                  </a:lnTo>
                  <a:lnTo>
                    <a:pt x="2761970" y="884144"/>
                  </a:lnTo>
                  <a:lnTo>
                    <a:pt x="2754146" y="884144"/>
                  </a:lnTo>
                  <a:lnTo>
                    <a:pt x="2746322" y="884144"/>
                  </a:lnTo>
                  <a:lnTo>
                    <a:pt x="2738497" y="884144"/>
                  </a:lnTo>
                  <a:lnTo>
                    <a:pt x="2730673" y="884144"/>
                  </a:lnTo>
                  <a:lnTo>
                    <a:pt x="2722849" y="884144"/>
                  </a:lnTo>
                  <a:lnTo>
                    <a:pt x="2715024" y="884144"/>
                  </a:lnTo>
                  <a:lnTo>
                    <a:pt x="2707200" y="884144"/>
                  </a:lnTo>
                  <a:lnTo>
                    <a:pt x="2699376" y="884144"/>
                  </a:lnTo>
                  <a:lnTo>
                    <a:pt x="2691552" y="884144"/>
                  </a:lnTo>
                  <a:lnTo>
                    <a:pt x="2683727" y="884144"/>
                  </a:lnTo>
                  <a:lnTo>
                    <a:pt x="2675903" y="884144"/>
                  </a:lnTo>
                  <a:lnTo>
                    <a:pt x="2668079" y="884144"/>
                  </a:lnTo>
                  <a:lnTo>
                    <a:pt x="2660254" y="884144"/>
                  </a:lnTo>
                  <a:lnTo>
                    <a:pt x="2652430" y="884144"/>
                  </a:lnTo>
                  <a:lnTo>
                    <a:pt x="2644606" y="884144"/>
                  </a:lnTo>
                  <a:lnTo>
                    <a:pt x="2636782" y="884144"/>
                  </a:lnTo>
                  <a:lnTo>
                    <a:pt x="2628957" y="884144"/>
                  </a:lnTo>
                  <a:lnTo>
                    <a:pt x="2621133" y="884144"/>
                  </a:lnTo>
                  <a:lnTo>
                    <a:pt x="2613309" y="884144"/>
                  </a:lnTo>
                  <a:lnTo>
                    <a:pt x="2605485" y="884144"/>
                  </a:lnTo>
                  <a:lnTo>
                    <a:pt x="2597660" y="884144"/>
                  </a:lnTo>
                  <a:lnTo>
                    <a:pt x="2589836" y="884144"/>
                  </a:lnTo>
                  <a:lnTo>
                    <a:pt x="2582012" y="884144"/>
                  </a:lnTo>
                  <a:lnTo>
                    <a:pt x="2574187" y="884144"/>
                  </a:lnTo>
                  <a:lnTo>
                    <a:pt x="2566363" y="884144"/>
                  </a:lnTo>
                  <a:lnTo>
                    <a:pt x="2558539" y="884144"/>
                  </a:lnTo>
                  <a:lnTo>
                    <a:pt x="2550715" y="884144"/>
                  </a:lnTo>
                  <a:lnTo>
                    <a:pt x="2542890" y="884144"/>
                  </a:lnTo>
                  <a:lnTo>
                    <a:pt x="2535066" y="884144"/>
                  </a:lnTo>
                  <a:lnTo>
                    <a:pt x="2527242" y="884144"/>
                  </a:lnTo>
                  <a:lnTo>
                    <a:pt x="2519417" y="884144"/>
                  </a:lnTo>
                  <a:lnTo>
                    <a:pt x="2511593" y="884144"/>
                  </a:lnTo>
                  <a:lnTo>
                    <a:pt x="2503769" y="884144"/>
                  </a:lnTo>
                  <a:lnTo>
                    <a:pt x="2495945" y="884144"/>
                  </a:lnTo>
                  <a:lnTo>
                    <a:pt x="2488120" y="884144"/>
                  </a:lnTo>
                  <a:lnTo>
                    <a:pt x="2480296" y="884144"/>
                  </a:lnTo>
                  <a:lnTo>
                    <a:pt x="2472472" y="884144"/>
                  </a:lnTo>
                  <a:lnTo>
                    <a:pt x="2464647" y="884144"/>
                  </a:lnTo>
                  <a:lnTo>
                    <a:pt x="2456823" y="884144"/>
                  </a:lnTo>
                  <a:lnTo>
                    <a:pt x="2448999" y="884144"/>
                  </a:lnTo>
                  <a:lnTo>
                    <a:pt x="2441175" y="884144"/>
                  </a:lnTo>
                  <a:lnTo>
                    <a:pt x="2433350" y="884144"/>
                  </a:lnTo>
                  <a:lnTo>
                    <a:pt x="2425526" y="884144"/>
                  </a:lnTo>
                  <a:lnTo>
                    <a:pt x="2417702" y="884144"/>
                  </a:lnTo>
                  <a:lnTo>
                    <a:pt x="2409878" y="884144"/>
                  </a:lnTo>
                  <a:lnTo>
                    <a:pt x="2402053" y="884144"/>
                  </a:lnTo>
                  <a:lnTo>
                    <a:pt x="2394229" y="884144"/>
                  </a:lnTo>
                  <a:lnTo>
                    <a:pt x="2386405" y="884144"/>
                  </a:lnTo>
                  <a:lnTo>
                    <a:pt x="2378580" y="884144"/>
                  </a:lnTo>
                  <a:lnTo>
                    <a:pt x="2370756" y="884144"/>
                  </a:lnTo>
                  <a:lnTo>
                    <a:pt x="2362932" y="884144"/>
                  </a:lnTo>
                  <a:lnTo>
                    <a:pt x="2355108" y="884144"/>
                  </a:lnTo>
                  <a:lnTo>
                    <a:pt x="2347283" y="884144"/>
                  </a:lnTo>
                  <a:lnTo>
                    <a:pt x="2339459" y="884144"/>
                  </a:lnTo>
                  <a:lnTo>
                    <a:pt x="2331635" y="884144"/>
                  </a:lnTo>
                  <a:lnTo>
                    <a:pt x="2323810" y="884144"/>
                  </a:lnTo>
                  <a:lnTo>
                    <a:pt x="2315986" y="884144"/>
                  </a:lnTo>
                  <a:lnTo>
                    <a:pt x="2308162" y="884144"/>
                  </a:lnTo>
                  <a:lnTo>
                    <a:pt x="2300338" y="884144"/>
                  </a:lnTo>
                  <a:lnTo>
                    <a:pt x="2292513" y="884144"/>
                  </a:lnTo>
                  <a:lnTo>
                    <a:pt x="2284689" y="884144"/>
                  </a:lnTo>
                  <a:lnTo>
                    <a:pt x="2276865" y="884144"/>
                  </a:lnTo>
                  <a:lnTo>
                    <a:pt x="2269040" y="884144"/>
                  </a:lnTo>
                  <a:lnTo>
                    <a:pt x="2261216" y="884144"/>
                  </a:lnTo>
                  <a:lnTo>
                    <a:pt x="2253392" y="884144"/>
                  </a:lnTo>
                  <a:lnTo>
                    <a:pt x="2245568" y="884144"/>
                  </a:lnTo>
                  <a:lnTo>
                    <a:pt x="2237743" y="884144"/>
                  </a:lnTo>
                  <a:lnTo>
                    <a:pt x="2229919" y="884144"/>
                  </a:lnTo>
                  <a:lnTo>
                    <a:pt x="2222095" y="884144"/>
                  </a:lnTo>
                  <a:lnTo>
                    <a:pt x="2214271" y="884144"/>
                  </a:lnTo>
                  <a:lnTo>
                    <a:pt x="2206446" y="884144"/>
                  </a:lnTo>
                  <a:lnTo>
                    <a:pt x="2198622" y="884144"/>
                  </a:lnTo>
                  <a:lnTo>
                    <a:pt x="2190798" y="884144"/>
                  </a:lnTo>
                  <a:lnTo>
                    <a:pt x="2182973" y="884144"/>
                  </a:lnTo>
                  <a:lnTo>
                    <a:pt x="2175149" y="884144"/>
                  </a:lnTo>
                  <a:lnTo>
                    <a:pt x="2167325" y="884144"/>
                  </a:lnTo>
                  <a:lnTo>
                    <a:pt x="2159501" y="884144"/>
                  </a:lnTo>
                  <a:lnTo>
                    <a:pt x="2151676" y="884144"/>
                  </a:lnTo>
                  <a:lnTo>
                    <a:pt x="2143852" y="884144"/>
                  </a:lnTo>
                  <a:lnTo>
                    <a:pt x="2136028" y="884144"/>
                  </a:lnTo>
                  <a:lnTo>
                    <a:pt x="2128203" y="884144"/>
                  </a:lnTo>
                  <a:lnTo>
                    <a:pt x="2120379" y="884144"/>
                  </a:lnTo>
                  <a:lnTo>
                    <a:pt x="2112555" y="884144"/>
                  </a:lnTo>
                  <a:lnTo>
                    <a:pt x="2104731" y="884144"/>
                  </a:lnTo>
                  <a:lnTo>
                    <a:pt x="2096906" y="884144"/>
                  </a:lnTo>
                  <a:lnTo>
                    <a:pt x="2089082" y="884144"/>
                  </a:lnTo>
                  <a:lnTo>
                    <a:pt x="2081258" y="884144"/>
                  </a:lnTo>
                  <a:lnTo>
                    <a:pt x="2073434" y="884144"/>
                  </a:lnTo>
                  <a:lnTo>
                    <a:pt x="2065609" y="884144"/>
                  </a:lnTo>
                  <a:lnTo>
                    <a:pt x="2057785" y="884144"/>
                  </a:lnTo>
                  <a:lnTo>
                    <a:pt x="2049961" y="884144"/>
                  </a:lnTo>
                  <a:lnTo>
                    <a:pt x="2042136" y="884144"/>
                  </a:lnTo>
                  <a:lnTo>
                    <a:pt x="2034312" y="884144"/>
                  </a:lnTo>
                  <a:lnTo>
                    <a:pt x="2026488" y="884144"/>
                  </a:lnTo>
                  <a:lnTo>
                    <a:pt x="2018664" y="884144"/>
                  </a:lnTo>
                  <a:lnTo>
                    <a:pt x="2010839" y="884144"/>
                  </a:lnTo>
                  <a:lnTo>
                    <a:pt x="2003015" y="884144"/>
                  </a:lnTo>
                  <a:lnTo>
                    <a:pt x="1995191" y="884144"/>
                  </a:lnTo>
                  <a:lnTo>
                    <a:pt x="1987366" y="884144"/>
                  </a:lnTo>
                  <a:lnTo>
                    <a:pt x="1979542" y="884144"/>
                  </a:lnTo>
                  <a:lnTo>
                    <a:pt x="1971718" y="884144"/>
                  </a:lnTo>
                  <a:lnTo>
                    <a:pt x="1963894" y="884144"/>
                  </a:lnTo>
                  <a:lnTo>
                    <a:pt x="1956069" y="884144"/>
                  </a:lnTo>
                  <a:lnTo>
                    <a:pt x="1948245" y="884144"/>
                  </a:lnTo>
                  <a:lnTo>
                    <a:pt x="1940421" y="884144"/>
                  </a:lnTo>
                  <a:lnTo>
                    <a:pt x="1932596" y="884144"/>
                  </a:lnTo>
                  <a:lnTo>
                    <a:pt x="1924772" y="884144"/>
                  </a:lnTo>
                  <a:lnTo>
                    <a:pt x="1916948" y="884144"/>
                  </a:lnTo>
                  <a:lnTo>
                    <a:pt x="1909124" y="884144"/>
                  </a:lnTo>
                  <a:lnTo>
                    <a:pt x="1901299" y="884144"/>
                  </a:lnTo>
                  <a:lnTo>
                    <a:pt x="1893475" y="884144"/>
                  </a:lnTo>
                  <a:lnTo>
                    <a:pt x="1885651" y="884144"/>
                  </a:lnTo>
                  <a:lnTo>
                    <a:pt x="1877827" y="884144"/>
                  </a:lnTo>
                  <a:lnTo>
                    <a:pt x="1870002" y="884144"/>
                  </a:lnTo>
                  <a:lnTo>
                    <a:pt x="1862178" y="884144"/>
                  </a:lnTo>
                  <a:lnTo>
                    <a:pt x="1854354" y="884144"/>
                  </a:lnTo>
                  <a:lnTo>
                    <a:pt x="1846529" y="884144"/>
                  </a:lnTo>
                  <a:lnTo>
                    <a:pt x="1838705" y="884144"/>
                  </a:lnTo>
                  <a:lnTo>
                    <a:pt x="1830881" y="884144"/>
                  </a:lnTo>
                  <a:lnTo>
                    <a:pt x="1823057" y="884144"/>
                  </a:lnTo>
                  <a:lnTo>
                    <a:pt x="1815232" y="884144"/>
                  </a:lnTo>
                  <a:lnTo>
                    <a:pt x="1807408" y="884144"/>
                  </a:lnTo>
                  <a:lnTo>
                    <a:pt x="1799584" y="884144"/>
                  </a:lnTo>
                  <a:lnTo>
                    <a:pt x="1791759" y="884144"/>
                  </a:lnTo>
                  <a:lnTo>
                    <a:pt x="1783935" y="884144"/>
                  </a:lnTo>
                  <a:lnTo>
                    <a:pt x="1776111" y="884144"/>
                  </a:lnTo>
                  <a:lnTo>
                    <a:pt x="1768287" y="884144"/>
                  </a:lnTo>
                  <a:lnTo>
                    <a:pt x="1760462" y="884144"/>
                  </a:lnTo>
                  <a:lnTo>
                    <a:pt x="1752638" y="884144"/>
                  </a:lnTo>
                  <a:lnTo>
                    <a:pt x="1744814" y="884144"/>
                  </a:lnTo>
                  <a:lnTo>
                    <a:pt x="1736990" y="884144"/>
                  </a:lnTo>
                  <a:lnTo>
                    <a:pt x="1729165" y="884144"/>
                  </a:lnTo>
                  <a:lnTo>
                    <a:pt x="1721341" y="884144"/>
                  </a:lnTo>
                  <a:lnTo>
                    <a:pt x="1713517" y="884144"/>
                  </a:lnTo>
                  <a:lnTo>
                    <a:pt x="1705692" y="884144"/>
                  </a:lnTo>
                  <a:lnTo>
                    <a:pt x="1697868" y="884144"/>
                  </a:lnTo>
                  <a:lnTo>
                    <a:pt x="1690044" y="884144"/>
                  </a:lnTo>
                  <a:lnTo>
                    <a:pt x="1682220" y="884144"/>
                  </a:lnTo>
                  <a:lnTo>
                    <a:pt x="1674395" y="884144"/>
                  </a:lnTo>
                  <a:lnTo>
                    <a:pt x="1666571" y="884144"/>
                  </a:lnTo>
                  <a:lnTo>
                    <a:pt x="1658747" y="884144"/>
                  </a:lnTo>
                  <a:lnTo>
                    <a:pt x="1650922" y="884144"/>
                  </a:lnTo>
                  <a:lnTo>
                    <a:pt x="1643098" y="884144"/>
                  </a:lnTo>
                  <a:lnTo>
                    <a:pt x="1635274" y="884144"/>
                  </a:lnTo>
                  <a:lnTo>
                    <a:pt x="1627450" y="884144"/>
                  </a:lnTo>
                  <a:lnTo>
                    <a:pt x="1619625" y="884144"/>
                  </a:lnTo>
                  <a:lnTo>
                    <a:pt x="1611801" y="884144"/>
                  </a:lnTo>
                  <a:lnTo>
                    <a:pt x="1603977" y="884144"/>
                  </a:lnTo>
                  <a:lnTo>
                    <a:pt x="1596152" y="884144"/>
                  </a:lnTo>
                  <a:lnTo>
                    <a:pt x="1588328" y="884144"/>
                  </a:lnTo>
                  <a:lnTo>
                    <a:pt x="1580504" y="884144"/>
                  </a:lnTo>
                  <a:lnTo>
                    <a:pt x="1572680" y="884144"/>
                  </a:lnTo>
                  <a:lnTo>
                    <a:pt x="1564855" y="884144"/>
                  </a:lnTo>
                  <a:lnTo>
                    <a:pt x="1557031" y="884144"/>
                  </a:lnTo>
                  <a:lnTo>
                    <a:pt x="1549207" y="884144"/>
                  </a:lnTo>
                  <a:lnTo>
                    <a:pt x="1541383" y="884144"/>
                  </a:lnTo>
                  <a:lnTo>
                    <a:pt x="1533558" y="884144"/>
                  </a:lnTo>
                  <a:lnTo>
                    <a:pt x="1525734" y="884144"/>
                  </a:lnTo>
                  <a:lnTo>
                    <a:pt x="1517910" y="884144"/>
                  </a:lnTo>
                  <a:lnTo>
                    <a:pt x="1510085" y="884144"/>
                  </a:lnTo>
                  <a:lnTo>
                    <a:pt x="1502261" y="884144"/>
                  </a:lnTo>
                  <a:lnTo>
                    <a:pt x="1494437" y="884144"/>
                  </a:lnTo>
                  <a:lnTo>
                    <a:pt x="1486613" y="884144"/>
                  </a:lnTo>
                  <a:lnTo>
                    <a:pt x="1478788" y="884144"/>
                  </a:lnTo>
                  <a:lnTo>
                    <a:pt x="1470964" y="884144"/>
                  </a:lnTo>
                  <a:lnTo>
                    <a:pt x="1463140" y="884144"/>
                  </a:lnTo>
                  <a:lnTo>
                    <a:pt x="1455315" y="884144"/>
                  </a:lnTo>
                  <a:lnTo>
                    <a:pt x="1447491" y="884144"/>
                  </a:lnTo>
                  <a:lnTo>
                    <a:pt x="1439667" y="884144"/>
                  </a:lnTo>
                  <a:lnTo>
                    <a:pt x="1431843" y="884144"/>
                  </a:lnTo>
                  <a:lnTo>
                    <a:pt x="1424018" y="884144"/>
                  </a:lnTo>
                  <a:lnTo>
                    <a:pt x="1416194" y="884144"/>
                  </a:lnTo>
                  <a:lnTo>
                    <a:pt x="1408370" y="884144"/>
                  </a:lnTo>
                  <a:lnTo>
                    <a:pt x="1400545" y="884144"/>
                  </a:lnTo>
                  <a:lnTo>
                    <a:pt x="1392721" y="884144"/>
                  </a:lnTo>
                  <a:lnTo>
                    <a:pt x="1384897" y="884144"/>
                  </a:lnTo>
                  <a:lnTo>
                    <a:pt x="1377073" y="884144"/>
                  </a:lnTo>
                  <a:lnTo>
                    <a:pt x="1369248" y="884144"/>
                  </a:lnTo>
                  <a:lnTo>
                    <a:pt x="1361424" y="884144"/>
                  </a:lnTo>
                  <a:lnTo>
                    <a:pt x="1353600" y="884144"/>
                  </a:lnTo>
                  <a:lnTo>
                    <a:pt x="1345776" y="884144"/>
                  </a:lnTo>
                  <a:lnTo>
                    <a:pt x="1337951" y="884144"/>
                  </a:lnTo>
                  <a:lnTo>
                    <a:pt x="1330127" y="884144"/>
                  </a:lnTo>
                  <a:lnTo>
                    <a:pt x="1322303" y="884144"/>
                  </a:lnTo>
                  <a:lnTo>
                    <a:pt x="1314478" y="884144"/>
                  </a:lnTo>
                  <a:lnTo>
                    <a:pt x="1306654" y="884144"/>
                  </a:lnTo>
                  <a:lnTo>
                    <a:pt x="1298830" y="884144"/>
                  </a:lnTo>
                  <a:lnTo>
                    <a:pt x="1291006" y="884144"/>
                  </a:lnTo>
                  <a:lnTo>
                    <a:pt x="1283181" y="884144"/>
                  </a:lnTo>
                  <a:lnTo>
                    <a:pt x="1275357" y="884144"/>
                  </a:lnTo>
                  <a:lnTo>
                    <a:pt x="1267533" y="884144"/>
                  </a:lnTo>
                  <a:lnTo>
                    <a:pt x="1259708" y="884144"/>
                  </a:lnTo>
                  <a:lnTo>
                    <a:pt x="1251884" y="884144"/>
                  </a:lnTo>
                  <a:lnTo>
                    <a:pt x="1244060" y="884144"/>
                  </a:lnTo>
                  <a:lnTo>
                    <a:pt x="1236236" y="884144"/>
                  </a:lnTo>
                  <a:lnTo>
                    <a:pt x="1228411" y="884144"/>
                  </a:lnTo>
                  <a:lnTo>
                    <a:pt x="1220587" y="884144"/>
                  </a:lnTo>
                  <a:lnTo>
                    <a:pt x="1212763" y="884144"/>
                  </a:lnTo>
                  <a:lnTo>
                    <a:pt x="1204939" y="884144"/>
                  </a:lnTo>
                  <a:lnTo>
                    <a:pt x="1197114" y="884144"/>
                  </a:lnTo>
                  <a:lnTo>
                    <a:pt x="1189290" y="884144"/>
                  </a:lnTo>
                  <a:lnTo>
                    <a:pt x="1181466" y="884144"/>
                  </a:lnTo>
                  <a:lnTo>
                    <a:pt x="1173641" y="884144"/>
                  </a:lnTo>
                  <a:lnTo>
                    <a:pt x="1165817" y="884144"/>
                  </a:lnTo>
                  <a:lnTo>
                    <a:pt x="1157993" y="884144"/>
                  </a:lnTo>
                  <a:lnTo>
                    <a:pt x="1150169" y="884144"/>
                  </a:lnTo>
                  <a:lnTo>
                    <a:pt x="1142344" y="884144"/>
                  </a:lnTo>
                  <a:lnTo>
                    <a:pt x="1134520" y="884144"/>
                  </a:lnTo>
                  <a:lnTo>
                    <a:pt x="1126696" y="884144"/>
                  </a:lnTo>
                  <a:lnTo>
                    <a:pt x="1118871" y="884144"/>
                  </a:lnTo>
                  <a:lnTo>
                    <a:pt x="1111047" y="884144"/>
                  </a:lnTo>
                  <a:lnTo>
                    <a:pt x="1103223" y="884144"/>
                  </a:lnTo>
                  <a:lnTo>
                    <a:pt x="1095399" y="884144"/>
                  </a:lnTo>
                  <a:lnTo>
                    <a:pt x="1087574" y="884144"/>
                  </a:lnTo>
                  <a:lnTo>
                    <a:pt x="1079750" y="884144"/>
                  </a:lnTo>
                  <a:lnTo>
                    <a:pt x="1071926" y="884144"/>
                  </a:lnTo>
                  <a:lnTo>
                    <a:pt x="1064101" y="884144"/>
                  </a:lnTo>
                  <a:lnTo>
                    <a:pt x="1056277" y="884144"/>
                  </a:lnTo>
                  <a:lnTo>
                    <a:pt x="1048453" y="884144"/>
                  </a:lnTo>
                  <a:lnTo>
                    <a:pt x="1040629" y="884144"/>
                  </a:lnTo>
                  <a:lnTo>
                    <a:pt x="1032804" y="884144"/>
                  </a:lnTo>
                  <a:lnTo>
                    <a:pt x="1024980" y="884144"/>
                  </a:lnTo>
                  <a:lnTo>
                    <a:pt x="1017156" y="884144"/>
                  </a:lnTo>
                  <a:lnTo>
                    <a:pt x="1009332" y="884144"/>
                  </a:lnTo>
                  <a:lnTo>
                    <a:pt x="1001507" y="884144"/>
                  </a:lnTo>
                  <a:lnTo>
                    <a:pt x="993683" y="884144"/>
                  </a:lnTo>
                  <a:lnTo>
                    <a:pt x="985859" y="884144"/>
                  </a:lnTo>
                  <a:lnTo>
                    <a:pt x="978034" y="884144"/>
                  </a:lnTo>
                  <a:lnTo>
                    <a:pt x="970210" y="884144"/>
                  </a:lnTo>
                  <a:lnTo>
                    <a:pt x="962386" y="884144"/>
                  </a:lnTo>
                  <a:lnTo>
                    <a:pt x="954562" y="884144"/>
                  </a:lnTo>
                  <a:lnTo>
                    <a:pt x="946737" y="884144"/>
                  </a:lnTo>
                  <a:lnTo>
                    <a:pt x="938913" y="884144"/>
                  </a:lnTo>
                  <a:lnTo>
                    <a:pt x="931089" y="884144"/>
                  </a:lnTo>
                  <a:lnTo>
                    <a:pt x="923264" y="884144"/>
                  </a:lnTo>
                  <a:lnTo>
                    <a:pt x="915440" y="884144"/>
                  </a:lnTo>
                  <a:lnTo>
                    <a:pt x="907616" y="884144"/>
                  </a:lnTo>
                  <a:lnTo>
                    <a:pt x="899792" y="884144"/>
                  </a:lnTo>
                  <a:lnTo>
                    <a:pt x="891967" y="884144"/>
                  </a:lnTo>
                  <a:lnTo>
                    <a:pt x="884143" y="884144"/>
                  </a:lnTo>
                  <a:lnTo>
                    <a:pt x="876319" y="884144"/>
                  </a:lnTo>
                  <a:lnTo>
                    <a:pt x="868495" y="884144"/>
                  </a:lnTo>
                  <a:lnTo>
                    <a:pt x="860670" y="884144"/>
                  </a:lnTo>
                  <a:lnTo>
                    <a:pt x="852846" y="884144"/>
                  </a:lnTo>
                  <a:lnTo>
                    <a:pt x="845022" y="884144"/>
                  </a:lnTo>
                  <a:lnTo>
                    <a:pt x="837197" y="884144"/>
                  </a:lnTo>
                  <a:lnTo>
                    <a:pt x="829373" y="884144"/>
                  </a:lnTo>
                  <a:lnTo>
                    <a:pt x="821549" y="884144"/>
                  </a:lnTo>
                  <a:lnTo>
                    <a:pt x="813725" y="884144"/>
                  </a:lnTo>
                  <a:lnTo>
                    <a:pt x="805900" y="884144"/>
                  </a:lnTo>
                  <a:lnTo>
                    <a:pt x="798076" y="884144"/>
                  </a:lnTo>
                  <a:lnTo>
                    <a:pt x="790252" y="884144"/>
                  </a:lnTo>
                  <a:lnTo>
                    <a:pt x="782427" y="884144"/>
                  </a:lnTo>
                  <a:lnTo>
                    <a:pt x="774603" y="884144"/>
                  </a:lnTo>
                  <a:lnTo>
                    <a:pt x="766779" y="884144"/>
                  </a:lnTo>
                  <a:lnTo>
                    <a:pt x="758955" y="884144"/>
                  </a:lnTo>
                  <a:lnTo>
                    <a:pt x="751130" y="884144"/>
                  </a:lnTo>
                  <a:lnTo>
                    <a:pt x="743306" y="884144"/>
                  </a:lnTo>
                  <a:lnTo>
                    <a:pt x="735482" y="884144"/>
                  </a:lnTo>
                  <a:lnTo>
                    <a:pt x="727657" y="884144"/>
                  </a:lnTo>
                  <a:lnTo>
                    <a:pt x="719833" y="884144"/>
                  </a:lnTo>
                  <a:lnTo>
                    <a:pt x="712009" y="884144"/>
                  </a:lnTo>
                  <a:lnTo>
                    <a:pt x="704185" y="884144"/>
                  </a:lnTo>
                  <a:lnTo>
                    <a:pt x="696360" y="884144"/>
                  </a:lnTo>
                  <a:lnTo>
                    <a:pt x="688536" y="884144"/>
                  </a:lnTo>
                  <a:lnTo>
                    <a:pt x="680712" y="884144"/>
                  </a:lnTo>
                  <a:lnTo>
                    <a:pt x="672888" y="884144"/>
                  </a:lnTo>
                  <a:lnTo>
                    <a:pt x="665063" y="884144"/>
                  </a:lnTo>
                  <a:lnTo>
                    <a:pt x="657239" y="884144"/>
                  </a:lnTo>
                  <a:lnTo>
                    <a:pt x="649415" y="884144"/>
                  </a:lnTo>
                  <a:lnTo>
                    <a:pt x="641590" y="884144"/>
                  </a:lnTo>
                  <a:lnTo>
                    <a:pt x="633766" y="884144"/>
                  </a:lnTo>
                  <a:lnTo>
                    <a:pt x="625942" y="884144"/>
                  </a:lnTo>
                  <a:lnTo>
                    <a:pt x="618118" y="884144"/>
                  </a:lnTo>
                  <a:lnTo>
                    <a:pt x="610293" y="884144"/>
                  </a:lnTo>
                  <a:lnTo>
                    <a:pt x="602469" y="884144"/>
                  </a:lnTo>
                  <a:lnTo>
                    <a:pt x="594645" y="884144"/>
                  </a:lnTo>
                  <a:lnTo>
                    <a:pt x="586820" y="884144"/>
                  </a:lnTo>
                  <a:lnTo>
                    <a:pt x="578996" y="884144"/>
                  </a:lnTo>
                  <a:lnTo>
                    <a:pt x="571172" y="884144"/>
                  </a:lnTo>
                  <a:lnTo>
                    <a:pt x="563348" y="884144"/>
                  </a:lnTo>
                  <a:lnTo>
                    <a:pt x="555523" y="884144"/>
                  </a:lnTo>
                  <a:lnTo>
                    <a:pt x="547699" y="884144"/>
                  </a:lnTo>
                  <a:lnTo>
                    <a:pt x="539875" y="884144"/>
                  </a:lnTo>
                  <a:lnTo>
                    <a:pt x="532050" y="884144"/>
                  </a:lnTo>
                  <a:lnTo>
                    <a:pt x="524226" y="884144"/>
                  </a:lnTo>
                  <a:lnTo>
                    <a:pt x="516402" y="884144"/>
                  </a:lnTo>
                  <a:lnTo>
                    <a:pt x="508578" y="884144"/>
                  </a:lnTo>
                  <a:lnTo>
                    <a:pt x="500753" y="884144"/>
                  </a:lnTo>
                  <a:lnTo>
                    <a:pt x="492929" y="884144"/>
                  </a:lnTo>
                  <a:lnTo>
                    <a:pt x="485105" y="884144"/>
                  </a:lnTo>
                  <a:lnTo>
                    <a:pt x="477281" y="884144"/>
                  </a:lnTo>
                  <a:lnTo>
                    <a:pt x="469456" y="884144"/>
                  </a:lnTo>
                  <a:lnTo>
                    <a:pt x="461632" y="884144"/>
                  </a:lnTo>
                  <a:lnTo>
                    <a:pt x="453808" y="884144"/>
                  </a:lnTo>
                  <a:lnTo>
                    <a:pt x="445983" y="884144"/>
                  </a:lnTo>
                  <a:lnTo>
                    <a:pt x="438159" y="884144"/>
                  </a:lnTo>
                  <a:lnTo>
                    <a:pt x="430335" y="884144"/>
                  </a:lnTo>
                  <a:lnTo>
                    <a:pt x="422511" y="884144"/>
                  </a:lnTo>
                  <a:lnTo>
                    <a:pt x="414686" y="884144"/>
                  </a:lnTo>
                  <a:lnTo>
                    <a:pt x="406862" y="884144"/>
                  </a:lnTo>
                  <a:lnTo>
                    <a:pt x="399038" y="884144"/>
                  </a:lnTo>
                  <a:lnTo>
                    <a:pt x="391213" y="884144"/>
                  </a:lnTo>
                  <a:lnTo>
                    <a:pt x="383389" y="884144"/>
                  </a:lnTo>
                  <a:lnTo>
                    <a:pt x="375565" y="884144"/>
                  </a:lnTo>
                  <a:lnTo>
                    <a:pt x="367741" y="884144"/>
                  </a:lnTo>
                  <a:lnTo>
                    <a:pt x="359916" y="884144"/>
                  </a:lnTo>
                  <a:lnTo>
                    <a:pt x="352092" y="884144"/>
                  </a:lnTo>
                  <a:lnTo>
                    <a:pt x="344268" y="884144"/>
                  </a:lnTo>
                  <a:lnTo>
                    <a:pt x="336444" y="884144"/>
                  </a:lnTo>
                  <a:lnTo>
                    <a:pt x="328619" y="884144"/>
                  </a:lnTo>
                  <a:lnTo>
                    <a:pt x="320795" y="884144"/>
                  </a:lnTo>
                  <a:lnTo>
                    <a:pt x="312971" y="884144"/>
                  </a:lnTo>
                  <a:lnTo>
                    <a:pt x="305146" y="884144"/>
                  </a:lnTo>
                  <a:lnTo>
                    <a:pt x="297322" y="884144"/>
                  </a:lnTo>
                  <a:lnTo>
                    <a:pt x="289498" y="884144"/>
                  </a:lnTo>
                  <a:lnTo>
                    <a:pt x="281674" y="884144"/>
                  </a:lnTo>
                  <a:lnTo>
                    <a:pt x="273849" y="884144"/>
                  </a:lnTo>
                  <a:lnTo>
                    <a:pt x="266025" y="884144"/>
                  </a:lnTo>
                  <a:lnTo>
                    <a:pt x="258201" y="884144"/>
                  </a:lnTo>
                  <a:lnTo>
                    <a:pt x="250376" y="884144"/>
                  </a:lnTo>
                  <a:lnTo>
                    <a:pt x="242552" y="884144"/>
                  </a:lnTo>
                  <a:lnTo>
                    <a:pt x="234728" y="884144"/>
                  </a:lnTo>
                  <a:lnTo>
                    <a:pt x="226904" y="884144"/>
                  </a:lnTo>
                  <a:lnTo>
                    <a:pt x="219079" y="884144"/>
                  </a:lnTo>
                  <a:lnTo>
                    <a:pt x="211255" y="884144"/>
                  </a:lnTo>
                  <a:lnTo>
                    <a:pt x="203431" y="884144"/>
                  </a:lnTo>
                  <a:lnTo>
                    <a:pt x="195606" y="884144"/>
                  </a:lnTo>
                  <a:lnTo>
                    <a:pt x="187782" y="884144"/>
                  </a:lnTo>
                  <a:lnTo>
                    <a:pt x="179958" y="884144"/>
                  </a:lnTo>
                  <a:lnTo>
                    <a:pt x="172134" y="884144"/>
                  </a:lnTo>
                  <a:lnTo>
                    <a:pt x="164309" y="884144"/>
                  </a:lnTo>
                  <a:lnTo>
                    <a:pt x="156485" y="884144"/>
                  </a:lnTo>
                  <a:lnTo>
                    <a:pt x="148661" y="884144"/>
                  </a:lnTo>
                  <a:lnTo>
                    <a:pt x="140837" y="884144"/>
                  </a:lnTo>
                  <a:lnTo>
                    <a:pt x="133012" y="884144"/>
                  </a:lnTo>
                  <a:lnTo>
                    <a:pt x="125188" y="884144"/>
                  </a:lnTo>
                  <a:lnTo>
                    <a:pt x="117364" y="884144"/>
                  </a:lnTo>
                  <a:lnTo>
                    <a:pt x="109539" y="884144"/>
                  </a:lnTo>
                  <a:lnTo>
                    <a:pt x="101715" y="884144"/>
                  </a:lnTo>
                  <a:lnTo>
                    <a:pt x="93891" y="884144"/>
                  </a:lnTo>
                  <a:lnTo>
                    <a:pt x="86067" y="884144"/>
                  </a:lnTo>
                  <a:lnTo>
                    <a:pt x="78242" y="884144"/>
                  </a:lnTo>
                  <a:lnTo>
                    <a:pt x="70418" y="884144"/>
                  </a:lnTo>
                  <a:lnTo>
                    <a:pt x="62594" y="884144"/>
                  </a:lnTo>
                  <a:lnTo>
                    <a:pt x="54769" y="884144"/>
                  </a:lnTo>
                  <a:lnTo>
                    <a:pt x="46945" y="884144"/>
                  </a:lnTo>
                  <a:lnTo>
                    <a:pt x="39121" y="884144"/>
                  </a:lnTo>
                  <a:lnTo>
                    <a:pt x="31297" y="884144"/>
                  </a:lnTo>
                  <a:lnTo>
                    <a:pt x="23472" y="884144"/>
                  </a:lnTo>
                  <a:lnTo>
                    <a:pt x="15648" y="884144"/>
                  </a:lnTo>
                  <a:lnTo>
                    <a:pt x="7824" y="884144"/>
                  </a:lnTo>
                  <a:lnTo>
                    <a:pt x="0" y="88414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7848093" y="3910588"/>
              <a:ext cx="3998206" cy="884144"/>
            </a:xfrm>
            <a:custGeom>
              <a:avLst/>
              <a:pathLst>
                <a:path w="3998206" h="884144">
                  <a:moveTo>
                    <a:pt x="0" y="873783"/>
                  </a:moveTo>
                  <a:lnTo>
                    <a:pt x="7824" y="872931"/>
                  </a:lnTo>
                  <a:lnTo>
                    <a:pt x="15648" y="872046"/>
                  </a:lnTo>
                  <a:lnTo>
                    <a:pt x="23472" y="871117"/>
                  </a:lnTo>
                  <a:lnTo>
                    <a:pt x="31297" y="870158"/>
                  </a:lnTo>
                  <a:lnTo>
                    <a:pt x="39121" y="869173"/>
                  </a:lnTo>
                  <a:lnTo>
                    <a:pt x="46945" y="868165"/>
                  </a:lnTo>
                  <a:lnTo>
                    <a:pt x="54769" y="867131"/>
                  </a:lnTo>
                  <a:lnTo>
                    <a:pt x="62594" y="866080"/>
                  </a:lnTo>
                  <a:lnTo>
                    <a:pt x="70418" y="865018"/>
                  </a:lnTo>
                  <a:lnTo>
                    <a:pt x="78242" y="863949"/>
                  </a:lnTo>
                  <a:lnTo>
                    <a:pt x="86067" y="862878"/>
                  </a:lnTo>
                  <a:lnTo>
                    <a:pt x="93891" y="861811"/>
                  </a:lnTo>
                  <a:lnTo>
                    <a:pt x="101715" y="860756"/>
                  </a:lnTo>
                  <a:lnTo>
                    <a:pt x="109539" y="859714"/>
                  </a:lnTo>
                  <a:lnTo>
                    <a:pt x="117364" y="858692"/>
                  </a:lnTo>
                  <a:lnTo>
                    <a:pt x="125188" y="857704"/>
                  </a:lnTo>
                  <a:lnTo>
                    <a:pt x="133012" y="856752"/>
                  </a:lnTo>
                  <a:lnTo>
                    <a:pt x="140837" y="855837"/>
                  </a:lnTo>
                  <a:lnTo>
                    <a:pt x="148661" y="854963"/>
                  </a:lnTo>
                  <a:lnTo>
                    <a:pt x="156485" y="854145"/>
                  </a:lnTo>
                  <a:lnTo>
                    <a:pt x="164309" y="853391"/>
                  </a:lnTo>
                  <a:lnTo>
                    <a:pt x="172134" y="852693"/>
                  </a:lnTo>
                  <a:lnTo>
                    <a:pt x="179958" y="852054"/>
                  </a:lnTo>
                  <a:lnTo>
                    <a:pt x="187782" y="851480"/>
                  </a:lnTo>
                  <a:lnTo>
                    <a:pt x="195606" y="850995"/>
                  </a:lnTo>
                  <a:lnTo>
                    <a:pt x="203431" y="850578"/>
                  </a:lnTo>
                  <a:lnTo>
                    <a:pt x="211255" y="850228"/>
                  </a:lnTo>
                  <a:lnTo>
                    <a:pt x="219079" y="849946"/>
                  </a:lnTo>
                  <a:lnTo>
                    <a:pt x="226904" y="849752"/>
                  </a:lnTo>
                  <a:lnTo>
                    <a:pt x="234728" y="849632"/>
                  </a:lnTo>
                  <a:lnTo>
                    <a:pt x="242552" y="849576"/>
                  </a:lnTo>
                  <a:lnTo>
                    <a:pt x="250376" y="849582"/>
                  </a:lnTo>
                  <a:lnTo>
                    <a:pt x="258201" y="849655"/>
                  </a:lnTo>
                  <a:lnTo>
                    <a:pt x="266025" y="849796"/>
                  </a:lnTo>
                  <a:lnTo>
                    <a:pt x="273849" y="849984"/>
                  </a:lnTo>
                  <a:lnTo>
                    <a:pt x="281674" y="850216"/>
                  </a:lnTo>
                  <a:lnTo>
                    <a:pt x="289498" y="850487"/>
                  </a:lnTo>
                  <a:lnTo>
                    <a:pt x="297322" y="850802"/>
                  </a:lnTo>
                  <a:lnTo>
                    <a:pt x="305146" y="851138"/>
                  </a:lnTo>
                  <a:lnTo>
                    <a:pt x="312971" y="851491"/>
                  </a:lnTo>
                  <a:lnTo>
                    <a:pt x="320795" y="851855"/>
                  </a:lnTo>
                  <a:lnTo>
                    <a:pt x="328619" y="852222"/>
                  </a:lnTo>
                  <a:lnTo>
                    <a:pt x="336444" y="852581"/>
                  </a:lnTo>
                  <a:lnTo>
                    <a:pt x="344268" y="852926"/>
                  </a:lnTo>
                  <a:lnTo>
                    <a:pt x="352092" y="853252"/>
                  </a:lnTo>
                  <a:lnTo>
                    <a:pt x="359916" y="853549"/>
                  </a:lnTo>
                  <a:lnTo>
                    <a:pt x="367741" y="853800"/>
                  </a:lnTo>
                  <a:lnTo>
                    <a:pt x="375565" y="854011"/>
                  </a:lnTo>
                  <a:lnTo>
                    <a:pt x="383389" y="854176"/>
                  </a:lnTo>
                  <a:lnTo>
                    <a:pt x="391213" y="854292"/>
                  </a:lnTo>
                  <a:lnTo>
                    <a:pt x="399038" y="854333"/>
                  </a:lnTo>
                  <a:lnTo>
                    <a:pt x="406862" y="854311"/>
                  </a:lnTo>
                  <a:lnTo>
                    <a:pt x="414686" y="854227"/>
                  </a:lnTo>
                  <a:lnTo>
                    <a:pt x="422511" y="854080"/>
                  </a:lnTo>
                  <a:lnTo>
                    <a:pt x="430335" y="853855"/>
                  </a:lnTo>
                  <a:lnTo>
                    <a:pt x="438159" y="853549"/>
                  </a:lnTo>
                  <a:lnTo>
                    <a:pt x="445983" y="853179"/>
                  </a:lnTo>
                  <a:lnTo>
                    <a:pt x="453808" y="852744"/>
                  </a:lnTo>
                  <a:lnTo>
                    <a:pt x="461632" y="852242"/>
                  </a:lnTo>
                  <a:lnTo>
                    <a:pt x="469456" y="851657"/>
                  </a:lnTo>
                  <a:lnTo>
                    <a:pt x="477281" y="851016"/>
                  </a:lnTo>
                  <a:lnTo>
                    <a:pt x="485105" y="850322"/>
                  </a:lnTo>
                  <a:lnTo>
                    <a:pt x="492929" y="849576"/>
                  </a:lnTo>
                  <a:lnTo>
                    <a:pt x="500753" y="848772"/>
                  </a:lnTo>
                  <a:lnTo>
                    <a:pt x="508578" y="847925"/>
                  </a:lnTo>
                  <a:lnTo>
                    <a:pt x="516402" y="847044"/>
                  </a:lnTo>
                  <a:lnTo>
                    <a:pt x="524226" y="846135"/>
                  </a:lnTo>
                  <a:lnTo>
                    <a:pt x="532050" y="845198"/>
                  </a:lnTo>
                  <a:lnTo>
                    <a:pt x="539875" y="844242"/>
                  </a:lnTo>
                  <a:lnTo>
                    <a:pt x="547699" y="843277"/>
                  </a:lnTo>
                  <a:lnTo>
                    <a:pt x="555523" y="842308"/>
                  </a:lnTo>
                  <a:lnTo>
                    <a:pt x="563348" y="841339"/>
                  </a:lnTo>
                  <a:lnTo>
                    <a:pt x="571172" y="840383"/>
                  </a:lnTo>
                  <a:lnTo>
                    <a:pt x="578996" y="839442"/>
                  </a:lnTo>
                  <a:lnTo>
                    <a:pt x="586820" y="838522"/>
                  </a:lnTo>
                  <a:lnTo>
                    <a:pt x="594645" y="837626"/>
                  </a:lnTo>
                  <a:lnTo>
                    <a:pt x="602469" y="836768"/>
                  </a:lnTo>
                  <a:lnTo>
                    <a:pt x="610293" y="835951"/>
                  </a:lnTo>
                  <a:lnTo>
                    <a:pt x="618118" y="835175"/>
                  </a:lnTo>
                  <a:lnTo>
                    <a:pt x="625942" y="834442"/>
                  </a:lnTo>
                  <a:lnTo>
                    <a:pt x="633766" y="833761"/>
                  </a:lnTo>
                  <a:lnTo>
                    <a:pt x="641590" y="833147"/>
                  </a:lnTo>
                  <a:lnTo>
                    <a:pt x="649415" y="832587"/>
                  </a:lnTo>
                  <a:lnTo>
                    <a:pt x="657239" y="832083"/>
                  </a:lnTo>
                  <a:lnTo>
                    <a:pt x="665063" y="831638"/>
                  </a:lnTo>
                  <a:lnTo>
                    <a:pt x="672888" y="831276"/>
                  </a:lnTo>
                  <a:lnTo>
                    <a:pt x="680712" y="830979"/>
                  </a:lnTo>
                  <a:lnTo>
                    <a:pt x="688536" y="830745"/>
                  </a:lnTo>
                  <a:lnTo>
                    <a:pt x="696360" y="830574"/>
                  </a:lnTo>
                  <a:lnTo>
                    <a:pt x="704185" y="830483"/>
                  </a:lnTo>
                  <a:lnTo>
                    <a:pt x="712009" y="830467"/>
                  </a:lnTo>
                  <a:lnTo>
                    <a:pt x="719833" y="830516"/>
                  </a:lnTo>
                  <a:lnTo>
                    <a:pt x="727657" y="830628"/>
                  </a:lnTo>
                  <a:lnTo>
                    <a:pt x="735482" y="830807"/>
                  </a:lnTo>
                  <a:lnTo>
                    <a:pt x="743306" y="831068"/>
                  </a:lnTo>
                  <a:lnTo>
                    <a:pt x="751130" y="831387"/>
                  </a:lnTo>
                  <a:lnTo>
                    <a:pt x="758955" y="831764"/>
                  </a:lnTo>
                  <a:lnTo>
                    <a:pt x="766779" y="832195"/>
                  </a:lnTo>
                  <a:lnTo>
                    <a:pt x="774603" y="832695"/>
                  </a:lnTo>
                  <a:lnTo>
                    <a:pt x="782427" y="833247"/>
                  </a:lnTo>
                  <a:lnTo>
                    <a:pt x="790252" y="833843"/>
                  </a:lnTo>
                  <a:lnTo>
                    <a:pt x="798076" y="834480"/>
                  </a:lnTo>
                  <a:lnTo>
                    <a:pt x="805900" y="835160"/>
                  </a:lnTo>
                  <a:lnTo>
                    <a:pt x="813725" y="835879"/>
                  </a:lnTo>
                  <a:lnTo>
                    <a:pt x="821549" y="836621"/>
                  </a:lnTo>
                  <a:lnTo>
                    <a:pt x="829373" y="837385"/>
                  </a:lnTo>
                  <a:lnTo>
                    <a:pt x="837197" y="838164"/>
                  </a:lnTo>
                  <a:lnTo>
                    <a:pt x="845022" y="838955"/>
                  </a:lnTo>
                  <a:lnTo>
                    <a:pt x="852846" y="839746"/>
                  </a:lnTo>
                  <a:lnTo>
                    <a:pt x="860670" y="840531"/>
                  </a:lnTo>
                  <a:lnTo>
                    <a:pt x="868495" y="841305"/>
                  </a:lnTo>
                  <a:lnTo>
                    <a:pt x="876319" y="842056"/>
                  </a:lnTo>
                  <a:lnTo>
                    <a:pt x="884143" y="842775"/>
                  </a:lnTo>
                  <a:lnTo>
                    <a:pt x="891967" y="843460"/>
                  </a:lnTo>
                  <a:lnTo>
                    <a:pt x="899792" y="844106"/>
                  </a:lnTo>
                  <a:lnTo>
                    <a:pt x="907616" y="844699"/>
                  </a:lnTo>
                  <a:lnTo>
                    <a:pt x="915440" y="845222"/>
                  </a:lnTo>
                  <a:lnTo>
                    <a:pt x="923264" y="845684"/>
                  </a:lnTo>
                  <a:lnTo>
                    <a:pt x="931089" y="846078"/>
                  </a:lnTo>
                  <a:lnTo>
                    <a:pt x="938913" y="846402"/>
                  </a:lnTo>
                  <a:lnTo>
                    <a:pt x="946737" y="846617"/>
                  </a:lnTo>
                  <a:lnTo>
                    <a:pt x="954562" y="846746"/>
                  </a:lnTo>
                  <a:lnTo>
                    <a:pt x="962386" y="846789"/>
                  </a:lnTo>
                  <a:lnTo>
                    <a:pt x="970210" y="846743"/>
                  </a:lnTo>
                  <a:lnTo>
                    <a:pt x="978034" y="846580"/>
                  </a:lnTo>
                  <a:lnTo>
                    <a:pt x="985859" y="846305"/>
                  </a:lnTo>
                  <a:lnTo>
                    <a:pt x="993683" y="845933"/>
                  </a:lnTo>
                  <a:lnTo>
                    <a:pt x="1001507" y="845464"/>
                  </a:lnTo>
                  <a:lnTo>
                    <a:pt x="1009332" y="844887"/>
                  </a:lnTo>
                  <a:lnTo>
                    <a:pt x="1017156" y="844182"/>
                  </a:lnTo>
                  <a:lnTo>
                    <a:pt x="1024980" y="843381"/>
                  </a:lnTo>
                  <a:lnTo>
                    <a:pt x="1032804" y="842486"/>
                  </a:lnTo>
                  <a:lnTo>
                    <a:pt x="1040629" y="841499"/>
                  </a:lnTo>
                  <a:lnTo>
                    <a:pt x="1048453" y="840392"/>
                  </a:lnTo>
                  <a:lnTo>
                    <a:pt x="1056277" y="839196"/>
                  </a:lnTo>
                  <a:lnTo>
                    <a:pt x="1064101" y="837920"/>
                  </a:lnTo>
                  <a:lnTo>
                    <a:pt x="1071926" y="836567"/>
                  </a:lnTo>
                  <a:lnTo>
                    <a:pt x="1079750" y="835128"/>
                  </a:lnTo>
                  <a:lnTo>
                    <a:pt x="1087574" y="833609"/>
                  </a:lnTo>
                  <a:lnTo>
                    <a:pt x="1095399" y="832031"/>
                  </a:lnTo>
                  <a:lnTo>
                    <a:pt x="1103223" y="830396"/>
                  </a:lnTo>
                  <a:lnTo>
                    <a:pt x="1111047" y="828708"/>
                  </a:lnTo>
                  <a:lnTo>
                    <a:pt x="1118871" y="826959"/>
                  </a:lnTo>
                  <a:lnTo>
                    <a:pt x="1126696" y="825171"/>
                  </a:lnTo>
                  <a:lnTo>
                    <a:pt x="1134520" y="823349"/>
                  </a:lnTo>
                  <a:lnTo>
                    <a:pt x="1142344" y="821496"/>
                  </a:lnTo>
                  <a:lnTo>
                    <a:pt x="1150169" y="819610"/>
                  </a:lnTo>
                  <a:lnTo>
                    <a:pt x="1157993" y="817702"/>
                  </a:lnTo>
                  <a:lnTo>
                    <a:pt x="1165817" y="815776"/>
                  </a:lnTo>
                  <a:lnTo>
                    <a:pt x="1173641" y="813837"/>
                  </a:lnTo>
                  <a:lnTo>
                    <a:pt x="1181466" y="811886"/>
                  </a:lnTo>
                  <a:lnTo>
                    <a:pt x="1189290" y="809925"/>
                  </a:lnTo>
                  <a:lnTo>
                    <a:pt x="1197114" y="807959"/>
                  </a:lnTo>
                  <a:lnTo>
                    <a:pt x="1204939" y="805989"/>
                  </a:lnTo>
                  <a:lnTo>
                    <a:pt x="1212763" y="804018"/>
                  </a:lnTo>
                  <a:lnTo>
                    <a:pt x="1220587" y="802046"/>
                  </a:lnTo>
                  <a:lnTo>
                    <a:pt x="1228411" y="800076"/>
                  </a:lnTo>
                  <a:lnTo>
                    <a:pt x="1236236" y="798107"/>
                  </a:lnTo>
                  <a:lnTo>
                    <a:pt x="1244060" y="796141"/>
                  </a:lnTo>
                  <a:lnTo>
                    <a:pt x="1251884" y="794179"/>
                  </a:lnTo>
                  <a:lnTo>
                    <a:pt x="1259708" y="792222"/>
                  </a:lnTo>
                  <a:lnTo>
                    <a:pt x="1267533" y="790270"/>
                  </a:lnTo>
                  <a:lnTo>
                    <a:pt x="1275357" y="788323"/>
                  </a:lnTo>
                  <a:lnTo>
                    <a:pt x="1283181" y="786383"/>
                  </a:lnTo>
                  <a:lnTo>
                    <a:pt x="1291006" y="784452"/>
                  </a:lnTo>
                  <a:lnTo>
                    <a:pt x="1298830" y="782531"/>
                  </a:lnTo>
                  <a:lnTo>
                    <a:pt x="1306654" y="780619"/>
                  </a:lnTo>
                  <a:lnTo>
                    <a:pt x="1314478" y="778719"/>
                  </a:lnTo>
                  <a:lnTo>
                    <a:pt x="1322303" y="776838"/>
                  </a:lnTo>
                  <a:lnTo>
                    <a:pt x="1330127" y="774975"/>
                  </a:lnTo>
                  <a:lnTo>
                    <a:pt x="1337951" y="773130"/>
                  </a:lnTo>
                  <a:lnTo>
                    <a:pt x="1345776" y="771306"/>
                  </a:lnTo>
                  <a:lnTo>
                    <a:pt x="1353600" y="769510"/>
                  </a:lnTo>
                  <a:lnTo>
                    <a:pt x="1361424" y="767748"/>
                  </a:lnTo>
                  <a:lnTo>
                    <a:pt x="1369248" y="766016"/>
                  </a:lnTo>
                  <a:lnTo>
                    <a:pt x="1377073" y="764316"/>
                  </a:lnTo>
                  <a:lnTo>
                    <a:pt x="1384897" y="762653"/>
                  </a:lnTo>
                  <a:lnTo>
                    <a:pt x="1392721" y="761041"/>
                  </a:lnTo>
                  <a:lnTo>
                    <a:pt x="1400545" y="759469"/>
                  </a:lnTo>
                  <a:lnTo>
                    <a:pt x="1408370" y="757937"/>
                  </a:lnTo>
                  <a:lnTo>
                    <a:pt x="1416194" y="756446"/>
                  </a:lnTo>
                  <a:lnTo>
                    <a:pt x="1424018" y="755009"/>
                  </a:lnTo>
                  <a:lnTo>
                    <a:pt x="1431843" y="753614"/>
                  </a:lnTo>
                  <a:lnTo>
                    <a:pt x="1439667" y="752254"/>
                  </a:lnTo>
                  <a:lnTo>
                    <a:pt x="1447491" y="750927"/>
                  </a:lnTo>
                  <a:lnTo>
                    <a:pt x="1455315" y="749632"/>
                  </a:lnTo>
                  <a:lnTo>
                    <a:pt x="1463140" y="748360"/>
                  </a:lnTo>
                  <a:lnTo>
                    <a:pt x="1470964" y="747096"/>
                  </a:lnTo>
                  <a:lnTo>
                    <a:pt x="1478788" y="745831"/>
                  </a:lnTo>
                  <a:lnTo>
                    <a:pt x="1486613" y="744556"/>
                  </a:lnTo>
                  <a:lnTo>
                    <a:pt x="1494437" y="743241"/>
                  </a:lnTo>
                  <a:lnTo>
                    <a:pt x="1502261" y="741875"/>
                  </a:lnTo>
                  <a:lnTo>
                    <a:pt x="1510085" y="740442"/>
                  </a:lnTo>
                  <a:lnTo>
                    <a:pt x="1517910" y="738928"/>
                  </a:lnTo>
                  <a:lnTo>
                    <a:pt x="1525734" y="737277"/>
                  </a:lnTo>
                  <a:lnTo>
                    <a:pt x="1533558" y="735466"/>
                  </a:lnTo>
                  <a:lnTo>
                    <a:pt x="1541383" y="733489"/>
                  </a:lnTo>
                  <a:lnTo>
                    <a:pt x="1549207" y="731325"/>
                  </a:lnTo>
                  <a:lnTo>
                    <a:pt x="1557031" y="728918"/>
                  </a:lnTo>
                  <a:lnTo>
                    <a:pt x="1564855" y="726178"/>
                  </a:lnTo>
                  <a:lnTo>
                    <a:pt x="1572680" y="723145"/>
                  </a:lnTo>
                  <a:lnTo>
                    <a:pt x="1580504" y="719791"/>
                  </a:lnTo>
                  <a:lnTo>
                    <a:pt x="1588328" y="716091"/>
                  </a:lnTo>
                  <a:lnTo>
                    <a:pt x="1596152" y="711846"/>
                  </a:lnTo>
                  <a:lnTo>
                    <a:pt x="1603977" y="707154"/>
                  </a:lnTo>
                  <a:lnTo>
                    <a:pt x="1611801" y="701998"/>
                  </a:lnTo>
                  <a:lnTo>
                    <a:pt x="1619625" y="696354"/>
                  </a:lnTo>
                  <a:lnTo>
                    <a:pt x="1627450" y="690061"/>
                  </a:lnTo>
                  <a:lnTo>
                    <a:pt x="1635274" y="683100"/>
                  </a:lnTo>
                  <a:lnTo>
                    <a:pt x="1643098" y="675547"/>
                  </a:lnTo>
                  <a:lnTo>
                    <a:pt x="1650922" y="667380"/>
                  </a:lnTo>
                  <a:lnTo>
                    <a:pt x="1658747" y="658527"/>
                  </a:lnTo>
                  <a:lnTo>
                    <a:pt x="1666571" y="648786"/>
                  </a:lnTo>
                  <a:lnTo>
                    <a:pt x="1674395" y="638363"/>
                  </a:lnTo>
                  <a:lnTo>
                    <a:pt x="1682220" y="627249"/>
                  </a:lnTo>
                  <a:lnTo>
                    <a:pt x="1690044" y="615436"/>
                  </a:lnTo>
                  <a:lnTo>
                    <a:pt x="1697868" y="602670"/>
                  </a:lnTo>
                  <a:lnTo>
                    <a:pt x="1705692" y="589148"/>
                  </a:lnTo>
                  <a:lnTo>
                    <a:pt x="1713517" y="574928"/>
                  </a:lnTo>
                  <a:lnTo>
                    <a:pt x="1721341" y="560017"/>
                  </a:lnTo>
                  <a:lnTo>
                    <a:pt x="1729165" y="544300"/>
                  </a:lnTo>
                  <a:lnTo>
                    <a:pt x="1736990" y="527788"/>
                  </a:lnTo>
                  <a:lnTo>
                    <a:pt x="1744814" y="510659"/>
                  </a:lnTo>
                  <a:lnTo>
                    <a:pt x="1752638" y="492940"/>
                  </a:lnTo>
                  <a:lnTo>
                    <a:pt x="1760462" y="474639"/>
                  </a:lnTo>
                  <a:lnTo>
                    <a:pt x="1768287" y="455640"/>
                  </a:lnTo>
                  <a:lnTo>
                    <a:pt x="1776111" y="436201"/>
                  </a:lnTo>
                  <a:lnTo>
                    <a:pt x="1783935" y="416365"/>
                  </a:lnTo>
                  <a:lnTo>
                    <a:pt x="1791759" y="396176"/>
                  </a:lnTo>
                  <a:lnTo>
                    <a:pt x="1799584" y="375621"/>
                  </a:lnTo>
                  <a:lnTo>
                    <a:pt x="1807408" y="354853"/>
                  </a:lnTo>
                  <a:lnTo>
                    <a:pt x="1815232" y="333959"/>
                  </a:lnTo>
                  <a:lnTo>
                    <a:pt x="1823057" y="312998"/>
                  </a:lnTo>
                  <a:lnTo>
                    <a:pt x="1830881" y="292040"/>
                  </a:lnTo>
                  <a:lnTo>
                    <a:pt x="1838705" y="271220"/>
                  </a:lnTo>
                  <a:lnTo>
                    <a:pt x="1846529" y="250597"/>
                  </a:lnTo>
                  <a:lnTo>
                    <a:pt x="1854354" y="230232"/>
                  </a:lnTo>
                  <a:lnTo>
                    <a:pt x="1862178" y="210187"/>
                  </a:lnTo>
                  <a:lnTo>
                    <a:pt x="1870002" y="190743"/>
                  </a:lnTo>
                  <a:lnTo>
                    <a:pt x="1877827" y="171831"/>
                  </a:lnTo>
                  <a:lnTo>
                    <a:pt x="1885651" y="153506"/>
                  </a:lnTo>
                  <a:lnTo>
                    <a:pt x="1893475" y="135824"/>
                  </a:lnTo>
                  <a:lnTo>
                    <a:pt x="1901299" y="119051"/>
                  </a:lnTo>
                  <a:lnTo>
                    <a:pt x="1909124" y="103224"/>
                  </a:lnTo>
                  <a:lnTo>
                    <a:pt x="1916948" y="88269"/>
                  </a:lnTo>
                  <a:lnTo>
                    <a:pt x="1924772" y="74230"/>
                  </a:lnTo>
                  <a:lnTo>
                    <a:pt x="1932596" y="61256"/>
                  </a:lnTo>
                  <a:lnTo>
                    <a:pt x="1940421" y="49643"/>
                  </a:lnTo>
                  <a:lnTo>
                    <a:pt x="1948245" y="39109"/>
                  </a:lnTo>
                  <a:lnTo>
                    <a:pt x="1956069" y="29680"/>
                  </a:lnTo>
                  <a:lnTo>
                    <a:pt x="1963894" y="21381"/>
                  </a:lnTo>
                  <a:lnTo>
                    <a:pt x="1971718" y="14668"/>
                  </a:lnTo>
                  <a:lnTo>
                    <a:pt x="1979542" y="9203"/>
                  </a:lnTo>
                  <a:lnTo>
                    <a:pt x="1987366" y="4927"/>
                  </a:lnTo>
                  <a:lnTo>
                    <a:pt x="1995191" y="1844"/>
                  </a:lnTo>
                  <a:lnTo>
                    <a:pt x="2003015" y="205"/>
                  </a:lnTo>
                  <a:lnTo>
                    <a:pt x="2010839" y="0"/>
                  </a:lnTo>
                  <a:lnTo>
                    <a:pt x="2018664" y="960"/>
                  </a:lnTo>
                  <a:lnTo>
                    <a:pt x="2026488" y="3073"/>
                  </a:lnTo>
                  <a:lnTo>
                    <a:pt x="2034312" y="6382"/>
                  </a:lnTo>
                  <a:lnTo>
                    <a:pt x="2042136" y="11188"/>
                  </a:lnTo>
                  <a:lnTo>
                    <a:pt x="2049961" y="17048"/>
                  </a:lnTo>
                  <a:lnTo>
                    <a:pt x="2057785" y="23932"/>
                  </a:lnTo>
                  <a:lnTo>
                    <a:pt x="2065609" y="31810"/>
                  </a:lnTo>
                  <a:lnTo>
                    <a:pt x="2073434" y="40933"/>
                  </a:lnTo>
                  <a:lnTo>
                    <a:pt x="2081258" y="51026"/>
                  </a:lnTo>
                  <a:lnTo>
                    <a:pt x="2089082" y="61958"/>
                  </a:lnTo>
                  <a:lnTo>
                    <a:pt x="2096906" y="73690"/>
                  </a:lnTo>
                  <a:lnTo>
                    <a:pt x="2104731" y="86297"/>
                  </a:lnTo>
                  <a:lnTo>
                    <a:pt x="2112555" y="99762"/>
                  </a:lnTo>
                  <a:lnTo>
                    <a:pt x="2120379" y="113853"/>
                  </a:lnTo>
                  <a:lnTo>
                    <a:pt x="2128203" y="128530"/>
                  </a:lnTo>
                  <a:lnTo>
                    <a:pt x="2136028" y="143760"/>
                  </a:lnTo>
                  <a:lnTo>
                    <a:pt x="2143852" y="159668"/>
                  </a:lnTo>
                  <a:lnTo>
                    <a:pt x="2151676" y="175991"/>
                  </a:lnTo>
                  <a:lnTo>
                    <a:pt x="2159501" y="192695"/>
                  </a:lnTo>
                  <a:lnTo>
                    <a:pt x="2167325" y="209742"/>
                  </a:lnTo>
                  <a:lnTo>
                    <a:pt x="2175149" y="227161"/>
                  </a:lnTo>
                  <a:lnTo>
                    <a:pt x="2182973" y="244851"/>
                  </a:lnTo>
                  <a:lnTo>
                    <a:pt x="2190798" y="262737"/>
                  </a:lnTo>
                  <a:lnTo>
                    <a:pt x="2198622" y="280788"/>
                  </a:lnTo>
                  <a:lnTo>
                    <a:pt x="2206446" y="298984"/>
                  </a:lnTo>
                  <a:lnTo>
                    <a:pt x="2214271" y="317287"/>
                  </a:lnTo>
                  <a:lnTo>
                    <a:pt x="2222095" y="335632"/>
                  </a:lnTo>
                  <a:lnTo>
                    <a:pt x="2229919" y="353994"/>
                  </a:lnTo>
                  <a:lnTo>
                    <a:pt x="2237743" y="372349"/>
                  </a:lnTo>
                  <a:lnTo>
                    <a:pt x="2245568" y="390641"/>
                  </a:lnTo>
                  <a:lnTo>
                    <a:pt x="2253392" y="408847"/>
                  </a:lnTo>
                  <a:lnTo>
                    <a:pt x="2261216" y="426949"/>
                  </a:lnTo>
                  <a:lnTo>
                    <a:pt x="2269040" y="444926"/>
                  </a:lnTo>
                  <a:lnTo>
                    <a:pt x="2276865" y="462718"/>
                  </a:lnTo>
                  <a:lnTo>
                    <a:pt x="2284689" y="480291"/>
                  </a:lnTo>
                  <a:lnTo>
                    <a:pt x="2292513" y="497660"/>
                  </a:lnTo>
                  <a:lnTo>
                    <a:pt x="2300338" y="514807"/>
                  </a:lnTo>
                  <a:lnTo>
                    <a:pt x="2308162" y="531696"/>
                  </a:lnTo>
                  <a:lnTo>
                    <a:pt x="2315986" y="548225"/>
                  </a:lnTo>
                  <a:lnTo>
                    <a:pt x="2323810" y="564464"/>
                  </a:lnTo>
                  <a:lnTo>
                    <a:pt x="2331635" y="580399"/>
                  </a:lnTo>
                  <a:lnTo>
                    <a:pt x="2339459" y="596016"/>
                  </a:lnTo>
                  <a:lnTo>
                    <a:pt x="2347283" y="611183"/>
                  </a:lnTo>
                  <a:lnTo>
                    <a:pt x="2355108" y="625961"/>
                  </a:lnTo>
                  <a:lnTo>
                    <a:pt x="2362932" y="640370"/>
                  </a:lnTo>
                  <a:lnTo>
                    <a:pt x="2370756" y="654399"/>
                  </a:lnTo>
                  <a:lnTo>
                    <a:pt x="2378580" y="667964"/>
                  </a:lnTo>
                  <a:lnTo>
                    <a:pt x="2386405" y="681024"/>
                  </a:lnTo>
                  <a:lnTo>
                    <a:pt x="2394229" y="693669"/>
                  </a:lnTo>
                  <a:lnTo>
                    <a:pt x="2402053" y="705891"/>
                  </a:lnTo>
                  <a:lnTo>
                    <a:pt x="2409878" y="717673"/>
                  </a:lnTo>
                  <a:lnTo>
                    <a:pt x="2417702" y="728848"/>
                  </a:lnTo>
                  <a:lnTo>
                    <a:pt x="2425526" y="739585"/>
                  </a:lnTo>
                  <a:lnTo>
                    <a:pt x="2433350" y="749881"/>
                  </a:lnTo>
                  <a:lnTo>
                    <a:pt x="2441175" y="759736"/>
                  </a:lnTo>
                  <a:lnTo>
                    <a:pt x="2448999" y="769023"/>
                  </a:lnTo>
                  <a:lnTo>
                    <a:pt x="2456823" y="777818"/>
                  </a:lnTo>
                  <a:lnTo>
                    <a:pt x="2464647" y="786181"/>
                  </a:lnTo>
                  <a:lnTo>
                    <a:pt x="2472472" y="794117"/>
                  </a:lnTo>
                  <a:lnTo>
                    <a:pt x="2480296" y="801576"/>
                  </a:lnTo>
                  <a:lnTo>
                    <a:pt x="2488120" y="808507"/>
                  </a:lnTo>
                  <a:lnTo>
                    <a:pt x="2495945" y="815041"/>
                  </a:lnTo>
                  <a:lnTo>
                    <a:pt x="2503769" y="821185"/>
                  </a:lnTo>
                  <a:lnTo>
                    <a:pt x="2511593" y="826949"/>
                  </a:lnTo>
                  <a:lnTo>
                    <a:pt x="2519417" y="832201"/>
                  </a:lnTo>
                  <a:lnTo>
                    <a:pt x="2527242" y="837101"/>
                  </a:lnTo>
                  <a:lnTo>
                    <a:pt x="2535066" y="841665"/>
                  </a:lnTo>
                  <a:lnTo>
                    <a:pt x="2542890" y="845905"/>
                  </a:lnTo>
                  <a:lnTo>
                    <a:pt x="2550715" y="849763"/>
                  </a:lnTo>
                  <a:lnTo>
                    <a:pt x="2558539" y="853283"/>
                  </a:lnTo>
                  <a:lnTo>
                    <a:pt x="2566363" y="856531"/>
                  </a:lnTo>
                  <a:lnTo>
                    <a:pt x="2574187" y="859520"/>
                  </a:lnTo>
                  <a:lnTo>
                    <a:pt x="2582012" y="862241"/>
                  </a:lnTo>
                  <a:lnTo>
                    <a:pt x="2589836" y="864661"/>
                  </a:lnTo>
                  <a:lnTo>
                    <a:pt x="2597660" y="866873"/>
                  </a:lnTo>
                  <a:lnTo>
                    <a:pt x="2605485" y="868889"/>
                  </a:lnTo>
                  <a:lnTo>
                    <a:pt x="2613309" y="870719"/>
                  </a:lnTo>
                  <a:lnTo>
                    <a:pt x="2621133" y="872320"/>
                  </a:lnTo>
                  <a:lnTo>
                    <a:pt x="2628957" y="873760"/>
                  </a:lnTo>
                  <a:lnTo>
                    <a:pt x="2636782" y="875060"/>
                  </a:lnTo>
                  <a:lnTo>
                    <a:pt x="2644606" y="876228"/>
                  </a:lnTo>
                  <a:lnTo>
                    <a:pt x="2652430" y="877253"/>
                  </a:lnTo>
                  <a:lnTo>
                    <a:pt x="2660254" y="878149"/>
                  </a:lnTo>
                  <a:lnTo>
                    <a:pt x="2668079" y="878950"/>
                  </a:lnTo>
                  <a:lnTo>
                    <a:pt x="2675903" y="879662"/>
                  </a:lnTo>
                  <a:lnTo>
                    <a:pt x="2683727" y="880291"/>
                  </a:lnTo>
                  <a:lnTo>
                    <a:pt x="2691552" y="880822"/>
                  </a:lnTo>
                  <a:lnTo>
                    <a:pt x="2699376" y="881294"/>
                  </a:lnTo>
                  <a:lnTo>
                    <a:pt x="2707200" y="881709"/>
                  </a:lnTo>
                  <a:lnTo>
                    <a:pt x="2715024" y="882073"/>
                  </a:lnTo>
                  <a:lnTo>
                    <a:pt x="2722849" y="882379"/>
                  </a:lnTo>
                  <a:lnTo>
                    <a:pt x="2730673" y="882644"/>
                  </a:lnTo>
                  <a:lnTo>
                    <a:pt x="2738497" y="882875"/>
                  </a:lnTo>
                  <a:lnTo>
                    <a:pt x="2746322" y="883076"/>
                  </a:lnTo>
                  <a:lnTo>
                    <a:pt x="2754146" y="883246"/>
                  </a:lnTo>
                  <a:lnTo>
                    <a:pt x="2761970" y="883387"/>
                  </a:lnTo>
                  <a:lnTo>
                    <a:pt x="2769794" y="883510"/>
                  </a:lnTo>
                  <a:lnTo>
                    <a:pt x="2777619" y="883616"/>
                  </a:lnTo>
                  <a:lnTo>
                    <a:pt x="2785443" y="883706"/>
                  </a:lnTo>
                  <a:lnTo>
                    <a:pt x="2793267" y="883778"/>
                  </a:lnTo>
                  <a:lnTo>
                    <a:pt x="2801091" y="883840"/>
                  </a:lnTo>
                  <a:lnTo>
                    <a:pt x="2808916" y="883893"/>
                  </a:lnTo>
                  <a:lnTo>
                    <a:pt x="2816740" y="883938"/>
                  </a:lnTo>
                  <a:lnTo>
                    <a:pt x="2824564" y="883975"/>
                  </a:lnTo>
                  <a:lnTo>
                    <a:pt x="2832389" y="884005"/>
                  </a:lnTo>
                  <a:lnTo>
                    <a:pt x="2840213" y="884030"/>
                  </a:lnTo>
                  <a:lnTo>
                    <a:pt x="2848037" y="884052"/>
                  </a:lnTo>
                  <a:lnTo>
                    <a:pt x="2855861" y="884069"/>
                  </a:lnTo>
                  <a:lnTo>
                    <a:pt x="2863686" y="884083"/>
                  </a:lnTo>
                  <a:lnTo>
                    <a:pt x="2871510" y="884094"/>
                  </a:lnTo>
                  <a:lnTo>
                    <a:pt x="2879334" y="884104"/>
                  </a:lnTo>
                  <a:lnTo>
                    <a:pt x="2887159" y="884112"/>
                  </a:lnTo>
                  <a:lnTo>
                    <a:pt x="2894983" y="884118"/>
                  </a:lnTo>
                  <a:lnTo>
                    <a:pt x="2902807" y="884123"/>
                  </a:lnTo>
                  <a:lnTo>
                    <a:pt x="2910631" y="884128"/>
                  </a:lnTo>
                  <a:lnTo>
                    <a:pt x="2918456" y="884131"/>
                  </a:lnTo>
                  <a:lnTo>
                    <a:pt x="2926280" y="884134"/>
                  </a:lnTo>
                  <a:lnTo>
                    <a:pt x="2934104" y="884136"/>
                  </a:lnTo>
                  <a:lnTo>
                    <a:pt x="2941929" y="884137"/>
                  </a:lnTo>
                  <a:lnTo>
                    <a:pt x="2949753" y="884139"/>
                  </a:lnTo>
                  <a:lnTo>
                    <a:pt x="2957577" y="884140"/>
                  </a:lnTo>
                  <a:lnTo>
                    <a:pt x="2965401" y="884141"/>
                  </a:lnTo>
                  <a:lnTo>
                    <a:pt x="2973226" y="884141"/>
                  </a:lnTo>
                  <a:lnTo>
                    <a:pt x="2981050" y="884142"/>
                  </a:lnTo>
                  <a:lnTo>
                    <a:pt x="2988874" y="884142"/>
                  </a:lnTo>
                  <a:lnTo>
                    <a:pt x="2996698" y="884143"/>
                  </a:lnTo>
                  <a:lnTo>
                    <a:pt x="3004523" y="884143"/>
                  </a:lnTo>
                  <a:lnTo>
                    <a:pt x="3012347" y="884143"/>
                  </a:lnTo>
                  <a:lnTo>
                    <a:pt x="3020171" y="884143"/>
                  </a:lnTo>
                  <a:lnTo>
                    <a:pt x="3027996" y="884144"/>
                  </a:lnTo>
                  <a:lnTo>
                    <a:pt x="3035820" y="884144"/>
                  </a:lnTo>
                  <a:lnTo>
                    <a:pt x="3043644" y="884144"/>
                  </a:lnTo>
                  <a:lnTo>
                    <a:pt x="3051468" y="884144"/>
                  </a:lnTo>
                  <a:lnTo>
                    <a:pt x="3059293" y="884144"/>
                  </a:lnTo>
                  <a:lnTo>
                    <a:pt x="3067117" y="884144"/>
                  </a:lnTo>
                  <a:lnTo>
                    <a:pt x="3074941" y="884144"/>
                  </a:lnTo>
                  <a:lnTo>
                    <a:pt x="3082766" y="884144"/>
                  </a:lnTo>
                  <a:lnTo>
                    <a:pt x="3090590" y="884144"/>
                  </a:lnTo>
                  <a:lnTo>
                    <a:pt x="3098414" y="884144"/>
                  </a:lnTo>
                  <a:lnTo>
                    <a:pt x="3106238" y="884144"/>
                  </a:lnTo>
                  <a:lnTo>
                    <a:pt x="3114063" y="884144"/>
                  </a:lnTo>
                  <a:lnTo>
                    <a:pt x="3121887" y="884144"/>
                  </a:lnTo>
                  <a:lnTo>
                    <a:pt x="3129711" y="884144"/>
                  </a:lnTo>
                  <a:lnTo>
                    <a:pt x="3137536" y="884144"/>
                  </a:lnTo>
                  <a:lnTo>
                    <a:pt x="3145360" y="884144"/>
                  </a:lnTo>
                  <a:lnTo>
                    <a:pt x="3153184" y="884144"/>
                  </a:lnTo>
                  <a:lnTo>
                    <a:pt x="3161008" y="884144"/>
                  </a:lnTo>
                  <a:lnTo>
                    <a:pt x="3168833" y="884144"/>
                  </a:lnTo>
                  <a:lnTo>
                    <a:pt x="3176657" y="884144"/>
                  </a:lnTo>
                  <a:lnTo>
                    <a:pt x="3184481" y="884144"/>
                  </a:lnTo>
                  <a:lnTo>
                    <a:pt x="3192305" y="884144"/>
                  </a:lnTo>
                  <a:lnTo>
                    <a:pt x="3200130" y="884144"/>
                  </a:lnTo>
                  <a:lnTo>
                    <a:pt x="3207954" y="884144"/>
                  </a:lnTo>
                  <a:lnTo>
                    <a:pt x="3215778" y="884144"/>
                  </a:lnTo>
                  <a:lnTo>
                    <a:pt x="3223603" y="884144"/>
                  </a:lnTo>
                  <a:lnTo>
                    <a:pt x="3231427" y="884144"/>
                  </a:lnTo>
                  <a:lnTo>
                    <a:pt x="3239251" y="884144"/>
                  </a:lnTo>
                  <a:lnTo>
                    <a:pt x="3247075" y="884144"/>
                  </a:lnTo>
                  <a:lnTo>
                    <a:pt x="3254900" y="884144"/>
                  </a:lnTo>
                  <a:lnTo>
                    <a:pt x="3262724" y="884144"/>
                  </a:lnTo>
                  <a:lnTo>
                    <a:pt x="3270548" y="884144"/>
                  </a:lnTo>
                  <a:lnTo>
                    <a:pt x="3278373" y="884144"/>
                  </a:lnTo>
                  <a:lnTo>
                    <a:pt x="3286197" y="884144"/>
                  </a:lnTo>
                  <a:lnTo>
                    <a:pt x="3294021" y="884144"/>
                  </a:lnTo>
                  <a:lnTo>
                    <a:pt x="3301845" y="884144"/>
                  </a:lnTo>
                  <a:lnTo>
                    <a:pt x="3309670" y="884144"/>
                  </a:lnTo>
                  <a:lnTo>
                    <a:pt x="3317494" y="884144"/>
                  </a:lnTo>
                  <a:lnTo>
                    <a:pt x="3325318" y="884144"/>
                  </a:lnTo>
                  <a:lnTo>
                    <a:pt x="3333142" y="884144"/>
                  </a:lnTo>
                  <a:lnTo>
                    <a:pt x="3340967" y="884144"/>
                  </a:lnTo>
                  <a:lnTo>
                    <a:pt x="3348791" y="884144"/>
                  </a:lnTo>
                  <a:lnTo>
                    <a:pt x="3356615" y="884144"/>
                  </a:lnTo>
                  <a:lnTo>
                    <a:pt x="3364440" y="884144"/>
                  </a:lnTo>
                  <a:lnTo>
                    <a:pt x="3372264" y="884144"/>
                  </a:lnTo>
                  <a:lnTo>
                    <a:pt x="3380088" y="884144"/>
                  </a:lnTo>
                  <a:lnTo>
                    <a:pt x="3387912" y="884144"/>
                  </a:lnTo>
                  <a:lnTo>
                    <a:pt x="3395737" y="884144"/>
                  </a:lnTo>
                  <a:lnTo>
                    <a:pt x="3403561" y="884144"/>
                  </a:lnTo>
                  <a:lnTo>
                    <a:pt x="3411385" y="884144"/>
                  </a:lnTo>
                  <a:lnTo>
                    <a:pt x="3419210" y="884144"/>
                  </a:lnTo>
                  <a:lnTo>
                    <a:pt x="3427034" y="884144"/>
                  </a:lnTo>
                  <a:lnTo>
                    <a:pt x="3434858" y="884144"/>
                  </a:lnTo>
                  <a:lnTo>
                    <a:pt x="3442682" y="884144"/>
                  </a:lnTo>
                  <a:lnTo>
                    <a:pt x="3450507" y="884144"/>
                  </a:lnTo>
                  <a:lnTo>
                    <a:pt x="3458331" y="884144"/>
                  </a:lnTo>
                  <a:lnTo>
                    <a:pt x="3466155" y="884144"/>
                  </a:lnTo>
                  <a:lnTo>
                    <a:pt x="3473980" y="884144"/>
                  </a:lnTo>
                  <a:lnTo>
                    <a:pt x="3481804" y="884144"/>
                  </a:lnTo>
                  <a:lnTo>
                    <a:pt x="3489628" y="884144"/>
                  </a:lnTo>
                  <a:lnTo>
                    <a:pt x="3497452" y="884144"/>
                  </a:lnTo>
                  <a:lnTo>
                    <a:pt x="3505277" y="884144"/>
                  </a:lnTo>
                  <a:lnTo>
                    <a:pt x="3513101" y="884144"/>
                  </a:lnTo>
                  <a:lnTo>
                    <a:pt x="3520925" y="884144"/>
                  </a:lnTo>
                  <a:lnTo>
                    <a:pt x="3528749" y="884144"/>
                  </a:lnTo>
                  <a:lnTo>
                    <a:pt x="3536574" y="884144"/>
                  </a:lnTo>
                  <a:lnTo>
                    <a:pt x="3544398" y="884144"/>
                  </a:lnTo>
                  <a:lnTo>
                    <a:pt x="3552222" y="884144"/>
                  </a:lnTo>
                  <a:lnTo>
                    <a:pt x="3560047" y="884144"/>
                  </a:lnTo>
                  <a:lnTo>
                    <a:pt x="3567871" y="884144"/>
                  </a:lnTo>
                  <a:lnTo>
                    <a:pt x="3575695" y="884144"/>
                  </a:lnTo>
                  <a:lnTo>
                    <a:pt x="3583519" y="884144"/>
                  </a:lnTo>
                  <a:lnTo>
                    <a:pt x="3591344" y="884144"/>
                  </a:lnTo>
                  <a:lnTo>
                    <a:pt x="3599168" y="884144"/>
                  </a:lnTo>
                  <a:lnTo>
                    <a:pt x="3606992" y="884144"/>
                  </a:lnTo>
                  <a:lnTo>
                    <a:pt x="3614817" y="884144"/>
                  </a:lnTo>
                  <a:lnTo>
                    <a:pt x="3622641" y="884144"/>
                  </a:lnTo>
                  <a:lnTo>
                    <a:pt x="3630465" y="884144"/>
                  </a:lnTo>
                  <a:lnTo>
                    <a:pt x="3638289" y="884144"/>
                  </a:lnTo>
                  <a:lnTo>
                    <a:pt x="3646114" y="884144"/>
                  </a:lnTo>
                  <a:lnTo>
                    <a:pt x="3653938" y="884144"/>
                  </a:lnTo>
                  <a:lnTo>
                    <a:pt x="3661762" y="884144"/>
                  </a:lnTo>
                  <a:lnTo>
                    <a:pt x="3669586" y="884144"/>
                  </a:lnTo>
                  <a:lnTo>
                    <a:pt x="3677411" y="884144"/>
                  </a:lnTo>
                  <a:lnTo>
                    <a:pt x="3685235" y="884144"/>
                  </a:lnTo>
                  <a:lnTo>
                    <a:pt x="3693059" y="884144"/>
                  </a:lnTo>
                  <a:lnTo>
                    <a:pt x="3700884" y="884144"/>
                  </a:lnTo>
                  <a:lnTo>
                    <a:pt x="3708708" y="884144"/>
                  </a:lnTo>
                  <a:lnTo>
                    <a:pt x="3716532" y="884144"/>
                  </a:lnTo>
                  <a:lnTo>
                    <a:pt x="3724356" y="884144"/>
                  </a:lnTo>
                  <a:lnTo>
                    <a:pt x="3732181" y="884144"/>
                  </a:lnTo>
                  <a:lnTo>
                    <a:pt x="3740005" y="884144"/>
                  </a:lnTo>
                  <a:lnTo>
                    <a:pt x="3747829" y="884144"/>
                  </a:lnTo>
                  <a:lnTo>
                    <a:pt x="3755654" y="884144"/>
                  </a:lnTo>
                  <a:lnTo>
                    <a:pt x="3763478" y="884144"/>
                  </a:lnTo>
                  <a:lnTo>
                    <a:pt x="3771302" y="884144"/>
                  </a:lnTo>
                  <a:lnTo>
                    <a:pt x="3779126" y="884144"/>
                  </a:lnTo>
                  <a:lnTo>
                    <a:pt x="3786951" y="884144"/>
                  </a:lnTo>
                  <a:lnTo>
                    <a:pt x="3794775" y="884144"/>
                  </a:lnTo>
                  <a:lnTo>
                    <a:pt x="3802599" y="884144"/>
                  </a:lnTo>
                  <a:lnTo>
                    <a:pt x="3810424" y="884144"/>
                  </a:lnTo>
                  <a:lnTo>
                    <a:pt x="3818248" y="884144"/>
                  </a:lnTo>
                  <a:lnTo>
                    <a:pt x="3826072" y="884144"/>
                  </a:lnTo>
                  <a:lnTo>
                    <a:pt x="3833896" y="884144"/>
                  </a:lnTo>
                  <a:lnTo>
                    <a:pt x="3841721" y="884144"/>
                  </a:lnTo>
                  <a:lnTo>
                    <a:pt x="3849545" y="884144"/>
                  </a:lnTo>
                  <a:lnTo>
                    <a:pt x="3857369" y="884144"/>
                  </a:lnTo>
                  <a:lnTo>
                    <a:pt x="3865193" y="884144"/>
                  </a:lnTo>
                  <a:lnTo>
                    <a:pt x="3873018" y="884144"/>
                  </a:lnTo>
                  <a:lnTo>
                    <a:pt x="3880842" y="884144"/>
                  </a:lnTo>
                  <a:lnTo>
                    <a:pt x="3888666" y="884144"/>
                  </a:lnTo>
                  <a:lnTo>
                    <a:pt x="3896491" y="884144"/>
                  </a:lnTo>
                  <a:lnTo>
                    <a:pt x="3904315" y="884144"/>
                  </a:lnTo>
                  <a:lnTo>
                    <a:pt x="3912139" y="884144"/>
                  </a:lnTo>
                  <a:lnTo>
                    <a:pt x="3919963" y="884144"/>
                  </a:lnTo>
                  <a:lnTo>
                    <a:pt x="3927788" y="884144"/>
                  </a:lnTo>
                  <a:lnTo>
                    <a:pt x="3935612" y="884144"/>
                  </a:lnTo>
                  <a:lnTo>
                    <a:pt x="3943436" y="884144"/>
                  </a:lnTo>
                  <a:lnTo>
                    <a:pt x="3951261" y="884144"/>
                  </a:lnTo>
                  <a:lnTo>
                    <a:pt x="3959085" y="884144"/>
                  </a:lnTo>
                  <a:lnTo>
                    <a:pt x="3966909" y="884144"/>
                  </a:lnTo>
                  <a:lnTo>
                    <a:pt x="3974733" y="884144"/>
                  </a:lnTo>
                  <a:lnTo>
                    <a:pt x="3982558" y="884144"/>
                  </a:lnTo>
                  <a:lnTo>
                    <a:pt x="3990382" y="884144"/>
                  </a:lnTo>
                  <a:lnTo>
                    <a:pt x="3998206" y="884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7848093" y="4700531"/>
              <a:ext cx="3998206" cy="94200"/>
            </a:xfrm>
            <a:custGeom>
              <a:avLst/>
              <a:pathLst>
                <a:path w="3998206" h="94200">
                  <a:moveTo>
                    <a:pt x="0" y="94200"/>
                  </a:moveTo>
                  <a:lnTo>
                    <a:pt x="7824" y="94200"/>
                  </a:lnTo>
                  <a:lnTo>
                    <a:pt x="15648" y="94200"/>
                  </a:lnTo>
                  <a:lnTo>
                    <a:pt x="23472" y="94200"/>
                  </a:lnTo>
                  <a:lnTo>
                    <a:pt x="31297" y="94200"/>
                  </a:lnTo>
                  <a:lnTo>
                    <a:pt x="39121" y="94200"/>
                  </a:lnTo>
                  <a:lnTo>
                    <a:pt x="46945" y="94200"/>
                  </a:lnTo>
                  <a:lnTo>
                    <a:pt x="54769" y="94200"/>
                  </a:lnTo>
                  <a:lnTo>
                    <a:pt x="62594" y="94200"/>
                  </a:lnTo>
                  <a:lnTo>
                    <a:pt x="70418" y="94200"/>
                  </a:lnTo>
                  <a:lnTo>
                    <a:pt x="78242" y="94200"/>
                  </a:lnTo>
                  <a:lnTo>
                    <a:pt x="86067" y="94200"/>
                  </a:lnTo>
                  <a:lnTo>
                    <a:pt x="93891" y="94200"/>
                  </a:lnTo>
                  <a:lnTo>
                    <a:pt x="101715" y="94200"/>
                  </a:lnTo>
                  <a:lnTo>
                    <a:pt x="109539" y="94200"/>
                  </a:lnTo>
                  <a:lnTo>
                    <a:pt x="117364" y="94200"/>
                  </a:lnTo>
                  <a:lnTo>
                    <a:pt x="125188" y="94200"/>
                  </a:lnTo>
                  <a:lnTo>
                    <a:pt x="133012" y="94200"/>
                  </a:lnTo>
                  <a:lnTo>
                    <a:pt x="140837" y="94200"/>
                  </a:lnTo>
                  <a:lnTo>
                    <a:pt x="148661" y="94200"/>
                  </a:lnTo>
                  <a:lnTo>
                    <a:pt x="156485" y="94200"/>
                  </a:lnTo>
                  <a:lnTo>
                    <a:pt x="164309" y="94200"/>
                  </a:lnTo>
                  <a:lnTo>
                    <a:pt x="172134" y="94200"/>
                  </a:lnTo>
                  <a:lnTo>
                    <a:pt x="179958" y="94200"/>
                  </a:lnTo>
                  <a:lnTo>
                    <a:pt x="187782" y="94200"/>
                  </a:lnTo>
                  <a:lnTo>
                    <a:pt x="195606" y="94200"/>
                  </a:lnTo>
                  <a:lnTo>
                    <a:pt x="203431" y="94200"/>
                  </a:lnTo>
                  <a:lnTo>
                    <a:pt x="211255" y="94200"/>
                  </a:lnTo>
                  <a:lnTo>
                    <a:pt x="219079" y="94200"/>
                  </a:lnTo>
                  <a:lnTo>
                    <a:pt x="226904" y="94200"/>
                  </a:lnTo>
                  <a:lnTo>
                    <a:pt x="234728" y="94200"/>
                  </a:lnTo>
                  <a:lnTo>
                    <a:pt x="242552" y="94200"/>
                  </a:lnTo>
                  <a:lnTo>
                    <a:pt x="250376" y="94200"/>
                  </a:lnTo>
                  <a:lnTo>
                    <a:pt x="258201" y="94200"/>
                  </a:lnTo>
                  <a:lnTo>
                    <a:pt x="266025" y="94200"/>
                  </a:lnTo>
                  <a:lnTo>
                    <a:pt x="273849" y="94200"/>
                  </a:lnTo>
                  <a:lnTo>
                    <a:pt x="281674" y="94200"/>
                  </a:lnTo>
                  <a:lnTo>
                    <a:pt x="289498" y="94200"/>
                  </a:lnTo>
                  <a:lnTo>
                    <a:pt x="297322" y="94200"/>
                  </a:lnTo>
                  <a:lnTo>
                    <a:pt x="305146" y="94200"/>
                  </a:lnTo>
                  <a:lnTo>
                    <a:pt x="312971" y="94200"/>
                  </a:lnTo>
                  <a:lnTo>
                    <a:pt x="320795" y="94200"/>
                  </a:lnTo>
                  <a:lnTo>
                    <a:pt x="328619" y="94200"/>
                  </a:lnTo>
                  <a:lnTo>
                    <a:pt x="336444" y="94200"/>
                  </a:lnTo>
                  <a:lnTo>
                    <a:pt x="344268" y="94200"/>
                  </a:lnTo>
                  <a:lnTo>
                    <a:pt x="352092" y="94200"/>
                  </a:lnTo>
                  <a:lnTo>
                    <a:pt x="359916" y="94200"/>
                  </a:lnTo>
                  <a:lnTo>
                    <a:pt x="367741" y="94200"/>
                  </a:lnTo>
                  <a:lnTo>
                    <a:pt x="375565" y="94200"/>
                  </a:lnTo>
                  <a:lnTo>
                    <a:pt x="383389" y="94200"/>
                  </a:lnTo>
                  <a:lnTo>
                    <a:pt x="391213" y="94200"/>
                  </a:lnTo>
                  <a:lnTo>
                    <a:pt x="399038" y="94200"/>
                  </a:lnTo>
                  <a:lnTo>
                    <a:pt x="406862" y="94200"/>
                  </a:lnTo>
                  <a:lnTo>
                    <a:pt x="414686" y="94200"/>
                  </a:lnTo>
                  <a:lnTo>
                    <a:pt x="422511" y="94200"/>
                  </a:lnTo>
                  <a:lnTo>
                    <a:pt x="430335" y="94200"/>
                  </a:lnTo>
                  <a:lnTo>
                    <a:pt x="438159" y="94200"/>
                  </a:lnTo>
                  <a:lnTo>
                    <a:pt x="445983" y="94200"/>
                  </a:lnTo>
                  <a:lnTo>
                    <a:pt x="453808" y="94200"/>
                  </a:lnTo>
                  <a:lnTo>
                    <a:pt x="461632" y="94200"/>
                  </a:lnTo>
                  <a:lnTo>
                    <a:pt x="469456" y="94200"/>
                  </a:lnTo>
                  <a:lnTo>
                    <a:pt x="477281" y="94200"/>
                  </a:lnTo>
                  <a:lnTo>
                    <a:pt x="485105" y="94200"/>
                  </a:lnTo>
                  <a:lnTo>
                    <a:pt x="492929" y="94200"/>
                  </a:lnTo>
                  <a:lnTo>
                    <a:pt x="500753" y="94200"/>
                  </a:lnTo>
                  <a:lnTo>
                    <a:pt x="508578" y="94200"/>
                  </a:lnTo>
                  <a:lnTo>
                    <a:pt x="516402" y="94200"/>
                  </a:lnTo>
                  <a:lnTo>
                    <a:pt x="524226" y="94200"/>
                  </a:lnTo>
                  <a:lnTo>
                    <a:pt x="532050" y="94199"/>
                  </a:lnTo>
                  <a:lnTo>
                    <a:pt x="539875" y="94199"/>
                  </a:lnTo>
                  <a:lnTo>
                    <a:pt x="547699" y="94199"/>
                  </a:lnTo>
                  <a:lnTo>
                    <a:pt x="555523" y="94199"/>
                  </a:lnTo>
                  <a:lnTo>
                    <a:pt x="563348" y="94199"/>
                  </a:lnTo>
                  <a:lnTo>
                    <a:pt x="571172" y="94199"/>
                  </a:lnTo>
                  <a:lnTo>
                    <a:pt x="578996" y="94199"/>
                  </a:lnTo>
                  <a:lnTo>
                    <a:pt x="586820" y="94199"/>
                  </a:lnTo>
                  <a:lnTo>
                    <a:pt x="594645" y="94199"/>
                  </a:lnTo>
                  <a:lnTo>
                    <a:pt x="602469" y="94199"/>
                  </a:lnTo>
                  <a:lnTo>
                    <a:pt x="610293" y="94198"/>
                  </a:lnTo>
                  <a:lnTo>
                    <a:pt x="618118" y="94198"/>
                  </a:lnTo>
                  <a:lnTo>
                    <a:pt x="625942" y="94198"/>
                  </a:lnTo>
                  <a:lnTo>
                    <a:pt x="633766" y="94198"/>
                  </a:lnTo>
                  <a:lnTo>
                    <a:pt x="641590" y="94198"/>
                  </a:lnTo>
                  <a:lnTo>
                    <a:pt x="649415" y="94198"/>
                  </a:lnTo>
                  <a:lnTo>
                    <a:pt x="657239" y="94197"/>
                  </a:lnTo>
                  <a:lnTo>
                    <a:pt x="665063" y="94197"/>
                  </a:lnTo>
                  <a:lnTo>
                    <a:pt x="672888" y="94197"/>
                  </a:lnTo>
                  <a:lnTo>
                    <a:pt x="680712" y="94197"/>
                  </a:lnTo>
                  <a:lnTo>
                    <a:pt x="688536" y="94196"/>
                  </a:lnTo>
                  <a:lnTo>
                    <a:pt x="696360" y="94196"/>
                  </a:lnTo>
                  <a:lnTo>
                    <a:pt x="704185" y="94196"/>
                  </a:lnTo>
                  <a:lnTo>
                    <a:pt x="712009" y="94195"/>
                  </a:lnTo>
                  <a:lnTo>
                    <a:pt x="719833" y="94195"/>
                  </a:lnTo>
                  <a:lnTo>
                    <a:pt x="727657" y="94195"/>
                  </a:lnTo>
                  <a:lnTo>
                    <a:pt x="735482" y="94194"/>
                  </a:lnTo>
                  <a:lnTo>
                    <a:pt x="743306" y="94194"/>
                  </a:lnTo>
                  <a:lnTo>
                    <a:pt x="751130" y="94193"/>
                  </a:lnTo>
                  <a:lnTo>
                    <a:pt x="758955" y="94193"/>
                  </a:lnTo>
                  <a:lnTo>
                    <a:pt x="766779" y="94192"/>
                  </a:lnTo>
                  <a:lnTo>
                    <a:pt x="774603" y="94191"/>
                  </a:lnTo>
                  <a:lnTo>
                    <a:pt x="782427" y="94191"/>
                  </a:lnTo>
                  <a:lnTo>
                    <a:pt x="790252" y="94190"/>
                  </a:lnTo>
                  <a:lnTo>
                    <a:pt x="798076" y="94189"/>
                  </a:lnTo>
                  <a:lnTo>
                    <a:pt x="805900" y="94188"/>
                  </a:lnTo>
                  <a:lnTo>
                    <a:pt x="813725" y="94188"/>
                  </a:lnTo>
                  <a:lnTo>
                    <a:pt x="821549" y="94187"/>
                  </a:lnTo>
                  <a:lnTo>
                    <a:pt x="829373" y="94186"/>
                  </a:lnTo>
                  <a:lnTo>
                    <a:pt x="837197" y="94184"/>
                  </a:lnTo>
                  <a:lnTo>
                    <a:pt x="845022" y="94183"/>
                  </a:lnTo>
                  <a:lnTo>
                    <a:pt x="852846" y="94182"/>
                  </a:lnTo>
                  <a:lnTo>
                    <a:pt x="860670" y="94181"/>
                  </a:lnTo>
                  <a:lnTo>
                    <a:pt x="868495" y="94179"/>
                  </a:lnTo>
                  <a:lnTo>
                    <a:pt x="876319" y="94178"/>
                  </a:lnTo>
                  <a:lnTo>
                    <a:pt x="884143" y="94176"/>
                  </a:lnTo>
                  <a:lnTo>
                    <a:pt x="891967" y="94175"/>
                  </a:lnTo>
                  <a:lnTo>
                    <a:pt x="899792" y="94173"/>
                  </a:lnTo>
                  <a:lnTo>
                    <a:pt x="907616" y="94171"/>
                  </a:lnTo>
                  <a:lnTo>
                    <a:pt x="915440" y="94169"/>
                  </a:lnTo>
                  <a:lnTo>
                    <a:pt x="923264" y="94166"/>
                  </a:lnTo>
                  <a:lnTo>
                    <a:pt x="931089" y="94164"/>
                  </a:lnTo>
                  <a:lnTo>
                    <a:pt x="938913" y="94162"/>
                  </a:lnTo>
                  <a:lnTo>
                    <a:pt x="946737" y="94159"/>
                  </a:lnTo>
                  <a:lnTo>
                    <a:pt x="954562" y="94156"/>
                  </a:lnTo>
                  <a:lnTo>
                    <a:pt x="962386" y="94153"/>
                  </a:lnTo>
                  <a:lnTo>
                    <a:pt x="970210" y="94150"/>
                  </a:lnTo>
                  <a:lnTo>
                    <a:pt x="978034" y="94147"/>
                  </a:lnTo>
                  <a:lnTo>
                    <a:pt x="985859" y="94143"/>
                  </a:lnTo>
                  <a:lnTo>
                    <a:pt x="993683" y="94139"/>
                  </a:lnTo>
                  <a:lnTo>
                    <a:pt x="1001507" y="94135"/>
                  </a:lnTo>
                  <a:lnTo>
                    <a:pt x="1009332" y="94131"/>
                  </a:lnTo>
                  <a:lnTo>
                    <a:pt x="1017156" y="94126"/>
                  </a:lnTo>
                  <a:lnTo>
                    <a:pt x="1024980" y="94121"/>
                  </a:lnTo>
                  <a:lnTo>
                    <a:pt x="1032804" y="94116"/>
                  </a:lnTo>
                  <a:lnTo>
                    <a:pt x="1040629" y="94110"/>
                  </a:lnTo>
                  <a:lnTo>
                    <a:pt x="1048453" y="94105"/>
                  </a:lnTo>
                  <a:lnTo>
                    <a:pt x="1056277" y="94098"/>
                  </a:lnTo>
                  <a:lnTo>
                    <a:pt x="1064101" y="94092"/>
                  </a:lnTo>
                  <a:lnTo>
                    <a:pt x="1071926" y="94085"/>
                  </a:lnTo>
                  <a:lnTo>
                    <a:pt x="1079750" y="94078"/>
                  </a:lnTo>
                  <a:lnTo>
                    <a:pt x="1087574" y="94070"/>
                  </a:lnTo>
                  <a:lnTo>
                    <a:pt x="1095399" y="94062"/>
                  </a:lnTo>
                  <a:lnTo>
                    <a:pt x="1103223" y="94053"/>
                  </a:lnTo>
                  <a:lnTo>
                    <a:pt x="1111047" y="94044"/>
                  </a:lnTo>
                  <a:lnTo>
                    <a:pt x="1118871" y="94034"/>
                  </a:lnTo>
                  <a:lnTo>
                    <a:pt x="1126696" y="94024"/>
                  </a:lnTo>
                  <a:lnTo>
                    <a:pt x="1134520" y="94013"/>
                  </a:lnTo>
                  <a:lnTo>
                    <a:pt x="1142344" y="94002"/>
                  </a:lnTo>
                  <a:lnTo>
                    <a:pt x="1150169" y="93990"/>
                  </a:lnTo>
                  <a:lnTo>
                    <a:pt x="1157993" y="93977"/>
                  </a:lnTo>
                  <a:lnTo>
                    <a:pt x="1165817" y="93964"/>
                  </a:lnTo>
                  <a:lnTo>
                    <a:pt x="1173641" y="93949"/>
                  </a:lnTo>
                  <a:lnTo>
                    <a:pt x="1181466" y="93935"/>
                  </a:lnTo>
                  <a:lnTo>
                    <a:pt x="1189290" y="93919"/>
                  </a:lnTo>
                  <a:lnTo>
                    <a:pt x="1197114" y="93902"/>
                  </a:lnTo>
                  <a:lnTo>
                    <a:pt x="1204939" y="93885"/>
                  </a:lnTo>
                  <a:lnTo>
                    <a:pt x="1212763" y="93867"/>
                  </a:lnTo>
                  <a:lnTo>
                    <a:pt x="1220587" y="93847"/>
                  </a:lnTo>
                  <a:lnTo>
                    <a:pt x="1228411" y="93827"/>
                  </a:lnTo>
                  <a:lnTo>
                    <a:pt x="1236236" y="93806"/>
                  </a:lnTo>
                  <a:lnTo>
                    <a:pt x="1244060" y="93783"/>
                  </a:lnTo>
                  <a:lnTo>
                    <a:pt x="1251884" y="93760"/>
                  </a:lnTo>
                  <a:lnTo>
                    <a:pt x="1259708" y="93735"/>
                  </a:lnTo>
                  <a:lnTo>
                    <a:pt x="1267533" y="93709"/>
                  </a:lnTo>
                  <a:lnTo>
                    <a:pt x="1275357" y="93682"/>
                  </a:lnTo>
                  <a:lnTo>
                    <a:pt x="1283181" y="93653"/>
                  </a:lnTo>
                  <a:lnTo>
                    <a:pt x="1291006" y="93623"/>
                  </a:lnTo>
                  <a:lnTo>
                    <a:pt x="1298830" y="93592"/>
                  </a:lnTo>
                  <a:lnTo>
                    <a:pt x="1306654" y="93558"/>
                  </a:lnTo>
                  <a:lnTo>
                    <a:pt x="1314478" y="93524"/>
                  </a:lnTo>
                  <a:lnTo>
                    <a:pt x="1322303" y="93488"/>
                  </a:lnTo>
                  <a:lnTo>
                    <a:pt x="1330127" y="93450"/>
                  </a:lnTo>
                  <a:lnTo>
                    <a:pt x="1337951" y="93410"/>
                  </a:lnTo>
                  <a:lnTo>
                    <a:pt x="1345776" y="93369"/>
                  </a:lnTo>
                  <a:lnTo>
                    <a:pt x="1353600" y="93325"/>
                  </a:lnTo>
                  <a:lnTo>
                    <a:pt x="1361424" y="93279"/>
                  </a:lnTo>
                  <a:lnTo>
                    <a:pt x="1369248" y="93231"/>
                  </a:lnTo>
                  <a:lnTo>
                    <a:pt x="1377073" y="93182"/>
                  </a:lnTo>
                  <a:lnTo>
                    <a:pt x="1384897" y="93130"/>
                  </a:lnTo>
                  <a:lnTo>
                    <a:pt x="1392721" y="93075"/>
                  </a:lnTo>
                  <a:lnTo>
                    <a:pt x="1400545" y="93019"/>
                  </a:lnTo>
                  <a:lnTo>
                    <a:pt x="1408370" y="92959"/>
                  </a:lnTo>
                  <a:lnTo>
                    <a:pt x="1416194" y="92898"/>
                  </a:lnTo>
                  <a:lnTo>
                    <a:pt x="1424018" y="92833"/>
                  </a:lnTo>
                  <a:lnTo>
                    <a:pt x="1431843" y="92766"/>
                  </a:lnTo>
                  <a:lnTo>
                    <a:pt x="1439667" y="92695"/>
                  </a:lnTo>
                  <a:lnTo>
                    <a:pt x="1447491" y="92623"/>
                  </a:lnTo>
                  <a:lnTo>
                    <a:pt x="1455315" y="92546"/>
                  </a:lnTo>
                  <a:lnTo>
                    <a:pt x="1463140" y="92468"/>
                  </a:lnTo>
                  <a:lnTo>
                    <a:pt x="1470964" y="92384"/>
                  </a:lnTo>
                  <a:lnTo>
                    <a:pt x="1478788" y="92299"/>
                  </a:lnTo>
                  <a:lnTo>
                    <a:pt x="1486613" y="92208"/>
                  </a:lnTo>
                  <a:lnTo>
                    <a:pt x="1494437" y="92116"/>
                  </a:lnTo>
                  <a:lnTo>
                    <a:pt x="1502261" y="92019"/>
                  </a:lnTo>
                  <a:lnTo>
                    <a:pt x="1510085" y="91918"/>
                  </a:lnTo>
                  <a:lnTo>
                    <a:pt x="1517910" y="91814"/>
                  </a:lnTo>
                  <a:lnTo>
                    <a:pt x="1525734" y="91705"/>
                  </a:lnTo>
                  <a:lnTo>
                    <a:pt x="1533558" y="91593"/>
                  </a:lnTo>
                  <a:lnTo>
                    <a:pt x="1541383" y="91475"/>
                  </a:lnTo>
                  <a:lnTo>
                    <a:pt x="1549207" y="91354"/>
                  </a:lnTo>
                  <a:lnTo>
                    <a:pt x="1557031" y="91227"/>
                  </a:lnTo>
                  <a:lnTo>
                    <a:pt x="1564855" y="91098"/>
                  </a:lnTo>
                  <a:lnTo>
                    <a:pt x="1572680" y="90961"/>
                  </a:lnTo>
                  <a:lnTo>
                    <a:pt x="1580504" y="90822"/>
                  </a:lnTo>
                  <a:lnTo>
                    <a:pt x="1588328" y="90675"/>
                  </a:lnTo>
                  <a:lnTo>
                    <a:pt x="1596152" y="90526"/>
                  </a:lnTo>
                  <a:lnTo>
                    <a:pt x="1603977" y="90368"/>
                  </a:lnTo>
                  <a:lnTo>
                    <a:pt x="1611801" y="90208"/>
                  </a:lnTo>
                  <a:lnTo>
                    <a:pt x="1619625" y="90040"/>
                  </a:lnTo>
                  <a:lnTo>
                    <a:pt x="1627450" y="89868"/>
                  </a:lnTo>
                  <a:lnTo>
                    <a:pt x="1635274" y="89689"/>
                  </a:lnTo>
                  <a:lnTo>
                    <a:pt x="1643098" y="89504"/>
                  </a:lnTo>
                  <a:lnTo>
                    <a:pt x="1650922" y="89314"/>
                  </a:lnTo>
                  <a:lnTo>
                    <a:pt x="1658747" y="89116"/>
                  </a:lnTo>
                  <a:lnTo>
                    <a:pt x="1666571" y="88914"/>
                  </a:lnTo>
                  <a:lnTo>
                    <a:pt x="1674395" y="88702"/>
                  </a:lnTo>
                  <a:lnTo>
                    <a:pt x="1682220" y="88488"/>
                  </a:lnTo>
                  <a:lnTo>
                    <a:pt x="1690044" y="88262"/>
                  </a:lnTo>
                  <a:lnTo>
                    <a:pt x="1697868" y="88034"/>
                  </a:lnTo>
                  <a:lnTo>
                    <a:pt x="1705692" y="87794"/>
                  </a:lnTo>
                  <a:lnTo>
                    <a:pt x="1713517" y="87551"/>
                  </a:lnTo>
                  <a:lnTo>
                    <a:pt x="1721341" y="87297"/>
                  </a:lnTo>
                  <a:lnTo>
                    <a:pt x="1729165" y="87039"/>
                  </a:lnTo>
                  <a:lnTo>
                    <a:pt x="1736990" y="86770"/>
                  </a:lnTo>
                  <a:lnTo>
                    <a:pt x="1744814" y="86496"/>
                  </a:lnTo>
                  <a:lnTo>
                    <a:pt x="1752638" y="86213"/>
                  </a:lnTo>
                  <a:lnTo>
                    <a:pt x="1760462" y="85922"/>
                  </a:lnTo>
                  <a:lnTo>
                    <a:pt x="1768287" y="85623"/>
                  </a:lnTo>
                  <a:lnTo>
                    <a:pt x="1776111" y="85315"/>
                  </a:lnTo>
                  <a:lnTo>
                    <a:pt x="1783935" y="85000"/>
                  </a:lnTo>
                  <a:lnTo>
                    <a:pt x="1791759" y="84674"/>
                  </a:lnTo>
                  <a:lnTo>
                    <a:pt x="1799584" y="84344"/>
                  </a:lnTo>
                  <a:lnTo>
                    <a:pt x="1807408" y="84000"/>
                  </a:lnTo>
                  <a:lnTo>
                    <a:pt x="1815232" y="83653"/>
                  </a:lnTo>
                  <a:lnTo>
                    <a:pt x="1823057" y="83289"/>
                  </a:lnTo>
                  <a:lnTo>
                    <a:pt x="1830881" y="82924"/>
                  </a:lnTo>
                  <a:lnTo>
                    <a:pt x="1838705" y="82543"/>
                  </a:lnTo>
                  <a:lnTo>
                    <a:pt x="1846529" y="82159"/>
                  </a:lnTo>
                  <a:lnTo>
                    <a:pt x="1854354" y="81760"/>
                  </a:lnTo>
                  <a:lnTo>
                    <a:pt x="1862178" y="81356"/>
                  </a:lnTo>
                  <a:lnTo>
                    <a:pt x="1870002" y="80940"/>
                  </a:lnTo>
                  <a:lnTo>
                    <a:pt x="1877827" y="80515"/>
                  </a:lnTo>
                  <a:lnTo>
                    <a:pt x="1885651" y="80081"/>
                  </a:lnTo>
                  <a:lnTo>
                    <a:pt x="1893475" y="79636"/>
                  </a:lnTo>
                  <a:lnTo>
                    <a:pt x="1901299" y="79184"/>
                  </a:lnTo>
                  <a:lnTo>
                    <a:pt x="1909124" y="78718"/>
                  </a:lnTo>
                  <a:lnTo>
                    <a:pt x="1916948" y="78247"/>
                  </a:lnTo>
                  <a:lnTo>
                    <a:pt x="1924772" y="77761"/>
                  </a:lnTo>
                  <a:lnTo>
                    <a:pt x="1932596" y="77271"/>
                  </a:lnTo>
                  <a:lnTo>
                    <a:pt x="1940421" y="76764"/>
                  </a:lnTo>
                  <a:lnTo>
                    <a:pt x="1948245" y="76254"/>
                  </a:lnTo>
                  <a:lnTo>
                    <a:pt x="1956069" y="75727"/>
                  </a:lnTo>
                  <a:lnTo>
                    <a:pt x="1963894" y="75196"/>
                  </a:lnTo>
                  <a:lnTo>
                    <a:pt x="1971718" y="74650"/>
                  </a:lnTo>
                  <a:lnTo>
                    <a:pt x="1979542" y="74098"/>
                  </a:lnTo>
                  <a:lnTo>
                    <a:pt x="1987366" y="73534"/>
                  </a:lnTo>
                  <a:lnTo>
                    <a:pt x="1995191" y="72961"/>
                  </a:lnTo>
                  <a:lnTo>
                    <a:pt x="2003015" y="72377"/>
                  </a:lnTo>
                  <a:lnTo>
                    <a:pt x="2010839" y="71783"/>
                  </a:lnTo>
                  <a:lnTo>
                    <a:pt x="2018664" y="71181"/>
                  </a:lnTo>
                  <a:lnTo>
                    <a:pt x="2026488" y="70566"/>
                  </a:lnTo>
                  <a:lnTo>
                    <a:pt x="2034312" y="69946"/>
                  </a:lnTo>
                  <a:lnTo>
                    <a:pt x="2042136" y="69311"/>
                  </a:lnTo>
                  <a:lnTo>
                    <a:pt x="2049961" y="68672"/>
                  </a:lnTo>
                  <a:lnTo>
                    <a:pt x="2057785" y="68017"/>
                  </a:lnTo>
                  <a:lnTo>
                    <a:pt x="2065609" y="67360"/>
                  </a:lnTo>
                  <a:lnTo>
                    <a:pt x="2073434" y="66686"/>
                  </a:lnTo>
                  <a:lnTo>
                    <a:pt x="2081258" y="66009"/>
                  </a:lnTo>
                  <a:lnTo>
                    <a:pt x="2089082" y="65318"/>
                  </a:lnTo>
                  <a:lnTo>
                    <a:pt x="2096906" y="64623"/>
                  </a:lnTo>
                  <a:lnTo>
                    <a:pt x="2104731" y="63915"/>
                  </a:lnTo>
                  <a:lnTo>
                    <a:pt x="2112555" y="63201"/>
                  </a:lnTo>
                  <a:lnTo>
                    <a:pt x="2120379" y="62478"/>
                  </a:lnTo>
                  <a:lnTo>
                    <a:pt x="2128203" y="61746"/>
                  </a:lnTo>
                  <a:lnTo>
                    <a:pt x="2136028" y="61007"/>
                  </a:lnTo>
                  <a:lnTo>
                    <a:pt x="2143852" y="60259"/>
                  </a:lnTo>
                  <a:lnTo>
                    <a:pt x="2151676" y="59505"/>
                  </a:lnTo>
                  <a:lnTo>
                    <a:pt x="2159501" y="58740"/>
                  </a:lnTo>
                  <a:lnTo>
                    <a:pt x="2167325" y="57973"/>
                  </a:lnTo>
                  <a:lnTo>
                    <a:pt x="2175149" y="57193"/>
                  </a:lnTo>
                  <a:lnTo>
                    <a:pt x="2182973" y="56412"/>
                  </a:lnTo>
                  <a:lnTo>
                    <a:pt x="2190798" y="55619"/>
                  </a:lnTo>
                  <a:lnTo>
                    <a:pt x="2198622" y="54824"/>
                  </a:lnTo>
                  <a:lnTo>
                    <a:pt x="2206446" y="54020"/>
                  </a:lnTo>
                  <a:lnTo>
                    <a:pt x="2214271" y="53212"/>
                  </a:lnTo>
                  <a:lnTo>
                    <a:pt x="2222095" y="52397"/>
                  </a:lnTo>
                  <a:lnTo>
                    <a:pt x="2229919" y="51578"/>
                  </a:lnTo>
                  <a:lnTo>
                    <a:pt x="2237743" y="50754"/>
                  </a:lnTo>
                  <a:lnTo>
                    <a:pt x="2245568" y="49925"/>
                  </a:lnTo>
                  <a:lnTo>
                    <a:pt x="2253392" y="49091"/>
                  </a:lnTo>
                  <a:lnTo>
                    <a:pt x="2261216" y="48254"/>
                  </a:lnTo>
                  <a:lnTo>
                    <a:pt x="2269040" y="47413"/>
                  </a:lnTo>
                  <a:lnTo>
                    <a:pt x="2276865" y="46568"/>
                  </a:lnTo>
                  <a:lnTo>
                    <a:pt x="2284689" y="45722"/>
                  </a:lnTo>
                  <a:lnTo>
                    <a:pt x="2292513" y="44871"/>
                  </a:lnTo>
                  <a:lnTo>
                    <a:pt x="2300338" y="44019"/>
                  </a:lnTo>
                  <a:lnTo>
                    <a:pt x="2308162" y="43164"/>
                  </a:lnTo>
                  <a:lnTo>
                    <a:pt x="2315986" y="42308"/>
                  </a:lnTo>
                  <a:lnTo>
                    <a:pt x="2323810" y="41451"/>
                  </a:lnTo>
                  <a:lnTo>
                    <a:pt x="2331635" y="40593"/>
                  </a:lnTo>
                  <a:lnTo>
                    <a:pt x="2339459" y="39734"/>
                  </a:lnTo>
                  <a:lnTo>
                    <a:pt x="2347283" y="38875"/>
                  </a:lnTo>
                  <a:lnTo>
                    <a:pt x="2355108" y="38016"/>
                  </a:lnTo>
                  <a:lnTo>
                    <a:pt x="2362932" y="37158"/>
                  </a:lnTo>
                  <a:lnTo>
                    <a:pt x="2370756" y="36301"/>
                  </a:lnTo>
                  <a:lnTo>
                    <a:pt x="2378580" y="35445"/>
                  </a:lnTo>
                  <a:lnTo>
                    <a:pt x="2386405" y="34591"/>
                  </a:lnTo>
                  <a:lnTo>
                    <a:pt x="2394229" y="33740"/>
                  </a:lnTo>
                  <a:lnTo>
                    <a:pt x="2402053" y="32890"/>
                  </a:lnTo>
                  <a:lnTo>
                    <a:pt x="2409878" y="32044"/>
                  </a:lnTo>
                  <a:lnTo>
                    <a:pt x="2417702" y="31200"/>
                  </a:lnTo>
                  <a:lnTo>
                    <a:pt x="2425526" y="30363"/>
                  </a:lnTo>
                  <a:lnTo>
                    <a:pt x="2433350" y="29526"/>
                  </a:lnTo>
                  <a:lnTo>
                    <a:pt x="2441175" y="28697"/>
                  </a:lnTo>
                  <a:lnTo>
                    <a:pt x="2448999" y="27871"/>
                  </a:lnTo>
                  <a:lnTo>
                    <a:pt x="2456823" y="27052"/>
                  </a:lnTo>
                  <a:lnTo>
                    <a:pt x="2464647" y="26237"/>
                  </a:lnTo>
                  <a:lnTo>
                    <a:pt x="2472472" y="25430"/>
                  </a:lnTo>
                  <a:lnTo>
                    <a:pt x="2480296" y="24628"/>
                  </a:lnTo>
                  <a:lnTo>
                    <a:pt x="2488120" y="23834"/>
                  </a:lnTo>
                  <a:lnTo>
                    <a:pt x="2495945" y="23047"/>
                  </a:lnTo>
                  <a:lnTo>
                    <a:pt x="2503769" y="22267"/>
                  </a:lnTo>
                  <a:lnTo>
                    <a:pt x="2511593" y="21497"/>
                  </a:lnTo>
                  <a:lnTo>
                    <a:pt x="2519417" y="20732"/>
                  </a:lnTo>
                  <a:lnTo>
                    <a:pt x="2527242" y="19981"/>
                  </a:lnTo>
                  <a:lnTo>
                    <a:pt x="2535066" y="19233"/>
                  </a:lnTo>
                  <a:lnTo>
                    <a:pt x="2542890" y="18502"/>
                  </a:lnTo>
                  <a:lnTo>
                    <a:pt x="2550715" y="17773"/>
                  </a:lnTo>
                  <a:lnTo>
                    <a:pt x="2558539" y="17062"/>
                  </a:lnTo>
                  <a:lnTo>
                    <a:pt x="2566363" y="16355"/>
                  </a:lnTo>
                  <a:lnTo>
                    <a:pt x="2574187" y="15666"/>
                  </a:lnTo>
                  <a:lnTo>
                    <a:pt x="2582012" y="14982"/>
                  </a:lnTo>
                  <a:lnTo>
                    <a:pt x="2589836" y="14315"/>
                  </a:lnTo>
                  <a:lnTo>
                    <a:pt x="2597660" y="13656"/>
                  </a:lnTo>
                  <a:lnTo>
                    <a:pt x="2605485" y="13011"/>
                  </a:lnTo>
                  <a:lnTo>
                    <a:pt x="2613309" y="12379"/>
                  </a:lnTo>
                  <a:lnTo>
                    <a:pt x="2621133" y="11759"/>
                  </a:lnTo>
                  <a:lnTo>
                    <a:pt x="2628957" y="11155"/>
                  </a:lnTo>
                  <a:lnTo>
                    <a:pt x="2636782" y="10559"/>
                  </a:lnTo>
                  <a:lnTo>
                    <a:pt x="2644606" y="9984"/>
                  </a:lnTo>
                  <a:lnTo>
                    <a:pt x="2652430" y="9415"/>
                  </a:lnTo>
                  <a:lnTo>
                    <a:pt x="2660254" y="8870"/>
                  </a:lnTo>
                  <a:lnTo>
                    <a:pt x="2668079" y="8328"/>
                  </a:lnTo>
                  <a:lnTo>
                    <a:pt x="2675903" y="7815"/>
                  </a:lnTo>
                  <a:lnTo>
                    <a:pt x="2683727" y="7305"/>
                  </a:lnTo>
                  <a:lnTo>
                    <a:pt x="2691552" y="6820"/>
                  </a:lnTo>
                  <a:lnTo>
                    <a:pt x="2699376" y="6342"/>
                  </a:lnTo>
                  <a:lnTo>
                    <a:pt x="2707200" y="5887"/>
                  </a:lnTo>
                  <a:lnTo>
                    <a:pt x="2715024" y="5443"/>
                  </a:lnTo>
                  <a:lnTo>
                    <a:pt x="2722849" y="5019"/>
                  </a:lnTo>
                  <a:lnTo>
                    <a:pt x="2730673" y="4609"/>
                  </a:lnTo>
                  <a:lnTo>
                    <a:pt x="2738497" y="4216"/>
                  </a:lnTo>
                  <a:lnTo>
                    <a:pt x="2746322" y="3841"/>
                  </a:lnTo>
                  <a:lnTo>
                    <a:pt x="2754146" y="3480"/>
                  </a:lnTo>
                  <a:lnTo>
                    <a:pt x="2761970" y="3141"/>
                  </a:lnTo>
                  <a:lnTo>
                    <a:pt x="2769794" y="2811"/>
                  </a:lnTo>
                  <a:lnTo>
                    <a:pt x="2777619" y="2509"/>
                  </a:lnTo>
                  <a:lnTo>
                    <a:pt x="2785443" y="2212"/>
                  </a:lnTo>
                  <a:lnTo>
                    <a:pt x="2793267" y="1947"/>
                  </a:lnTo>
                  <a:lnTo>
                    <a:pt x="2801091" y="1686"/>
                  </a:lnTo>
                  <a:lnTo>
                    <a:pt x="2808916" y="1455"/>
                  </a:lnTo>
                  <a:lnTo>
                    <a:pt x="2816740" y="1231"/>
                  </a:lnTo>
                  <a:lnTo>
                    <a:pt x="2824564" y="1034"/>
                  </a:lnTo>
                  <a:lnTo>
                    <a:pt x="2832389" y="847"/>
                  </a:lnTo>
                  <a:lnTo>
                    <a:pt x="2840213" y="684"/>
                  </a:lnTo>
                  <a:lnTo>
                    <a:pt x="2848037" y="535"/>
                  </a:lnTo>
                  <a:lnTo>
                    <a:pt x="2855861" y="405"/>
                  </a:lnTo>
                  <a:lnTo>
                    <a:pt x="2863686" y="294"/>
                  </a:lnTo>
                  <a:lnTo>
                    <a:pt x="2871510" y="198"/>
                  </a:lnTo>
                  <a:lnTo>
                    <a:pt x="2879334" y="126"/>
                  </a:lnTo>
                  <a:lnTo>
                    <a:pt x="2887159" y="63"/>
                  </a:lnTo>
                  <a:lnTo>
                    <a:pt x="2894983" y="28"/>
                  </a:lnTo>
                  <a:lnTo>
                    <a:pt x="2902807" y="0"/>
                  </a:lnTo>
                  <a:lnTo>
                    <a:pt x="2910631" y="2"/>
                  </a:lnTo>
                  <a:lnTo>
                    <a:pt x="2918456" y="8"/>
                  </a:lnTo>
                  <a:lnTo>
                    <a:pt x="2926280" y="46"/>
                  </a:lnTo>
                  <a:lnTo>
                    <a:pt x="2934104" y="90"/>
                  </a:lnTo>
                  <a:lnTo>
                    <a:pt x="2941929" y="161"/>
                  </a:lnTo>
                  <a:lnTo>
                    <a:pt x="2949753" y="242"/>
                  </a:lnTo>
                  <a:lnTo>
                    <a:pt x="2957577" y="345"/>
                  </a:lnTo>
                  <a:lnTo>
                    <a:pt x="2965401" y="462"/>
                  </a:lnTo>
                  <a:lnTo>
                    <a:pt x="2973226" y="598"/>
                  </a:lnTo>
                  <a:lnTo>
                    <a:pt x="2981050" y="750"/>
                  </a:lnTo>
                  <a:lnTo>
                    <a:pt x="2988874" y="918"/>
                  </a:lnTo>
                  <a:lnTo>
                    <a:pt x="2996698" y="1106"/>
                  </a:lnTo>
                  <a:lnTo>
                    <a:pt x="3004523" y="1304"/>
                  </a:lnTo>
                  <a:lnTo>
                    <a:pt x="3012347" y="1526"/>
                  </a:lnTo>
                  <a:lnTo>
                    <a:pt x="3020171" y="1755"/>
                  </a:lnTo>
                  <a:lnTo>
                    <a:pt x="3027996" y="2011"/>
                  </a:lnTo>
                  <a:lnTo>
                    <a:pt x="3035820" y="2271"/>
                  </a:lnTo>
                  <a:lnTo>
                    <a:pt x="3043644" y="2559"/>
                  </a:lnTo>
                  <a:lnTo>
                    <a:pt x="3051468" y="2851"/>
                  </a:lnTo>
                  <a:lnTo>
                    <a:pt x="3059293" y="3168"/>
                  </a:lnTo>
                  <a:lnTo>
                    <a:pt x="3067117" y="3492"/>
                  </a:lnTo>
                  <a:lnTo>
                    <a:pt x="3074941" y="3836"/>
                  </a:lnTo>
                  <a:lnTo>
                    <a:pt x="3082766" y="4191"/>
                  </a:lnTo>
                  <a:lnTo>
                    <a:pt x="3090590" y="4562"/>
                  </a:lnTo>
                  <a:lnTo>
                    <a:pt x="3098414" y="4946"/>
                  </a:lnTo>
                  <a:lnTo>
                    <a:pt x="3106238" y="5344"/>
                  </a:lnTo>
                  <a:lnTo>
                    <a:pt x="3114063" y="5756"/>
                  </a:lnTo>
                  <a:lnTo>
                    <a:pt x="3121887" y="6179"/>
                  </a:lnTo>
                  <a:lnTo>
                    <a:pt x="3129711" y="6619"/>
                  </a:lnTo>
                  <a:lnTo>
                    <a:pt x="3137536" y="7066"/>
                  </a:lnTo>
                  <a:lnTo>
                    <a:pt x="3145360" y="7533"/>
                  </a:lnTo>
                  <a:lnTo>
                    <a:pt x="3153184" y="8002"/>
                  </a:lnTo>
                  <a:lnTo>
                    <a:pt x="3161008" y="8494"/>
                  </a:lnTo>
                  <a:lnTo>
                    <a:pt x="3168833" y="8988"/>
                  </a:lnTo>
                  <a:lnTo>
                    <a:pt x="3176657" y="9502"/>
                  </a:lnTo>
                  <a:lnTo>
                    <a:pt x="3184481" y="10020"/>
                  </a:lnTo>
                  <a:lnTo>
                    <a:pt x="3192305" y="10553"/>
                  </a:lnTo>
                  <a:lnTo>
                    <a:pt x="3200130" y="11093"/>
                  </a:lnTo>
                  <a:lnTo>
                    <a:pt x="3207954" y="11646"/>
                  </a:lnTo>
                  <a:lnTo>
                    <a:pt x="3215778" y="12207"/>
                  </a:lnTo>
                  <a:lnTo>
                    <a:pt x="3223603" y="12778"/>
                  </a:lnTo>
                  <a:lnTo>
                    <a:pt x="3231427" y="13358"/>
                  </a:lnTo>
                  <a:lnTo>
                    <a:pt x="3239251" y="13946"/>
                  </a:lnTo>
                  <a:lnTo>
                    <a:pt x="3247075" y="14545"/>
                  </a:lnTo>
                  <a:lnTo>
                    <a:pt x="3254900" y="15149"/>
                  </a:lnTo>
                  <a:lnTo>
                    <a:pt x="3262724" y="15765"/>
                  </a:lnTo>
                  <a:lnTo>
                    <a:pt x="3270548" y="16383"/>
                  </a:lnTo>
                  <a:lnTo>
                    <a:pt x="3278373" y="17014"/>
                  </a:lnTo>
                  <a:lnTo>
                    <a:pt x="3286197" y="17647"/>
                  </a:lnTo>
                  <a:lnTo>
                    <a:pt x="3294021" y="18292"/>
                  </a:lnTo>
                  <a:lnTo>
                    <a:pt x="3301845" y="18938"/>
                  </a:lnTo>
                  <a:lnTo>
                    <a:pt x="3309670" y="19594"/>
                  </a:lnTo>
                  <a:lnTo>
                    <a:pt x="3317494" y="20254"/>
                  </a:lnTo>
                  <a:lnTo>
                    <a:pt x="3325318" y="20920"/>
                  </a:lnTo>
                  <a:lnTo>
                    <a:pt x="3333142" y="21590"/>
                  </a:lnTo>
                  <a:lnTo>
                    <a:pt x="3340967" y="22266"/>
                  </a:lnTo>
                  <a:lnTo>
                    <a:pt x="3348791" y="22946"/>
                  </a:lnTo>
                  <a:lnTo>
                    <a:pt x="3356615" y="23630"/>
                  </a:lnTo>
                  <a:lnTo>
                    <a:pt x="3364440" y="24319"/>
                  </a:lnTo>
                  <a:lnTo>
                    <a:pt x="3372264" y="25010"/>
                  </a:lnTo>
                  <a:lnTo>
                    <a:pt x="3380088" y="25705"/>
                  </a:lnTo>
                  <a:lnTo>
                    <a:pt x="3387912" y="26402"/>
                  </a:lnTo>
                  <a:lnTo>
                    <a:pt x="3395737" y="27104"/>
                  </a:lnTo>
                  <a:lnTo>
                    <a:pt x="3403561" y="27806"/>
                  </a:lnTo>
                  <a:lnTo>
                    <a:pt x="3411385" y="28512"/>
                  </a:lnTo>
                  <a:lnTo>
                    <a:pt x="3419210" y="29218"/>
                  </a:lnTo>
                  <a:lnTo>
                    <a:pt x="3427034" y="29927"/>
                  </a:lnTo>
                  <a:lnTo>
                    <a:pt x="3434858" y="30636"/>
                  </a:lnTo>
                  <a:lnTo>
                    <a:pt x="3442682" y="31347"/>
                  </a:lnTo>
                  <a:lnTo>
                    <a:pt x="3450507" y="32059"/>
                  </a:lnTo>
                  <a:lnTo>
                    <a:pt x="3458331" y="32770"/>
                  </a:lnTo>
                  <a:lnTo>
                    <a:pt x="3466155" y="33483"/>
                  </a:lnTo>
                  <a:lnTo>
                    <a:pt x="3473980" y="34195"/>
                  </a:lnTo>
                  <a:lnTo>
                    <a:pt x="3481804" y="34906"/>
                  </a:lnTo>
                  <a:lnTo>
                    <a:pt x="3489628" y="35618"/>
                  </a:lnTo>
                  <a:lnTo>
                    <a:pt x="3497452" y="36328"/>
                  </a:lnTo>
                  <a:lnTo>
                    <a:pt x="3505277" y="37038"/>
                  </a:lnTo>
                  <a:lnTo>
                    <a:pt x="3513101" y="37745"/>
                  </a:lnTo>
                  <a:lnTo>
                    <a:pt x="3520925" y="38453"/>
                  </a:lnTo>
                  <a:lnTo>
                    <a:pt x="3528749" y="39157"/>
                  </a:lnTo>
                  <a:lnTo>
                    <a:pt x="3536574" y="39861"/>
                  </a:lnTo>
                  <a:lnTo>
                    <a:pt x="3544398" y="40561"/>
                  </a:lnTo>
                  <a:lnTo>
                    <a:pt x="3552222" y="41260"/>
                  </a:lnTo>
                  <a:lnTo>
                    <a:pt x="3560047" y="41956"/>
                  </a:lnTo>
                  <a:lnTo>
                    <a:pt x="3567871" y="42650"/>
                  </a:lnTo>
                  <a:lnTo>
                    <a:pt x="3575695" y="43340"/>
                  </a:lnTo>
                  <a:lnTo>
                    <a:pt x="3583519" y="44027"/>
                  </a:lnTo>
                  <a:lnTo>
                    <a:pt x="3591344" y="44712"/>
                  </a:lnTo>
                  <a:lnTo>
                    <a:pt x="3599168" y="45392"/>
                  </a:lnTo>
                  <a:lnTo>
                    <a:pt x="3606992" y="46070"/>
                  </a:lnTo>
                  <a:lnTo>
                    <a:pt x="3614817" y="46743"/>
                  </a:lnTo>
                  <a:lnTo>
                    <a:pt x="3622641" y="47414"/>
                  </a:lnTo>
                  <a:lnTo>
                    <a:pt x="3630465" y="48078"/>
                  </a:lnTo>
                  <a:lnTo>
                    <a:pt x="3638289" y="48741"/>
                  </a:lnTo>
                  <a:lnTo>
                    <a:pt x="3646114" y="49396"/>
                  </a:lnTo>
                  <a:lnTo>
                    <a:pt x="3653938" y="50051"/>
                  </a:lnTo>
                  <a:lnTo>
                    <a:pt x="3661762" y="50697"/>
                  </a:lnTo>
                  <a:lnTo>
                    <a:pt x="3669586" y="51342"/>
                  </a:lnTo>
                  <a:lnTo>
                    <a:pt x="3677411" y="51980"/>
                  </a:lnTo>
                  <a:lnTo>
                    <a:pt x="3685235" y="52614"/>
                  </a:lnTo>
                  <a:lnTo>
                    <a:pt x="3693059" y="53243"/>
                  </a:lnTo>
                  <a:lnTo>
                    <a:pt x="3700884" y="53867"/>
                  </a:lnTo>
                  <a:lnTo>
                    <a:pt x="3708708" y="54486"/>
                  </a:lnTo>
                  <a:lnTo>
                    <a:pt x="3716532" y="55099"/>
                  </a:lnTo>
                  <a:lnTo>
                    <a:pt x="3724356" y="55708"/>
                  </a:lnTo>
                  <a:lnTo>
                    <a:pt x="3732181" y="56310"/>
                  </a:lnTo>
                  <a:lnTo>
                    <a:pt x="3740005" y="56908"/>
                  </a:lnTo>
                  <a:lnTo>
                    <a:pt x="3747829" y="57499"/>
                  </a:lnTo>
                  <a:lnTo>
                    <a:pt x="3755654" y="58087"/>
                  </a:lnTo>
                  <a:lnTo>
                    <a:pt x="3763478" y="58666"/>
                  </a:lnTo>
                  <a:lnTo>
                    <a:pt x="3771302" y="59243"/>
                  </a:lnTo>
                  <a:lnTo>
                    <a:pt x="3779126" y="59810"/>
                  </a:lnTo>
                  <a:lnTo>
                    <a:pt x="3786951" y="60376"/>
                  </a:lnTo>
                  <a:lnTo>
                    <a:pt x="3794775" y="60932"/>
                  </a:lnTo>
                  <a:lnTo>
                    <a:pt x="3802599" y="61485"/>
                  </a:lnTo>
                  <a:lnTo>
                    <a:pt x="3810424" y="62030"/>
                  </a:lnTo>
                  <a:lnTo>
                    <a:pt x="3818248" y="62571"/>
                  </a:lnTo>
                  <a:lnTo>
                    <a:pt x="3826072" y="63106"/>
                  </a:lnTo>
                  <a:lnTo>
                    <a:pt x="3833896" y="63634"/>
                  </a:lnTo>
                  <a:lnTo>
                    <a:pt x="3841721" y="64158"/>
                  </a:lnTo>
                  <a:lnTo>
                    <a:pt x="3849545" y="64674"/>
                  </a:lnTo>
                  <a:lnTo>
                    <a:pt x="3857369" y="65186"/>
                  </a:lnTo>
                  <a:lnTo>
                    <a:pt x="3865193" y="65690"/>
                  </a:lnTo>
                  <a:lnTo>
                    <a:pt x="3873018" y="66191"/>
                  </a:lnTo>
                  <a:lnTo>
                    <a:pt x="3880842" y="66683"/>
                  </a:lnTo>
                  <a:lnTo>
                    <a:pt x="3888666" y="67173"/>
                  </a:lnTo>
                  <a:lnTo>
                    <a:pt x="3896491" y="67652"/>
                  </a:lnTo>
                  <a:lnTo>
                    <a:pt x="3904315" y="68130"/>
                  </a:lnTo>
                  <a:lnTo>
                    <a:pt x="3912139" y="68598"/>
                  </a:lnTo>
                  <a:lnTo>
                    <a:pt x="3919963" y="69063"/>
                  </a:lnTo>
                  <a:lnTo>
                    <a:pt x="3927788" y="69521"/>
                  </a:lnTo>
                  <a:lnTo>
                    <a:pt x="3935612" y="69974"/>
                  </a:lnTo>
                  <a:lnTo>
                    <a:pt x="3943436" y="70421"/>
                  </a:lnTo>
                  <a:lnTo>
                    <a:pt x="3951261" y="70862"/>
                  </a:lnTo>
                  <a:lnTo>
                    <a:pt x="3959085" y="71298"/>
                  </a:lnTo>
                  <a:lnTo>
                    <a:pt x="3966909" y="71727"/>
                  </a:lnTo>
                  <a:lnTo>
                    <a:pt x="3974733" y="72153"/>
                  </a:lnTo>
                  <a:lnTo>
                    <a:pt x="3982558" y="72570"/>
                  </a:lnTo>
                  <a:lnTo>
                    <a:pt x="3990382" y="72985"/>
                  </a:lnTo>
                  <a:lnTo>
                    <a:pt x="3998206" y="73391"/>
                  </a:lnTo>
                  <a:lnTo>
                    <a:pt x="3998206" y="94200"/>
                  </a:lnTo>
                  <a:lnTo>
                    <a:pt x="3990382" y="94200"/>
                  </a:lnTo>
                  <a:lnTo>
                    <a:pt x="3982558" y="94200"/>
                  </a:lnTo>
                  <a:lnTo>
                    <a:pt x="3974733" y="94200"/>
                  </a:lnTo>
                  <a:lnTo>
                    <a:pt x="3966909" y="94200"/>
                  </a:lnTo>
                  <a:lnTo>
                    <a:pt x="3959085" y="94200"/>
                  </a:lnTo>
                  <a:lnTo>
                    <a:pt x="3951261" y="94200"/>
                  </a:lnTo>
                  <a:lnTo>
                    <a:pt x="3943436" y="94200"/>
                  </a:lnTo>
                  <a:lnTo>
                    <a:pt x="3935612" y="94200"/>
                  </a:lnTo>
                  <a:lnTo>
                    <a:pt x="3927788" y="94200"/>
                  </a:lnTo>
                  <a:lnTo>
                    <a:pt x="3919963" y="94200"/>
                  </a:lnTo>
                  <a:lnTo>
                    <a:pt x="3912139" y="94200"/>
                  </a:lnTo>
                  <a:lnTo>
                    <a:pt x="3904315" y="94200"/>
                  </a:lnTo>
                  <a:lnTo>
                    <a:pt x="3896491" y="94200"/>
                  </a:lnTo>
                  <a:lnTo>
                    <a:pt x="3888666" y="94200"/>
                  </a:lnTo>
                  <a:lnTo>
                    <a:pt x="3880842" y="94200"/>
                  </a:lnTo>
                  <a:lnTo>
                    <a:pt x="3873018" y="94200"/>
                  </a:lnTo>
                  <a:lnTo>
                    <a:pt x="3865193" y="94200"/>
                  </a:lnTo>
                  <a:lnTo>
                    <a:pt x="3857369" y="94200"/>
                  </a:lnTo>
                  <a:lnTo>
                    <a:pt x="3849545" y="94200"/>
                  </a:lnTo>
                  <a:lnTo>
                    <a:pt x="3841721" y="94200"/>
                  </a:lnTo>
                  <a:lnTo>
                    <a:pt x="3833896" y="94200"/>
                  </a:lnTo>
                  <a:lnTo>
                    <a:pt x="3826072" y="94200"/>
                  </a:lnTo>
                  <a:lnTo>
                    <a:pt x="3818248" y="94200"/>
                  </a:lnTo>
                  <a:lnTo>
                    <a:pt x="3810424" y="94200"/>
                  </a:lnTo>
                  <a:lnTo>
                    <a:pt x="3802599" y="94200"/>
                  </a:lnTo>
                  <a:lnTo>
                    <a:pt x="3794775" y="94200"/>
                  </a:lnTo>
                  <a:lnTo>
                    <a:pt x="3786951" y="94200"/>
                  </a:lnTo>
                  <a:lnTo>
                    <a:pt x="3779126" y="94200"/>
                  </a:lnTo>
                  <a:lnTo>
                    <a:pt x="3771302" y="94200"/>
                  </a:lnTo>
                  <a:lnTo>
                    <a:pt x="3763478" y="94200"/>
                  </a:lnTo>
                  <a:lnTo>
                    <a:pt x="3755654" y="94200"/>
                  </a:lnTo>
                  <a:lnTo>
                    <a:pt x="3747829" y="94200"/>
                  </a:lnTo>
                  <a:lnTo>
                    <a:pt x="3740005" y="94200"/>
                  </a:lnTo>
                  <a:lnTo>
                    <a:pt x="3732181" y="94200"/>
                  </a:lnTo>
                  <a:lnTo>
                    <a:pt x="3724356" y="94200"/>
                  </a:lnTo>
                  <a:lnTo>
                    <a:pt x="3716532" y="94200"/>
                  </a:lnTo>
                  <a:lnTo>
                    <a:pt x="3708708" y="94200"/>
                  </a:lnTo>
                  <a:lnTo>
                    <a:pt x="3700884" y="94200"/>
                  </a:lnTo>
                  <a:lnTo>
                    <a:pt x="3693059" y="94200"/>
                  </a:lnTo>
                  <a:lnTo>
                    <a:pt x="3685235" y="94200"/>
                  </a:lnTo>
                  <a:lnTo>
                    <a:pt x="3677411" y="94200"/>
                  </a:lnTo>
                  <a:lnTo>
                    <a:pt x="3669586" y="94200"/>
                  </a:lnTo>
                  <a:lnTo>
                    <a:pt x="3661762" y="94200"/>
                  </a:lnTo>
                  <a:lnTo>
                    <a:pt x="3653938" y="94200"/>
                  </a:lnTo>
                  <a:lnTo>
                    <a:pt x="3646114" y="94200"/>
                  </a:lnTo>
                  <a:lnTo>
                    <a:pt x="3638289" y="94200"/>
                  </a:lnTo>
                  <a:lnTo>
                    <a:pt x="3630465" y="94200"/>
                  </a:lnTo>
                  <a:lnTo>
                    <a:pt x="3622641" y="94200"/>
                  </a:lnTo>
                  <a:lnTo>
                    <a:pt x="3614817" y="94200"/>
                  </a:lnTo>
                  <a:lnTo>
                    <a:pt x="3606992" y="94200"/>
                  </a:lnTo>
                  <a:lnTo>
                    <a:pt x="3599168" y="94200"/>
                  </a:lnTo>
                  <a:lnTo>
                    <a:pt x="3591344" y="94200"/>
                  </a:lnTo>
                  <a:lnTo>
                    <a:pt x="3583519" y="94200"/>
                  </a:lnTo>
                  <a:lnTo>
                    <a:pt x="3575695" y="94200"/>
                  </a:lnTo>
                  <a:lnTo>
                    <a:pt x="3567871" y="94200"/>
                  </a:lnTo>
                  <a:lnTo>
                    <a:pt x="3560047" y="94200"/>
                  </a:lnTo>
                  <a:lnTo>
                    <a:pt x="3552222" y="94200"/>
                  </a:lnTo>
                  <a:lnTo>
                    <a:pt x="3544398" y="94200"/>
                  </a:lnTo>
                  <a:lnTo>
                    <a:pt x="3536574" y="94200"/>
                  </a:lnTo>
                  <a:lnTo>
                    <a:pt x="3528749" y="94200"/>
                  </a:lnTo>
                  <a:lnTo>
                    <a:pt x="3520925" y="94200"/>
                  </a:lnTo>
                  <a:lnTo>
                    <a:pt x="3513101" y="94200"/>
                  </a:lnTo>
                  <a:lnTo>
                    <a:pt x="3505277" y="94200"/>
                  </a:lnTo>
                  <a:lnTo>
                    <a:pt x="3497452" y="94200"/>
                  </a:lnTo>
                  <a:lnTo>
                    <a:pt x="3489628" y="94200"/>
                  </a:lnTo>
                  <a:lnTo>
                    <a:pt x="3481804" y="94200"/>
                  </a:lnTo>
                  <a:lnTo>
                    <a:pt x="3473980" y="94200"/>
                  </a:lnTo>
                  <a:lnTo>
                    <a:pt x="3466155" y="94200"/>
                  </a:lnTo>
                  <a:lnTo>
                    <a:pt x="3458331" y="94200"/>
                  </a:lnTo>
                  <a:lnTo>
                    <a:pt x="3450507" y="94200"/>
                  </a:lnTo>
                  <a:lnTo>
                    <a:pt x="3442682" y="94200"/>
                  </a:lnTo>
                  <a:lnTo>
                    <a:pt x="3434858" y="94200"/>
                  </a:lnTo>
                  <a:lnTo>
                    <a:pt x="3427034" y="94200"/>
                  </a:lnTo>
                  <a:lnTo>
                    <a:pt x="3419210" y="94200"/>
                  </a:lnTo>
                  <a:lnTo>
                    <a:pt x="3411385" y="94200"/>
                  </a:lnTo>
                  <a:lnTo>
                    <a:pt x="3403561" y="94200"/>
                  </a:lnTo>
                  <a:lnTo>
                    <a:pt x="3395737" y="94200"/>
                  </a:lnTo>
                  <a:lnTo>
                    <a:pt x="3387912" y="94200"/>
                  </a:lnTo>
                  <a:lnTo>
                    <a:pt x="3380088" y="94200"/>
                  </a:lnTo>
                  <a:lnTo>
                    <a:pt x="3372264" y="94200"/>
                  </a:lnTo>
                  <a:lnTo>
                    <a:pt x="3364440" y="94200"/>
                  </a:lnTo>
                  <a:lnTo>
                    <a:pt x="3356615" y="94200"/>
                  </a:lnTo>
                  <a:lnTo>
                    <a:pt x="3348791" y="94200"/>
                  </a:lnTo>
                  <a:lnTo>
                    <a:pt x="3340967" y="94200"/>
                  </a:lnTo>
                  <a:lnTo>
                    <a:pt x="3333142" y="94200"/>
                  </a:lnTo>
                  <a:lnTo>
                    <a:pt x="3325318" y="94200"/>
                  </a:lnTo>
                  <a:lnTo>
                    <a:pt x="3317494" y="94200"/>
                  </a:lnTo>
                  <a:lnTo>
                    <a:pt x="3309670" y="94200"/>
                  </a:lnTo>
                  <a:lnTo>
                    <a:pt x="3301845" y="94200"/>
                  </a:lnTo>
                  <a:lnTo>
                    <a:pt x="3294021" y="94200"/>
                  </a:lnTo>
                  <a:lnTo>
                    <a:pt x="3286197" y="94200"/>
                  </a:lnTo>
                  <a:lnTo>
                    <a:pt x="3278373" y="94200"/>
                  </a:lnTo>
                  <a:lnTo>
                    <a:pt x="3270548" y="94200"/>
                  </a:lnTo>
                  <a:lnTo>
                    <a:pt x="3262724" y="94200"/>
                  </a:lnTo>
                  <a:lnTo>
                    <a:pt x="3254900" y="94200"/>
                  </a:lnTo>
                  <a:lnTo>
                    <a:pt x="3247075" y="94200"/>
                  </a:lnTo>
                  <a:lnTo>
                    <a:pt x="3239251" y="94200"/>
                  </a:lnTo>
                  <a:lnTo>
                    <a:pt x="3231427" y="94200"/>
                  </a:lnTo>
                  <a:lnTo>
                    <a:pt x="3223603" y="94200"/>
                  </a:lnTo>
                  <a:lnTo>
                    <a:pt x="3215778" y="94200"/>
                  </a:lnTo>
                  <a:lnTo>
                    <a:pt x="3207954" y="94200"/>
                  </a:lnTo>
                  <a:lnTo>
                    <a:pt x="3200130" y="94200"/>
                  </a:lnTo>
                  <a:lnTo>
                    <a:pt x="3192305" y="94200"/>
                  </a:lnTo>
                  <a:lnTo>
                    <a:pt x="3184481" y="94200"/>
                  </a:lnTo>
                  <a:lnTo>
                    <a:pt x="3176657" y="94200"/>
                  </a:lnTo>
                  <a:lnTo>
                    <a:pt x="3168833" y="94200"/>
                  </a:lnTo>
                  <a:lnTo>
                    <a:pt x="3161008" y="94200"/>
                  </a:lnTo>
                  <a:lnTo>
                    <a:pt x="3153184" y="94200"/>
                  </a:lnTo>
                  <a:lnTo>
                    <a:pt x="3145360" y="94200"/>
                  </a:lnTo>
                  <a:lnTo>
                    <a:pt x="3137536" y="94200"/>
                  </a:lnTo>
                  <a:lnTo>
                    <a:pt x="3129711" y="94200"/>
                  </a:lnTo>
                  <a:lnTo>
                    <a:pt x="3121887" y="94200"/>
                  </a:lnTo>
                  <a:lnTo>
                    <a:pt x="3114063" y="94200"/>
                  </a:lnTo>
                  <a:lnTo>
                    <a:pt x="3106238" y="94200"/>
                  </a:lnTo>
                  <a:lnTo>
                    <a:pt x="3098414" y="94200"/>
                  </a:lnTo>
                  <a:lnTo>
                    <a:pt x="3090590" y="94200"/>
                  </a:lnTo>
                  <a:lnTo>
                    <a:pt x="3082766" y="94200"/>
                  </a:lnTo>
                  <a:lnTo>
                    <a:pt x="3074941" y="94200"/>
                  </a:lnTo>
                  <a:lnTo>
                    <a:pt x="3067117" y="94200"/>
                  </a:lnTo>
                  <a:lnTo>
                    <a:pt x="3059293" y="94200"/>
                  </a:lnTo>
                  <a:lnTo>
                    <a:pt x="3051468" y="94200"/>
                  </a:lnTo>
                  <a:lnTo>
                    <a:pt x="3043644" y="94200"/>
                  </a:lnTo>
                  <a:lnTo>
                    <a:pt x="3035820" y="94200"/>
                  </a:lnTo>
                  <a:lnTo>
                    <a:pt x="3027996" y="94200"/>
                  </a:lnTo>
                  <a:lnTo>
                    <a:pt x="3020171" y="94200"/>
                  </a:lnTo>
                  <a:lnTo>
                    <a:pt x="3012347" y="94200"/>
                  </a:lnTo>
                  <a:lnTo>
                    <a:pt x="3004523" y="94200"/>
                  </a:lnTo>
                  <a:lnTo>
                    <a:pt x="2996698" y="94200"/>
                  </a:lnTo>
                  <a:lnTo>
                    <a:pt x="2988874" y="94200"/>
                  </a:lnTo>
                  <a:lnTo>
                    <a:pt x="2981050" y="94200"/>
                  </a:lnTo>
                  <a:lnTo>
                    <a:pt x="2973226" y="94200"/>
                  </a:lnTo>
                  <a:lnTo>
                    <a:pt x="2965401" y="94200"/>
                  </a:lnTo>
                  <a:lnTo>
                    <a:pt x="2957577" y="94200"/>
                  </a:lnTo>
                  <a:lnTo>
                    <a:pt x="2949753" y="94200"/>
                  </a:lnTo>
                  <a:lnTo>
                    <a:pt x="2941929" y="94200"/>
                  </a:lnTo>
                  <a:lnTo>
                    <a:pt x="2934104" y="94200"/>
                  </a:lnTo>
                  <a:lnTo>
                    <a:pt x="2926280" y="94200"/>
                  </a:lnTo>
                  <a:lnTo>
                    <a:pt x="2918456" y="94200"/>
                  </a:lnTo>
                  <a:lnTo>
                    <a:pt x="2910631" y="94200"/>
                  </a:lnTo>
                  <a:lnTo>
                    <a:pt x="2902807" y="94200"/>
                  </a:lnTo>
                  <a:lnTo>
                    <a:pt x="2894983" y="94200"/>
                  </a:lnTo>
                  <a:lnTo>
                    <a:pt x="2887159" y="94200"/>
                  </a:lnTo>
                  <a:lnTo>
                    <a:pt x="2879334" y="94200"/>
                  </a:lnTo>
                  <a:lnTo>
                    <a:pt x="2871510" y="94200"/>
                  </a:lnTo>
                  <a:lnTo>
                    <a:pt x="2863686" y="94200"/>
                  </a:lnTo>
                  <a:lnTo>
                    <a:pt x="2855861" y="94200"/>
                  </a:lnTo>
                  <a:lnTo>
                    <a:pt x="2848037" y="94200"/>
                  </a:lnTo>
                  <a:lnTo>
                    <a:pt x="2840213" y="94200"/>
                  </a:lnTo>
                  <a:lnTo>
                    <a:pt x="2832389" y="94200"/>
                  </a:lnTo>
                  <a:lnTo>
                    <a:pt x="2824564" y="94200"/>
                  </a:lnTo>
                  <a:lnTo>
                    <a:pt x="2816740" y="94200"/>
                  </a:lnTo>
                  <a:lnTo>
                    <a:pt x="2808916" y="94200"/>
                  </a:lnTo>
                  <a:lnTo>
                    <a:pt x="2801091" y="94200"/>
                  </a:lnTo>
                  <a:lnTo>
                    <a:pt x="2793267" y="94200"/>
                  </a:lnTo>
                  <a:lnTo>
                    <a:pt x="2785443" y="94200"/>
                  </a:lnTo>
                  <a:lnTo>
                    <a:pt x="2777619" y="94200"/>
                  </a:lnTo>
                  <a:lnTo>
                    <a:pt x="2769794" y="94200"/>
                  </a:lnTo>
                  <a:lnTo>
                    <a:pt x="2761970" y="94200"/>
                  </a:lnTo>
                  <a:lnTo>
                    <a:pt x="2754146" y="94200"/>
                  </a:lnTo>
                  <a:lnTo>
                    <a:pt x="2746322" y="94200"/>
                  </a:lnTo>
                  <a:lnTo>
                    <a:pt x="2738497" y="94200"/>
                  </a:lnTo>
                  <a:lnTo>
                    <a:pt x="2730673" y="94200"/>
                  </a:lnTo>
                  <a:lnTo>
                    <a:pt x="2722849" y="94200"/>
                  </a:lnTo>
                  <a:lnTo>
                    <a:pt x="2715024" y="94200"/>
                  </a:lnTo>
                  <a:lnTo>
                    <a:pt x="2707200" y="94200"/>
                  </a:lnTo>
                  <a:lnTo>
                    <a:pt x="2699376" y="94200"/>
                  </a:lnTo>
                  <a:lnTo>
                    <a:pt x="2691552" y="94200"/>
                  </a:lnTo>
                  <a:lnTo>
                    <a:pt x="2683727" y="94200"/>
                  </a:lnTo>
                  <a:lnTo>
                    <a:pt x="2675903" y="94200"/>
                  </a:lnTo>
                  <a:lnTo>
                    <a:pt x="2668079" y="94200"/>
                  </a:lnTo>
                  <a:lnTo>
                    <a:pt x="2660254" y="94200"/>
                  </a:lnTo>
                  <a:lnTo>
                    <a:pt x="2652430" y="94200"/>
                  </a:lnTo>
                  <a:lnTo>
                    <a:pt x="2644606" y="94200"/>
                  </a:lnTo>
                  <a:lnTo>
                    <a:pt x="2636782" y="94200"/>
                  </a:lnTo>
                  <a:lnTo>
                    <a:pt x="2628957" y="94200"/>
                  </a:lnTo>
                  <a:lnTo>
                    <a:pt x="2621133" y="94200"/>
                  </a:lnTo>
                  <a:lnTo>
                    <a:pt x="2613309" y="94200"/>
                  </a:lnTo>
                  <a:lnTo>
                    <a:pt x="2605485" y="94200"/>
                  </a:lnTo>
                  <a:lnTo>
                    <a:pt x="2597660" y="94200"/>
                  </a:lnTo>
                  <a:lnTo>
                    <a:pt x="2589836" y="94200"/>
                  </a:lnTo>
                  <a:lnTo>
                    <a:pt x="2582012" y="94200"/>
                  </a:lnTo>
                  <a:lnTo>
                    <a:pt x="2574187" y="94200"/>
                  </a:lnTo>
                  <a:lnTo>
                    <a:pt x="2566363" y="94200"/>
                  </a:lnTo>
                  <a:lnTo>
                    <a:pt x="2558539" y="94200"/>
                  </a:lnTo>
                  <a:lnTo>
                    <a:pt x="2550715" y="94200"/>
                  </a:lnTo>
                  <a:lnTo>
                    <a:pt x="2542890" y="94200"/>
                  </a:lnTo>
                  <a:lnTo>
                    <a:pt x="2535066" y="94200"/>
                  </a:lnTo>
                  <a:lnTo>
                    <a:pt x="2527242" y="94200"/>
                  </a:lnTo>
                  <a:lnTo>
                    <a:pt x="2519417" y="94200"/>
                  </a:lnTo>
                  <a:lnTo>
                    <a:pt x="2511593" y="94200"/>
                  </a:lnTo>
                  <a:lnTo>
                    <a:pt x="2503769" y="94200"/>
                  </a:lnTo>
                  <a:lnTo>
                    <a:pt x="2495945" y="94200"/>
                  </a:lnTo>
                  <a:lnTo>
                    <a:pt x="2488120" y="94200"/>
                  </a:lnTo>
                  <a:lnTo>
                    <a:pt x="2480296" y="94200"/>
                  </a:lnTo>
                  <a:lnTo>
                    <a:pt x="2472472" y="94200"/>
                  </a:lnTo>
                  <a:lnTo>
                    <a:pt x="2464647" y="94200"/>
                  </a:lnTo>
                  <a:lnTo>
                    <a:pt x="2456823" y="94200"/>
                  </a:lnTo>
                  <a:lnTo>
                    <a:pt x="2448999" y="94200"/>
                  </a:lnTo>
                  <a:lnTo>
                    <a:pt x="2441175" y="94200"/>
                  </a:lnTo>
                  <a:lnTo>
                    <a:pt x="2433350" y="94200"/>
                  </a:lnTo>
                  <a:lnTo>
                    <a:pt x="2425526" y="94200"/>
                  </a:lnTo>
                  <a:lnTo>
                    <a:pt x="2417702" y="94200"/>
                  </a:lnTo>
                  <a:lnTo>
                    <a:pt x="2409878" y="94200"/>
                  </a:lnTo>
                  <a:lnTo>
                    <a:pt x="2402053" y="94200"/>
                  </a:lnTo>
                  <a:lnTo>
                    <a:pt x="2394229" y="94200"/>
                  </a:lnTo>
                  <a:lnTo>
                    <a:pt x="2386405" y="94200"/>
                  </a:lnTo>
                  <a:lnTo>
                    <a:pt x="2378580" y="94200"/>
                  </a:lnTo>
                  <a:lnTo>
                    <a:pt x="2370756" y="94200"/>
                  </a:lnTo>
                  <a:lnTo>
                    <a:pt x="2362932" y="94200"/>
                  </a:lnTo>
                  <a:lnTo>
                    <a:pt x="2355108" y="94200"/>
                  </a:lnTo>
                  <a:lnTo>
                    <a:pt x="2347283" y="94200"/>
                  </a:lnTo>
                  <a:lnTo>
                    <a:pt x="2339459" y="94200"/>
                  </a:lnTo>
                  <a:lnTo>
                    <a:pt x="2331635" y="94200"/>
                  </a:lnTo>
                  <a:lnTo>
                    <a:pt x="2323810" y="94200"/>
                  </a:lnTo>
                  <a:lnTo>
                    <a:pt x="2315986" y="94200"/>
                  </a:lnTo>
                  <a:lnTo>
                    <a:pt x="2308162" y="94200"/>
                  </a:lnTo>
                  <a:lnTo>
                    <a:pt x="2300338" y="94200"/>
                  </a:lnTo>
                  <a:lnTo>
                    <a:pt x="2292513" y="94200"/>
                  </a:lnTo>
                  <a:lnTo>
                    <a:pt x="2284689" y="94200"/>
                  </a:lnTo>
                  <a:lnTo>
                    <a:pt x="2276865" y="94200"/>
                  </a:lnTo>
                  <a:lnTo>
                    <a:pt x="2269040" y="94200"/>
                  </a:lnTo>
                  <a:lnTo>
                    <a:pt x="2261216" y="94200"/>
                  </a:lnTo>
                  <a:lnTo>
                    <a:pt x="2253392" y="94200"/>
                  </a:lnTo>
                  <a:lnTo>
                    <a:pt x="2245568" y="94200"/>
                  </a:lnTo>
                  <a:lnTo>
                    <a:pt x="2237743" y="94200"/>
                  </a:lnTo>
                  <a:lnTo>
                    <a:pt x="2229919" y="94200"/>
                  </a:lnTo>
                  <a:lnTo>
                    <a:pt x="2222095" y="94200"/>
                  </a:lnTo>
                  <a:lnTo>
                    <a:pt x="2214271" y="94200"/>
                  </a:lnTo>
                  <a:lnTo>
                    <a:pt x="2206446" y="94200"/>
                  </a:lnTo>
                  <a:lnTo>
                    <a:pt x="2198622" y="94200"/>
                  </a:lnTo>
                  <a:lnTo>
                    <a:pt x="2190798" y="94200"/>
                  </a:lnTo>
                  <a:lnTo>
                    <a:pt x="2182973" y="94200"/>
                  </a:lnTo>
                  <a:lnTo>
                    <a:pt x="2175149" y="94200"/>
                  </a:lnTo>
                  <a:lnTo>
                    <a:pt x="2167325" y="94200"/>
                  </a:lnTo>
                  <a:lnTo>
                    <a:pt x="2159501" y="94200"/>
                  </a:lnTo>
                  <a:lnTo>
                    <a:pt x="2151676" y="94200"/>
                  </a:lnTo>
                  <a:lnTo>
                    <a:pt x="2143852" y="94200"/>
                  </a:lnTo>
                  <a:lnTo>
                    <a:pt x="2136028" y="94200"/>
                  </a:lnTo>
                  <a:lnTo>
                    <a:pt x="2128203" y="94200"/>
                  </a:lnTo>
                  <a:lnTo>
                    <a:pt x="2120379" y="94200"/>
                  </a:lnTo>
                  <a:lnTo>
                    <a:pt x="2112555" y="94200"/>
                  </a:lnTo>
                  <a:lnTo>
                    <a:pt x="2104731" y="94200"/>
                  </a:lnTo>
                  <a:lnTo>
                    <a:pt x="2096906" y="94200"/>
                  </a:lnTo>
                  <a:lnTo>
                    <a:pt x="2089082" y="94200"/>
                  </a:lnTo>
                  <a:lnTo>
                    <a:pt x="2081258" y="94200"/>
                  </a:lnTo>
                  <a:lnTo>
                    <a:pt x="2073434" y="94200"/>
                  </a:lnTo>
                  <a:lnTo>
                    <a:pt x="2065609" y="94200"/>
                  </a:lnTo>
                  <a:lnTo>
                    <a:pt x="2057785" y="94200"/>
                  </a:lnTo>
                  <a:lnTo>
                    <a:pt x="2049961" y="94200"/>
                  </a:lnTo>
                  <a:lnTo>
                    <a:pt x="2042136" y="94200"/>
                  </a:lnTo>
                  <a:lnTo>
                    <a:pt x="2034312" y="94200"/>
                  </a:lnTo>
                  <a:lnTo>
                    <a:pt x="2026488" y="94200"/>
                  </a:lnTo>
                  <a:lnTo>
                    <a:pt x="2018664" y="94200"/>
                  </a:lnTo>
                  <a:lnTo>
                    <a:pt x="2010839" y="94200"/>
                  </a:lnTo>
                  <a:lnTo>
                    <a:pt x="2003015" y="94200"/>
                  </a:lnTo>
                  <a:lnTo>
                    <a:pt x="1995191" y="94200"/>
                  </a:lnTo>
                  <a:lnTo>
                    <a:pt x="1987366" y="94200"/>
                  </a:lnTo>
                  <a:lnTo>
                    <a:pt x="1979542" y="94200"/>
                  </a:lnTo>
                  <a:lnTo>
                    <a:pt x="1971718" y="94200"/>
                  </a:lnTo>
                  <a:lnTo>
                    <a:pt x="1963894" y="94200"/>
                  </a:lnTo>
                  <a:lnTo>
                    <a:pt x="1956069" y="94200"/>
                  </a:lnTo>
                  <a:lnTo>
                    <a:pt x="1948245" y="94200"/>
                  </a:lnTo>
                  <a:lnTo>
                    <a:pt x="1940421" y="94200"/>
                  </a:lnTo>
                  <a:lnTo>
                    <a:pt x="1932596" y="94200"/>
                  </a:lnTo>
                  <a:lnTo>
                    <a:pt x="1924772" y="94200"/>
                  </a:lnTo>
                  <a:lnTo>
                    <a:pt x="1916948" y="94200"/>
                  </a:lnTo>
                  <a:lnTo>
                    <a:pt x="1909124" y="94200"/>
                  </a:lnTo>
                  <a:lnTo>
                    <a:pt x="1901299" y="94200"/>
                  </a:lnTo>
                  <a:lnTo>
                    <a:pt x="1893475" y="94200"/>
                  </a:lnTo>
                  <a:lnTo>
                    <a:pt x="1885651" y="94200"/>
                  </a:lnTo>
                  <a:lnTo>
                    <a:pt x="1877827" y="94200"/>
                  </a:lnTo>
                  <a:lnTo>
                    <a:pt x="1870002" y="94200"/>
                  </a:lnTo>
                  <a:lnTo>
                    <a:pt x="1862178" y="94200"/>
                  </a:lnTo>
                  <a:lnTo>
                    <a:pt x="1854354" y="94200"/>
                  </a:lnTo>
                  <a:lnTo>
                    <a:pt x="1846529" y="94200"/>
                  </a:lnTo>
                  <a:lnTo>
                    <a:pt x="1838705" y="94200"/>
                  </a:lnTo>
                  <a:lnTo>
                    <a:pt x="1830881" y="94200"/>
                  </a:lnTo>
                  <a:lnTo>
                    <a:pt x="1823057" y="94200"/>
                  </a:lnTo>
                  <a:lnTo>
                    <a:pt x="1815232" y="94200"/>
                  </a:lnTo>
                  <a:lnTo>
                    <a:pt x="1807408" y="94200"/>
                  </a:lnTo>
                  <a:lnTo>
                    <a:pt x="1799584" y="94200"/>
                  </a:lnTo>
                  <a:lnTo>
                    <a:pt x="1791759" y="94200"/>
                  </a:lnTo>
                  <a:lnTo>
                    <a:pt x="1783935" y="94200"/>
                  </a:lnTo>
                  <a:lnTo>
                    <a:pt x="1776111" y="94200"/>
                  </a:lnTo>
                  <a:lnTo>
                    <a:pt x="1768287" y="94200"/>
                  </a:lnTo>
                  <a:lnTo>
                    <a:pt x="1760462" y="94200"/>
                  </a:lnTo>
                  <a:lnTo>
                    <a:pt x="1752638" y="94200"/>
                  </a:lnTo>
                  <a:lnTo>
                    <a:pt x="1744814" y="94200"/>
                  </a:lnTo>
                  <a:lnTo>
                    <a:pt x="1736990" y="94200"/>
                  </a:lnTo>
                  <a:lnTo>
                    <a:pt x="1729165" y="94200"/>
                  </a:lnTo>
                  <a:lnTo>
                    <a:pt x="1721341" y="94200"/>
                  </a:lnTo>
                  <a:lnTo>
                    <a:pt x="1713517" y="94200"/>
                  </a:lnTo>
                  <a:lnTo>
                    <a:pt x="1705692" y="94200"/>
                  </a:lnTo>
                  <a:lnTo>
                    <a:pt x="1697868" y="94200"/>
                  </a:lnTo>
                  <a:lnTo>
                    <a:pt x="1690044" y="94200"/>
                  </a:lnTo>
                  <a:lnTo>
                    <a:pt x="1682220" y="94200"/>
                  </a:lnTo>
                  <a:lnTo>
                    <a:pt x="1674395" y="94200"/>
                  </a:lnTo>
                  <a:lnTo>
                    <a:pt x="1666571" y="94200"/>
                  </a:lnTo>
                  <a:lnTo>
                    <a:pt x="1658747" y="94200"/>
                  </a:lnTo>
                  <a:lnTo>
                    <a:pt x="1650922" y="94200"/>
                  </a:lnTo>
                  <a:lnTo>
                    <a:pt x="1643098" y="94200"/>
                  </a:lnTo>
                  <a:lnTo>
                    <a:pt x="1635274" y="94200"/>
                  </a:lnTo>
                  <a:lnTo>
                    <a:pt x="1627450" y="94200"/>
                  </a:lnTo>
                  <a:lnTo>
                    <a:pt x="1619625" y="94200"/>
                  </a:lnTo>
                  <a:lnTo>
                    <a:pt x="1611801" y="94200"/>
                  </a:lnTo>
                  <a:lnTo>
                    <a:pt x="1603977" y="94200"/>
                  </a:lnTo>
                  <a:lnTo>
                    <a:pt x="1596152" y="94200"/>
                  </a:lnTo>
                  <a:lnTo>
                    <a:pt x="1588328" y="94200"/>
                  </a:lnTo>
                  <a:lnTo>
                    <a:pt x="1580504" y="94200"/>
                  </a:lnTo>
                  <a:lnTo>
                    <a:pt x="1572680" y="94200"/>
                  </a:lnTo>
                  <a:lnTo>
                    <a:pt x="1564855" y="94200"/>
                  </a:lnTo>
                  <a:lnTo>
                    <a:pt x="1557031" y="94200"/>
                  </a:lnTo>
                  <a:lnTo>
                    <a:pt x="1549207" y="94200"/>
                  </a:lnTo>
                  <a:lnTo>
                    <a:pt x="1541383" y="94200"/>
                  </a:lnTo>
                  <a:lnTo>
                    <a:pt x="1533558" y="94200"/>
                  </a:lnTo>
                  <a:lnTo>
                    <a:pt x="1525734" y="94200"/>
                  </a:lnTo>
                  <a:lnTo>
                    <a:pt x="1517910" y="94200"/>
                  </a:lnTo>
                  <a:lnTo>
                    <a:pt x="1510085" y="94200"/>
                  </a:lnTo>
                  <a:lnTo>
                    <a:pt x="1502261" y="94200"/>
                  </a:lnTo>
                  <a:lnTo>
                    <a:pt x="1494437" y="94200"/>
                  </a:lnTo>
                  <a:lnTo>
                    <a:pt x="1486613" y="94200"/>
                  </a:lnTo>
                  <a:lnTo>
                    <a:pt x="1478788" y="94200"/>
                  </a:lnTo>
                  <a:lnTo>
                    <a:pt x="1470964" y="94200"/>
                  </a:lnTo>
                  <a:lnTo>
                    <a:pt x="1463140" y="94200"/>
                  </a:lnTo>
                  <a:lnTo>
                    <a:pt x="1455315" y="94200"/>
                  </a:lnTo>
                  <a:lnTo>
                    <a:pt x="1447491" y="94200"/>
                  </a:lnTo>
                  <a:lnTo>
                    <a:pt x="1439667" y="94200"/>
                  </a:lnTo>
                  <a:lnTo>
                    <a:pt x="1431843" y="94200"/>
                  </a:lnTo>
                  <a:lnTo>
                    <a:pt x="1424018" y="94200"/>
                  </a:lnTo>
                  <a:lnTo>
                    <a:pt x="1416194" y="94200"/>
                  </a:lnTo>
                  <a:lnTo>
                    <a:pt x="1408370" y="94200"/>
                  </a:lnTo>
                  <a:lnTo>
                    <a:pt x="1400545" y="94200"/>
                  </a:lnTo>
                  <a:lnTo>
                    <a:pt x="1392721" y="94200"/>
                  </a:lnTo>
                  <a:lnTo>
                    <a:pt x="1384897" y="94200"/>
                  </a:lnTo>
                  <a:lnTo>
                    <a:pt x="1377073" y="94200"/>
                  </a:lnTo>
                  <a:lnTo>
                    <a:pt x="1369248" y="94200"/>
                  </a:lnTo>
                  <a:lnTo>
                    <a:pt x="1361424" y="94200"/>
                  </a:lnTo>
                  <a:lnTo>
                    <a:pt x="1353600" y="94200"/>
                  </a:lnTo>
                  <a:lnTo>
                    <a:pt x="1345776" y="94200"/>
                  </a:lnTo>
                  <a:lnTo>
                    <a:pt x="1337951" y="94200"/>
                  </a:lnTo>
                  <a:lnTo>
                    <a:pt x="1330127" y="94200"/>
                  </a:lnTo>
                  <a:lnTo>
                    <a:pt x="1322303" y="94200"/>
                  </a:lnTo>
                  <a:lnTo>
                    <a:pt x="1314478" y="94200"/>
                  </a:lnTo>
                  <a:lnTo>
                    <a:pt x="1306654" y="94200"/>
                  </a:lnTo>
                  <a:lnTo>
                    <a:pt x="1298830" y="94200"/>
                  </a:lnTo>
                  <a:lnTo>
                    <a:pt x="1291006" y="94200"/>
                  </a:lnTo>
                  <a:lnTo>
                    <a:pt x="1283181" y="94200"/>
                  </a:lnTo>
                  <a:lnTo>
                    <a:pt x="1275357" y="94200"/>
                  </a:lnTo>
                  <a:lnTo>
                    <a:pt x="1267533" y="94200"/>
                  </a:lnTo>
                  <a:lnTo>
                    <a:pt x="1259708" y="94200"/>
                  </a:lnTo>
                  <a:lnTo>
                    <a:pt x="1251884" y="94200"/>
                  </a:lnTo>
                  <a:lnTo>
                    <a:pt x="1244060" y="94200"/>
                  </a:lnTo>
                  <a:lnTo>
                    <a:pt x="1236236" y="94200"/>
                  </a:lnTo>
                  <a:lnTo>
                    <a:pt x="1228411" y="94200"/>
                  </a:lnTo>
                  <a:lnTo>
                    <a:pt x="1220587" y="94200"/>
                  </a:lnTo>
                  <a:lnTo>
                    <a:pt x="1212763" y="94200"/>
                  </a:lnTo>
                  <a:lnTo>
                    <a:pt x="1204939" y="94200"/>
                  </a:lnTo>
                  <a:lnTo>
                    <a:pt x="1197114" y="94200"/>
                  </a:lnTo>
                  <a:lnTo>
                    <a:pt x="1189290" y="94200"/>
                  </a:lnTo>
                  <a:lnTo>
                    <a:pt x="1181466" y="94200"/>
                  </a:lnTo>
                  <a:lnTo>
                    <a:pt x="1173641" y="94200"/>
                  </a:lnTo>
                  <a:lnTo>
                    <a:pt x="1165817" y="94200"/>
                  </a:lnTo>
                  <a:lnTo>
                    <a:pt x="1157993" y="94200"/>
                  </a:lnTo>
                  <a:lnTo>
                    <a:pt x="1150169" y="94200"/>
                  </a:lnTo>
                  <a:lnTo>
                    <a:pt x="1142344" y="94200"/>
                  </a:lnTo>
                  <a:lnTo>
                    <a:pt x="1134520" y="94200"/>
                  </a:lnTo>
                  <a:lnTo>
                    <a:pt x="1126696" y="94200"/>
                  </a:lnTo>
                  <a:lnTo>
                    <a:pt x="1118871" y="94200"/>
                  </a:lnTo>
                  <a:lnTo>
                    <a:pt x="1111047" y="94200"/>
                  </a:lnTo>
                  <a:lnTo>
                    <a:pt x="1103223" y="94200"/>
                  </a:lnTo>
                  <a:lnTo>
                    <a:pt x="1095399" y="94200"/>
                  </a:lnTo>
                  <a:lnTo>
                    <a:pt x="1087574" y="94200"/>
                  </a:lnTo>
                  <a:lnTo>
                    <a:pt x="1079750" y="94200"/>
                  </a:lnTo>
                  <a:lnTo>
                    <a:pt x="1071926" y="94200"/>
                  </a:lnTo>
                  <a:lnTo>
                    <a:pt x="1064101" y="94200"/>
                  </a:lnTo>
                  <a:lnTo>
                    <a:pt x="1056277" y="94200"/>
                  </a:lnTo>
                  <a:lnTo>
                    <a:pt x="1048453" y="94200"/>
                  </a:lnTo>
                  <a:lnTo>
                    <a:pt x="1040629" y="94200"/>
                  </a:lnTo>
                  <a:lnTo>
                    <a:pt x="1032804" y="94200"/>
                  </a:lnTo>
                  <a:lnTo>
                    <a:pt x="1024980" y="94200"/>
                  </a:lnTo>
                  <a:lnTo>
                    <a:pt x="1017156" y="94200"/>
                  </a:lnTo>
                  <a:lnTo>
                    <a:pt x="1009332" y="94200"/>
                  </a:lnTo>
                  <a:lnTo>
                    <a:pt x="1001507" y="94200"/>
                  </a:lnTo>
                  <a:lnTo>
                    <a:pt x="993683" y="94200"/>
                  </a:lnTo>
                  <a:lnTo>
                    <a:pt x="985859" y="94200"/>
                  </a:lnTo>
                  <a:lnTo>
                    <a:pt x="978034" y="94200"/>
                  </a:lnTo>
                  <a:lnTo>
                    <a:pt x="970210" y="94200"/>
                  </a:lnTo>
                  <a:lnTo>
                    <a:pt x="962386" y="94200"/>
                  </a:lnTo>
                  <a:lnTo>
                    <a:pt x="954562" y="94200"/>
                  </a:lnTo>
                  <a:lnTo>
                    <a:pt x="946737" y="94200"/>
                  </a:lnTo>
                  <a:lnTo>
                    <a:pt x="938913" y="94200"/>
                  </a:lnTo>
                  <a:lnTo>
                    <a:pt x="931089" y="94200"/>
                  </a:lnTo>
                  <a:lnTo>
                    <a:pt x="923264" y="94200"/>
                  </a:lnTo>
                  <a:lnTo>
                    <a:pt x="915440" y="94200"/>
                  </a:lnTo>
                  <a:lnTo>
                    <a:pt x="907616" y="94200"/>
                  </a:lnTo>
                  <a:lnTo>
                    <a:pt x="899792" y="94200"/>
                  </a:lnTo>
                  <a:lnTo>
                    <a:pt x="891967" y="94200"/>
                  </a:lnTo>
                  <a:lnTo>
                    <a:pt x="884143" y="94200"/>
                  </a:lnTo>
                  <a:lnTo>
                    <a:pt x="876319" y="94200"/>
                  </a:lnTo>
                  <a:lnTo>
                    <a:pt x="868495" y="94200"/>
                  </a:lnTo>
                  <a:lnTo>
                    <a:pt x="860670" y="94200"/>
                  </a:lnTo>
                  <a:lnTo>
                    <a:pt x="852846" y="94200"/>
                  </a:lnTo>
                  <a:lnTo>
                    <a:pt x="845022" y="94200"/>
                  </a:lnTo>
                  <a:lnTo>
                    <a:pt x="837197" y="94200"/>
                  </a:lnTo>
                  <a:lnTo>
                    <a:pt x="829373" y="94200"/>
                  </a:lnTo>
                  <a:lnTo>
                    <a:pt x="821549" y="94200"/>
                  </a:lnTo>
                  <a:lnTo>
                    <a:pt x="813725" y="94200"/>
                  </a:lnTo>
                  <a:lnTo>
                    <a:pt x="805900" y="94200"/>
                  </a:lnTo>
                  <a:lnTo>
                    <a:pt x="798076" y="94200"/>
                  </a:lnTo>
                  <a:lnTo>
                    <a:pt x="790252" y="94200"/>
                  </a:lnTo>
                  <a:lnTo>
                    <a:pt x="782427" y="94200"/>
                  </a:lnTo>
                  <a:lnTo>
                    <a:pt x="774603" y="94200"/>
                  </a:lnTo>
                  <a:lnTo>
                    <a:pt x="766779" y="94200"/>
                  </a:lnTo>
                  <a:lnTo>
                    <a:pt x="758955" y="94200"/>
                  </a:lnTo>
                  <a:lnTo>
                    <a:pt x="751130" y="94200"/>
                  </a:lnTo>
                  <a:lnTo>
                    <a:pt x="743306" y="94200"/>
                  </a:lnTo>
                  <a:lnTo>
                    <a:pt x="735482" y="94200"/>
                  </a:lnTo>
                  <a:lnTo>
                    <a:pt x="727657" y="94200"/>
                  </a:lnTo>
                  <a:lnTo>
                    <a:pt x="719833" y="94200"/>
                  </a:lnTo>
                  <a:lnTo>
                    <a:pt x="712009" y="94200"/>
                  </a:lnTo>
                  <a:lnTo>
                    <a:pt x="704185" y="94200"/>
                  </a:lnTo>
                  <a:lnTo>
                    <a:pt x="696360" y="94200"/>
                  </a:lnTo>
                  <a:lnTo>
                    <a:pt x="688536" y="94200"/>
                  </a:lnTo>
                  <a:lnTo>
                    <a:pt x="680712" y="94200"/>
                  </a:lnTo>
                  <a:lnTo>
                    <a:pt x="672888" y="94200"/>
                  </a:lnTo>
                  <a:lnTo>
                    <a:pt x="665063" y="94200"/>
                  </a:lnTo>
                  <a:lnTo>
                    <a:pt x="657239" y="94200"/>
                  </a:lnTo>
                  <a:lnTo>
                    <a:pt x="649415" y="94200"/>
                  </a:lnTo>
                  <a:lnTo>
                    <a:pt x="641590" y="94200"/>
                  </a:lnTo>
                  <a:lnTo>
                    <a:pt x="633766" y="94200"/>
                  </a:lnTo>
                  <a:lnTo>
                    <a:pt x="625942" y="94200"/>
                  </a:lnTo>
                  <a:lnTo>
                    <a:pt x="618118" y="94200"/>
                  </a:lnTo>
                  <a:lnTo>
                    <a:pt x="610293" y="94200"/>
                  </a:lnTo>
                  <a:lnTo>
                    <a:pt x="602469" y="94200"/>
                  </a:lnTo>
                  <a:lnTo>
                    <a:pt x="594645" y="94200"/>
                  </a:lnTo>
                  <a:lnTo>
                    <a:pt x="586820" y="94200"/>
                  </a:lnTo>
                  <a:lnTo>
                    <a:pt x="578996" y="94200"/>
                  </a:lnTo>
                  <a:lnTo>
                    <a:pt x="571172" y="94200"/>
                  </a:lnTo>
                  <a:lnTo>
                    <a:pt x="563348" y="94200"/>
                  </a:lnTo>
                  <a:lnTo>
                    <a:pt x="555523" y="94200"/>
                  </a:lnTo>
                  <a:lnTo>
                    <a:pt x="547699" y="94200"/>
                  </a:lnTo>
                  <a:lnTo>
                    <a:pt x="539875" y="94200"/>
                  </a:lnTo>
                  <a:lnTo>
                    <a:pt x="532050" y="94200"/>
                  </a:lnTo>
                  <a:lnTo>
                    <a:pt x="524226" y="94200"/>
                  </a:lnTo>
                  <a:lnTo>
                    <a:pt x="516402" y="94200"/>
                  </a:lnTo>
                  <a:lnTo>
                    <a:pt x="508578" y="94200"/>
                  </a:lnTo>
                  <a:lnTo>
                    <a:pt x="500753" y="94200"/>
                  </a:lnTo>
                  <a:lnTo>
                    <a:pt x="492929" y="94200"/>
                  </a:lnTo>
                  <a:lnTo>
                    <a:pt x="485105" y="94200"/>
                  </a:lnTo>
                  <a:lnTo>
                    <a:pt x="477281" y="94200"/>
                  </a:lnTo>
                  <a:lnTo>
                    <a:pt x="469456" y="94200"/>
                  </a:lnTo>
                  <a:lnTo>
                    <a:pt x="461632" y="94200"/>
                  </a:lnTo>
                  <a:lnTo>
                    <a:pt x="453808" y="94200"/>
                  </a:lnTo>
                  <a:lnTo>
                    <a:pt x="445983" y="94200"/>
                  </a:lnTo>
                  <a:lnTo>
                    <a:pt x="438159" y="94200"/>
                  </a:lnTo>
                  <a:lnTo>
                    <a:pt x="430335" y="94200"/>
                  </a:lnTo>
                  <a:lnTo>
                    <a:pt x="422511" y="94200"/>
                  </a:lnTo>
                  <a:lnTo>
                    <a:pt x="414686" y="94200"/>
                  </a:lnTo>
                  <a:lnTo>
                    <a:pt x="406862" y="94200"/>
                  </a:lnTo>
                  <a:lnTo>
                    <a:pt x="399038" y="94200"/>
                  </a:lnTo>
                  <a:lnTo>
                    <a:pt x="391213" y="94200"/>
                  </a:lnTo>
                  <a:lnTo>
                    <a:pt x="383389" y="94200"/>
                  </a:lnTo>
                  <a:lnTo>
                    <a:pt x="375565" y="94200"/>
                  </a:lnTo>
                  <a:lnTo>
                    <a:pt x="367741" y="94200"/>
                  </a:lnTo>
                  <a:lnTo>
                    <a:pt x="359916" y="94200"/>
                  </a:lnTo>
                  <a:lnTo>
                    <a:pt x="352092" y="94200"/>
                  </a:lnTo>
                  <a:lnTo>
                    <a:pt x="344268" y="94200"/>
                  </a:lnTo>
                  <a:lnTo>
                    <a:pt x="336444" y="94200"/>
                  </a:lnTo>
                  <a:lnTo>
                    <a:pt x="328619" y="94200"/>
                  </a:lnTo>
                  <a:lnTo>
                    <a:pt x="320795" y="94200"/>
                  </a:lnTo>
                  <a:lnTo>
                    <a:pt x="312971" y="94200"/>
                  </a:lnTo>
                  <a:lnTo>
                    <a:pt x="305146" y="94200"/>
                  </a:lnTo>
                  <a:lnTo>
                    <a:pt x="297322" y="94200"/>
                  </a:lnTo>
                  <a:lnTo>
                    <a:pt x="289498" y="94200"/>
                  </a:lnTo>
                  <a:lnTo>
                    <a:pt x="281674" y="94200"/>
                  </a:lnTo>
                  <a:lnTo>
                    <a:pt x="273849" y="94200"/>
                  </a:lnTo>
                  <a:lnTo>
                    <a:pt x="266025" y="94200"/>
                  </a:lnTo>
                  <a:lnTo>
                    <a:pt x="258201" y="94200"/>
                  </a:lnTo>
                  <a:lnTo>
                    <a:pt x="250376" y="94200"/>
                  </a:lnTo>
                  <a:lnTo>
                    <a:pt x="242552" y="94200"/>
                  </a:lnTo>
                  <a:lnTo>
                    <a:pt x="234728" y="94200"/>
                  </a:lnTo>
                  <a:lnTo>
                    <a:pt x="226904" y="94200"/>
                  </a:lnTo>
                  <a:lnTo>
                    <a:pt x="219079" y="94200"/>
                  </a:lnTo>
                  <a:lnTo>
                    <a:pt x="211255" y="94200"/>
                  </a:lnTo>
                  <a:lnTo>
                    <a:pt x="203431" y="94200"/>
                  </a:lnTo>
                  <a:lnTo>
                    <a:pt x="195606" y="94200"/>
                  </a:lnTo>
                  <a:lnTo>
                    <a:pt x="187782" y="94200"/>
                  </a:lnTo>
                  <a:lnTo>
                    <a:pt x="179958" y="94200"/>
                  </a:lnTo>
                  <a:lnTo>
                    <a:pt x="172134" y="94200"/>
                  </a:lnTo>
                  <a:lnTo>
                    <a:pt x="164309" y="94200"/>
                  </a:lnTo>
                  <a:lnTo>
                    <a:pt x="156485" y="94200"/>
                  </a:lnTo>
                  <a:lnTo>
                    <a:pt x="148661" y="94200"/>
                  </a:lnTo>
                  <a:lnTo>
                    <a:pt x="140837" y="94200"/>
                  </a:lnTo>
                  <a:lnTo>
                    <a:pt x="133012" y="94200"/>
                  </a:lnTo>
                  <a:lnTo>
                    <a:pt x="125188" y="94200"/>
                  </a:lnTo>
                  <a:lnTo>
                    <a:pt x="117364" y="94200"/>
                  </a:lnTo>
                  <a:lnTo>
                    <a:pt x="109539" y="94200"/>
                  </a:lnTo>
                  <a:lnTo>
                    <a:pt x="101715" y="94200"/>
                  </a:lnTo>
                  <a:lnTo>
                    <a:pt x="93891" y="94200"/>
                  </a:lnTo>
                  <a:lnTo>
                    <a:pt x="86067" y="94200"/>
                  </a:lnTo>
                  <a:lnTo>
                    <a:pt x="78242" y="94200"/>
                  </a:lnTo>
                  <a:lnTo>
                    <a:pt x="70418" y="94200"/>
                  </a:lnTo>
                  <a:lnTo>
                    <a:pt x="62594" y="94200"/>
                  </a:lnTo>
                  <a:lnTo>
                    <a:pt x="54769" y="94200"/>
                  </a:lnTo>
                  <a:lnTo>
                    <a:pt x="46945" y="94200"/>
                  </a:lnTo>
                  <a:lnTo>
                    <a:pt x="39121" y="94200"/>
                  </a:lnTo>
                  <a:lnTo>
                    <a:pt x="31297" y="94200"/>
                  </a:lnTo>
                  <a:lnTo>
                    <a:pt x="23472" y="94200"/>
                  </a:lnTo>
                  <a:lnTo>
                    <a:pt x="15648" y="94200"/>
                  </a:lnTo>
                  <a:lnTo>
                    <a:pt x="7824" y="9420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7848093" y="4700531"/>
              <a:ext cx="3998206" cy="94200"/>
            </a:xfrm>
            <a:custGeom>
              <a:avLst/>
              <a:pathLst>
                <a:path w="3998206" h="94200">
                  <a:moveTo>
                    <a:pt x="0" y="94200"/>
                  </a:moveTo>
                  <a:lnTo>
                    <a:pt x="7824" y="94200"/>
                  </a:lnTo>
                  <a:lnTo>
                    <a:pt x="15648" y="94200"/>
                  </a:lnTo>
                  <a:lnTo>
                    <a:pt x="23472" y="94200"/>
                  </a:lnTo>
                  <a:lnTo>
                    <a:pt x="31297" y="94200"/>
                  </a:lnTo>
                  <a:lnTo>
                    <a:pt x="39121" y="94200"/>
                  </a:lnTo>
                  <a:lnTo>
                    <a:pt x="46945" y="94200"/>
                  </a:lnTo>
                  <a:lnTo>
                    <a:pt x="54769" y="94200"/>
                  </a:lnTo>
                  <a:lnTo>
                    <a:pt x="62594" y="94200"/>
                  </a:lnTo>
                  <a:lnTo>
                    <a:pt x="70418" y="94200"/>
                  </a:lnTo>
                  <a:lnTo>
                    <a:pt x="78242" y="94200"/>
                  </a:lnTo>
                  <a:lnTo>
                    <a:pt x="86067" y="94200"/>
                  </a:lnTo>
                  <a:lnTo>
                    <a:pt x="93891" y="94200"/>
                  </a:lnTo>
                  <a:lnTo>
                    <a:pt x="101715" y="94200"/>
                  </a:lnTo>
                  <a:lnTo>
                    <a:pt x="109539" y="94200"/>
                  </a:lnTo>
                  <a:lnTo>
                    <a:pt x="117364" y="94200"/>
                  </a:lnTo>
                  <a:lnTo>
                    <a:pt x="125188" y="94200"/>
                  </a:lnTo>
                  <a:lnTo>
                    <a:pt x="133012" y="94200"/>
                  </a:lnTo>
                  <a:lnTo>
                    <a:pt x="140837" y="94200"/>
                  </a:lnTo>
                  <a:lnTo>
                    <a:pt x="148661" y="94200"/>
                  </a:lnTo>
                  <a:lnTo>
                    <a:pt x="156485" y="94200"/>
                  </a:lnTo>
                  <a:lnTo>
                    <a:pt x="164309" y="94200"/>
                  </a:lnTo>
                  <a:lnTo>
                    <a:pt x="172134" y="94200"/>
                  </a:lnTo>
                  <a:lnTo>
                    <a:pt x="179958" y="94200"/>
                  </a:lnTo>
                  <a:lnTo>
                    <a:pt x="187782" y="94200"/>
                  </a:lnTo>
                  <a:lnTo>
                    <a:pt x="195606" y="94200"/>
                  </a:lnTo>
                  <a:lnTo>
                    <a:pt x="203431" y="94200"/>
                  </a:lnTo>
                  <a:lnTo>
                    <a:pt x="211255" y="94200"/>
                  </a:lnTo>
                  <a:lnTo>
                    <a:pt x="219079" y="94200"/>
                  </a:lnTo>
                  <a:lnTo>
                    <a:pt x="226904" y="94200"/>
                  </a:lnTo>
                  <a:lnTo>
                    <a:pt x="234728" y="94200"/>
                  </a:lnTo>
                  <a:lnTo>
                    <a:pt x="242552" y="94200"/>
                  </a:lnTo>
                  <a:lnTo>
                    <a:pt x="250376" y="94200"/>
                  </a:lnTo>
                  <a:lnTo>
                    <a:pt x="258201" y="94200"/>
                  </a:lnTo>
                  <a:lnTo>
                    <a:pt x="266025" y="94200"/>
                  </a:lnTo>
                  <a:lnTo>
                    <a:pt x="273849" y="94200"/>
                  </a:lnTo>
                  <a:lnTo>
                    <a:pt x="281674" y="94200"/>
                  </a:lnTo>
                  <a:lnTo>
                    <a:pt x="289498" y="94200"/>
                  </a:lnTo>
                  <a:lnTo>
                    <a:pt x="297322" y="94200"/>
                  </a:lnTo>
                  <a:lnTo>
                    <a:pt x="305146" y="94200"/>
                  </a:lnTo>
                  <a:lnTo>
                    <a:pt x="312971" y="94200"/>
                  </a:lnTo>
                  <a:lnTo>
                    <a:pt x="320795" y="94200"/>
                  </a:lnTo>
                  <a:lnTo>
                    <a:pt x="328619" y="94200"/>
                  </a:lnTo>
                  <a:lnTo>
                    <a:pt x="336444" y="94200"/>
                  </a:lnTo>
                  <a:lnTo>
                    <a:pt x="344268" y="94200"/>
                  </a:lnTo>
                  <a:lnTo>
                    <a:pt x="352092" y="94200"/>
                  </a:lnTo>
                  <a:lnTo>
                    <a:pt x="359916" y="94200"/>
                  </a:lnTo>
                  <a:lnTo>
                    <a:pt x="367741" y="94200"/>
                  </a:lnTo>
                  <a:lnTo>
                    <a:pt x="375565" y="94200"/>
                  </a:lnTo>
                  <a:lnTo>
                    <a:pt x="383389" y="94200"/>
                  </a:lnTo>
                  <a:lnTo>
                    <a:pt x="391213" y="94200"/>
                  </a:lnTo>
                  <a:lnTo>
                    <a:pt x="399038" y="94200"/>
                  </a:lnTo>
                  <a:lnTo>
                    <a:pt x="406862" y="94200"/>
                  </a:lnTo>
                  <a:lnTo>
                    <a:pt x="414686" y="94200"/>
                  </a:lnTo>
                  <a:lnTo>
                    <a:pt x="422511" y="94200"/>
                  </a:lnTo>
                  <a:lnTo>
                    <a:pt x="430335" y="94200"/>
                  </a:lnTo>
                  <a:lnTo>
                    <a:pt x="438159" y="94200"/>
                  </a:lnTo>
                  <a:lnTo>
                    <a:pt x="445983" y="94200"/>
                  </a:lnTo>
                  <a:lnTo>
                    <a:pt x="453808" y="94200"/>
                  </a:lnTo>
                  <a:lnTo>
                    <a:pt x="461632" y="94200"/>
                  </a:lnTo>
                  <a:lnTo>
                    <a:pt x="469456" y="94200"/>
                  </a:lnTo>
                  <a:lnTo>
                    <a:pt x="477281" y="94200"/>
                  </a:lnTo>
                  <a:lnTo>
                    <a:pt x="485105" y="94200"/>
                  </a:lnTo>
                  <a:lnTo>
                    <a:pt x="492929" y="94200"/>
                  </a:lnTo>
                  <a:lnTo>
                    <a:pt x="500753" y="94200"/>
                  </a:lnTo>
                  <a:lnTo>
                    <a:pt x="508578" y="94200"/>
                  </a:lnTo>
                  <a:lnTo>
                    <a:pt x="516402" y="94200"/>
                  </a:lnTo>
                  <a:lnTo>
                    <a:pt x="524226" y="94200"/>
                  </a:lnTo>
                  <a:lnTo>
                    <a:pt x="532050" y="94199"/>
                  </a:lnTo>
                  <a:lnTo>
                    <a:pt x="539875" y="94199"/>
                  </a:lnTo>
                  <a:lnTo>
                    <a:pt x="547699" y="94199"/>
                  </a:lnTo>
                  <a:lnTo>
                    <a:pt x="555523" y="94199"/>
                  </a:lnTo>
                  <a:lnTo>
                    <a:pt x="563348" y="94199"/>
                  </a:lnTo>
                  <a:lnTo>
                    <a:pt x="571172" y="94199"/>
                  </a:lnTo>
                  <a:lnTo>
                    <a:pt x="578996" y="94199"/>
                  </a:lnTo>
                  <a:lnTo>
                    <a:pt x="586820" y="94199"/>
                  </a:lnTo>
                  <a:lnTo>
                    <a:pt x="594645" y="94199"/>
                  </a:lnTo>
                  <a:lnTo>
                    <a:pt x="602469" y="94199"/>
                  </a:lnTo>
                  <a:lnTo>
                    <a:pt x="610293" y="94198"/>
                  </a:lnTo>
                  <a:lnTo>
                    <a:pt x="618118" y="94198"/>
                  </a:lnTo>
                  <a:lnTo>
                    <a:pt x="625942" y="94198"/>
                  </a:lnTo>
                  <a:lnTo>
                    <a:pt x="633766" y="94198"/>
                  </a:lnTo>
                  <a:lnTo>
                    <a:pt x="641590" y="94198"/>
                  </a:lnTo>
                  <a:lnTo>
                    <a:pt x="649415" y="94198"/>
                  </a:lnTo>
                  <a:lnTo>
                    <a:pt x="657239" y="94197"/>
                  </a:lnTo>
                  <a:lnTo>
                    <a:pt x="665063" y="94197"/>
                  </a:lnTo>
                  <a:lnTo>
                    <a:pt x="672888" y="94197"/>
                  </a:lnTo>
                  <a:lnTo>
                    <a:pt x="680712" y="94197"/>
                  </a:lnTo>
                  <a:lnTo>
                    <a:pt x="688536" y="94196"/>
                  </a:lnTo>
                  <a:lnTo>
                    <a:pt x="696360" y="94196"/>
                  </a:lnTo>
                  <a:lnTo>
                    <a:pt x="704185" y="94196"/>
                  </a:lnTo>
                  <a:lnTo>
                    <a:pt x="712009" y="94195"/>
                  </a:lnTo>
                  <a:lnTo>
                    <a:pt x="719833" y="94195"/>
                  </a:lnTo>
                  <a:lnTo>
                    <a:pt x="727657" y="94195"/>
                  </a:lnTo>
                  <a:lnTo>
                    <a:pt x="735482" y="94194"/>
                  </a:lnTo>
                  <a:lnTo>
                    <a:pt x="743306" y="94194"/>
                  </a:lnTo>
                  <a:lnTo>
                    <a:pt x="751130" y="94193"/>
                  </a:lnTo>
                  <a:lnTo>
                    <a:pt x="758955" y="94193"/>
                  </a:lnTo>
                  <a:lnTo>
                    <a:pt x="766779" y="94192"/>
                  </a:lnTo>
                  <a:lnTo>
                    <a:pt x="774603" y="94191"/>
                  </a:lnTo>
                  <a:lnTo>
                    <a:pt x="782427" y="94191"/>
                  </a:lnTo>
                  <a:lnTo>
                    <a:pt x="790252" y="94190"/>
                  </a:lnTo>
                  <a:lnTo>
                    <a:pt x="798076" y="94189"/>
                  </a:lnTo>
                  <a:lnTo>
                    <a:pt x="805900" y="94188"/>
                  </a:lnTo>
                  <a:lnTo>
                    <a:pt x="813725" y="94188"/>
                  </a:lnTo>
                  <a:lnTo>
                    <a:pt x="821549" y="94187"/>
                  </a:lnTo>
                  <a:lnTo>
                    <a:pt x="829373" y="94186"/>
                  </a:lnTo>
                  <a:lnTo>
                    <a:pt x="837197" y="94184"/>
                  </a:lnTo>
                  <a:lnTo>
                    <a:pt x="845022" y="94183"/>
                  </a:lnTo>
                  <a:lnTo>
                    <a:pt x="852846" y="94182"/>
                  </a:lnTo>
                  <a:lnTo>
                    <a:pt x="860670" y="94181"/>
                  </a:lnTo>
                  <a:lnTo>
                    <a:pt x="868495" y="94179"/>
                  </a:lnTo>
                  <a:lnTo>
                    <a:pt x="876319" y="94178"/>
                  </a:lnTo>
                  <a:lnTo>
                    <a:pt x="884143" y="94176"/>
                  </a:lnTo>
                  <a:lnTo>
                    <a:pt x="891967" y="94175"/>
                  </a:lnTo>
                  <a:lnTo>
                    <a:pt x="899792" y="94173"/>
                  </a:lnTo>
                  <a:lnTo>
                    <a:pt x="907616" y="94171"/>
                  </a:lnTo>
                  <a:lnTo>
                    <a:pt x="915440" y="94169"/>
                  </a:lnTo>
                  <a:lnTo>
                    <a:pt x="923264" y="94166"/>
                  </a:lnTo>
                  <a:lnTo>
                    <a:pt x="931089" y="94164"/>
                  </a:lnTo>
                  <a:lnTo>
                    <a:pt x="938913" y="94162"/>
                  </a:lnTo>
                  <a:lnTo>
                    <a:pt x="946737" y="94159"/>
                  </a:lnTo>
                  <a:lnTo>
                    <a:pt x="954562" y="94156"/>
                  </a:lnTo>
                  <a:lnTo>
                    <a:pt x="962386" y="94153"/>
                  </a:lnTo>
                  <a:lnTo>
                    <a:pt x="970210" y="94150"/>
                  </a:lnTo>
                  <a:lnTo>
                    <a:pt x="978034" y="94147"/>
                  </a:lnTo>
                  <a:lnTo>
                    <a:pt x="985859" y="94143"/>
                  </a:lnTo>
                  <a:lnTo>
                    <a:pt x="993683" y="94139"/>
                  </a:lnTo>
                  <a:lnTo>
                    <a:pt x="1001507" y="94135"/>
                  </a:lnTo>
                  <a:lnTo>
                    <a:pt x="1009332" y="94131"/>
                  </a:lnTo>
                  <a:lnTo>
                    <a:pt x="1017156" y="94126"/>
                  </a:lnTo>
                  <a:lnTo>
                    <a:pt x="1024980" y="94121"/>
                  </a:lnTo>
                  <a:lnTo>
                    <a:pt x="1032804" y="94116"/>
                  </a:lnTo>
                  <a:lnTo>
                    <a:pt x="1040629" y="94110"/>
                  </a:lnTo>
                  <a:lnTo>
                    <a:pt x="1048453" y="94105"/>
                  </a:lnTo>
                  <a:lnTo>
                    <a:pt x="1056277" y="94098"/>
                  </a:lnTo>
                  <a:lnTo>
                    <a:pt x="1064101" y="94092"/>
                  </a:lnTo>
                  <a:lnTo>
                    <a:pt x="1071926" y="94085"/>
                  </a:lnTo>
                  <a:lnTo>
                    <a:pt x="1079750" y="94078"/>
                  </a:lnTo>
                  <a:lnTo>
                    <a:pt x="1087574" y="94070"/>
                  </a:lnTo>
                  <a:lnTo>
                    <a:pt x="1095399" y="94062"/>
                  </a:lnTo>
                  <a:lnTo>
                    <a:pt x="1103223" y="94053"/>
                  </a:lnTo>
                  <a:lnTo>
                    <a:pt x="1111047" y="94044"/>
                  </a:lnTo>
                  <a:lnTo>
                    <a:pt x="1118871" y="94034"/>
                  </a:lnTo>
                  <a:lnTo>
                    <a:pt x="1126696" y="94024"/>
                  </a:lnTo>
                  <a:lnTo>
                    <a:pt x="1134520" y="94013"/>
                  </a:lnTo>
                  <a:lnTo>
                    <a:pt x="1142344" y="94002"/>
                  </a:lnTo>
                  <a:lnTo>
                    <a:pt x="1150169" y="93990"/>
                  </a:lnTo>
                  <a:lnTo>
                    <a:pt x="1157993" y="93977"/>
                  </a:lnTo>
                  <a:lnTo>
                    <a:pt x="1165817" y="93964"/>
                  </a:lnTo>
                  <a:lnTo>
                    <a:pt x="1173641" y="93949"/>
                  </a:lnTo>
                  <a:lnTo>
                    <a:pt x="1181466" y="93935"/>
                  </a:lnTo>
                  <a:lnTo>
                    <a:pt x="1189290" y="93919"/>
                  </a:lnTo>
                  <a:lnTo>
                    <a:pt x="1197114" y="93902"/>
                  </a:lnTo>
                  <a:lnTo>
                    <a:pt x="1204939" y="93885"/>
                  </a:lnTo>
                  <a:lnTo>
                    <a:pt x="1212763" y="93867"/>
                  </a:lnTo>
                  <a:lnTo>
                    <a:pt x="1220587" y="93847"/>
                  </a:lnTo>
                  <a:lnTo>
                    <a:pt x="1228411" y="93827"/>
                  </a:lnTo>
                  <a:lnTo>
                    <a:pt x="1236236" y="93806"/>
                  </a:lnTo>
                  <a:lnTo>
                    <a:pt x="1244060" y="93783"/>
                  </a:lnTo>
                  <a:lnTo>
                    <a:pt x="1251884" y="93760"/>
                  </a:lnTo>
                  <a:lnTo>
                    <a:pt x="1259708" y="93735"/>
                  </a:lnTo>
                  <a:lnTo>
                    <a:pt x="1267533" y="93709"/>
                  </a:lnTo>
                  <a:lnTo>
                    <a:pt x="1275357" y="93682"/>
                  </a:lnTo>
                  <a:lnTo>
                    <a:pt x="1283181" y="93653"/>
                  </a:lnTo>
                  <a:lnTo>
                    <a:pt x="1291006" y="93623"/>
                  </a:lnTo>
                  <a:lnTo>
                    <a:pt x="1298830" y="93592"/>
                  </a:lnTo>
                  <a:lnTo>
                    <a:pt x="1306654" y="93558"/>
                  </a:lnTo>
                  <a:lnTo>
                    <a:pt x="1314478" y="93524"/>
                  </a:lnTo>
                  <a:lnTo>
                    <a:pt x="1322303" y="93488"/>
                  </a:lnTo>
                  <a:lnTo>
                    <a:pt x="1330127" y="93450"/>
                  </a:lnTo>
                  <a:lnTo>
                    <a:pt x="1337951" y="93410"/>
                  </a:lnTo>
                  <a:lnTo>
                    <a:pt x="1345776" y="93369"/>
                  </a:lnTo>
                  <a:lnTo>
                    <a:pt x="1353600" y="93325"/>
                  </a:lnTo>
                  <a:lnTo>
                    <a:pt x="1361424" y="93279"/>
                  </a:lnTo>
                  <a:lnTo>
                    <a:pt x="1369248" y="93231"/>
                  </a:lnTo>
                  <a:lnTo>
                    <a:pt x="1377073" y="93182"/>
                  </a:lnTo>
                  <a:lnTo>
                    <a:pt x="1384897" y="93130"/>
                  </a:lnTo>
                  <a:lnTo>
                    <a:pt x="1392721" y="93075"/>
                  </a:lnTo>
                  <a:lnTo>
                    <a:pt x="1400545" y="93019"/>
                  </a:lnTo>
                  <a:lnTo>
                    <a:pt x="1408370" y="92959"/>
                  </a:lnTo>
                  <a:lnTo>
                    <a:pt x="1416194" y="92898"/>
                  </a:lnTo>
                  <a:lnTo>
                    <a:pt x="1424018" y="92833"/>
                  </a:lnTo>
                  <a:lnTo>
                    <a:pt x="1431843" y="92766"/>
                  </a:lnTo>
                  <a:lnTo>
                    <a:pt x="1439667" y="92695"/>
                  </a:lnTo>
                  <a:lnTo>
                    <a:pt x="1447491" y="92623"/>
                  </a:lnTo>
                  <a:lnTo>
                    <a:pt x="1455315" y="92546"/>
                  </a:lnTo>
                  <a:lnTo>
                    <a:pt x="1463140" y="92468"/>
                  </a:lnTo>
                  <a:lnTo>
                    <a:pt x="1470964" y="92384"/>
                  </a:lnTo>
                  <a:lnTo>
                    <a:pt x="1478788" y="92299"/>
                  </a:lnTo>
                  <a:lnTo>
                    <a:pt x="1486613" y="92208"/>
                  </a:lnTo>
                  <a:lnTo>
                    <a:pt x="1494437" y="92116"/>
                  </a:lnTo>
                  <a:lnTo>
                    <a:pt x="1502261" y="92019"/>
                  </a:lnTo>
                  <a:lnTo>
                    <a:pt x="1510085" y="91918"/>
                  </a:lnTo>
                  <a:lnTo>
                    <a:pt x="1517910" y="91814"/>
                  </a:lnTo>
                  <a:lnTo>
                    <a:pt x="1525734" y="91705"/>
                  </a:lnTo>
                  <a:lnTo>
                    <a:pt x="1533558" y="91593"/>
                  </a:lnTo>
                  <a:lnTo>
                    <a:pt x="1541383" y="91475"/>
                  </a:lnTo>
                  <a:lnTo>
                    <a:pt x="1549207" y="91354"/>
                  </a:lnTo>
                  <a:lnTo>
                    <a:pt x="1557031" y="91227"/>
                  </a:lnTo>
                  <a:lnTo>
                    <a:pt x="1564855" y="91098"/>
                  </a:lnTo>
                  <a:lnTo>
                    <a:pt x="1572680" y="90961"/>
                  </a:lnTo>
                  <a:lnTo>
                    <a:pt x="1580504" y="90822"/>
                  </a:lnTo>
                  <a:lnTo>
                    <a:pt x="1588328" y="90675"/>
                  </a:lnTo>
                  <a:lnTo>
                    <a:pt x="1596152" y="90526"/>
                  </a:lnTo>
                  <a:lnTo>
                    <a:pt x="1603977" y="90368"/>
                  </a:lnTo>
                  <a:lnTo>
                    <a:pt x="1611801" y="90208"/>
                  </a:lnTo>
                  <a:lnTo>
                    <a:pt x="1619625" y="90040"/>
                  </a:lnTo>
                  <a:lnTo>
                    <a:pt x="1627450" y="89868"/>
                  </a:lnTo>
                  <a:lnTo>
                    <a:pt x="1635274" y="89689"/>
                  </a:lnTo>
                  <a:lnTo>
                    <a:pt x="1643098" y="89504"/>
                  </a:lnTo>
                  <a:lnTo>
                    <a:pt x="1650922" y="89314"/>
                  </a:lnTo>
                  <a:lnTo>
                    <a:pt x="1658747" y="89116"/>
                  </a:lnTo>
                  <a:lnTo>
                    <a:pt x="1666571" y="88914"/>
                  </a:lnTo>
                  <a:lnTo>
                    <a:pt x="1674395" y="88702"/>
                  </a:lnTo>
                  <a:lnTo>
                    <a:pt x="1682220" y="88488"/>
                  </a:lnTo>
                  <a:lnTo>
                    <a:pt x="1690044" y="88262"/>
                  </a:lnTo>
                  <a:lnTo>
                    <a:pt x="1697868" y="88034"/>
                  </a:lnTo>
                  <a:lnTo>
                    <a:pt x="1705692" y="87794"/>
                  </a:lnTo>
                  <a:lnTo>
                    <a:pt x="1713517" y="87551"/>
                  </a:lnTo>
                  <a:lnTo>
                    <a:pt x="1721341" y="87297"/>
                  </a:lnTo>
                  <a:lnTo>
                    <a:pt x="1729165" y="87039"/>
                  </a:lnTo>
                  <a:lnTo>
                    <a:pt x="1736990" y="86770"/>
                  </a:lnTo>
                  <a:lnTo>
                    <a:pt x="1744814" y="86496"/>
                  </a:lnTo>
                  <a:lnTo>
                    <a:pt x="1752638" y="86213"/>
                  </a:lnTo>
                  <a:lnTo>
                    <a:pt x="1760462" y="85922"/>
                  </a:lnTo>
                  <a:lnTo>
                    <a:pt x="1768287" y="85623"/>
                  </a:lnTo>
                  <a:lnTo>
                    <a:pt x="1776111" y="85315"/>
                  </a:lnTo>
                  <a:lnTo>
                    <a:pt x="1783935" y="85000"/>
                  </a:lnTo>
                  <a:lnTo>
                    <a:pt x="1791759" y="84674"/>
                  </a:lnTo>
                  <a:lnTo>
                    <a:pt x="1799584" y="84344"/>
                  </a:lnTo>
                  <a:lnTo>
                    <a:pt x="1807408" y="84000"/>
                  </a:lnTo>
                  <a:lnTo>
                    <a:pt x="1815232" y="83653"/>
                  </a:lnTo>
                  <a:lnTo>
                    <a:pt x="1823057" y="83289"/>
                  </a:lnTo>
                  <a:lnTo>
                    <a:pt x="1830881" y="82924"/>
                  </a:lnTo>
                  <a:lnTo>
                    <a:pt x="1838705" y="82543"/>
                  </a:lnTo>
                  <a:lnTo>
                    <a:pt x="1846529" y="82159"/>
                  </a:lnTo>
                  <a:lnTo>
                    <a:pt x="1854354" y="81760"/>
                  </a:lnTo>
                  <a:lnTo>
                    <a:pt x="1862178" y="81356"/>
                  </a:lnTo>
                  <a:lnTo>
                    <a:pt x="1870002" y="80940"/>
                  </a:lnTo>
                  <a:lnTo>
                    <a:pt x="1877827" y="80515"/>
                  </a:lnTo>
                  <a:lnTo>
                    <a:pt x="1885651" y="80081"/>
                  </a:lnTo>
                  <a:lnTo>
                    <a:pt x="1893475" y="79636"/>
                  </a:lnTo>
                  <a:lnTo>
                    <a:pt x="1901299" y="79184"/>
                  </a:lnTo>
                  <a:lnTo>
                    <a:pt x="1909124" y="78718"/>
                  </a:lnTo>
                  <a:lnTo>
                    <a:pt x="1916948" y="78247"/>
                  </a:lnTo>
                  <a:lnTo>
                    <a:pt x="1924772" y="77761"/>
                  </a:lnTo>
                  <a:lnTo>
                    <a:pt x="1932596" y="77271"/>
                  </a:lnTo>
                  <a:lnTo>
                    <a:pt x="1940421" y="76764"/>
                  </a:lnTo>
                  <a:lnTo>
                    <a:pt x="1948245" y="76254"/>
                  </a:lnTo>
                  <a:lnTo>
                    <a:pt x="1956069" y="75727"/>
                  </a:lnTo>
                  <a:lnTo>
                    <a:pt x="1963894" y="75196"/>
                  </a:lnTo>
                  <a:lnTo>
                    <a:pt x="1971718" y="74650"/>
                  </a:lnTo>
                  <a:lnTo>
                    <a:pt x="1979542" y="74098"/>
                  </a:lnTo>
                  <a:lnTo>
                    <a:pt x="1987366" y="73534"/>
                  </a:lnTo>
                  <a:lnTo>
                    <a:pt x="1995191" y="72961"/>
                  </a:lnTo>
                  <a:lnTo>
                    <a:pt x="2003015" y="72377"/>
                  </a:lnTo>
                  <a:lnTo>
                    <a:pt x="2010839" y="71783"/>
                  </a:lnTo>
                  <a:lnTo>
                    <a:pt x="2018664" y="71181"/>
                  </a:lnTo>
                  <a:lnTo>
                    <a:pt x="2026488" y="70566"/>
                  </a:lnTo>
                  <a:lnTo>
                    <a:pt x="2034312" y="69946"/>
                  </a:lnTo>
                  <a:lnTo>
                    <a:pt x="2042136" y="69311"/>
                  </a:lnTo>
                  <a:lnTo>
                    <a:pt x="2049961" y="68672"/>
                  </a:lnTo>
                  <a:lnTo>
                    <a:pt x="2057785" y="68017"/>
                  </a:lnTo>
                  <a:lnTo>
                    <a:pt x="2065609" y="67360"/>
                  </a:lnTo>
                  <a:lnTo>
                    <a:pt x="2073434" y="66686"/>
                  </a:lnTo>
                  <a:lnTo>
                    <a:pt x="2081258" y="66009"/>
                  </a:lnTo>
                  <a:lnTo>
                    <a:pt x="2089082" y="65318"/>
                  </a:lnTo>
                  <a:lnTo>
                    <a:pt x="2096906" y="64623"/>
                  </a:lnTo>
                  <a:lnTo>
                    <a:pt x="2104731" y="63915"/>
                  </a:lnTo>
                  <a:lnTo>
                    <a:pt x="2112555" y="63201"/>
                  </a:lnTo>
                  <a:lnTo>
                    <a:pt x="2120379" y="62478"/>
                  </a:lnTo>
                  <a:lnTo>
                    <a:pt x="2128203" y="61746"/>
                  </a:lnTo>
                  <a:lnTo>
                    <a:pt x="2136028" y="61007"/>
                  </a:lnTo>
                  <a:lnTo>
                    <a:pt x="2143852" y="60259"/>
                  </a:lnTo>
                  <a:lnTo>
                    <a:pt x="2151676" y="59505"/>
                  </a:lnTo>
                  <a:lnTo>
                    <a:pt x="2159501" y="58740"/>
                  </a:lnTo>
                  <a:lnTo>
                    <a:pt x="2167325" y="57973"/>
                  </a:lnTo>
                  <a:lnTo>
                    <a:pt x="2175149" y="57193"/>
                  </a:lnTo>
                  <a:lnTo>
                    <a:pt x="2182973" y="56412"/>
                  </a:lnTo>
                  <a:lnTo>
                    <a:pt x="2190798" y="55619"/>
                  </a:lnTo>
                  <a:lnTo>
                    <a:pt x="2198622" y="54824"/>
                  </a:lnTo>
                  <a:lnTo>
                    <a:pt x="2206446" y="54020"/>
                  </a:lnTo>
                  <a:lnTo>
                    <a:pt x="2214271" y="53212"/>
                  </a:lnTo>
                  <a:lnTo>
                    <a:pt x="2222095" y="52397"/>
                  </a:lnTo>
                  <a:lnTo>
                    <a:pt x="2229919" y="51578"/>
                  </a:lnTo>
                  <a:lnTo>
                    <a:pt x="2237743" y="50754"/>
                  </a:lnTo>
                  <a:lnTo>
                    <a:pt x="2245568" y="49925"/>
                  </a:lnTo>
                  <a:lnTo>
                    <a:pt x="2253392" y="49091"/>
                  </a:lnTo>
                  <a:lnTo>
                    <a:pt x="2261216" y="48254"/>
                  </a:lnTo>
                  <a:lnTo>
                    <a:pt x="2269040" y="47413"/>
                  </a:lnTo>
                  <a:lnTo>
                    <a:pt x="2276865" y="46568"/>
                  </a:lnTo>
                  <a:lnTo>
                    <a:pt x="2284689" y="45722"/>
                  </a:lnTo>
                  <a:lnTo>
                    <a:pt x="2292513" y="44871"/>
                  </a:lnTo>
                  <a:lnTo>
                    <a:pt x="2300338" y="44019"/>
                  </a:lnTo>
                  <a:lnTo>
                    <a:pt x="2308162" y="43164"/>
                  </a:lnTo>
                  <a:lnTo>
                    <a:pt x="2315986" y="42308"/>
                  </a:lnTo>
                  <a:lnTo>
                    <a:pt x="2323810" y="41451"/>
                  </a:lnTo>
                  <a:lnTo>
                    <a:pt x="2331635" y="40593"/>
                  </a:lnTo>
                  <a:lnTo>
                    <a:pt x="2339459" y="39734"/>
                  </a:lnTo>
                  <a:lnTo>
                    <a:pt x="2347283" y="38875"/>
                  </a:lnTo>
                  <a:lnTo>
                    <a:pt x="2355108" y="38016"/>
                  </a:lnTo>
                  <a:lnTo>
                    <a:pt x="2362932" y="37158"/>
                  </a:lnTo>
                  <a:lnTo>
                    <a:pt x="2370756" y="36301"/>
                  </a:lnTo>
                  <a:lnTo>
                    <a:pt x="2378580" y="35445"/>
                  </a:lnTo>
                  <a:lnTo>
                    <a:pt x="2386405" y="34591"/>
                  </a:lnTo>
                  <a:lnTo>
                    <a:pt x="2394229" y="33740"/>
                  </a:lnTo>
                  <a:lnTo>
                    <a:pt x="2402053" y="32890"/>
                  </a:lnTo>
                  <a:lnTo>
                    <a:pt x="2409878" y="32044"/>
                  </a:lnTo>
                  <a:lnTo>
                    <a:pt x="2417702" y="31200"/>
                  </a:lnTo>
                  <a:lnTo>
                    <a:pt x="2425526" y="30363"/>
                  </a:lnTo>
                  <a:lnTo>
                    <a:pt x="2433350" y="29526"/>
                  </a:lnTo>
                  <a:lnTo>
                    <a:pt x="2441175" y="28697"/>
                  </a:lnTo>
                  <a:lnTo>
                    <a:pt x="2448999" y="27871"/>
                  </a:lnTo>
                  <a:lnTo>
                    <a:pt x="2456823" y="27052"/>
                  </a:lnTo>
                  <a:lnTo>
                    <a:pt x="2464647" y="26237"/>
                  </a:lnTo>
                  <a:lnTo>
                    <a:pt x="2472472" y="25430"/>
                  </a:lnTo>
                  <a:lnTo>
                    <a:pt x="2480296" y="24628"/>
                  </a:lnTo>
                  <a:lnTo>
                    <a:pt x="2488120" y="23834"/>
                  </a:lnTo>
                  <a:lnTo>
                    <a:pt x="2495945" y="23047"/>
                  </a:lnTo>
                  <a:lnTo>
                    <a:pt x="2503769" y="22267"/>
                  </a:lnTo>
                  <a:lnTo>
                    <a:pt x="2511593" y="21497"/>
                  </a:lnTo>
                  <a:lnTo>
                    <a:pt x="2519417" y="20732"/>
                  </a:lnTo>
                  <a:lnTo>
                    <a:pt x="2527242" y="19981"/>
                  </a:lnTo>
                  <a:lnTo>
                    <a:pt x="2535066" y="19233"/>
                  </a:lnTo>
                  <a:lnTo>
                    <a:pt x="2542890" y="18502"/>
                  </a:lnTo>
                  <a:lnTo>
                    <a:pt x="2550715" y="17773"/>
                  </a:lnTo>
                  <a:lnTo>
                    <a:pt x="2558539" y="17062"/>
                  </a:lnTo>
                  <a:lnTo>
                    <a:pt x="2566363" y="16355"/>
                  </a:lnTo>
                  <a:lnTo>
                    <a:pt x="2574187" y="15666"/>
                  </a:lnTo>
                  <a:lnTo>
                    <a:pt x="2582012" y="14982"/>
                  </a:lnTo>
                  <a:lnTo>
                    <a:pt x="2589836" y="14315"/>
                  </a:lnTo>
                  <a:lnTo>
                    <a:pt x="2597660" y="13656"/>
                  </a:lnTo>
                  <a:lnTo>
                    <a:pt x="2605485" y="13011"/>
                  </a:lnTo>
                  <a:lnTo>
                    <a:pt x="2613309" y="12379"/>
                  </a:lnTo>
                  <a:lnTo>
                    <a:pt x="2621133" y="11759"/>
                  </a:lnTo>
                  <a:lnTo>
                    <a:pt x="2628957" y="11155"/>
                  </a:lnTo>
                  <a:lnTo>
                    <a:pt x="2636782" y="10559"/>
                  </a:lnTo>
                  <a:lnTo>
                    <a:pt x="2644606" y="9984"/>
                  </a:lnTo>
                  <a:lnTo>
                    <a:pt x="2652430" y="9415"/>
                  </a:lnTo>
                  <a:lnTo>
                    <a:pt x="2660254" y="8870"/>
                  </a:lnTo>
                  <a:lnTo>
                    <a:pt x="2668079" y="8328"/>
                  </a:lnTo>
                  <a:lnTo>
                    <a:pt x="2675903" y="7815"/>
                  </a:lnTo>
                  <a:lnTo>
                    <a:pt x="2683727" y="7305"/>
                  </a:lnTo>
                  <a:lnTo>
                    <a:pt x="2691552" y="6820"/>
                  </a:lnTo>
                  <a:lnTo>
                    <a:pt x="2699376" y="6342"/>
                  </a:lnTo>
                  <a:lnTo>
                    <a:pt x="2707200" y="5887"/>
                  </a:lnTo>
                  <a:lnTo>
                    <a:pt x="2715024" y="5443"/>
                  </a:lnTo>
                  <a:lnTo>
                    <a:pt x="2722849" y="5019"/>
                  </a:lnTo>
                  <a:lnTo>
                    <a:pt x="2730673" y="4609"/>
                  </a:lnTo>
                  <a:lnTo>
                    <a:pt x="2738497" y="4216"/>
                  </a:lnTo>
                  <a:lnTo>
                    <a:pt x="2746322" y="3841"/>
                  </a:lnTo>
                  <a:lnTo>
                    <a:pt x="2754146" y="3480"/>
                  </a:lnTo>
                  <a:lnTo>
                    <a:pt x="2761970" y="3141"/>
                  </a:lnTo>
                  <a:lnTo>
                    <a:pt x="2769794" y="2811"/>
                  </a:lnTo>
                  <a:lnTo>
                    <a:pt x="2777619" y="2509"/>
                  </a:lnTo>
                  <a:lnTo>
                    <a:pt x="2785443" y="2212"/>
                  </a:lnTo>
                  <a:lnTo>
                    <a:pt x="2793267" y="1947"/>
                  </a:lnTo>
                  <a:lnTo>
                    <a:pt x="2801091" y="1686"/>
                  </a:lnTo>
                  <a:lnTo>
                    <a:pt x="2808916" y="1455"/>
                  </a:lnTo>
                  <a:lnTo>
                    <a:pt x="2816740" y="1231"/>
                  </a:lnTo>
                  <a:lnTo>
                    <a:pt x="2824564" y="1034"/>
                  </a:lnTo>
                  <a:lnTo>
                    <a:pt x="2832389" y="847"/>
                  </a:lnTo>
                  <a:lnTo>
                    <a:pt x="2840213" y="684"/>
                  </a:lnTo>
                  <a:lnTo>
                    <a:pt x="2848037" y="535"/>
                  </a:lnTo>
                  <a:lnTo>
                    <a:pt x="2855861" y="405"/>
                  </a:lnTo>
                  <a:lnTo>
                    <a:pt x="2863686" y="294"/>
                  </a:lnTo>
                  <a:lnTo>
                    <a:pt x="2871510" y="198"/>
                  </a:lnTo>
                  <a:lnTo>
                    <a:pt x="2879334" y="126"/>
                  </a:lnTo>
                  <a:lnTo>
                    <a:pt x="2887159" y="63"/>
                  </a:lnTo>
                  <a:lnTo>
                    <a:pt x="2894983" y="28"/>
                  </a:lnTo>
                  <a:lnTo>
                    <a:pt x="2902807" y="0"/>
                  </a:lnTo>
                  <a:lnTo>
                    <a:pt x="2910631" y="2"/>
                  </a:lnTo>
                  <a:lnTo>
                    <a:pt x="2918456" y="8"/>
                  </a:lnTo>
                  <a:lnTo>
                    <a:pt x="2926280" y="46"/>
                  </a:lnTo>
                  <a:lnTo>
                    <a:pt x="2934104" y="90"/>
                  </a:lnTo>
                  <a:lnTo>
                    <a:pt x="2941929" y="161"/>
                  </a:lnTo>
                  <a:lnTo>
                    <a:pt x="2949753" y="242"/>
                  </a:lnTo>
                  <a:lnTo>
                    <a:pt x="2957577" y="345"/>
                  </a:lnTo>
                  <a:lnTo>
                    <a:pt x="2965401" y="462"/>
                  </a:lnTo>
                  <a:lnTo>
                    <a:pt x="2973226" y="598"/>
                  </a:lnTo>
                  <a:lnTo>
                    <a:pt x="2981050" y="750"/>
                  </a:lnTo>
                  <a:lnTo>
                    <a:pt x="2988874" y="918"/>
                  </a:lnTo>
                  <a:lnTo>
                    <a:pt x="2996698" y="1106"/>
                  </a:lnTo>
                  <a:lnTo>
                    <a:pt x="3004523" y="1304"/>
                  </a:lnTo>
                  <a:lnTo>
                    <a:pt x="3012347" y="1526"/>
                  </a:lnTo>
                  <a:lnTo>
                    <a:pt x="3020171" y="1755"/>
                  </a:lnTo>
                  <a:lnTo>
                    <a:pt x="3027996" y="2011"/>
                  </a:lnTo>
                  <a:lnTo>
                    <a:pt x="3035820" y="2271"/>
                  </a:lnTo>
                  <a:lnTo>
                    <a:pt x="3043644" y="2559"/>
                  </a:lnTo>
                  <a:lnTo>
                    <a:pt x="3051468" y="2851"/>
                  </a:lnTo>
                  <a:lnTo>
                    <a:pt x="3059293" y="3168"/>
                  </a:lnTo>
                  <a:lnTo>
                    <a:pt x="3067117" y="3492"/>
                  </a:lnTo>
                  <a:lnTo>
                    <a:pt x="3074941" y="3836"/>
                  </a:lnTo>
                  <a:lnTo>
                    <a:pt x="3082766" y="4191"/>
                  </a:lnTo>
                  <a:lnTo>
                    <a:pt x="3090590" y="4562"/>
                  </a:lnTo>
                  <a:lnTo>
                    <a:pt x="3098414" y="4946"/>
                  </a:lnTo>
                  <a:lnTo>
                    <a:pt x="3106238" y="5344"/>
                  </a:lnTo>
                  <a:lnTo>
                    <a:pt x="3114063" y="5756"/>
                  </a:lnTo>
                  <a:lnTo>
                    <a:pt x="3121887" y="6179"/>
                  </a:lnTo>
                  <a:lnTo>
                    <a:pt x="3129711" y="6619"/>
                  </a:lnTo>
                  <a:lnTo>
                    <a:pt x="3137536" y="7066"/>
                  </a:lnTo>
                  <a:lnTo>
                    <a:pt x="3145360" y="7533"/>
                  </a:lnTo>
                  <a:lnTo>
                    <a:pt x="3153184" y="8002"/>
                  </a:lnTo>
                  <a:lnTo>
                    <a:pt x="3161008" y="8494"/>
                  </a:lnTo>
                  <a:lnTo>
                    <a:pt x="3168833" y="8988"/>
                  </a:lnTo>
                  <a:lnTo>
                    <a:pt x="3176657" y="9502"/>
                  </a:lnTo>
                  <a:lnTo>
                    <a:pt x="3184481" y="10020"/>
                  </a:lnTo>
                  <a:lnTo>
                    <a:pt x="3192305" y="10553"/>
                  </a:lnTo>
                  <a:lnTo>
                    <a:pt x="3200130" y="11093"/>
                  </a:lnTo>
                  <a:lnTo>
                    <a:pt x="3207954" y="11646"/>
                  </a:lnTo>
                  <a:lnTo>
                    <a:pt x="3215778" y="12207"/>
                  </a:lnTo>
                  <a:lnTo>
                    <a:pt x="3223603" y="12778"/>
                  </a:lnTo>
                  <a:lnTo>
                    <a:pt x="3231427" y="13358"/>
                  </a:lnTo>
                  <a:lnTo>
                    <a:pt x="3239251" y="13946"/>
                  </a:lnTo>
                  <a:lnTo>
                    <a:pt x="3247075" y="14545"/>
                  </a:lnTo>
                  <a:lnTo>
                    <a:pt x="3254900" y="15149"/>
                  </a:lnTo>
                  <a:lnTo>
                    <a:pt x="3262724" y="15765"/>
                  </a:lnTo>
                  <a:lnTo>
                    <a:pt x="3270548" y="16383"/>
                  </a:lnTo>
                  <a:lnTo>
                    <a:pt x="3278373" y="17014"/>
                  </a:lnTo>
                  <a:lnTo>
                    <a:pt x="3286197" y="17647"/>
                  </a:lnTo>
                  <a:lnTo>
                    <a:pt x="3294021" y="18292"/>
                  </a:lnTo>
                  <a:lnTo>
                    <a:pt x="3301845" y="18938"/>
                  </a:lnTo>
                  <a:lnTo>
                    <a:pt x="3309670" y="19594"/>
                  </a:lnTo>
                  <a:lnTo>
                    <a:pt x="3317494" y="20254"/>
                  </a:lnTo>
                  <a:lnTo>
                    <a:pt x="3325318" y="20920"/>
                  </a:lnTo>
                  <a:lnTo>
                    <a:pt x="3333142" y="21590"/>
                  </a:lnTo>
                  <a:lnTo>
                    <a:pt x="3340967" y="22266"/>
                  </a:lnTo>
                  <a:lnTo>
                    <a:pt x="3348791" y="22946"/>
                  </a:lnTo>
                  <a:lnTo>
                    <a:pt x="3356615" y="23630"/>
                  </a:lnTo>
                  <a:lnTo>
                    <a:pt x="3364440" y="24319"/>
                  </a:lnTo>
                  <a:lnTo>
                    <a:pt x="3372264" y="25010"/>
                  </a:lnTo>
                  <a:lnTo>
                    <a:pt x="3380088" y="25705"/>
                  </a:lnTo>
                  <a:lnTo>
                    <a:pt x="3387912" y="26402"/>
                  </a:lnTo>
                  <a:lnTo>
                    <a:pt x="3395737" y="27104"/>
                  </a:lnTo>
                  <a:lnTo>
                    <a:pt x="3403561" y="27806"/>
                  </a:lnTo>
                  <a:lnTo>
                    <a:pt x="3411385" y="28512"/>
                  </a:lnTo>
                  <a:lnTo>
                    <a:pt x="3419210" y="29218"/>
                  </a:lnTo>
                  <a:lnTo>
                    <a:pt x="3427034" y="29927"/>
                  </a:lnTo>
                  <a:lnTo>
                    <a:pt x="3434858" y="30636"/>
                  </a:lnTo>
                  <a:lnTo>
                    <a:pt x="3442682" y="31347"/>
                  </a:lnTo>
                  <a:lnTo>
                    <a:pt x="3450507" y="32059"/>
                  </a:lnTo>
                  <a:lnTo>
                    <a:pt x="3458331" y="32770"/>
                  </a:lnTo>
                  <a:lnTo>
                    <a:pt x="3466155" y="33483"/>
                  </a:lnTo>
                  <a:lnTo>
                    <a:pt x="3473980" y="34195"/>
                  </a:lnTo>
                  <a:lnTo>
                    <a:pt x="3481804" y="34906"/>
                  </a:lnTo>
                  <a:lnTo>
                    <a:pt x="3489628" y="35618"/>
                  </a:lnTo>
                  <a:lnTo>
                    <a:pt x="3497452" y="36328"/>
                  </a:lnTo>
                  <a:lnTo>
                    <a:pt x="3505277" y="37038"/>
                  </a:lnTo>
                  <a:lnTo>
                    <a:pt x="3513101" y="37745"/>
                  </a:lnTo>
                  <a:lnTo>
                    <a:pt x="3520925" y="38453"/>
                  </a:lnTo>
                  <a:lnTo>
                    <a:pt x="3528749" y="39157"/>
                  </a:lnTo>
                  <a:lnTo>
                    <a:pt x="3536574" y="39861"/>
                  </a:lnTo>
                  <a:lnTo>
                    <a:pt x="3544398" y="40561"/>
                  </a:lnTo>
                  <a:lnTo>
                    <a:pt x="3552222" y="41260"/>
                  </a:lnTo>
                  <a:lnTo>
                    <a:pt x="3560047" y="41956"/>
                  </a:lnTo>
                  <a:lnTo>
                    <a:pt x="3567871" y="42650"/>
                  </a:lnTo>
                  <a:lnTo>
                    <a:pt x="3575695" y="43340"/>
                  </a:lnTo>
                  <a:lnTo>
                    <a:pt x="3583519" y="44027"/>
                  </a:lnTo>
                  <a:lnTo>
                    <a:pt x="3591344" y="44712"/>
                  </a:lnTo>
                  <a:lnTo>
                    <a:pt x="3599168" y="45392"/>
                  </a:lnTo>
                  <a:lnTo>
                    <a:pt x="3606992" y="46070"/>
                  </a:lnTo>
                  <a:lnTo>
                    <a:pt x="3614817" y="46743"/>
                  </a:lnTo>
                  <a:lnTo>
                    <a:pt x="3622641" y="47414"/>
                  </a:lnTo>
                  <a:lnTo>
                    <a:pt x="3630465" y="48078"/>
                  </a:lnTo>
                  <a:lnTo>
                    <a:pt x="3638289" y="48741"/>
                  </a:lnTo>
                  <a:lnTo>
                    <a:pt x="3646114" y="49396"/>
                  </a:lnTo>
                  <a:lnTo>
                    <a:pt x="3653938" y="50051"/>
                  </a:lnTo>
                  <a:lnTo>
                    <a:pt x="3661762" y="50697"/>
                  </a:lnTo>
                  <a:lnTo>
                    <a:pt x="3669586" y="51342"/>
                  </a:lnTo>
                  <a:lnTo>
                    <a:pt x="3677411" y="51980"/>
                  </a:lnTo>
                  <a:lnTo>
                    <a:pt x="3685235" y="52614"/>
                  </a:lnTo>
                  <a:lnTo>
                    <a:pt x="3693059" y="53243"/>
                  </a:lnTo>
                  <a:lnTo>
                    <a:pt x="3700884" y="53867"/>
                  </a:lnTo>
                  <a:lnTo>
                    <a:pt x="3708708" y="54486"/>
                  </a:lnTo>
                  <a:lnTo>
                    <a:pt x="3716532" y="55099"/>
                  </a:lnTo>
                  <a:lnTo>
                    <a:pt x="3724356" y="55708"/>
                  </a:lnTo>
                  <a:lnTo>
                    <a:pt x="3732181" y="56310"/>
                  </a:lnTo>
                  <a:lnTo>
                    <a:pt x="3740005" y="56908"/>
                  </a:lnTo>
                  <a:lnTo>
                    <a:pt x="3747829" y="57499"/>
                  </a:lnTo>
                  <a:lnTo>
                    <a:pt x="3755654" y="58087"/>
                  </a:lnTo>
                  <a:lnTo>
                    <a:pt x="3763478" y="58666"/>
                  </a:lnTo>
                  <a:lnTo>
                    <a:pt x="3771302" y="59243"/>
                  </a:lnTo>
                  <a:lnTo>
                    <a:pt x="3779126" y="59810"/>
                  </a:lnTo>
                  <a:lnTo>
                    <a:pt x="3786951" y="60376"/>
                  </a:lnTo>
                  <a:lnTo>
                    <a:pt x="3794775" y="60932"/>
                  </a:lnTo>
                  <a:lnTo>
                    <a:pt x="3802599" y="61485"/>
                  </a:lnTo>
                  <a:lnTo>
                    <a:pt x="3810424" y="62030"/>
                  </a:lnTo>
                  <a:lnTo>
                    <a:pt x="3818248" y="62571"/>
                  </a:lnTo>
                  <a:lnTo>
                    <a:pt x="3826072" y="63106"/>
                  </a:lnTo>
                  <a:lnTo>
                    <a:pt x="3833896" y="63634"/>
                  </a:lnTo>
                  <a:lnTo>
                    <a:pt x="3841721" y="64158"/>
                  </a:lnTo>
                  <a:lnTo>
                    <a:pt x="3849545" y="64674"/>
                  </a:lnTo>
                  <a:lnTo>
                    <a:pt x="3857369" y="65186"/>
                  </a:lnTo>
                  <a:lnTo>
                    <a:pt x="3865193" y="65690"/>
                  </a:lnTo>
                  <a:lnTo>
                    <a:pt x="3873018" y="66191"/>
                  </a:lnTo>
                  <a:lnTo>
                    <a:pt x="3880842" y="66683"/>
                  </a:lnTo>
                  <a:lnTo>
                    <a:pt x="3888666" y="67173"/>
                  </a:lnTo>
                  <a:lnTo>
                    <a:pt x="3896491" y="67652"/>
                  </a:lnTo>
                  <a:lnTo>
                    <a:pt x="3904315" y="68130"/>
                  </a:lnTo>
                  <a:lnTo>
                    <a:pt x="3912139" y="68598"/>
                  </a:lnTo>
                  <a:lnTo>
                    <a:pt x="3919963" y="69063"/>
                  </a:lnTo>
                  <a:lnTo>
                    <a:pt x="3927788" y="69521"/>
                  </a:lnTo>
                  <a:lnTo>
                    <a:pt x="3935612" y="69974"/>
                  </a:lnTo>
                  <a:lnTo>
                    <a:pt x="3943436" y="70421"/>
                  </a:lnTo>
                  <a:lnTo>
                    <a:pt x="3951261" y="70862"/>
                  </a:lnTo>
                  <a:lnTo>
                    <a:pt x="3959085" y="71298"/>
                  </a:lnTo>
                  <a:lnTo>
                    <a:pt x="3966909" y="71727"/>
                  </a:lnTo>
                  <a:lnTo>
                    <a:pt x="3974733" y="72153"/>
                  </a:lnTo>
                  <a:lnTo>
                    <a:pt x="3982558" y="72570"/>
                  </a:lnTo>
                  <a:lnTo>
                    <a:pt x="3990382" y="72985"/>
                  </a:lnTo>
                  <a:lnTo>
                    <a:pt x="3998206" y="7339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7648183" y="1761070"/>
              <a:ext cx="439802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824791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904755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984719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10646838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1144647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tx531"/>
            <p:cNvSpPr/>
            <p:nvPr/>
          </p:nvSpPr>
          <p:spPr>
            <a:xfrm>
              <a:off x="819822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8997869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9816119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10615760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11415402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9094024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3438838" y="5418670"/>
              <a:ext cx="25113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3438838" y="8402918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3438838" y="7629824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3438838" y="6856730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3438838" y="6083636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389231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449144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509057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568970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3438838" y="8016371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3438838" y="7243277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3438838" y="6470183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3438838" y="5697089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359274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419187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479100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539014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54211" y="72342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602151" y="72288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555018" y="72186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52058" y="67795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23595" y="72106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919801" y="70398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703418" y="71632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607897" y="72273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560741" y="72092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581158" y="72045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590781" y="72274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55829" y="7900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557201" y="72115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888560" y="65406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346344" y="62936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544287" y="72233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823544" y="78167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673789" y="72273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142175" y="73528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329929" y="71028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551044" y="7217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544450" y="7232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580875" y="72216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60781" y="709951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552121" y="72159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553339" y="72189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847915" y="688286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622277" y="72731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559987" y="72139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574397" y="715892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558458" y="71665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45614" y="7191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557158" y="71919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550790" y="71341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621376" y="7299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698658" y="711113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544903" y="7221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549804" y="72135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901746" y="71391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626967" y="71951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25939" y="73337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566088" y="72494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677713" y="70165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538344" y="72170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561639" y="71996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591153" y="71920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48806" y="72281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655909" y="7233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074616" y="69283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646854" y="692063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79962" y="70927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165304" y="67433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879056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11231" y="73898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031132" y="69605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553971" y="7208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089959" y="66089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21733" y="68612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619753" y="72243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572005" y="7206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712132" y="72001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5174674" y="81091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528166" y="72220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3559269" y="72301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4106450" y="78424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606045" y="7265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289056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3706039" y="71455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826019" y="7286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906256" y="58027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180223" y="7804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83338" y="72172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59249" y="7209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3763760" y="70154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91920" y="644895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25960" y="7190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561682" y="72651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3438838" y="7215594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552992" y="7093138"/>
              <a:ext cx="2283065" cy="176321"/>
            </a:xfrm>
            <a:custGeom>
              <a:avLst/>
              <a:pathLst>
                <a:path w="2283065" h="176321">
                  <a:moveTo>
                    <a:pt x="0" y="116"/>
                  </a:moveTo>
                  <a:lnTo>
                    <a:pt x="28899" y="117"/>
                  </a:lnTo>
                  <a:lnTo>
                    <a:pt x="57799" y="118"/>
                  </a:lnTo>
                  <a:lnTo>
                    <a:pt x="86698" y="119"/>
                  </a:lnTo>
                  <a:lnTo>
                    <a:pt x="115598" y="120"/>
                  </a:lnTo>
                  <a:lnTo>
                    <a:pt x="144497" y="120"/>
                  </a:lnTo>
                  <a:lnTo>
                    <a:pt x="173397" y="121"/>
                  </a:lnTo>
                  <a:lnTo>
                    <a:pt x="202296" y="122"/>
                  </a:lnTo>
                  <a:lnTo>
                    <a:pt x="231196" y="122"/>
                  </a:lnTo>
                  <a:lnTo>
                    <a:pt x="260096" y="123"/>
                  </a:lnTo>
                  <a:lnTo>
                    <a:pt x="288995" y="123"/>
                  </a:lnTo>
                  <a:lnTo>
                    <a:pt x="317895" y="123"/>
                  </a:lnTo>
                  <a:lnTo>
                    <a:pt x="346794" y="124"/>
                  </a:lnTo>
                  <a:lnTo>
                    <a:pt x="375694" y="124"/>
                  </a:lnTo>
                  <a:lnTo>
                    <a:pt x="404593" y="124"/>
                  </a:lnTo>
                  <a:lnTo>
                    <a:pt x="433493" y="124"/>
                  </a:lnTo>
                  <a:lnTo>
                    <a:pt x="462393" y="124"/>
                  </a:lnTo>
                  <a:lnTo>
                    <a:pt x="491292" y="124"/>
                  </a:lnTo>
                  <a:lnTo>
                    <a:pt x="520192" y="124"/>
                  </a:lnTo>
                  <a:lnTo>
                    <a:pt x="549091" y="124"/>
                  </a:lnTo>
                  <a:lnTo>
                    <a:pt x="577991" y="123"/>
                  </a:lnTo>
                  <a:lnTo>
                    <a:pt x="606890" y="123"/>
                  </a:lnTo>
                  <a:lnTo>
                    <a:pt x="635790" y="123"/>
                  </a:lnTo>
                  <a:lnTo>
                    <a:pt x="664689" y="122"/>
                  </a:lnTo>
                  <a:lnTo>
                    <a:pt x="693589" y="122"/>
                  </a:lnTo>
                  <a:lnTo>
                    <a:pt x="722489" y="121"/>
                  </a:lnTo>
                  <a:lnTo>
                    <a:pt x="751388" y="121"/>
                  </a:lnTo>
                  <a:lnTo>
                    <a:pt x="780288" y="120"/>
                  </a:lnTo>
                  <a:lnTo>
                    <a:pt x="809187" y="119"/>
                  </a:lnTo>
                  <a:lnTo>
                    <a:pt x="838087" y="119"/>
                  </a:lnTo>
                  <a:lnTo>
                    <a:pt x="866986" y="118"/>
                  </a:lnTo>
                  <a:lnTo>
                    <a:pt x="895886" y="117"/>
                  </a:lnTo>
                  <a:lnTo>
                    <a:pt x="924786" y="116"/>
                  </a:lnTo>
                  <a:lnTo>
                    <a:pt x="953685" y="115"/>
                  </a:lnTo>
                  <a:lnTo>
                    <a:pt x="982585" y="114"/>
                  </a:lnTo>
                  <a:lnTo>
                    <a:pt x="1011484" y="113"/>
                  </a:lnTo>
                  <a:lnTo>
                    <a:pt x="1040384" y="112"/>
                  </a:lnTo>
                  <a:lnTo>
                    <a:pt x="1069283" y="111"/>
                  </a:lnTo>
                  <a:lnTo>
                    <a:pt x="1098183" y="109"/>
                  </a:lnTo>
                  <a:lnTo>
                    <a:pt x="1127083" y="108"/>
                  </a:lnTo>
                  <a:lnTo>
                    <a:pt x="1155982" y="107"/>
                  </a:lnTo>
                  <a:lnTo>
                    <a:pt x="1184882" y="105"/>
                  </a:lnTo>
                  <a:lnTo>
                    <a:pt x="1213781" y="104"/>
                  </a:lnTo>
                  <a:lnTo>
                    <a:pt x="1242681" y="102"/>
                  </a:lnTo>
                  <a:lnTo>
                    <a:pt x="1271580" y="100"/>
                  </a:lnTo>
                  <a:lnTo>
                    <a:pt x="1300480" y="99"/>
                  </a:lnTo>
                  <a:lnTo>
                    <a:pt x="1329379" y="97"/>
                  </a:lnTo>
                  <a:lnTo>
                    <a:pt x="1358279" y="95"/>
                  </a:lnTo>
                  <a:lnTo>
                    <a:pt x="1387179" y="93"/>
                  </a:lnTo>
                  <a:lnTo>
                    <a:pt x="1416078" y="91"/>
                  </a:lnTo>
                  <a:lnTo>
                    <a:pt x="1444978" y="90"/>
                  </a:lnTo>
                  <a:lnTo>
                    <a:pt x="1473877" y="87"/>
                  </a:lnTo>
                  <a:lnTo>
                    <a:pt x="1502777" y="85"/>
                  </a:lnTo>
                  <a:lnTo>
                    <a:pt x="1531676" y="83"/>
                  </a:lnTo>
                  <a:lnTo>
                    <a:pt x="1560576" y="81"/>
                  </a:lnTo>
                  <a:lnTo>
                    <a:pt x="1589476" y="79"/>
                  </a:lnTo>
                  <a:lnTo>
                    <a:pt x="1618375" y="76"/>
                  </a:lnTo>
                  <a:lnTo>
                    <a:pt x="1647275" y="74"/>
                  </a:lnTo>
                  <a:lnTo>
                    <a:pt x="1676174" y="71"/>
                  </a:lnTo>
                  <a:lnTo>
                    <a:pt x="1705074" y="69"/>
                  </a:lnTo>
                  <a:lnTo>
                    <a:pt x="1733973" y="66"/>
                  </a:lnTo>
                  <a:lnTo>
                    <a:pt x="1762873" y="63"/>
                  </a:lnTo>
                  <a:lnTo>
                    <a:pt x="1791773" y="61"/>
                  </a:lnTo>
                  <a:lnTo>
                    <a:pt x="1820672" y="58"/>
                  </a:lnTo>
                  <a:lnTo>
                    <a:pt x="1849572" y="55"/>
                  </a:lnTo>
                  <a:lnTo>
                    <a:pt x="1878471" y="52"/>
                  </a:lnTo>
                  <a:lnTo>
                    <a:pt x="1907371" y="49"/>
                  </a:lnTo>
                  <a:lnTo>
                    <a:pt x="1936270" y="45"/>
                  </a:lnTo>
                  <a:lnTo>
                    <a:pt x="1965170" y="42"/>
                  </a:lnTo>
                  <a:lnTo>
                    <a:pt x="1994069" y="39"/>
                  </a:lnTo>
                  <a:lnTo>
                    <a:pt x="2022969" y="35"/>
                  </a:lnTo>
                  <a:lnTo>
                    <a:pt x="2051869" y="31"/>
                  </a:lnTo>
                  <a:lnTo>
                    <a:pt x="2080768" y="28"/>
                  </a:lnTo>
                  <a:lnTo>
                    <a:pt x="2109668" y="24"/>
                  </a:lnTo>
                  <a:lnTo>
                    <a:pt x="2138567" y="20"/>
                  </a:lnTo>
                  <a:lnTo>
                    <a:pt x="2167467" y="16"/>
                  </a:lnTo>
                  <a:lnTo>
                    <a:pt x="2196366" y="12"/>
                  </a:lnTo>
                  <a:lnTo>
                    <a:pt x="2225266" y="8"/>
                  </a:lnTo>
                  <a:lnTo>
                    <a:pt x="2254166" y="4"/>
                  </a:lnTo>
                  <a:lnTo>
                    <a:pt x="2283065" y="0"/>
                  </a:lnTo>
                  <a:lnTo>
                    <a:pt x="2283065" y="176321"/>
                  </a:lnTo>
                  <a:lnTo>
                    <a:pt x="2254166" y="176316"/>
                  </a:lnTo>
                  <a:lnTo>
                    <a:pt x="2225266" y="176311"/>
                  </a:lnTo>
                  <a:lnTo>
                    <a:pt x="2196366" y="176306"/>
                  </a:lnTo>
                  <a:lnTo>
                    <a:pt x="2167467" y="176301"/>
                  </a:lnTo>
                  <a:lnTo>
                    <a:pt x="2138567" y="176297"/>
                  </a:lnTo>
                  <a:lnTo>
                    <a:pt x="2109668" y="176292"/>
                  </a:lnTo>
                  <a:lnTo>
                    <a:pt x="2080768" y="176288"/>
                  </a:lnTo>
                  <a:lnTo>
                    <a:pt x="2051869" y="176283"/>
                  </a:lnTo>
                  <a:lnTo>
                    <a:pt x="2022969" y="176279"/>
                  </a:lnTo>
                  <a:lnTo>
                    <a:pt x="1994069" y="176275"/>
                  </a:lnTo>
                  <a:lnTo>
                    <a:pt x="1965170" y="176271"/>
                  </a:lnTo>
                  <a:lnTo>
                    <a:pt x="1936270" y="176267"/>
                  </a:lnTo>
                  <a:lnTo>
                    <a:pt x="1907371" y="176263"/>
                  </a:lnTo>
                  <a:lnTo>
                    <a:pt x="1878471" y="176259"/>
                  </a:lnTo>
                  <a:lnTo>
                    <a:pt x="1849572" y="176255"/>
                  </a:lnTo>
                  <a:lnTo>
                    <a:pt x="1820672" y="176251"/>
                  </a:lnTo>
                  <a:lnTo>
                    <a:pt x="1791773" y="176248"/>
                  </a:lnTo>
                  <a:lnTo>
                    <a:pt x="1762873" y="176244"/>
                  </a:lnTo>
                  <a:lnTo>
                    <a:pt x="1733973" y="176241"/>
                  </a:lnTo>
                  <a:lnTo>
                    <a:pt x="1705074" y="176237"/>
                  </a:lnTo>
                  <a:lnTo>
                    <a:pt x="1676174" y="176234"/>
                  </a:lnTo>
                  <a:lnTo>
                    <a:pt x="1647275" y="176231"/>
                  </a:lnTo>
                  <a:lnTo>
                    <a:pt x="1618375" y="176228"/>
                  </a:lnTo>
                  <a:lnTo>
                    <a:pt x="1589476" y="176224"/>
                  </a:lnTo>
                  <a:lnTo>
                    <a:pt x="1560576" y="176221"/>
                  </a:lnTo>
                  <a:lnTo>
                    <a:pt x="1531676" y="176219"/>
                  </a:lnTo>
                  <a:lnTo>
                    <a:pt x="1502777" y="176216"/>
                  </a:lnTo>
                  <a:lnTo>
                    <a:pt x="1473877" y="176213"/>
                  </a:lnTo>
                  <a:lnTo>
                    <a:pt x="1444978" y="176210"/>
                  </a:lnTo>
                  <a:lnTo>
                    <a:pt x="1416078" y="176207"/>
                  </a:lnTo>
                  <a:lnTo>
                    <a:pt x="1387179" y="176205"/>
                  </a:lnTo>
                  <a:lnTo>
                    <a:pt x="1358279" y="176202"/>
                  </a:lnTo>
                  <a:lnTo>
                    <a:pt x="1329379" y="176200"/>
                  </a:lnTo>
                  <a:lnTo>
                    <a:pt x="1300480" y="176197"/>
                  </a:lnTo>
                  <a:lnTo>
                    <a:pt x="1271580" y="176195"/>
                  </a:lnTo>
                  <a:lnTo>
                    <a:pt x="1242681" y="176193"/>
                  </a:lnTo>
                  <a:lnTo>
                    <a:pt x="1213781" y="176191"/>
                  </a:lnTo>
                  <a:lnTo>
                    <a:pt x="1184882" y="176188"/>
                  </a:lnTo>
                  <a:lnTo>
                    <a:pt x="1155982" y="176186"/>
                  </a:lnTo>
                  <a:lnTo>
                    <a:pt x="1127083" y="176184"/>
                  </a:lnTo>
                  <a:lnTo>
                    <a:pt x="1098183" y="176182"/>
                  </a:lnTo>
                  <a:lnTo>
                    <a:pt x="1069283" y="176180"/>
                  </a:lnTo>
                  <a:lnTo>
                    <a:pt x="1040384" y="176179"/>
                  </a:lnTo>
                  <a:lnTo>
                    <a:pt x="1011484" y="176177"/>
                  </a:lnTo>
                  <a:lnTo>
                    <a:pt x="982585" y="176175"/>
                  </a:lnTo>
                  <a:lnTo>
                    <a:pt x="953685" y="176173"/>
                  </a:lnTo>
                  <a:lnTo>
                    <a:pt x="924786" y="176172"/>
                  </a:lnTo>
                  <a:lnTo>
                    <a:pt x="895886" y="176170"/>
                  </a:lnTo>
                  <a:lnTo>
                    <a:pt x="866986" y="176169"/>
                  </a:lnTo>
                  <a:lnTo>
                    <a:pt x="838087" y="176167"/>
                  </a:lnTo>
                  <a:lnTo>
                    <a:pt x="809187" y="176166"/>
                  </a:lnTo>
                  <a:lnTo>
                    <a:pt x="780288" y="176165"/>
                  </a:lnTo>
                  <a:lnTo>
                    <a:pt x="751388" y="176164"/>
                  </a:lnTo>
                  <a:lnTo>
                    <a:pt x="722489" y="176163"/>
                  </a:lnTo>
                  <a:lnTo>
                    <a:pt x="693589" y="176161"/>
                  </a:lnTo>
                  <a:lnTo>
                    <a:pt x="664689" y="176160"/>
                  </a:lnTo>
                  <a:lnTo>
                    <a:pt x="635790" y="176159"/>
                  </a:lnTo>
                  <a:lnTo>
                    <a:pt x="606890" y="176159"/>
                  </a:lnTo>
                  <a:lnTo>
                    <a:pt x="577991" y="176158"/>
                  </a:lnTo>
                  <a:lnTo>
                    <a:pt x="549091" y="176157"/>
                  </a:lnTo>
                  <a:lnTo>
                    <a:pt x="520192" y="176156"/>
                  </a:lnTo>
                  <a:lnTo>
                    <a:pt x="491292" y="176156"/>
                  </a:lnTo>
                  <a:lnTo>
                    <a:pt x="462393" y="176155"/>
                  </a:lnTo>
                  <a:lnTo>
                    <a:pt x="433493" y="176155"/>
                  </a:lnTo>
                  <a:lnTo>
                    <a:pt x="404593" y="176154"/>
                  </a:lnTo>
                  <a:lnTo>
                    <a:pt x="375694" y="176154"/>
                  </a:lnTo>
                  <a:lnTo>
                    <a:pt x="346794" y="176154"/>
                  </a:lnTo>
                  <a:lnTo>
                    <a:pt x="317895" y="176154"/>
                  </a:lnTo>
                  <a:lnTo>
                    <a:pt x="288995" y="176154"/>
                  </a:lnTo>
                  <a:lnTo>
                    <a:pt x="260096" y="176153"/>
                  </a:lnTo>
                  <a:lnTo>
                    <a:pt x="231196" y="176154"/>
                  </a:lnTo>
                  <a:lnTo>
                    <a:pt x="202296" y="176154"/>
                  </a:lnTo>
                  <a:lnTo>
                    <a:pt x="173397" y="176154"/>
                  </a:lnTo>
                  <a:lnTo>
                    <a:pt x="144497" y="176154"/>
                  </a:lnTo>
                  <a:lnTo>
                    <a:pt x="115598" y="176155"/>
                  </a:lnTo>
                  <a:lnTo>
                    <a:pt x="86698" y="176155"/>
                  </a:lnTo>
                  <a:lnTo>
                    <a:pt x="57799" y="176156"/>
                  </a:lnTo>
                  <a:lnTo>
                    <a:pt x="28899" y="176156"/>
                  </a:lnTo>
                  <a:lnTo>
                    <a:pt x="0" y="1761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3552992" y="7093138"/>
              <a:ext cx="2283065" cy="124"/>
            </a:xfrm>
            <a:custGeom>
              <a:avLst/>
              <a:pathLst>
                <a:path w="2283065" h="124">
                  <a:moveTo>
                    <a:pt x="0" y="116"/>
                  </a:moveTo>
                  <a:lnTo>
                    <a:pt x="28899" y="117"/>
                  </a:lnTo>
                  <a:lnTo>
                    <a:pt x="57799" y="118"/>
                  </a:lnTo>
                  <a:lnTo>
                    <a:pt x="86698" y="119"/>
                  </a:lnTo>
                  <a:lnTo>
                    <a:pt x="115598" y="120"/>
                  </a:lnTo>
                  <a:lnTo>
                    <a:pt x="144497" y="120"/>
                  </a:lnTo>
                  <a:lnTo>
                    <a:pt x="173397" y="121"/>
                  </a:lnTo>
                  <a:lnTo>
                    <a:pt x="202296" y="122"/>
                  </a:lnTo>
                  <a:lnTo>
                    <a:pt x="231196" y="122"/>
                  </a:lnTo>
                  <a:lnTo>
                    <a:pt x="260096" y="123"/>
                  </a:lnTo>
                  <a:lnTo>
                    <a:pt x="288995" y="123"/>
                  </a:lnTo>
                  <a:lnTo>
                    <a:pt x="317895" y="123"/>
                  </a:lnTo>
                  <a:lnTo>
                    <a:pt x="346794" y="124"/>
                  </a:lnTo>
                  <a:lnTo>
                    <a:pt x="375694" y="124"/>
                  </a:lnTo>
                  <a:lnTo>
                    <a:pt x="404593" y="124"/>
                  </a:lnTo>
                  <a:lnTo>
                    <a:pt x="433493" y="124"/>
                  </a:lnTo>
                  <a:lnTo>
                    <a:pt x="462393" y="124"/>
                  </a:lnTo>
                  <a:lnTo>
                    <a:pt x="491292" y="124"/>
                  </a:lnTo>
                  <a:lnTo>
                    <a:pt x="520192" y="124"/>
                  </a:lnTo>
                  <a:lnTo>
                    <a:pt x="549091" y="124"/>
                  </a:lnTo>
                  <a:lnTo>
                    <a:pt x="577991" y="123"/>
                  </a:lnTo>
                  <a:lnTo>
                    <a:pt x="606890" y="123"/>
                  </a:lnTo>
                  <a:lnTo>
                    <a:pt x="635790" y="123"/>
                  </a:lnTo>
                  <a:lnTo>
                    <a:pt x="664689" y="122"/>
                  </a:lnTo>
                  <a:lnTo>
                    <a:pt x="693589" y="122"/>
                  </a:lnTo>
                  <a:lnTo>
                    <a:pt x="722489" y="121"/>
                  </a:lnTo>
                  <a:lnTo>
                    <a:pt x="751388" y="121"/>
                  </a:lnTo>
                  <a:lnTo>
                    <a:pt x="780288" y="120"/>
                  </a:lnTo>
                  <a:lnTo>
                    <a:pt x="809187" y="119"/>
                  </a:lnTo>
                  <a:lnTo>
                    <a:pt x="838087" y="119"/>
                  </a:lnTo>
                  <a:lnTo>
                    <a:pt x="866986" y="118"/>
                  </a:lnTo>
                  <a:lnTo>
                    <a:pt x="895886" y="117"/>
                  </a:lnTo>
                  <a:lnTo>
                    <a:pt x="924786" y="116"/>
                  </a:lnTo>
                  <a:lnTo>
                    <a:pt x="953685" y="115"/>
                  </a:lnTo>
                  <a:lnTo>
                    <a:pt x="982585" y="114"/>
                  </a:lnTo>
                  <a:lnTo>
                    <a:pt x="1011484" y="113"/>
                  </a:lnTo>
                  <a:lnTo>
                    <a:pt x="1040384" y="112"/>
                  </a:lnTo>
                  <a:lnTo>
                    <a:pt x="1069283" y="111"/>
                  </a:lnTo>
                  <a:lnTo>
                    <a:pt x="1098183" y="109"/>
                  </a:lnTo>
                  <a:lnTo>
                    <a:pt x="1127083" y="108"/>
                  </a:lnTo>
                  <a:lnTo>
                    <a:pt x="1155982" y="107"/>
                  </a:lnTo>
                  <a:lnTo>
                    <a:pt x="1184882" y="105"/>
                  </a:lnTo>
                  <a:lnTo>
                    <a:pt x="1213781" y="104"/>
                  </a:lnTo>
                  <a:lnTo>
                    <a:pt x="1242681" y="102"/>
                  </a:lnTo>
                  <a:lnTo>
                    <a:pt x="1271580" y="100"/>
                  </a:lnTo>
                  <a:lnTo>
                    <a:pt x="1300480" y="99"/>
                  </a:lnTo>
                  <a:lnTo>
                    <a:pt x="1329379" y="97"/>
                  </a:lnTo>
                  <a:lnTo>
                    <a:pt x="1358279" y="95"/>
                  </a:lnTo>
                  <a:lnTo>
                    <a:pt x="1387179" y="93"/>
                  </a:lnTo>
                  <a:lnTo>
                    <a:pt x="1416078" y="91"/>
                  </a:lnTo>
                  <a:lnTo>
                    <a:pt x="1444978" y="90"/>
                  </a:lnTo>
                  <a:lnTo>
                    <a:pt x="1473877" y="87"/>
                  </a:lnTo>
                  <a:lnTo>
                    <a:pt x="1502777" y="85"/>
                  </a:lnTo>
                  <a:lnTo>
                    <a:pt x="1531676" y="83"/>
                  </a:lnTo>
                  <a:lnTo>
                    <a:pt x="1560576" y="81"/>
                  </a:lnTo>
                  <a:lnTo>
                    <a:pt x="1589476" y="79"/>
                  </a:lnTo>
                  <a:lnTo>
                    <a:pt x="1618375" y="76"/>
                  </a:lnTo>
                  <a:lnTo>
                    <a:pt x="1647275" y="74"/>
                  </a:lnTo>
                  <a:lnTo>
                    <a:pt x="1676174" y="71"/>
                  </a:lnTo>
                  <a:lnTo>
                    <a:pt x="1705074" y="69"/>
                  </a:lnTo>
                  <a:lnTo>
                    <a:pt x="1733973" y="66"/>
                  </a:lnTo>
                  <a:lnTo>
                    <a:pt x="1762873" y="63"/>
                  </a:lnTo>
                  <a:lnTo>
                    <a:pt x="1791773" y="61"/>
                  </a:lnTo>
                  <a:lnTo>
                    <a:pt x="1820672" y="58"/>
                  </a:lnTo>
                  <a:lnTo>
                    <a:pt x="1849572" y="55"/>
                  </a:lnTo>
                  <a:lnTo>
                    <a:pt x="1878471" y="52"/>
                  </a:lnTo>
                  <a:lnTo>
                    <a:pt x="1907371" y="49"/>
                  </a:lnTo>
                  <a:lnTo>
                    <a:pt x="1936270" y="45"/>
                  </a:lnTo>
                  <a:lnTo>
                    <a:pt x="1965170" y="42"/>
                  </a:lnTo>
                  <a:lnTo>
                    <a:pt x="1994069" y="39"/>
                  </a:lnTo>
                  <a:lnTo>
                    <a:pt x="2022969" y="35"/>
                  </a:lnTo>
                  <a:lnTo>
                    <a:pt x="2051869" y="31"/>
                  </a:lnTo>
                  <a:lnTo>
                    <a:pt x="2080768" y="28"/>
                  </a:lnTo>
                  <a:lnTo>
                    <a:pt x="2109668" y="24"/>
                  </a:lnTo>
                  <a:lnTo>
                    <a:pt x="2138567" y="20"/>
                  </a:lnTo>
                  <a:lnTo>
                    <a:pt x="2167467" y="16"/>
                  </a:lnTo>
                  <a:lnTo>
                    <a:pt x="2196366" y="12"/>
                  </a:lnTo>
                  <a:lnTo>
                    <a:pt x="2225266" y="8"/>
                  </a:lnTo>
                  <a:lnTo>
                    <a:pt x="2254166" y="4"/>
                  </a:lnTo>
                  <a:lnTo>
                    <a:pt x="22830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3552992" y="7269292"/>
              <a:ext cx="2283065" cy="167"/>
            </a:xfrm>
            <a:custGeom>
              <a:avLst/>
              <a:pathLst>
                <a:path w="2283065" h="167">
                  <a:moveTo>
                    <a:pt x="2283065" y="167"/>
                  </a:moveTo>
                  <a:lnTo>
                    <a:pt x="2254166" y="162"/>
                  </a:lnTo>
                  <a:lnTo>
                    <a:pt x="2225266" y="157"/>
                  </a:lnTo>
                  <a:lnTo>
                    <a:pt x="2196366" y="152"/>
                  </a:lnTo>
                  <a:lnTo>
                    <a:pt x="2167467" y="147"/>
                  </a:lnTo>
                  <a:lnTo>
                    <a:pt x="2138567" y="143"/>
                  </a:lnTo>
                  <a:lnTo>
                    <a:pt x="2109668" y="138"/>
                  </a:lnTo>
                  <a:lnTo>
                    <a:pt x="2080768" y="134"/>
                  </a:lnTo>
                  <a:lnTo>
                    <a:pt x="2051869" y="129"/>
                  </a:lnTo>
                  <a:lnTo>
                    <a:pt x="2022969" y="125"/>
                  </a:lnTo>
                  <a:lnTo>
                    <a:pt x="1994069" y="121"/>
                  </a:lnTo>
                  <a:lnTo>
                    <a:pt x="1965170" y="117"/>
                  </a:lnTo>
                  <a:lnTo>
                    <a:pt x="1936270" y="113"/>
                  </a:lnTo>
                  <a:lnTo>
                    <a:pt x="1907371" y="109"/>
                  </a:lnTo>
                  <a:lnTo>
                    <a:pt x="1878471" y="105"/>
                  </a:lnTo>
                  <a:lnTo>
                    <a:pt x="1849572" y="101"/>
                  </a:lnTo>
                  <a:lnTo>
                    <a:pt x="1820672" y="97"/>
                  </a:lnTo>
                  <a:lnTo>
                    <a:pt x="1791773" y="94"/>
                  </a:lnTo>
                  <a:lnTo>
                    <a:pt x="1762873" y="90"/>
                  </a:lnTo>
                  <a:lnTo>
                    <a:pt x="1733973" y="87"/>
                  </a:lnTo>
                  <a:lnTo>
                    <a:pt x="1705074" y="83"/>
                  </a:lnTo>
                  <a:lnTo>
                    <a:pt x="1676174" y="80"/>
                  </a:lnTo>
                  <a:lnTo>
                    <a:pt x="1647275" y="77"/>
                  </a:lnTo>
                  <a:lnTo>
                    <a:pt x="1618375" y="74"/>
                  </a:lnTo>
                  <a:lnTo>
                    <a:pt x="1589476" y="70"/>
                  </a:lnTo>
                  <a:lnTo>
                    <a:pt x="1560576" y="67"/>
                  </a:lnTo>
                  <a:lnTo>
                    <a:pt x="1531676" y="65"/>
                  </a:lnTo>
                  <a:lnTo>
                    <a:pt x="1502777" y="62"/>
                  </a:lnTo>
                  <a:lnTo>
                    <a:pt x="1473877" y="59"/>
                  </a:lnTo>
                  <a:lnTo>
                    <a:pt x="1444978" y="56"/>
                  </a:lnTo>
                  <a:lnTo>
                    <a:pt x="1416078" y="53"/>
                  </a:lnTo>
                  <a:lnTo>
                    <a:pt x="1387179" y="51"/>
                  </a:lnTo>
                  <a:lnTo>
                    <a:pt x="1358279" y="48"/>
                  </a:lnTo>
                  <a:lnTo>
                    <a:pt x="1329379" y="46"/>
                  </a:lnTo>
                  <a:lnTo>
                    <a:pt x="1300480" y="43"/>
                  </a:lnTo>
                  <a:lnTo>
                    <a:pt x="1271580" y="41"/>
                  </a:lnTo>
                  <a:lnTo>
                    <a:pt x="1242681" y="39"/>
                  </a:lnTo>
                  <a:lnTo>
                    <a:pt x="1213781" y="37"/>
                  </a:lnTo>
                  <a:lnTo>
                    <a:pt x="1184882" y="34"/>
                  </a:lnTo>
                  <a:lnTo>
                    <a:pt x="1155982" y="32"/>
                  </a:lnTo>
                  <a:lnTo>
                    <a:pt x="1127083" y="30"/>
                  </a:lnTo>
                  <a:lnTo>
                    <a:pt x="1098183" y="28"/>
                  </a:lnTo>
                  <a:lnTo>
                    <a:pt x="1069283" y="26"/>
                  </a:lnTo>
                  <a:lnTo>
                    <a:pt x="1040384" y="25"/>
                  </a:lnTo>
                  <a:lnTo>
                    <a:pt x="1011484" y="23"/>
                  </a:lnTo>
                  <a:lnTo>
                    <a:pt x="982585" y="21"/>
                  </a:lnTo>
                  <a:lnTo>
                    <a:pt x="953685" y="19"/>
                  </a:lnTo>
                  <a:lnTo>
                    <a:pt x="924786" y="18"/>
                  </a:lnTo>
                  <a:lnTo>
                    <a:pt x="895886" y="16"/>
                  </a:lnTo>
                  <a:lnTo>
                    <a:pt x="866986" y="15"/>
                  </a:lnTo>
                  <a:lnTo>
                    <a:pt x="838087" y="13"/>
                  </a:lnTo>
                  <a:lnTo>
                    <a:pt x="809187" y="12"/>
                  </a:lnTo>
                  <a:lnTo>
                    <a:pt x="780288" y="11"/>
                  </a:lnTo>
                  <a:lnTo>
                    <a:pt x="751388" y="10"/>
                  </a:lnTo>
                  <a:lnTo>
                    <a:pt x="722489" y="9"/>
                  </a:lnTo>
                  <a:lnTo>
                    <a:pt x="693589" y="7"/>
                  </a:lnTo>
                  <a:lnTo>
                    <a:pt x="664689" y="6"/>
                  </a:lnTo>
                  <a:lnTo>
                    <a:pt x="635790" y="5"/>
                  </a:lnTo>
                  <a:lnTo>
                    <a:pt x="606890" y="5"/>
                  </a:lnTo>
                  <a:lnTo>
                    <a:pt x="577991" y="4"/>
                  </a:lnTo>
                  <a:lnTo>
                    <a:pt x="549091" y="3"/>
                  </a:lnTo>
                  <a:lnTo>
                    <a:pt x="520192" y="2"/>
                  </a:lnTo>
                  <a:lnTo>
                    <a:pt x="491292" y="2"/>
                  </a:lnTo>
                  <a:lnTo>
                    <a:pt x="462393" y="1"/>
                  </a:lnTo>
                  <a:lnTo>
                    <a:pt x="433493" y="1"/>
                  </a:lnTo>
                  <a:lnTo>
                    <a:pt x="404593" y="0"/>
                  </a:lnTo>
                  <a:lnTo>
                    <a:pt x="375694" y="0"/>
                  </a:lnTo>
                  <a:lnTo>
                    <a:pt x="346794" y="0"/>
                  </a:lnTo>
                  <a:lnTo>
                    <a:pt x="317895" y="0"/>
                  </a:lnTo>
                  <a:lnTo>
                    <a:pt x="288995" y="0"/>
                  </a:lnTo>
                  <a:lnTo>
                    <a:pt x="260096" y="0"/>
                  </a:lnTo>
                  <a:lnTo>
                    <a:pt x="231196" y="0"/>
                  </a:lnTo>
                  <a:lnTo>
                    <a:pt x="202296" y="0"/>
                  </a:lnTo>
                  <a:lnTo>
                    <a:pt x="173397" y="0"/>
                  </a:lnTo>
                  <a:lnTo>
                    <a:pt x="144497" y="0"/>
                  </a:lnTo>
                  <a:lnTo>
                    <a:pt x="115598" y="1"/>
                  </a:lnTo>
                  <a:lnTo>
                    <a:pt x="86698" y="1"/>
                  </a:lnTo>
                  <a:lnTo>
                    <a:pt x="57799" y="2"/>
                  </a:lnTo>
                  <a:lnTo>
                    <a:pt x="28899" y="2"/>
                  </a:lnTo>
                  <a:lnTo>
                    <a:pt x="0" y="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3552992" y="7181275"/>
              <a:ext cx="2283065" cy="23"/>
            </a:xfrm>
            <a:custGeom>
              <a:avLst/>
              <a:pathLst>
                <a:path w="2283065" h="23">
                  <a:moveTo>
                    <a:pt x="0" y="0"/>
                  </a:moveTo>
                  <a:lnTo>
                    <a:pt x="28899" y="0"/>
                  </a:lnTo>
                  <a:lnTo>
                    <a:pt x="57799" y="0"/>
                  </a:lnTo>
                  <a:lnTo>
                    <a:pt x="86698" y="0"/>
                  </a:lnTo>
                  <a:lnTo>
                    <a:pt x="115598" y="0"/>
                  </a:lnTo>
                  <a:lnTo>
                    <a:pt x="144497" y="0"/>
                  </a:lnTo>
                  <a:lnTo>
                    <a:pt x="173397" y="1"/>
                  </a:lnTo>
                  <a:lnTo>
                    <a:pt x="202296" y="1"/>
                  </a:lnTo>
                  <a:lnTo>
                    <a:pt x="231196" y="1"/>
                  </a:lnTo>
                  <a:lnTo>
                    <a:pt x="260096" y="1"/>
                  </a:lnTo>
                  <a:lnTo>
                    <a:pt x="288995" y="1"/>
                  </a:lnTo>
                  <a:lnTo>
                    <a:pt x="317895" y="2"/>
                  </a:lnTo>
                  <a:lnTo>
                    <a:pt x="346794" y="2"/>
                  </a:lnTo>
                  <a:lnTo>
                    <a:pt x="375694" y="2"/>
                  </a:lnTo>
                  <a:lnTo>
                    <a:pt x="404593" y="2"/>
                  </a:lnTo>
                  <a:lnTo>
                    <a:pt x="433493" y="2"/>
                  </a:lnTo>
                  <a:lnTo>
                    <a:pt x="462393" y="3"/>
                  </a:lnTo>
                  <a:lnTo>
                    <a:pt x="491292" y="3"/>
                  </a:lnTo>
                  <a:lnTo>
                    <a:pt x="520192" y="3"/>
                  </a:lnTo>
                  <a:lnTo>
                    <a:pt x="549091" y="3"/>
                  </a:lnTo>
                  <a:lnTo>
                    <a:pt x="577991" y="4"/>
                  </a:lnTo>
                  <a:lnTo>
                    <a:pt x="606890" y="4"/>
                  </a:lnTo>
                  <a:lnTo>
                    <a:pt x="635790" y="4"/>
                  </a:lnTo>
                  <a:lnTo>
                    <a:pt x="664689" y="4"/>
                  </a:lnTo>
                  <a:lnTo>
                    <a:pt x="693589" y="5"/>
                  </a:lnTo>
                  <a:lnTo>
                    <a:pt x="722489" y="5"/>
                  </a:lnTo>
                  <a:lnTo>
                    <a:pt x="751388" y="5"/>
                  </a:lnTo>
                  <a:lnTo>
                    <a:pt x="780288" y="6"/>
                  </a:lnTo>
                  <a:lnTo>
                    <a:pt x="809187" y="6"/>
                  </a:lnTo>
                  <a:lnTo>
                    <a:pt x="838087" y="6"/>
                  </a:lnTo>
                  <a:lnTo>
                    <a:pt x="866986" y="6"/>
                  </a:lnTo>
                  <a:lnTo>
                    <a:pt x="895886" y="7"/>
                  </a:lnTo>
                  <a:lnTo>
                    <a:pt x="924786" y="7"/>
                  </a:lnTo>
                  <a:lnTo>
                    <a:pt x="953685" y="7"/>
                  </a:lnTo>
                  <a:lnTo>
                    <a:pt x="982585" y="8"/>
                  </a:lnTo>
                  <a:lnTo>
                    <a:pt x="1011484" y="8"/>
                  </a:lnTo>
                  <a:lnTo>
                    <a:pt x="1040384" y="8"/>
                  </a:lnTo>
                  <a:lnTo>
                    <a:pt x="1069283" y="9"/>
                  </a:lnTo>
                  <a:lnTo>
                    <a:pt x="1098183" y="9"/>
                  </a:lnTo>
                  <a:lnTo>
                    <a:pt x="1127083" y="9"/>
                  </a:lnTo>
                  <a:lnTo>
                    <a:pt x="1155982" y="10"/>
                  </a:lnTo>
                  <a:lnTo>
                    <a:pt x="1184882" y="10"/>
                  </a:lnTo>
                  <a:lnTo>
                    <a:pt x="1213781" y="10"/>
                  </a:lnTo>
                  <a:lnTo>
                    <a:pt x="1242681" y="11"/>
                  </a:lnTo>
                  <a:lnTo>
                    <a:pt x="1271580" y="11"/>
                  </a:lnTo>
                  <a:lnTo>
                    <a:pt x="1300480" y="11"/>
                  </a:lnTo>
                  <a:lnTo>
                    <a:pt x="1329379" y="12"/>
                  </a:lnTo>
                  <a:lnTo>
                    <a:pt x="1358279" y="12"/>
                  </a:lnTo>
                  <a:lnTo>
                    <a:pt x="1387179" y="12"/>
                  </a:lnTo>
                  <a:lnTo>
                    <a:pt x="1416078" y="13"/>
                  </a:lnTo>
                  <a:lnTo>
                    <a:pt x="1444978" y="13"/>
                  </a:lnTo>
                  <a:lnTo>
                    <a:pt x="1473877" y="13"/>
                  </a:lnTo>
                  <a:lnTo>
                    <a:pt x="1502777" y="14"/>
                  </a:lnTo>
                  <a:lnTo>
                    <a:pt x="1531676" y="14"/>
                  </a:lnTo>
                  <a:lnTo>
                    <a:pt x="1560576" y="14"/>
                  </a:lnTo>
                  <a:lnTo>
                    <a:pt x="1589476" y="15"/>
                  </a:lnTo>
                  <a:lnTo>
                    <a:pt x="1618375" y="15"/>
                  </a:lnTo>
                  <a:lnTo>
                    <a:pt x="1647275" y="15"/>
                  </a:lnTo>
                  <a:lnTo>
                    <a:pt x="1676174" y="16"/>
                  </a:lnTo>
                  <a:lnTo>
                    <a:pt x="1705074" y="16"/>
                  </a:lnTo>
                  <a:lnTo>
                    <a:pt x="1733973" y="16"/>
                  </a:lnTo>
                  <a:lnTo>
                    <a:pt x="1762873" y="17"/>
                  </a:lnTo>
                  <a:lnTo>
                    <a:pt x="1791773" y="17"/>
                  </a:lnTo>
                  <a:lnTo>
                    <a:pt x="1820672" y="18"/>
                  </a:lnTo>
                  <a:lnTo>
                    <a:pt x="1849572" y="18"/>
                  </a:lnTo>
                  <a:lnTo>
                    <a:pt x="1878471" y="18"/>
                  </a:lnTo>
                  <a:lnTo>
                    <a:pt x="1907371" y="19"/>
                  </a:lnTo>
                  <a:lnTo>
                    <a:pt x="1936270" y="19"/>
                  </a:lnTo>
                  <a:lnTo>
                    <a:pt x="1965170" y="19"/>
                  </a:lnTo>
                  <a:lnTo>
                    <a:pt x="1994069" y="20"/>
                  </a:lnTo>
                  <a:lnTo>
                    <a:pt x="2022969" y="20"/>
                  </a:lnTo>
                  <a:lnTo>
                    <a:pt x="2051869" y="20"/>
                  </a:lnTo>
                  <a:lnTo>
                    <a:pt x="2080768" y="21"/>
                  </a:lnTo>
                  <a:lnTo>
                    <a:pt x="2109668" y="21"/>
                  </a:lnTo>
                  <a:lnTo>
                    <a:pt x="2138567" y="22"/>
                  </a:lnTo>
                  <a:lnTo>
                    <a:pt x="2167467" y="22"/>
                  </a:lnTo>
                  <a:lnTo>
                    <a:pt x="2196366" y="22"/>
                  </a:lnTo>
                  <a:lnTo>
                    <a:pt x="2225266" y="23"/>
                  </a:lnTo>
                  <a:lnTo>
                    <a:pt x="2254166" y="23"/>
                  </a:lnTo>
                  <a:lnTo>
                    <a:pt x="2283065" y="23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3438838" y="5418670"/>
              <a:ext cx="25113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tx638"/>
            <p:cNvSpPr/>
            <p:nvPr/>
          </p:nvSpPr>
          <p:spPr>
            <a:xfrm>
              <a:off x="3214680" y="7974680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3314053" y="720158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3251897" y="64284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3251897" y="565539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42" name="pl642"/>
            <p:cNvSpPr/>
            <p:nvPr/>
          </p:nvSpPr>
          <p:spPr>
            <a:xfrm>
              <a:off x="3404044" y="80163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3404044" y="72432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3404044" y="64701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3404044" y="56970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359274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419187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479100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39014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tx650"/>
            <p:cNvSpPr/>
            <p:nvPr/>
          </p:nvSpPr>
          <p:spPr>
            <a:xfrm>
              <a:off x="3561667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51" name="tx651"/>
            <p:cNvSpPr/>
            <p:nvPr/>
          </p:nvSpPr>
          <p:spPr>
            <a:xfrm>
              <a:off x="4129721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52" name="tx652"/>
            <p:cNvSpPr/>
            <p:nvPr/>
          </p:nvSpPr>
          <p:spPr>
            <a:xfrm>
              <a:off x="4728853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653" name="tx653"/>
            <p:cNvSpPr/>
            <p:nvPr/>
          </p:nvSpPr>
          <p:spPr>
            <a:xfrm>
              <a:off x="5327985" y="8659095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3770513" y="8777412"/>
              <a:ext cx="184802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Plasma pTau217 (Z)</a:t>
              </a:r>
            </a:p>
          </p:txBody>
        </p:sp>
        <p:sp>
          <p:nvSpPr>
            <p:cNvPr id="655" name="tx655"/>
            <p:cNvSpPr/>
            <p:nvPr/>
          </p:nvSpPr>
          <p:spPr>
            <a:xfrm rot="-5400000">
              <a:off x="2117002" y="6942179"/>
              <a:ext cx="1917668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Plasma pTau217 (Z/year)</a:t>
              </a:r>
            </a:p>
          </p:txBody>
        </p:sp>
        <p:sp>
          <p:nvSpPr>
            <p:cNvPr id="656" name="pl656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41261" y="2104360"/>
                  </a:lnTo>
                  <a:lnTo>
                    <a:pt x="41261" y="2023423"/>
                  </a:lnTo>
                  <a:lnTo>
                    <a:pt x="82523" y="2023423"/>
                  </a:lnTo>
                  <a:lnTo>
                    <a:pt x="123785" y="2023423"/>
                  </a:lnTo>
                  <a:lnTo>
                    <a:pt x="165047" y="2023423"/>
                  </a:lnTo>
                  <a:lnTo>
                    <a:pt x="165047" y="1942486"/>
                  </a:lnTo>
                  <a:lnTo>
                    <a:pt x="165047" y="1861549"/>
                  </a:lnTo>
                  <a:lnTo>
                    <a:pt x="165047" y="1780612"/>
                  </a:lnTo>
                  <a:lnTo>
                    <a:pt x="206309" y="1780612"/>
                  </a:lnTo>
                  <a:lnTo>
                    <a:pt x="247571" y="1780612"/>
                  </a:lnTo>
                  <a:lnTo>
                    <a:pt x="288833" y="1780612"/>
                  </a:lnTo>
                  <a:lnTo>
                    <a:pt x="288833" y="1699675"/>
                  </a:lnTo>
                  <a:lnTo>
                    <a:pt x="330095" y="1699675"/>
                  </a:lnTo>
                  <a:lnTo>
                    <a:pt x="330095" y="1618738"/>
                  </a:lnTo>
                  <a:lnTo>
                    <a:pt x="330095" y="1537801"/>
                  </a:lnTo>
                  <a:lnTo>
                    <a:pt x="371357" y="1537801"/>
                  </a:lnTo>
                  <a:lnTo>
                    <a:pt x="371357" y="1456864"/>
                  </a:lnTo>
                  <a:lnTo>
                    <a:pt x="412619" y="1456864"/>
                  </a:lnTo>
                  <a:lnTo>
                    <a:pt x="453881" y="1456864"/>
                  </a:lnTo>
                  <a:lnTo>
                    <a:pt x="453881" y="1375927"/>
                  </a:lnTo>
                  <a:lnTo>
                    <a:pt x="453881" y="1294990"/>
                  </a:lnTo>
                  <a:lnTo>
                    <a:pt x="453881" y="1214054"/>
                  </a:lnTo>
                  <a:lnTo>
                    <a:pt x="453881" y="1133117"/>
                  </a:lnTo>
                  <a:lnTo>
                    <a:pt x="453881" y="1052180"/>
                  </a:lnTo>
                  <a:lnTo>
                    <a:pt x="453881" y="971243"/>
                  </a:lnTo>
                  <a:lnTo>
                    <a:pt x="453881" y="890306"/>
                  </a:lnTo>
                  <a:lnTo>
                    <a:pt x="453881" y="809369"/>
                  </a:lnTo>
                  <a:lnTo>
                    <a:pt x="495143" y="809369"/>
                  </a:lnTo>
                  <a:lnTo>
                    <a:pt x="495143" y="728432"/>
                  </a:lnTo>
                  <a:lnTo>
                    <a:pt x="495143" y="647495"/>
                  </a:lnTo>
                  <a:lnTo>
                    <a:pt x="495143" y="566558"/>
                  </a:lnTo>
                  <a:lnTo>
                    <a:pt x="495143" y="485621"/>
                  </a:lnTo>
                  <a:lnTo>
                    <a:pt x="536405" y="485621"/>
                  </a:lnTo>
                  <a:lnTo>
                    <a:pt x="536405" y="404684"/>
                  </a:lnTo>
                  <a:lnTo>
                    <a:pt x="577667" y="404684"/>
                  </a:lnTo>
                  <a:lnTo>
                    <a:pt x="577667" y="323747"/>
                  </a:lnTo>
                  <a:lnTo>
                    <a:pt x="618929" y="323747"/>
                  </a:lnTo>
                  <a:lnTo>
                    <a:pt x="660191" y="323747"/>
                  </a:lnTo>
                  <a:lnTo>
                    <a:pt x="701453" y="323747"/>
                  </a:lnTo>
                  <a:lnTo>
                    <a:pt x="742715" y="323747"/>
                  </a:lnTo>
                  <a:lnTo>
                    <a:pt x="783977" y="323747"/>
                  </a:lnTo>
                  <a:lnTo>
                    <a:pt x="825239" y="323747"/>
                  </a:lnTo>
                  <a:lnTo>
                    <a:pt x="866501" y="323747"/>
                  </a:lnTo>
                  <a:lnTo>
                    <a:pt x="907763" y="323747"/>
                  </a:lnTo>
                  <a:lnTo>
                    <a:pt x="949025" y="323747"/>
                  </a:lnTo>
                  <a:lnTo>
                    <a:pt x="990287" y="323747"/>
                  </a:lnTo>
                  <a:lnTo>
                    <a:pt x="1031549" y="323747"/>
                  </a:lnTo>
                  <a:lnTo>
                    <a:pt x="1072811" y="323747"/>
                  </a:lnTo>
                  <a:lnTo>
                    <a:pt x="1114073" y="323747"/>
                  </a:lnTo>
                  <a:lnTo>
                    <a:pt x="1155335" y="323747"/>
                  </a:lnTo>
                  <a:lnTo>
                    <a:pt x="1155335" y="242810"/>
                  </a:lnTo>
                  <a:lnTo>
                    <a:pt x="1155335" y="161873"/>
                  </a:lnTo>
                  <a:lnTo>
                    <a:pt x="1196597" y="161873"/>
                  </a:lnTo>
                  <a:lnTo>
                    <a:pt x="1237859" y="161873"/>
                  </a:lnTo>
                  <a:lnTo>
                    <a:pt x="1279120" y="161873"/>
                  </a:lnTo>
                  <a:lnTo>
                    <a:pt x="1320382" y="161873"/>
                  </a:lnTo>
                  <a:lnTo>
                    <a:pt x="1361644" y="161873"/>
                  </a:lnTo>
                  <a:lnTo>
                    <a:pt x="1402906" y="161873"/>
                  </a:lnTo>
                  <a:lnTo>
                    <a:pt x="1444168" y="161873"/>
                  </a:lnTo>
                  <a:lnTo>
                    <a:pt x="1485430" y="161873"/>
                  </a:lnTo>
                  <a:lnTo>
                    <a:pt x="1485430" y="80936"/>
                  </a:lnTo>
                  <a:lnTo>
                    <a:pt x="1526692" y="80936"/>
                  </a:lnTo>
                  <a:lnTo>
                    <a:pt x="1567954" y="80936"/>
                  </a:lnTo>
                  <a:lnTo>
                    <a:pt x="1609216" y="80936"/>
                  </a:lnTo>
                  <a:lnTo>
                    <a:pt x="1650478" y="80936"/>
                  </a:lnTo>
                  <a:lnTo>
                    <a:pt x="1691740" y="80936"/>
                  </a:lnTo>
                  <a:lnTo>
                    <a:pt x="1733002" y="80936"/>
                  </a:lnTo>
                  <a:lnTo>
                    <a:pt x="1774264" y="80936"/>
                  </a:lnTo>
                  <a:lnTo>
                    <a:pt x="1815526" y="80936"/>
                  </a:lnTo>
                  <a:lnTo>
                    <a:pt x="1815526" y="0"/>
                  </a:lnTo>
                  <a:lnTo>
                    <a:pt x="1856788" y="0"/>
                  </a:lnTo>
                  <a:lnTo>
                    <a:pt x="1898050" y="0"/>
                  </a:lnTo>
                  <a:lnTo>
                    <a:pt x="1939312" y="0"/>
                  </a:lnTo>
                  <a:lnTo>
                    <a:pt x="1980574" y="0"/>
                  </a:lnTo>
                  <a:lnTo>
                    <a:pt x="2021836" y="0"/>
                  </a:lnTo>
                  <a:lnTo>
                    <a:pt x="2063098" y="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0" y="2314796"/>
                  </a:lnTo>
                  <a:lnTo>
                    <a:pt x="231479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tx677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3.87 [3.294, 5.455]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0.741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7341273" y="7645724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0.611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0.846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692" name="tx692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693" name="rc693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9534838" y="5418670"/>
              <a:ext cx="9873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9534838" y="8402918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9534838" y="7629824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9534838" y="6856730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9534838" y="6083636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971312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994868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1018423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1041979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9534838" y="8016371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9534838" y="7243277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9534838" y="6470183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9534838" y="5697089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959534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983090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1006645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1030201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9565133" y="72342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9583981" y="72288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9565450" y="72186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9839499" y="67795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9592412" y="72106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0102029" y="70398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9623795" y="71632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9586240" y="72273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9567700" y="72092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9575728" y="72045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9579511" y="72274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10037561" y="7900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9566308" y="72115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9696586" y="65406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10269729" y="62936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9561231" y="72233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10064184" y="78167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9612146" y="72273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9796297" y="73528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9870115" y="71028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9563888" y="7217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9561295" y="7232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9575616" y="72216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9607032" y="709951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9564311" y="72159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9564790" y="72189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9680606" y="688286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9591894" y="72731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9567404" y="72139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9573069" y="715892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9566803" y="71665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9876281" y="7191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9566292" y="71919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9563788" y="71341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9591540" y="7299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9621924" y="711113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9561473" y="7221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9563400" y="72135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9701770" y="71391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9593738" y="71951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9829230" y="73337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9569803" y="72494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9613689" y="70165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9558894" y="72170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9568053" y="71996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9579657" y="71920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9563008" y="72281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9605117" y="7233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9769735" y="69283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9601557" y="692063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9575257" y="70927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9805390" y="67433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10086010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10452504" y="73898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9752639" y="69605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9565038" y="7208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10168928" y="66089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9709628" y="68612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9590901" y="72243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9572129" y="7206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9627221" y="72001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10202235" y="81091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9554893" y="72220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9567122" y="72301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9782252" y="78424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9585512" y="7265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10247205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9624826" y="71455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10065157" y="7286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9703543" y="58027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10204416" y="7804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9576584" y="72172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9567114" y="7209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9647519" y="70154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9933803" y="644895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9593342" y="7190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9568070" y="72651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9534838" y="7215594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9579719" y="7093138"/>
              <a:ext cx="897611" cy="176321"/>
            </a:xfrm>
            <a:custGeom>
              <a:avLst/>
              <a:pathLst>
                <a:path w="897611" h="176321">
                  <a:moveTo>
                    <a:pt x="0" y="116"/>
                  </a:moveTo>
                  <a:lnTo>
                    <a:pt x="11362" y="117"/>
                  </a:lnTo>
                  <a:lnTo>
                    <a:pt x="22724" y="118"/>
                  </a:lnTo>
                  <a:lnTo>
                    <a:pt x="34086" y="119"/>
                  </a:lnTo>
                  <a:lnTo>
                    <a:pt x="45448" y="120"/>
                  </a:lnTo>
                  <a:lnTo>
                    <a:pt x="56810" y="120"/>
                  </a:lnTo>
                  <a:lnTo>
                    <a:pt x="68172" y="121"/>
                  </a:lnTo>
                  <a:lnTo>
                    <a:pt x="79535" y="122"/>
                  </a:lnTo>
                  <a:lnTo>
                    <a:pt x="90897" y="122"/>
                  </a:lnTo>
                  <a:lnTo>
                    <a:pt x="102259" y="123"/>
                  </a:lnTo>
                  <a:lnTo>
                    <a:pt x="113621" y="123"/>
                  </a:lnTo>
                  <a:lnTo>
                    <a:pt x="124983" y="123"/>
                  </a:lnTo>
                  <a:lnTo>
                    <a:pt x="136345" y="124"/>
                  </a:lnTo>
                  <a:lnTo>
                    <a:pt x="147708" y="124"/>
                  </a:lnTo>
                  <a:lnTo>
                    <a:pt x="159070" y="124"/>
                  </a:lnTo>
                  <a:lnTo>
                    <a:pt x="170432" y="124"/>
                  </a:lnTo>
                  <a:lnTo>
                    <a:pt x="181794" y="124"/>
                  </a:lnTo>
                  <a:lnTo>
                    <a:pt x="193156" y="124"/>
                  </a:lnTo>
                  <a:lnTo>
                    <a:pt x="204518" y="124"/>
                  </a:lnTo>
                  <a:lnTo>
                    <a:pt x="215881" y="124"/>
                  </a:lnTo>
                  <a:lnTo>
                    <a:pt x="227243" y="123"/>
                  </a:lnTo>
                  <a:lnTo>
                    <a:pt x="238605" y="123"/>
                  </a:lnTo>
                  <a:lnTo>
                    <a:pt x="249967" y="123"/>
                  </a:lnTo>
                  <a:lnTo>
                    <a:pt x="261329" y="122"/>
                  </a:lnTo>
                  <a:lnTo>
                    <a:pt x="272691" y="122"/>
                  </a:lnTo>
                  <a:lnTo>
                    <a:pt x="284054" y="121"/>
                  </a:lnTo>
                  <a:lnTo>
                    <a:pt x="295416" y="121"/>
                  </a:lnTo>
                  <a:lnTo>
                    <a:pt x="306778" y="120"/>
                  </a:lnTo>
                  <a:lnTo>
                    <a:pt x="318140" y="119"/>
                  </a:lnTo>
                  <a:lnTo>
                    <a:pt x="329502" y="119"/>
                  </a:lnTo>
                  <a:lnTo>
                    <a:pt x="340864" y="118"/>
                  </a:lnTo>
                  <a:lnTo>
                    <a:pt x="352227" y="117"/>
                  </a:lnTo>
                  <a:lnTo>
                    <a:pt x="363589" y="116"/>
                  </a:lnTo>
                  <a:lnTo>
                    <a:pt x="374951" y="115"/>
                  </a:lnTo>
                  <a:lnTo>
                    <a:pt x="386313" y="114"/>
                  </a:lnTo>
                  <a:lnTo>
                    <a:pt x="397675" y="113"/>
                  </a:lnTo>
                  <a:lnTo>
                    <a:pt x="409037" y="112"/>
                  </a:lnTo>
                  <a:lnTo>
                    <a:pt x="420400" y="111"/>
                  </a:lnTo>
                  <a:lnTo>
                    <a:pt x="431762" y="109"/>
                  </a:lnTo>
                  <a:lnTo>
                    <a:pt x="443124" y="108"/>
                  </a:lnTo>
                  <a:lnTo>
                    <a:pt x="454486" y="107"/>
                  </a:lnTo>
                  <a:lnTo>
                    <a:pt x="465848" y="105"/>
                  </a:lnTo>
                  <a:lnTo>
                    <a:pt x="477210" y="104"/>
                  </a:lnTo>
                  <a:lnTo>
                    <a:pt x="488573" y="102"/>
                  </a:lnTo>
                  <a:lnTo>
                    <a:pt x="499935" y="100"/>
                  </a:lnTo>
                  <a:lnTo>
                    <a:pt x="511297" y="99"/>
                  </a:lnTo>
                  <a:lnTo>
                    <a:pt x="522659" y="97"/>
                  </a:lnTo>
                  <a:lnTo>
                    <a:pt x="534021" y="95"/>
                  </a:lnTo>
                  <a:lnTo>
                    <a:pt x="545383" y="93"/>
                  </a:lnTo>
                  <a:lnTo>
                    <a:pt x="556746" y="91"/>
                  </a:lnTo>
                  <a:lnTo>
                    <a:pt x="568108" y="90"/>
                  </a:lnTo>
                  <a:lnTo>
                    <a:pt x="579470" y="87"/>
                  </a:lnTo>
                  <a:lnTo>
                    <a:pt x="590832" y="85"/>
                  </a:lnTo>
                  <a:lnTo>
                    <a:pt x="602194" y="83"/>
                  </a:lnTo>
                  <a:lnTo>
                    <a:pt x="613556" y="81"/>
                  </a:lnTo>
                  <a:lnTo>
                    <a:pt x="624919" y="79"/>
                  </a:lnTo>
                  <a:lnTo>
                    <a:pt x="636281" y="76"/>
                  </a:lnTo>
                  <a:lnTo>
                    <a:pt x="647643" y="74"/>
                  </a:lnTo>
                  <a:lnTo>
                    <a:pt x="659005" y="71"/>
                  </a:lnTo>
                  <a:lnTo>
                    <a:pt x="670367" y="69"/>
                  </a:lnTo>
                  <a:lnTo>
                    <a:pt x="681729" y="66"/>
                  </a:lnTo>
                  <a:lnTo>
                    <a:pt x="693092" y="63"/>
                  </a:lnTo>
                  <a:lnTo>
                    <a:pt x="704454" y="61"/>
                  </a:lnTo>
                  <a:lnTo>
                    <a:pt x="715816" y="58"/>
                  </a:lnTo>
                  <a:lnTo>
                    <a:pt x="727178" y="55"/>
                  </a:lnTo>
                  <a:lnTo>
                    <a:pt x="738540" y="52"/>
                  </a:lnTo>
                  <a:lnTo>
                    <a:pt x="749902" y="49"/>
                  </a:lnTo>
                  <a:lnTo>
                    <a:pt x="761265" y="45"/>
                  </a:lnTo>
                  <a:lnTo>
                    <a:pt x="772627" y="42"/>
                  </a:lnTo>
                  <a:lnTo>
                    <a:pt x="783989" y="39"/>
                  </a:lnTo>
                  <a:lnTo>
                    <a:pt x="795351" y="35"/>
                  </a:lnTo>
                  <a:lnTo>
                    <a:pt x="806713" y="31"/>
                  </a:lnTo>
                  <a:lnTo>
                    <a:pt x="818075" y="28"/>
                  </a:lnTo>
                  <a:lnTo>
                    <a:pt x="829438" y="24"/>
                  </a:lnTo>
                  <a:lnTo>
                    <a:pt x="840800" y="20"/>
                  </a:lnTo>
                  <a:lnTo>
                    <a:pt x="852162" y="16"/>
                  </a:lnTo>
                  <a:lnTo>
                    <a:pt x="863524" y="12"/>
                  </a:lnTo>
                  <a:lnTo>
                    <a:pt x="874886" y="8"/>
                  </a:lnTo>
                  <a:lnTo>
                    <a:pt x="886248" y="4"/>
                  </a:lnTo>
                  <a:lnTo>
                    <a:pt x="897611" y="0"/>
                  </a:lnTo>
                  <a:lnTo>
                    <a:pt x="897611" y="176321"/>
                  </a:lnTo>
                  <a:lnTo>
                    <a:pt x="886248" y="176316"/>
                  </a:lnTo>
                  <a:lnTo>
                    <a:pt x="874886" y="176311"/>
                  </a:lnTo>
                  <a:lnTo>
                    <a:pt x="863524" y="176306"/>
                  </a:lnTo>
                  <a:lnTo>
                    <a:pt x="852162" y="176301"/>
                  </a:lnTo>
                  <a:lnTo>
                    <a:pt x="840800" y="176297"/>
                  </a:lnTo>
                  <a:lnTo>
                    <a:pt x="829438" y="176292"/>
                  </a:lnTo>
                  <a:lnTo>
                    <a:pt x="818075" y="176288"/>
                  </a:lnTo>
                  <a:lnTo>
                    <a:pt x="806713" y="176283"/>
                  </a:lnTo>
                  <a:lnTo>
                    <a:pt x="795351" y="176279"/>
                  </a:lnTo>
                  <a:lnTo>
                    <a:pt x="783989" y="176275"/>
                  </a:lnTo>
                  <a:lnTo>
                    <a:pt x="772627" y="176271"/>
                  </a:lnTo>
                  <a:lnTo>
                    <a:pt x="761265" y="176267"/>
                  </a:lnTo>
                  <a:lnTo>
                    <a:pt x="749902" y="176263"/>
                  </a:lnTo>
                  <a:lnTo>
                    <a:pt x="738540" y="176259"/>
                  </a:lnTo>
                  <a:lnTo>
                    <a:pt x="727178" y="176255"/>
                  </a:lnTo>
                  <a:lnTo>
                    <a:pt x="715816" y="176251"/>
                  </a:lnTo>
                  <a:lnTo>
                    <a:pt x="704454" y="176248"/>
                  </a:lnTo>
                  <a:lnTo>
                    <a:pt x="693092" y="176244"/>
                  </a:lnTo>
                  <a:lnTo>
                    <a:pt x="681729" y="176241"/>
                  </a:lnTo>
                  <a:lnTo>
                    <a:pt x="670367" y="176237"/>
                  </a:lnTo>
                  <a:lnTo>
                    <a:pt x="659005" y="176234"/>
                  </a:lnTo>
                  <a:lnTo>
                    <a:pt x="647643" y="176231"/>
                  </a:lnTo>
                  <a:lnTo>
                    <a:pt x="636281" y="176228"/>
                  </a:lnTo>
                  <a:lnTo>
                    <a:pt x="624919" y="176224"/>
                  </a:lnTo>
                  <a:lnTo>
                    <a:pt x="613556" y="176221"/>
                  </a:lnTo>
                  <a:lnTo>
                    <a:pt x="602194" y="176219"/>
                  </a:lnTo>
                  <a:lnTo>
                    <a:pt x="590832" y="176216"/>
                  </a:lnTo>
                  <a:lnTo>
                    <a:pt x="579470" y="176213"/>
                  </a:lnTo>
                  <a:lnTo>
                    <a:pt x="568108" y="176210"/>
                  </a:lnTo>
                  <a:lnTo>
                    <a:pt x="556746" y="176207"/>
                  </a:lnTo>
                  <a:lnTo>
                    <a:pt x="545383" y="176205"/>
                  </a:lnTo>
                  <a:lnTo>
                    <a:pt x="534021" y="176202"/>
                  </a:lnTo>
                  <a:lnTo>
                    <a:pt x="522659" y="176200"/>
                  </a:lnTo>
                  <a:lnTo>
                    <a:pt x="511297" y="176197"/>
                  </a:lnTo>
                  <a:lnTo>
                    <a:pt x="499935" y="176195"/>
                  </a:lnTo>
                  <a:lnTo>
                    <a:pt x="488573" y="176193"/>
                  </a:lnTo>
                  <a:lnTo>
                    <a:pt x="477210" y="176191"/>
                  </a:lnTo>
                  <a:lnTo>
                    <a:pt x="465848" y="176188"/>
                  </a:lnTo>
                  <a:lnTo>
                    <a:pt x="454486" y="176186"/>
                  </a:lnTo>
                  <a:lnTo>
                    <a:pt x="443124" y="176184"/>
                  </a:lnTo>
                  <a:lnTo>
                    <a:pt x="431762" y="176182"/>
                  </a:lnTo>
                  <a:lnTo>
                    <a:pt x="420400" y="176180"/>
                  </a:lnTo>
                  <a:lnTo>
                    <a:pt x="409037" y="176179"/>
                  </a:lnTo>
                  <a:lnTo>
                    <a:pt x="397675" y="176177"/>
                  </a:lnTo>
                  <a:lnTo>
                    <a:pt x="386313" y="176175"/>
                  </a:lnTo>
                  <a:lnTo>
                    <a:pt x="374951" y="176173"/>
                  </a:lnTo>
                  <a:lnTo>
                    <a:pt x="363589" y="176172"/>
                  </a:lnTo>
                  <a:lnTo>
                    <a:pt x="352227" y="176170"/>
                  </a:lnTo>
                  <a:lnTo>
                    <a:pt x="340864" y="176169"/>
                  </a:lnTo>
                  <a:lnTo>
                    <a:pt x="329502" y="176167"/>
                  </a:lnTo>
                  <a:lnTo>
                    <a:pt x="318140" y="176166"/>
                  </a:lnTo>
                  <a:lnTo>
                    <a:pt x="306778" y="176165"/>
                  </a:lnTo>
                  <a:lnTo>
                    <a:pt x="295416" y="176164"/>
                  </a:lnTo>
                  <a:lnTo>
                    <a:pt x="284054" y="176163"/>
                  </a:lnTo>
                  <a:lnTo>
                    <a:pt x="272691" y="176161"/>
                  </a:lnTo>
                  <a:lnTo>
                    <a:pt x="261329" y="176160"/>
                  </a:lnTo>
                  <a:lnTo>
                    <a:pt x="249967" y="176159"/>
                  </a:lnTo>
                  <a:lnTo>
                    <a:pt x="238605" y="176159"/>
                  </a:lnTo>
                  <a:lnTo>
                    <a:pt x="227243" y="176158"/>
                  </a:lnTo>
                  <a:lnTo>
                    <a:pt x="215881" y="176157"/>
                  </a:lnTo>
                  <a:lnTo>
                    <a:pt x="204518" y="176156"/>
                  </a:lnTo>
                  <a:lnTo>
                    <a:pt x="193156" y="176156"/>
                  </a:lnTo>
                  <a:lnTo>
                    <a:pt x="181794" y="176155"/>
                  </a:lnTo>
                  <a:lnTo>
                    <a:pt x="170432" y="176155"/>
                  </a:lnTo>
                  <a:lnTo>
                    <a:pt x="159070" y="176154"/>
                  </a:lnTo>
                  <a:lnTo>
                    <a:pt x="147708" y="176154"/>
                  </a:lnTo>
                  <a:lnTo>
                    <a:pt x="136345" y="176154"/>
                  </a:lnTo>
                  <a:lnTo>
                    <a:pt x="124983" y="176154"/>
                  </a:lnTo>
                  <a:lnTo>
                    <a:pt x="113621" y="176154"/>
                  </a:lnTo>
                  <a:lnTo>
                    <a:pt x="102259" y="176153"/>
                  </a:lnTo>
                  <a:lnTo>
                    <a:pt x="90897" y="176154"/>
                  </a:lnTo>
                  <a:lnTo>
                    <a:pt x="79535" y="176154"/>
                  </a:lnTo>
                  <a:lnTo>
                    <a:pt x="68172" y="176154"/>
                  </a:lnTo>
                  <a:lnTo>
                    <a:pt x="56810" y="176154"/>
                  </a:lnTo>
                  <a:lnTo>
                    <a:pt x="45448" y="176155"/>
                  </a:lnTo>
                  <a:lnTo>
                    <a:pt x="34086" y="176155"/>
                  </a:lnTo>
                  <a:lnTo>
                    <a:pt x="22724" y="176156"/>
                  </a:lnTo>
                  <a:lnTo>
                    <a:pt x="11362" y="176156"/>
                  </a:lnTo>
                  <a:lnTo>
                    <a:pt x="0" y="1761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9579719" y="7093138"/>
              <a:ext cx="897611" cy="124"/>
            </a:xfrm>
            <a:custGeom>
              <a:avLst/>
              <a:pathLst>
                <a:path w="897611" h="124">
                  <a:moveTo>
                    <a:pt x="0" y="116"/>
                  </a:moveTo>
                  <a:lnTo>
                    <a:pt x="11362" y="117"/>
                  </a:lnTo>
                  <a:lnTo>
                    <a:pt x="22724" y="118"/>
                  </a:lnTo>
                  <a:lnTo>
                    <a:pt x="34086" y="119"/>
                  </a:lnTo>
                  <a:lnTo>
                    <a:pt x="45448" y="120"/>
                  </a:lnTo>
                  <a:lnTo>
                    <a:pt x="56810" y="120"/>
                  </a:lnTo>
                  <a:lnTo>
                    <a:pt x="68172" y="121"/>
                  </a:lnTo>
                  <a:lnTo>
                    <a:pt x="79535" y="122"/>
                  </a:lnTo>
                  <a:lnTo>
                    <a:pt x="90897" y="122"/>
                  </a:lnTo>
                  <a:lnTo>
                    <a:pt x="102259" y="123"/>
                  </a:lnTo>
                  <a:lnTo>
                    <a:pt x="113621" y="123"/>
                  </a:lnTo>
                  <a:lnTo>
                    <a:pt x="124983" y="123"/>
                  </a:lnTo>
                  <a:lnTo>
                    <a:pt x="136345" y="124"/>
                  </a:lnTo>
                  <a:lnTo>
                    <a:pt x="147708" y="124"/>
                  </a:lnTo>
                  <a:lnTo>
                    <a:pt x="159070" y="124"/>
                  </a:lnTo>
                  <a:lnTo>
                    <a:pt x="170432" y="124"/>
                  </a:lnTo>
                  <a:lnTo>
                    <a:pt x="181794" y="124"/>
                  </a:lnTo>
                  <a:lnTo>
                    <a:pt x="193156" y="124"/>
                  </a:lnTo>
                  <a:lnTo>
                    <a:pt x="204518" y="124"/>
                  </a:lnTo>
                  <a:lnTo>
                    <a:pt x="215881" y="124"/>
                  </a:lnTo>
                  <a:lnTo>
                    <a:pt x="227243" y="123"/>
                  </a:lnTo>
                  <a:lnTo>
                    <a:pt x="238605" y="123"/>
                  </a:lnTo>
                  <a:lnTo>
                    <a:pt x="249967" y="123"/>
                  </a:lnTo>
                  <a:lnTo>
                    <a:pt x="261329" y="122"/>
                  </a:lnTo>
                  <a:lnTo>
                    <a:pt x="272691" y="122"/>
                  </a:lnTo>
                  <a:lnTo>
                    <a:pt x="284054" y="121"/>
                  </a:lnTo>
                  <a:lnTo>
                    <a:pt x="295416" y="121"/>
                  </a:lnTo>
                  <a:lnTo>
                    <a:pt x="306778" y="120"/>
                  </a:lnTo>
                  <a:lnTo>
                    <a:pt x="318140" y="119"/>
                  </a:lnTo>
                  <a:lnTo>
                    <a:pt x="329502" y="119"/>
                  </a:lnTo>
                  <a:lnTo>
                    <a:pt x="340864" y="118"/>
                  </a:lnTo>
                  <a:lnTo>
                    <a:pt x="352227" y="117"/>
                  </a:lnTo>
                  <a:lnTo>
                    <a:pt x="363589" y="116"/>
                  </a:lnTo>
                  <a:lnTo>
                    <a:pt x="374951" y="115"/>
                  </a:lnTo>
                  <a:lnTo>
                    <a:pt x="386313" y="114"/>
                  </a:lnTo>
                  <a:lnTo>
                    <a:pt x="397675" y="113"/>
                  </a:lnTo>
                  <a:lnTo>
                    <a:pt x="409037" y="112"/>
                  </a:lnTo>
                  <a:lnTo>
                    <a:pt x="420400" y="111"/>
                  </a:lnTo>
                  <a:lnTo>
                    <a:pt x="431762" y="109"/>
                  </a:lnTo>
                  <a:lnTo>
                    <a:pt x="443124" y="108"/>
                  </a:lnTo>
                  <a:lnTo>
                    <a:pt x="454486" y="107"/>
                  </a:lnTo>
                  <a:lnTo>
                    <a:pt x="465848" y="105"/>
                  </a:lnTo>
                  <a:lnTo>
                    <a:pt x="477210" y="104"/>
                  </a:lnTo>
                  <a:lnTo>
                    <a:pt x="488573" y="102"/>
                  </a:lnTo>
                  <a:lnTo>
                    <a:pt x="499935" y="100"/>
                  </a:lnTo>
                  <a:lnTo>
                    <a:pt x="511297" y="99"/>
                  </a:lnTo>
                  <a:lnTo>
                    <a:pt x="522659" y="97"/>
                  </a:lnTo>
                  <a:lnTo>
                    <a:pt x="534021" y="95"/>
                  </a:lnTo>
                  <a:lnTo>
                    <a:pt x="545383" y="93"/>
                  </a:lnTo>
                  <a:lnTo>
                    <a:pt x="556746" y="91"/>
                  </a:lnTo>
                  <a:lnTo>
                    <a:pt x="568108" y="90"/>
                  </a:lnTo>
                  <a:lnTo>
                    <a:pt x="579470" y="87"/>
                  </a:lnTo>
                  <a:lnTo>
                    <a:pt x="590832" y="85"/>
                  </a:lnTo>
                  <a:lnTo>
                    <a:pt x="602194" y="83"/>
                  </a:lnTo>
                  <a:lnTo>
                    <a:pt x="613556" y="81"/>
                  </a:lnTo>
                  <a:lnTo>
                    <a:pt x="624919" y="79"/>
                  </a:lnTo>
                  <a:lnTo>
                    <a:pt x="636281" y="76"/>
                  </a:lnTo>
                  <a:lnTo>
                    <a:pt x="647643" y="74"/>
                  </a:lnTo>
                  <a:lnTo>
                    <a:pt x="659005" y="71"/>
                  </a:lnTo>
                  <a:lnTo>
                    <a:pt x="670367" y="69"/>
                  </a:lnTo>
                  <a:lnTo>
                    <a:pt x="681729" y="66"/>
                  </a:lnTo>
                  <a:lnTo>
                    <a:pt x="693092" y="63"/>
                  </a:lnTo>
                  <a:lnTo>
                    <a:pt x="704454" y="61"/>
                  </a:lnTo>
                  <a:lnTo>
                    <a:pt x="715816" y="58"/>
                  </a:lnTo>
                  <a:lnTo>
                    <a:pt x="727178" y="55"/>
                  </a:lnTo>
                  <a:lnTo>
                    <a:pt x="738540" y="52"/>
                  </a:lnTo>
                  <a:lnTo>
                    <a:pt x="749902" y="49"/>
                  </a:lnTo>
                  <a:lnTo>
                    <a:pt x="761265" y="45"/>
                  </a:lnTo>
                  <a:lnTo>
                    <a:pt x="772627" y="42"/>
                  </a:lnTo>
                  <a:lnTo>
                    <a:pt x="783989" y="39"/>
                  </a:lnTo>
                  <a:lnTo>
                    <a:pt x="795351" y="35"/>
                  </a:lnTo>
                  <a:lnTo>
                    <a:pt x="806713" y="31"/>
                  </a:lnTo>
                  <a:lnTo>
                    <a:pt x="818075" y="28"/>
                  </a:lnTo>
                  <a:lnTo>
                    <a:pt x="829438" y="24"/>
                  </a:lnTo>
                  <a:lnTo>
                    <a:pt x="840800" y="20"/>
                  </a:lnTo>
                  <a:lnTo>
                    <a:pt x="852162" y="16"/>
                  </a:lnTo>
                  <a:lnTo>
                    <a:pt x="863524" y="12"/>
                  </a:lnTo>
                  <a:lnTo>
                    <a:pt x="874886" y="8"/>
                  </a:lnTo>
                  <a:lnTo>
                    <a:pt x="886248" y="4"/>
                  </a:lnTo>
                  <a:lnTo>
                    <a:pt x="8976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9579719" y="7269292"/>
              <a:ext cx="897611" cy="167"/>
            </a:xfrm>
            <a:custGeom>
              <a:avLst/>
              <a:pathLst>
                <a:path w="897611" h="167">
                  <a:moveTo>
                    <a:pt x="897611" y="167"/>
                  </a:moveTo>
                  <a:lnTo>
                    <a:pt x="886248" y="162"/>
                  </a:lnTo>
                  <a:lnTo>
                    <a:pt x="874886" y="157"/>
                  </a:lnTo>
                  <a:lnTo>
                    <a:pt x="863524" y="152"/>
                  </a:lnTo>
                  <a:lnTo>
                    <a:pt x="852162" y="147"/>
                  </a:lnTo>
                  <a:lnTo>
                    <a:pt x="840800" y="143"/>
                  </a:lnTo>
                  <a:lnTo>
                    <a:pt x="829438" y="138"/>
                  </a:lnTo>
                  <a:lnTo>
                    <a:pt x="818075" y="134"/>
                  </a:lnTo>
                  <a:lnTo>
                    <a:pt x="806713" y="129"/>
                  </a:lnTo>
                  <a:lnTo>
                    <a:pt x="795351" y="125"/>
                  </a:lnTo>
                  <a:lnTo>
                    <a:pt x="783989" y="121"/>
                  </a:lnTo>
                  <a:lnTo>
                    <a:pt x="772627" y="117"/>
                  </a:lnTo>
                  <a:lnTo>
                    <a:pt x="761265" y="113"/>
                  </a:lnTo>
                  <a:lnTo>
                    <a:pt x="749902" y="109"/>
                  </a:lnTo>
                  <a:lnTo>
                    <a:pt x="738540" y="105"/>
                  </a:lnTo>
                  <a:lnTo>
                    <a:pt x="727178" y="101"/>
                  </a:lnTo>
                  <a:lnTo>
                    <a:pt x="715816" y="97"/>
                  </a:lnTo>
                  <a:lnTo>
                    <a:pt x="704454" y="94"/>
                  </a:lnTo>
                  <a:lnTo>
                    <a:pt x="693092" y="90"/>
                  </a:lnTo>
                  <a:lnTo>
                    <a:pt x="681729" y="87"/>
                  </a:lnTo>
                  <a:lnTo>
                    <a:pt x="670367" y="83"/>
                  </a:lnTo>
                  <a:lnTo>
                    <a:pt x="659005" y="80"/>
                  </a:lnTo>
                  <a:lnTo>
                    <a:pt x="647643" y="77"/>
                  </a:lnTo>
                  <a:lnTo>
                    <a:pt x="636281" y="74"/>
                  </a:lnTo>
                  <a:lnTo>
                    <a:pt x="624919" y="70"/>
                  </a:lnTo>
                  <a:lnTo>
                    <a:pt x="613556" y="67"/>
                  </a:lnTo>
                  <a:lnTo>
                    <a:pt x="602194" y="65"/>
                  </a:lnTo>
                  <a:lnTo>
                    <a:pt x="590832" y="62"/>
                  </a:lnTo>
                  <a:lnTo>
                    <a:pt x="579470" y="59"/>
                  </a:lnTo>
                  <a:lnTo>
                    <a:pt x="568108" y="56"/>
                  </a:lnTo>
                  <a:lnTo>
                    <a:pt x="556746" y="53"/>
                  </a:lnTo>
                  <a:lnTo>
                    <a:pt x="545383" y="51"/>
                  </a:lnTo>
                  <a:lnTo>
                    <a:pt x="534021" y="48"/>
                  </a:lnTo>
                  <a:lnTo>
                    <a:pt x="522659" y="46"/>
                  </a:lnTo>
                  <a:lnTo>
                    <a:pt x="511297" y="43"/>
                  </a:lnTo>
                  <a:lnTo>
                    <a:pt x="499935" y="41"/>
                  </a:lnTo>
                  <a:lnTo>
                    <a:pt x="488573" y="39"/>
                  </a:lnTo>
                  <a:lnTo>
                    <a:pt x="477210" y="37"/>
                  </a:lnTo>
                  <a:lnTo>
                    <a:pt x="465848" y="34"/>
                  </a:lnTo>
                  <a:lnTo>
                    <a:pt x="454486" y="32"/>
                  </a:lnTo>
                  <a:lnTo>
                    <a:pt x="443124" y="30"/>
                  </a:lnTo>
                  <a:lnTo>
                    <a:pt x="431762" y="28"/>
                  </a:lnTo>
                  <a:lnTo>
                    <a:pt x="420400" y="26"/>
                  </a:lnTo>
                  <a:lnTo>
                    <a:pt x="409037" y="25"/>
                  </a:lnTo>
                  <a:lnTo>
                    <a:pt x="397675" y="23"/>
                  </a:lnTo>
                  <a:lnTo>
                    <a:pt x="386313" y="21"/>
                  </a:lnTo>
                  <a:lnTo>
                    <a:pt x="374951" y="19"/>
                  </a:lnTo>
                  <a:lnTo>
                    <a:pt x="363589" y="18"/>
                  </a:lnTo>
                  <a:lnTo>
                    <a:pt x="352227" y="16"/>
                  </a:lnTo>
                  <a:lnTo>
                    <a:pt x="340864" y="15"/>
                  </a:lnTo>
                  <a:lnTo>
                    <a:pt x="329502" y="13"/>
                  </a:lnTo>
                  <a:lnTo>
                    <a:pt x="318140" y="12"/>
                  </a:lnTo>
                  <a:lnTo>
                    <a:pt x="306778" y="11"/>
                  </a:lnTo>
                  <a:lnTo>
                    <a:pt x="295416" y="10"/>
                  </a:lnTo>
                  <a:lnTo>
                    <a:pt x="284054" y="9"/>
                  </a:lnTo>
                  <a:lnTo>
                    <a:pt x="272691" y="7"/>
                  </a:lnTo>
                  <a:lnTo>
                    <a:pt x="261329" y="6"/>
                  </a:lnTo>
                  <a:lnTo>
                    <a:pt x="249967" y="5"/>
                  </a:lnTo>
                  <a:lnTo>
                    <a:pt x="238605" y="5"/>
                  </a:lnTo>
                  <a:lnTo>
                    <a:pt x="227243" y="4"/>
                  </a:lnTo>
                  <a:lnTo>
                    <a:pt x="215881" y="3"/>
                  </a:lnTo>
                  <a:lnTo>
                    <a:pt x="204518" y="2"/>
                  </a:lnTo>
                  <a:lnTo>
                    <a:pt x="193156" y="2"/>
                  </a:lnTo>
                  <a:lnTo>
                    <a:pt x="181794" y="1"/>
                  </a:lnTo>
                  <a:lnTo>
                    <a:pt x="170432" y="1"/>
                  </a:lnTo>
                  <a:lnTo>
                    <a:pt x="159070" y="0"/>
                  </a:lnTo>
                  <a:lnTo>
                    <a:pt x="147708" y="0"/>
                  </a:lnTo>
                  <a:lnTo>
                    <a:pt x="136345" y="0"/>
                  </a:lnTo>
                  <a:lnTo>
                    <a:pt x="124983" y="0"/>
                  </a:lnTo>
                  <a:lnTo>
                    <a:pt x="113621" y="0"/>
                  </a:lnTo>
                  <a:lnTo>
                    <a:pt x="102259" y="0"/>
                  </a:lnTo>
                  <a:lnTo>
                    <a:pt x="90897" y="0"/>
                  </a:lnTo>
                  <a:lnTo>
                    <a:pt x="79535" y="0"/>
                  </a:lnTo>
                  <a:lnTo>
                    <a:pt x="68172" y="0"/>
                  </a:lnTo>
                  <a:lnTo>
                    <a:pt x="56810" y="0"/>
                  </a:lnTo>
                  <a:lnTo>
                    <a:pt x="45448" y="1"/>
                  </a:lnTo>
                  <a:lnTo>
                    <a:pt x="34086" y="1"/>
                  </a:lnTo>
                  <a:lnTo>
                    <a:pt x="22724" y="2"/>
                  </a:lnTo>
                  <a:lnTo>
                    <a:pt x="11362" y="2"/>
                  </a:lnTo>
                  <a:lnTo>
                    <a:pt x="0" y="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9579719" y="7181275"/>
              <a:ext cx="897611" cy="23"/>
            </a:xfrm>
            <a:custGeom>
              <a:avLst/>
              <a:pathLst>
                <a:path w="897611" h="23">
                  <a:moveTo>
                    <a:pt x="0" y="0"/>
                  </a:moveTo>
                  <a:lnTo>
                    <a:pt x="11362" y="0"/>
                  </a:lnTo>
                  <a:lnTo>
                    <a:pt x="22724" y="0"/>
                  </a:lnTo>
                  <a:lnTo>
                    <a:pt x="34086" y="0"/>
                  </a:lnTo>
                  <a:lnTo>
                    <a:pt x="45448" y="0"/>
                  </a:lnTo>
                  <a:lnTo>
                    <a:pt x="56810" y="0"/>
                  </a:lnTo>
                  <a:lnTo>
                    <a:pt x="68172" y="1"/>
                  </a:lnTo>
                  <a:lnTo>
                    <a:pt x="79535" y="1"/>
                  </a:lnTo>
                  <a:lnTo>
                    <a:pt x="90897" y="1"/>
                  </a:lnTo>
                  <a:lnTo>
                    <a:pt x="102259" y="1"/>
                  </a:lnTo>
                  <a:lnTo>
                    <a:pt x="113621" y="1"/>
                  </a:lnTo>
                  <a:lnTo>
                    <a:pt x="124983" y="2"/>
                  </a:lnTo>
                  <a:lnTo>
                    <a:pt x="136345" y="2"/>
                  </a:lnTo>
                  <a:lnTo>
                    <a:pt x="147708" y="2"/>
                  </a:lnTo>
                  <a:lnTo>
                    <a:pt x="159070" y="2"/>
                  </a:lnTo>
                  <a:lnTo>
                    <a:pt x="170432" y="2"/>
                  </a:lnTo>
                  <a:lnTo>
                    <a:pt x="181794" y="3"/>
                  </a:lnTo>
                  <a:lnTo>
                    <a:pt x="193156" y="3"/>
                  </a:lnTo>
                  <a:lnTo>
                    <a:pt x="204518" y="3"/>
                  </a:lnTo>
                  <a:lnTo>
                    <a:pt x="215881" y="3"/>
                  </a:lnTo>
                  <a:lnTo>
                    <a:pt x="227243" y="4"/>
                  </a:lnTo>
                  <a:lnTo>
                    <a:pt x="238605" y="4"/>
                  </a:lnTo>
                  <a:lnTo>
                    <a:pt x="249967" y="4"/>
                  </a:lnTo>
                  <a:lnTo>
                    <a:pt x="261329" y="4"/>
                  </a:lnTo>
                  <a:lnTo>
                    <a:pt x="272691" y="5"/>
                  </a:lnTo>
                  <a:lnTo>
                    <a:pt x="284054" y="5"/>
                  </a:lnTo>
                  <a:lnTo>
                    <a:pt x="295416" y="5"/>
                  </a:lnTo>
                  <a:lnTo>
                    <a:pt x="306778" y="6"/>
                  </a:lnTo>
                  <a:lnTo>
                    <a:pt x="318140" y="6"/>
                  </a:lnTo>
                  <a:lnTo>
                    <a:pt x="329502" y="6"/>
                  </a:lnTo>
                  <a:lnTo>
                    <a:pt x="340864" y="6"/>
                  </a:lnTo>
                  <a:lnTo>
                    <a:pt x="352227" y="7"/>
                  </a:lnTo>
                  <a:lnTo>
                    <a:pt x="363589" y="7"/>
                  </a:lnTo>
                  <a:lnTo>
                    <a:pt x="374951" y="7"/>
                  </a:lnTo>
                  <a:lnTo>
                    <a:pt x="386313" y="8"/>
                  </a:lnTo>
                  <a:lnTo>
                    <a:pt x="397675" y="8"/>
                  </a:lnTo>
                  <a:lnTo>
                    <a:pt x="409037" y="8"/>
                  </a:lnTo>
                  <a:lnTo>
                    <a:pt x="420400" y="9"/>
                  </a:lnTo>
                  <a:lnTo>
                    <a:pt x="431762" y="9"/>
                  </a:lnTo>
                  <a:lnTo>
                    <a:pt x="443124" y="9"/>
                  </a:lnTo>
                  <a:lnTo>
                    <a:pt x="454486" y="10"/>
                  </a:lnTo>
                  <a:lnTo>
                    <a:pt x="465848" y="10"/>
                  </a:lnTo>
                  <a:lnTo>
                    <a:pt x="477210" y="10"/>
                  </a:lnTo>
                  <a:lnTo>
                    <a:pt x="488573" y="11"/>
                  </a:lnTo>
                  <a:lnTo>
                    <a:pt x="499935" y="11"/>
                  </a:lnTo>
                  <a:lnTo>
                    <a:pt x="511297" y="11"/>
                  </a:lnTo>
                  <a:lnTo>
                    <a:pt x="522659" y="12"/>
                  </a:lnTo>
                  <a:lnTo>
                    <a:pt x="534021" y="12"/>
                  </a:lnTo>
                  <a:lnTo>
                    <a:pt x="545383" y="12"/>
                  </a:lnTo>
                  <a:lnTo>
                    <a:pt x="556746" y="13"/>
                  </a:lnTo>
                  <a:lnTo>
                    <a:pt x="568108" y="13"/>
                  </a:lnTo>
                  <a:lnTo>
                    <a:pt x="579470" y="13"/>
                  </a:lnTo>
                  <a:lnTo>
                    <a:pt x="590832" y="14"/>
                  </a:lnTo>
                  <a:lnTo>
                    <a:pt x="602194" y="14"/>
                  </a:lnTo>
                  <a:lnTo>
                    <a:pt x="613556" y="14"/>
                  </a:lnTo>
                  <a:lnTo>
                    <a:pt x="624919" y="15"/>
                  </a:lnTo>
                  <a:lnTo>
                    <a:pt x="636281" y="15"/>
                  </a:lnTo>
                  <a:lnTo>
                    <a:pt x="647643" y="15"/>
                  </a:lnTo>
                  <a:lnTo>
                    <a:pt x="659005" y="16"/>
                  </a:lnTo>
                  <a:lnTo>
                    <a:pt x="670367" y="16"/>
                  </a:lnTo>
                  <a:lnTo>
                    <a:pt x="681729" y="16"/>
                  </a:lnTo>
                  <a:lnTo>
                    <a:pt x="693092" y="17"/>
                  </a:lnTo>
                  <a:lnTo>
                    <a:pt x="704454" y="17"/>
                  </a:lnTo>
                  <a:lnTo>
                    <a:pt x="715816" y="18"/>
                  </a:lnTo>
                  <a:lnTo>
                    <a:pt x="727178" y="18"/>
                  </a:lnTo>
                  <a:lnTo>
                    <a:pt x="738540" y="18"/>
                  </a:lnTo>
                  <a:lnTo>
                    <a:pt x="749902" y="19"/>
                  </a:lnTo>
                  <a:lnTo>
                    <a:pt x="761265" y="19"/>
                  </a:lnTo>
                  <a:lnTo>
                    <a:pt x="772627" y="19"/>
                  </a:lnTo>
                  <a:lnTo>
                    <a:pt x="783989" y="20"/>
                  </a:lnTo>
                  <a:lnTo>
                    <a:pt x="795351" y="20"/>
                  </a:lnTo>
                  <a:lnTo>
                    <a:pt x="806713" y="20"/>
                  </a:lnTo>
                  <a:lnTo>
                    <a:pt x="818075" y="21"/>
                  </a:lnTo>
                  <a:lnTo>
                    <a:pt x="829438" y="21"/>
                  </a:lnTo>
                  <a:lnTo>
                    <a:pt x="840800" y="22"/>
                  </a:lnTo>
                  <a:lnTo>
                    <a:pt x="852162" y="22"/>
                  </a:lnTo>
                  <a:lnTo>
                    <a:pt x="863524" y="22"/>
                  </a:lnTo>
                  <a:lnTo>
                    <a:pt x="874886" y="23"/>
                  </a:lnTo>
                  <a:lnTo>
                    <a:pt x="886248" y="23"/>
                  </a:lnTo>
                  <a:lnTo>
                    <a:pt x="897611" y="23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963448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4" name="rc794"/>
            <p:cNvSpPr/>
            <p:nvPr/>
          </p:nvSpPr>
          <p:spPr>
            <a:xfrm>
              <a:off x="9534838" y="5418670"/>
              <a:ext cx="9873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tx795"/>
            <p:cNvSpPr/>
            <p:nvPr/>
          </p:nvSpPr>
          <p:spPr>
            <a:xfrm>
              <a:off x="9310680" y="7974680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9410053" y="720158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9347897" y="64284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9347897" y="565539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99" name="pl799"/>
            <p:cNvSpPr/>
            <p:nvPr/>
          </p:nvSpPr>
          <p:spPr>
            <a:xfrm>
              <a:off x="9500044" y="80163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9500044" y="72432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9500044" y="64701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9500044" y="56970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959534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983090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1006645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1030201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tx807"/>
            <p:cNvSpPr/>
            <p:nvPr/>
          </p:nvSpPr>
          <p:spPr>
            <a:xfrm>
              <a:off x="9564270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976874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10004303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10239858" y="8659095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9267507" y="8780345"/>
              <a:ext cx="1522034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plasmapTau217_Nico_Z</a:t>
              </a:r>
            </a:p>
          </p:txBody>
        </p:sp>
        <p:sp>
          <p:nvSpPr>
            <p:cNvPr id="812" name="tx812"/>
            <p:cNvSpPr/>
            <p:nvPr/>
          </p:nvSpPr>
          <p:spPr>
            <a:xfrm rot="-5400000">
              <a:off x="8291344" y="6942997"/>
              <a:ext cx="1762621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RofC_plasmapT217_Nico_Z</a:t>
              </a:r>
            </a:p>
          </p:txBody>
        </p:sp>
        <p:sp>
          <p:nvSpPr>
            <p:cNvPr id="813" name="rc813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rc814"/>
            <p:cNvSpPr/>
            <p:nvPr/>
          </p:nvSpPr>
          <p:spPr>
            <a:xfrm>
              <a:off x="11087413" y="5418670"/>
              <a:ext cx="95879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11087413" y="648635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11087413" y="6084609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11087413" y="5682863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1128555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115946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1190379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11087413" y="6687229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11087413" y="6285482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11087413" y="588373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11087413" y="5481990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1113099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1144011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1174923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1353634" y="6642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11237778" y="667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11106169" y="666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11175280" y="667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1236596" y="6672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1106169" y="6675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11106169" y="6645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11106169" y="6669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11106169" y="6667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11483888" y="6639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11106169" y="6648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11171322" y="6649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1241276" y="6651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1237947" y="6667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11413352" y="6672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1538937" y="6667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1238847" y="6639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1398743" y="6636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11106169" y="6649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11106169" y="6648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11106169" y="6674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1303949" y="6668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1726420" y="6671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1357181" y="6665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1106169" y="6663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1106169" y="6645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1232082" y="6648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1547576" y="665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1106169" y="6645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1292299" y="666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1538748" y="6660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1106169" y="665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1209153" y="6652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1106169" y="6656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225910" y="665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106169" y="6662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1106169" y="6652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1346690" y="665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1106169" y="6666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1292277" y="6658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1544316" y="6659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1106169" y="6667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1106169" y="6657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1106169" y="6657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1106169" y="6672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1239626" y="6673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1106169" y="6659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1106169" y="6644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1106169" y="6669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1368006" y="6650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1488462" y="6673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1360579" y="6672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1483756" y="6675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1106169" y="665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1683588" y="6652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1106169" y="664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1229309" y="6645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1106169" y="665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1240996" y="6662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359902" y="6658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106169" y="6638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1473725" y="6669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1599406" y="6660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1724917" y="666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1362273" y="6668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1493543" y="6668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1106169" y="664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1232527" y="6644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1729638" y="6660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1106169" y="665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106169" y="6639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1230769" y="6653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106169" y="6665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251920" y="6664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1226938" y="6659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1106169" y="6659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1233468" y="6643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1106169" y="6672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1106169" y="6666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1244734" y="6651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1106169" y="6673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1106169" y="666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1168960" y="6649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1106169" y="666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1382090" y="6666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1492357" y="6660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1106169" y="6666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1106169" y="665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1106169" y="6669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1244734" y="6645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231172" y="6639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1358208" y="6661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1240003" y="6648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1537826" y="6672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1698569" y="667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1106169" y="6669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1388991" y="6667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1230325" y="6648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1106169" y="6668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1106169" y="6657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1106169" y="6655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1106169" y="6666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1106169" y="6637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1543404" y="661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1106169" y="6650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1106169" y="6664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1537243" y="6669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1655541" y="6672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1106169" y="6671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1423480" y="6663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1549100" y="667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1106169" y="6670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1106169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1106169" y="667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1230744" y="6671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1354985" y="6674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1106169" y="6672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1383063" y="667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1708165" y="667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1106169" y="6665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1353634" y="6655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1353804" y="6652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1478299" y="6645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1106169" y="6672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1106169" y="6661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1415678" y="6670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1540123" y="6678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1725764" y="6677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1106169" y="665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1187942" y="6650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1344319" y="665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1478299" y="662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1440527" y="6672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1364475" y="666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1106169" y="6646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1106169" y="6666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1173752" y="6668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1243036" y="6672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1297908" y="6662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1482393" y="6660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1648357" y="6660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1106169" y="6647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1365999" y="6679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605504" y="666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106169" y="664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1233543" y="6642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1106169" y="666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1599914" y="6660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1729829" y="6657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1852800" y="665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1242351" y="6662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1360897" y="6663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1106169" y="666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1235447" y="667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1486121" y="6680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1325687" y="6630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106169" y="6666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242521" y="666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1234066" y="666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1273262" y="6646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1353804" y="6654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1106169" y="664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1183237" y="6641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1106169" y="6660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1354989" y="6661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1414103" y="6646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1106169" y="665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1106169" y="6655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1232082" y="6651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1346690" y="665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1233747" y="6655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1106169" y="6665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1106169" y="6672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1241294" y="6665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106169" y="6666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1435209" y="6659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1235353" y="6651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106169" y="6633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1106169" y="6638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1106169" y="6663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1106169" y="665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1365660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1296214" y="6638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1425979" y="6636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1532670" y="6645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1693751" y="6611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1356175" y="6665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480501" y="667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106169" y="665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11130995" y="6692973"/>
              <a:ext cx="130426" cy="7934"/>
            </a:xfrm>
            <a:custGeom>
              <a:avLst/>
              <a:pathLst>
                <a:path w="130426" h="7934">
                  <a:moveTo>
                    <a:pt x="0" y="0"/>
                  </a:moveTo>
                  <a:lnTo>
                    <a:pt x="69111" y="7934"/>
                  </a:lnTo>
                  <a:lnTo>
                    <a:pt x="130426" y="41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11130995" y="6672882"/>
              <a:ext cx="135107" cy="2952"/>
            </a:xfrm>
            <a:custGeom>
              <a:avLst/>
              <a:pathLst>
                <a:path w="135107" h="2952">
                  <a:moveTo>
                    <a:pt x="0" y="0"/>
                  </a:moveTo>
                  <a:lnTo>
                    <a:pt x="65152" y="1659"/>
                  </a:lnTo>
                  <a:lnTo>
                    <a:pt x="135107" y="29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11438178" y="6692151"/>
              <a:ext cx="125584" cy="5582"/>
            </a:xfrm>
            <a:custGeom>
              <a:avLst/>
              <a:pathLst>
                <a:path w="125584" h="5582">
                  <a:moveTo>
                    <a:pt x="0" y="5582"/>
                  </a:moveTo>
                  <a:lnTo>
                    <a:pt x="1255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11263673" y="6661266"/>
              <a:ext cx="159895" cy="2629"/>
            </a:xfrm>
            <a:custGeom>
              <a:avLst/>
              <a:pathLst>
                <a:path w="159895" h="2629">
                  <a:moveTo>
                    <a:pt x="0" y="2629"/>
                  </a:moveTo>
                  <a:lnTo>
                    <a:pt x="1598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11130995" y="6670474"/>
              <a:ext cx="125913" cy="2357"/>
            </a:xfrm>
            <a:custGeom>
              <a:avLst/>
              <a:pathLst>
                <a:path w="125913" h="2357">
                  <a:moveTo>
                    <a:pt x="0" y="0"/>
                  </a:moveTo>
                  <a:lnTo>
                    <a:pt x="125913" y="23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11130995" y="6678178"/>
              <a:ext cx="119740" cy="3502"/>
            </a:xfrm>
            <a:custGeom>
              <a:avLst/>
              <a:pathLst>
                <a:path w="119740" h="3502">
                  <a:moveTo>
                    <a:pt x="0" y="3502"/>
                  </a:moveTo>
                  <a:lnTo>
                    <a:pt x="1197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11130995" y="6682984"/>
              <a:ext cx="186107" cy="8736"/>
            </a:xfrm>
            <a:custGeom>
              <a:avLst/>
              <a:pathLst>
                <a:path w="186107" h="8736">
                  <a:moveTo>
                    <a:pt x="0" y="8736"/>
                  </a:moveTo>
                  <a:lnTo>
                    <a:pt x="1861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11130995" y="6697133"/>
              <a:ext cx="133456" cy="1381"/>
            </a:xfrm>
            <a:custGeom>
              <a:avLst/>
              <a:pathLst>
                <a:path w="133456" h="1381">
                  <a:moveTo>
                    <a:pt x="0" y="0"/>
                  </a:moveTo>
                  <a:lnTo>
                    <a:pt x="133456" y="13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11392832" y="6675539"/>
              <a:ext cx="120455" cy="22939"/>
            </a:xfrm>
            <a:custGeom>
              <a:avLst/>
              <a:pathLst>
                <a:path w="120455" h="22939">
                  <a:moveTo>
                    <a:pt x="0" y="0"/>
                  </a:moveTo>
                  <a:lnTo>
                    <a:pt x="120455" y="229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11385405" y="6697064"/>
              <a:ext cx="123177" cy="3567"/>
            </a:xfrm>
            <a:custGeom>
              <a:avLst/>
              <a:pathLst>
                <a:path w="123177" h="3567">
                  <a:moveTo>
                    <a:pt x="0" y="0"/>
                  </a:moveTo>
                  <a:lnTo>
                    <a:pt x="123177" y="35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11130995" y="6681799"/>
              <a:ext cx="253732" cy="5144"/>
            </a:xfrm>
            <a:custGeom>
              <a:avLst/>
              <a:pathLst>
                <a:path w="253732" h="5144">
                  <a:moveTo>
                    <a:pt x="0" y="0"/>
                  </a:moveTo>
                  <a:lnTo>
                    <a:pt x="134827" y="5144"/>
                  </a:lnTo>
                  <a:lnTo>
                    <a:pt x="253732" y="15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11498551" y="6685225"/>
              <a:ext cx="251191" cy="8623"/>
            </a:xfrm>
            <a:custGeom>
              <a:avLst/>
              <a:pathLst>
                <a:path w="251191" h="8623">
                  <a:moveTo>
                    <a:pt x="0" y="8623"/>
                  </a:moveTo>
                  <a:lnTo>
                    <a:pt x="125680" y="0"/>
                  </a:lnTo>
                  <a:lnTo>
                    <a:pt x="251191" y="72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11387099" y="6693339"/>
              <a:ext cx="131270" cy="125"/>
            </a:xfrm>
            <a:custGeom>
              <a:avLst/>
              <a:pathLst>
                <a:path w="131270" h="125">
                  <a:moveTo>
                    <a:pt x="0" y="0"/>
                  </a:moveTo>
                  <a:lnTo>
                    <a:pt x="131270" y="1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11130995" y="6664447"/>
              <a:ext cx="124600" cy="14312"/>
            </a:xfrm>
            <a:custGeom>
              <a:avLst/>
              <a:pathLst>
                <a:path w="124600" h="14312">
                  <a:moveTo>
                    <a:pt x="0" y="0"/>
                  </a:moveTo>
                  <a:lnTo>
                    <a:pt x="124600" y="143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11130995" y="6689169"/>
              <a:ext cx="145750" cy="1383"/>
            </a:xfrm>
            <a:custGeom>
              <a:avLst/>
              <a:pathLst>
                <a:path w="145750" h="1383">
                  <a:moveTo>
                    <a:pt x="0" y="1383"/>
                  </a:moveTo>
                  <a:lnTo>
                    <a:pt x="1457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11130995" y="6668591"/>
              <a:ext cx="127298" cy="15922"/>
            </a:xfrm>
            <a:custGeom>
              <a:avLst/>
              <a:pathLst>
                <a:path w="127298" h="15922">
                  <a:moveTo>
                    <a:pt x="0" y="15922"/>
                  </a:moveTo>
                  <a:lnTo>
                    <a:pt x="1272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11130995" y="6676090"/>
              <a:ext cx="138564" cy="15103"/>
            </a:xfrm>
            <a:custGeom>
              <a:avLst/>
              <a:pathLst>
                <a:path w="138564" h="15103">
                  <a:moveTo>
                    <a:pt x="0" y="15103"/>
                  </a:moveTo>
                  <a:lnTo>
                    <a:pt x="1385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11406916" y="6685593"/>
              <a:ext cx="110266" cy="6145"/>
            </a:xfrm>
            <a:custGeom>
              <a:avLst/>
              <a:pathLst>
                <a:path w="110266" h="6145">
                  <a:moveTo>
                    <a:pt x="0" y="6145"/>
                  </a:moveTo>
                  <a:lnTo>
                    <a:pt x="1102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11130995" y="6669863"/>
              <a:ext cx="138564" cy="24544"/>
            </a:xfrm>
            <a:custGeom>
              <a:avLst/>
              <a:pathLst>
                <a:path w="138564" h="24544">
                  <a:moveTo>
                    <a:pt x="0" y="24544"/>
                  </a:moveTo>
                  <a:lnTo>
                    <a:pt x="1385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11255998" y="6664825"/>
              <a:ext cx="127035" cy="21583"/>
            </a:xfrm>
            <a:custGeom>
              <a:avLst/>
              <a:pathLst>
                <a:path w="127035" h="21583">
                  <a:moveTo>
                    <a:pt x="0" y="0"/>
                  </a:moveTo>
                  <a:lnTo>
                    <a:pt x="127035" y="215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11562652" y="6696875"/>
              <a:ext cx="160742" cy="922"/>
            </a:xfrm>
            <a:custGeom>
              <a:avLst/>
              <a:pathLst>
                <a:path w="160742" h="922">
                  <a:moveTo>
                    <a:pt x="0" y="0"/>
                  </a:moveTo>
                  <a:lnTo>
                    <a:pt x="160742" y="9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11448306" y="6687996"/>
              <a:ext cx="125619" cy="8177"/>
            </a:xfrm>
            <a:custGeom>
              <a:avLst/>
              <a:pathLst>
                <a:path w="125619" h="8177">
                  <a:moveTo>
                    <a:pt x="0" y="0"/>
                  </a:moveTo>
                  <a:lnTo>
                    <a:pt x="125619" y="81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11130995" y="6696620"/>
              <a:ext cx="248816" cy="3003"/>
            </a:xfrm>
            <a:custGeom>
              <a:avLst/>
              <a:pathLst>
                <a:path w="248816" h="3003">
                  <a:moveTo>
                    <a:pt x="0" y="3003"/>
                  </a:moveTo>
                  <a:lnTo>
                    <a:pt x="124574" y="0"/>
                  </a:lnTo>
                  <a:lnTo>
                    <a:pt x="248816" y="22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11378630" y="6670597"/>
              <a:ext cx="124494" cy="6894"/>
            </a:xfrm>
            <a:custGeom>
              <a:avLst/>
              <a:pathLst>
                <a:path w="124494" h="6894">
                  <a:moveTo>
                    <a:pt x="0" y="6894"/>
                  </a:moveTo>
                  <a:lnTo>
                    <a:pt x="1244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11440504" y="6695239"/>
              <a:ext cx="310085" cy="7650"/>
            </a:xfrm>
            <a:custGeom>
              <a:avLst/>
              <a:pathLst>
                <a:path w="310085" h="7650">
                  <a:moveTo>
                    <a:pt x="0" y="0"/>
                  </a:moveTo>
                  <a:lnTo>
                    <a:pt x="124444" y="7650"/>
                  </a:lnTo>
                  <a:lnTo>
                    <a:pt x="310085" y="69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11369144" y="6646795"/>
              <a:ext cx="133980" cy="35386"/>
            </a:xfrm>
            <a:custGeom>
              <a:avLst/>
              <a:pathLst>
                <a:path w="133980" h="35386">
                  <a:moveTo>
                    <a:pt x="0" y="35386"/>
                  </a:moveTo>
                  <a:lnTo>
                    <a:pt x="1339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11198578" y="6687606"/>
              <a:ext cx="124156" cy="9248"/>
            </a:xfrm>
            <a:custGeom>
              <a:avLst/>
              <a:pathLst>
                <a:path w="124156" h="9248">
                  <a:moveTo>
                    <a:pt x="0" y="5468"/>
                  </a:moveTo>
                  <a:lnTo>
                    <a:pt x="69283" y="9248"/>
                  </a:lnTo>
                  <a:lnTo>
                    <a:pt x="1241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11507219" y="6685055"/>
              <a:ext cx="165964" cy="190"/>
            </a:xfrm>
            <a:custGeom>
              <a:avLst/>
              <a:pathLst>
                <a:path w="165964" h="190">
                  <a:moveTo>
                    <a:pt x="0" y="0"/>
                  </a:moveTo>
                  <a:lnTo>
                    <a:pt x="165964" y="1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11624740" y="6679209"/>
              <a:ext cx="252885" cy="6307"/>
            </a:xfrm>
            <a:custGeom>
              <a:avLst/>
              <a:pathLst>
                <a:path w="252885" h="6307">
                  <a:moveTo>
                    <a:pt x="0" y="6307"/>
                  </a:moveTo>
                  <a:lnTo>
                    <a:pt x="129915" y="2841"/>
                  </a:lnTo>
                  <a:lnTo>
                    <a:pt x="2528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11130995" y="6690854"/>
              <a:ext cx="136351" cy="3360"/>
            </a:xfrm>
            <a:custGeom>
              <a:avLst/>
              <a:pathLst>
                <a:path w="136351" h="3360">
                  <a:moveTo>
                    <a:pt x="0" y="0"/>
                  </a:moveTo>
                  <a:lnTo>
                    <a:pt x="136351" y="33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11298088" y="6671250"/>
              <a:ext cx="80541" cy="7966"/>
            </a:xfrm>
            <a:custGeom>
              <a:avLst/>
              <a:pathLst>
                <a:path w="80541" h="7966">
                  <a:moveTo>
                    <a:pt x="0" y="0"/>
                  </a:moveTo>
                  <a:lnTo>
                    <a:pt x="80541" y="79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11130995" y="6676060"/>
              <a:ext cx="240520" cy="4706"/>
            </a:xfrm>
            <a:custGeom>
              <a:avLst/>
              <a:pathLst>
                <a:path w="240520" h="4706">
                  <a:moveTo>
                    <a:pt x="0" y="4706"/>
                  </a:moveTo>
                  <a:lnTo>
                    <a:pt x="125913" y="0"/>
                  </a:lnTo>
                  <a:lnTo>
                    <a:pt x="240520" y="42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11130995" y="6684587"/>
              <a:ext cx="329040" cy="6274"/>
            </a:xfrm>
            <a:custGeom>
              <a:avLst/>
              <a:pathLst>
                <a:path w="329040" h="6274">
                  <a:moveTo>
                    <a:pt x="0" y="6274"/>
                  </a:moveTo>
                  <a:lnTo>
                    <a:pt x="3290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11321040" y="6636769"/>
              <a:ext cx="397536" cy="33615"/>
            </a:xfrm>
            <a:custGeom>
              <a:avLst/>
              <a:pathLst>
                <a:path w="397536" h="33615">
                  <a:moveTo>
                    <a:pt x="0" y="26135"/>
                  </a:moveTo>
                  <a:lnTo>
                    <a:pt x="129764" y="24220"/>
                  </a:lnTo>
                  <a:lnTo>
                    <a:pt x="236455" y="33615"/>
                  </a:lnTo>
                  <a:lnTo>
                    <a:pt x="3975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11381001" y="6689842"/>
              <a:ext cx="124325" cy="12191"/>
            </a:xfrm>
            <a:custGeom>
              <a:avLst/>
              <a:pathLst>
                <a:path w="124325" h="12191">
                  <a:moveTo>
                    <a:pt x="0" y="0"/>
                  </a:moveTo>
                  <a:lnTo>
                    <a:pt x="124325" y="121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11130995" y="6682645"/>
              <a:ext cx="871633" cy="1718"/>
            </a:xfrm>
            <a:custGeom>
              <a:avLst/>
              <a:pathLst>
                <a:path w="871633" h="1718">
                  <a:moveTo>
                    <a:pt x="0" y="1718"/>
                  </a:moveTo>
                  <a:lnTo>
                    <a:pt x="8804" y="1701"/>
                  </a:lnTo>
                  <a:lnTo>
                    <a:pt x="17608" y="1684"/>
                  </a:lnTo>
                  <a:lnTo>
                    <a:pt x="26413" y="1666"/>
                  </a:lnTo>
                  <a:lnTo>
                    <a:pt x="35217" y="1649"/>
                  </a:lnTo>
                  <a:lnTo>
                    <a:pt x="44021" y="1632"/>
                  </a:lnTo>
                  <a:lnTo>
                    <a:pt x="52826" y="1614"/>
                  </a:lnTo>
                  <a:lnTo>
                    <a:pt x="61630" y="1597"/>
                  </a:lnTo>
                  <a:lnTo>
                    <a:pt x="70435" y="1580"/>
                  </a:lnTo>
                  <a:lnTo>
                    <a:pt x="79239" y="1562"/>
                  </a:lnTo>
                  <a:lnTo>
                    <a:pt x="88043" y="1545"/>
                  </a:lnTo>
                  <a:lnTo>
                    <a:pt x="96848" y="1527"/>
                  </a:lnTo>
                  <a:lnTo>
                    <a:pt x="105652" y="1510"/>
                  </a:lnTo>
                  <a:lnTo>
                    <a:pt x="114456" y="1493"/>
                  </a:lnTo>
                  <a:lnTo>
                    <a:pt x="123261" y="1475"/>
                  </a:lnTo>
                  <a:lnTo>
                    <a:pt x="132065" y="1458"/>
                  </a:lnTo>
                  <a:lnTo>
                    <a:pt x="140870" y="1441"/>
                  </a:lnTo>
                  <a:lnTo>
                    <a:pt x="149674" y="1423"/>
                  </a:lnTo>
                  <a:lnTo>
                    <a:pt x="158478" y="1406"/>
                  </a:lnTo>
                  <a:lnTo>
                    <a:pt x="167283" y="1389"/>
                  </a:lnTo>
                  <a:lnTo>
                    <a:pt x="176087" y="1371"/>
                  </a:lnTo>
                  <a:lnTo>
                    <a:pt x="184892" y="1354"/>
                  </a:lnTo>
                  <a:lnTo>
                    <a:pt x="193696" y="1336"/>
                  </a:lnTo>
                  <a:lnTo>
                    <a:pt x="202500" y="1319"/>
                  </a:lnTo>
                  <a:lnTo>
                    <a:pt x="211305" y="1302"/>
                  </a:lnTo>
                  <a:lnTo>
                    <a:pt x="220109" y="1284"/>
                  </a:lnTo>
                  <a:lnTo>
                    <a:pt x="228913" y="1267"/>
                  </a:lnTo>
                  <a:lnTo>
                    <a:pt x="237718" y="1250"/>
                  </a:lnTo>
                  <a:lnTo>
                    <a:pt x="246522" y="1232"/>
                  </a:lnTo>
                  <a:lnTo>
                    <a:pt x="255327" y="1215"/>
                  </a:lnTo>
                  <a:lnTo>
                    <a:pt x="264131" y="1198"/>
                  </a:lnTo>
                  <a:lnTo>
                    <a:pt x="272935" y="1180"/>
                  </a:lnTo>
                  <a:lnTo>
                    <a:pt x="281740" y="1163"/>
                  </a:lnTo>
                  <a:lnTo>
                    <a:pt x="290544" y="1145"/>
                  </a:lnTo>
                  <a:lnTo>
                    <a:pt x="299348" y="1128"/>
                  </a:lnTo>
                  <a:lnTo>
                    <a:pt x="308153" y="1111"/>
                  </a:lnTo>
                  <a:lnTo>
                    <a:pt x="316957" y="1093"/>
                  </a:lnTo>
                  <a:lnTo>
                    <a:pt x="325762" y="1076"/>
                  </a:lnTo>
                  <a:lnTo>
                    <a:pt x="334566" y="1059"/>
                  </a:lnTo>
                  <a:lnTo>
                    <a:pt x="343370" y="1041"/>
                  </a:lnTo>
                  <a:lnTo>
                    <a:pt x="352175" y="1024"/>
                  </a:lnTo>
                  <a:lnTo>
                    <a:pt x="360979" y="1007"/>
                  </a:lnTo>
                  <a:lnTo>
                    <a:pt x="369784" y="989"/>
                  </a:lnTo>
                  <a:lnTo>
                    <a:pt x="378588" y="972"/>
                  </a:lnTo>
                  <a:lnTo>
                    <a:pt x="387392" y="954"/>
                  </a:lnTo>
                  <a:lnTo>
                    <a:pt x="396197" y="937"/>
                  </a:lnTo>
                  <a:lnTo>
                    <a:pt x="405001" y="920"/>
                  </a:lnTo>
                  <a:lnTo>
                    <a:pt x="413805" y="902"/>
                  </a:lnTo>
                  <a:lnTo>
                    <a:pt x="422610" y="885"/>
                  </a:lnTo>
                  <a:lnTo>
                    <a:pt x="431414" y="868"/>
                  </a:lnTo>
                  <a:lnTo>
                    <a:pt x="440219" y="850"/>
                  </a:lnTo>
                  <a:lnTo>
                    <a:pt x="449023" y="833"/>
                  </a:lnTo>
                  <a:lnTo>
                    <a:pt x="457827" y="816"/>
                  </a:lnTo>
                  <a:lnTo>
                    <a:pt x="466632" y="798"/>
                  </a:lnTo>
                  <a:lnTo>
                    <a:pt x="475436" y="781"/>
                  </a:lnTo>
                  <a:lnTo>
                    <a:pt x="484240" y="763"/>
                  </a:lnTo>
                  <a:lnTo>
                    <a:pt x="493045" y="746"/>
                  </a:lnTo>
                  <a:lnTo>
                    <a:pt x="501849" y="729"/>
                  </a:lnTo>
                  <a:lnTo>
                    <a:pt x="510654" y="711"/>
                  </a:lnTo>
                  <a:lnTo>
                    <a:pt x="519458" y="694"/>
                  </a:lnTo>
                  <a:lnTo>
                    <a:pt x="528262" y="677"/>
                  </a:lnTo>
                  <a:lnTo>
                    <a:pt x="537067" y="659"/>
                  </a:lnTo>
                  <a:lnTo>
                    <a:pt x="545871" y="642"/>
                  </a:lnTo>
                  <a:lnTo>
                    <a:pt x="554676" y="625"/>
                  </a:lnTo>
                  <a:lnTo>
                    <a:pt x="563480" y="607"/>
                  </a:lnTo>
                  <a:lnTo>
                    <a:pt x="572284" y="590"/>
                  </a:lnTo>
                  <a:lnTo>
                    <a:pt x="581089" y="572"/>
                  </a:lnTo>
                  <a:lnTo>
                    <a:pt x="589893" y="555"/>
                  </a:lnTo>
                  <a:lnTo>
                    <a:pt x="598697" y="538"/>
                  </a:lnTo>
                  <a:lnTo>
                    <a:pt x="607502" y="520"/>
                  </a:lnTo>
                  <a:lnTo>
                    <a:pt x="616306" y="503"/>
                  </a:lnTo>
                  <a:lnTo>
                    <a:pt x="625111" y="486"/>
                  </a:lnTo>
                  <a:lnTo>
                    <a:pt x="633915" y="468"/>
                  </a:lnTo>
                  <a:lnTo>
                    <a:pt x="642719" y="451"/>
                  </a:lnTo>
                  <a:lnTo>
                    <a:pt x="651524" y="434"/>
                  </a:lnTo>
                  <a:lnTo>
                    <a:pt x="660328" y="416"/>
                  </a:lnTo>
                  <a:lnTo>
                    <a:pt x="669133" y="399"/>
                  </a:lnTo>
                  <a:lnTo>
                    <a:pt x="677937" y="381"/>
                  </a:lnTo>
                  <a:lnTo>
                    <a:pt x="686741" y="364"/>
                  </a:lnTo>
                  <a:lnTo>
                    <a:pt x="695546" y="347"/>
                  </a:lnTo>
                  <a:lnTo>
                    <a:pt x="704350" y="329"/>
                  </a:lnTo>
                  <a:lnTo>
                    <a:pt x="713154" y="312"/>
                  </a:lnTo>
                  <a:lnTo>
                    <a:pt x="721959" y="295"/>
                  </a:lnTo>
                  <a:lnTo>
                    <a:pt x="730763" y="277"/>
                  </a:lnTo>
                  <a:lnTo>
                    <a:pt x="739568" y="260"/>
                  </a:lnTo>
                  <a:lnTo>
                    <a:pt x="748372" y="243"/>
                  </a:lnTo>
                  <a:lnTo>
                    <a:pt x="757176" y="225"/>
                  </a:lnTo>
                  <a:lnTo>
                    <a:pt x="765981" y="208"/>
                  </a:lnTo>
                  <a:lnTo>
                    <a:pt x="774785" y="190"/>
                  </a:lnTo>
                  <a:lnTo>
                    <a:pt x="783589" y="173"/>
                  </a:lnTo>
                  <a:lnTo>
                    <a:pt x="792394" y="156"/>
                  </a:lnTo>
                  <a:lnTo>
                    <a:pt x="801198" y="138"/>
                  </a:lnTo>
                  <a:lnTo>
                    <a:pt x="810003" y="121"/>
                  </a:lnTo>
                  <a:lnTo>
                    <a:pt x="818807" y="104"/>
                  </a:lnTo>
                  <a:lnTo>
                    <a:pt x="827611" y="86"/>
                  </a:lnTo>
                  <a:lnTo>
                    <a:pt x="836416" y="69"/>
                  </a:lnTo>
                  <a:lnTo>
                    <a:pt x="845220" y="52"/>
                  </a:lnTo>
                  <a:lnTo>
                    <a:pt x="854025" y="34"/>
                  </a:lnTo>
                  <a:lnTo>
                    <a:pt x="862829" y="17"/>
                  </a:lnTo>
                  <a:lnTo>
                    <a:pt x="871633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53" name="tx1053"/>
            <p:cNvSpPr/>
            <p:nvPr/>
          </p:nvSpPr>
          <p:spPr>
            <a:xfrm>
              <a:off x="10988273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0.012 Z/year</a:t>
              </a:r>
            </a:p>
          </p:txBody>
        </p:sp>
        <p:sp>
          <p:nvSpPr>
            <p:cNvPr id="1054" name="rc1054"/>
            <p:cNvSpPr/>
            <p:nvPr/>
          </p:nvSpPr>
          <p:spPr>
            <a:xfrm>
              <a:off x="11087413" y="5418670"/>
              <a:ext cx="95879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tx1055"/>
            <p:cNvSpPr/>
            <p:nvPr/>
          </p:nvSpPr>
          <p:spPr>
            <a:xfrm>
              <a:off x="10962628" y="664553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10900472" y="62437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057" name="tx1057"/>
            <p:cNvSpPr/>
            <p:nvPr/>
          </p:nvSpPr>
          <p:spPr>
            <a:xfrm>
              <a:off x="10900472" y="584204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058" name="tx1058"/>
            <p:cNvSpPr/>
            <p:nvPr/>
          </p:nvSpPr>
          <p:spPr>
            <a:xfrm>
              <a:off x="10838316" y="5440298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059" name="pl1059"/>
            <p:cNvSpPr/>
            <p:nvPr/>
          </p:nvSpPr>
          <p:spPr>
            <a:xfrm>
              <a:off x="11052619" y="66872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11052619" y="62854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11052619" y="58837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11052619" y="54819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11130995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11440115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11749235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tx1066"/>
            <p:cNvSpPr/>
            <p:nvPr/>
          </p:nvSpPr>
          <p:spPr>
            <a:xfrm>
              <a:off x="11099917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7" name="tx1067"/>
            <p:cNvSpPr/>
            <p:nvPr/>
          </p:nvSpPr>
          <p:spPr>
            <a:xfrm>
              <a:off x="11409037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068" name="tx1068"/>
            <p:cNvSpPr/>
            <p:nvPr/>
          </p:nvSpPr>
          <p:spPr>
            <a:xfrm>
              <a:off x="11687079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69" name="tx1069"/>
            <p:cNvSpPr/>
            <p:nvPr/>
          </p:nvSpPr>
          <p:spPr>
            <a:xfrm>
              <a:off x="10945631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070" name="tx1070"/>
            <p:cNvSpPr/>
            <p:nvPr/>
          </p:nvSpPr>
          <p:spPr>
            <a:xfrm rot="-5400000">
              <a:off x="9876770" y="6027779"/>
              <a:ext cx="16381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pTau217- Nico (Z)</a:t>
              </a:r>
            </a:p>
          </p:txBody>
        </p:sp>
        <p:sp>
          <p:nvSpPr>
            <p:cNvPr id="1071" name="rc1071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11087413" y="7247470"/>
              <a:ext cx="95879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11087413" y="8433350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11087413" y="8172308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11087413" y="7911266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11087413" y="7650223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11087413" y="7389181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1128555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115946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1190379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1087413" y="8563871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11087413" y="8302829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11087413" y="8041787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11087413" y="7780745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11087413" y="7519702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11087413" y="7258660"/>
              <a:ext cx="958797" cy="0"/>
            </a:xfrm>
            <a:custGeom>
              <a:avLst/>
              <a:pathLst>
                <a:path w="958797" h="0">
                  <a:moveTo>
                    <a:pt x="0" y="0"/>
                  </a:moveTo>
                  <a:lnTo>
                    <a:pt x="958797" y="0"/>
                  </a:lnTo>
                  <a:lnTo>
                    <a:pt x="958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1113099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1144011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1174923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11668175" y="849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11106169" y="7511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11106169" y="8343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11177270" y="8134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11236704" y="8420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11538996" y="847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11106169" y="8488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11106169" y="8240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11174856" y="8175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11106169" y="794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11236577" y="8454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11231963" y="7950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11388696" y="7888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11538598" y="8480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11734911" y="8456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11106169" y="8491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11106169" y="8020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11292149" y="8492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11301635" y="8479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11226091" y="802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11296553" y="812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11241463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11106169" y="8399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11394035" y="7973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11106169" y="7764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11168584" y="7638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11106169" y="7991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11172566" y="8078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11168031" y="8492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11416510" y="8413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11475758" y="8475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11600253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11661779" y="8476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11106169" y="8288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11170149" y="8307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11224736" y="8207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11352618" y="812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11477113" y="8143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11106169" y="8480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11106169" y="7783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11308749" y="84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11230580" y="8469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11106169" y="8132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11299263" y="849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11671732" y="8401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11178534" y="8488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11177202" y="8417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11229309" y="8302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11302990" y="8316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11181205" y="8161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11106169" y="8007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11106169" y="848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11422312" y="8200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11545622" y="819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11180410" y="8197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11225838" y="8482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11375087" y="8447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11238948" y="825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11106169" y="8393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11178488" y="8381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11482509" y="833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11106169" y="8252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11358546" y="8315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11177269" y="802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11237491" y="753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11160957" y="8491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11244970" y="8454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11380227" y="826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11106169" y="8371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11597882" y="8389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11540970" y="7419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11238764" y="8500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11476938" y="8508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11172566" y="798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11359732" y="830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11173895" y="8248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11238964" y="831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11353804" y="8245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11229478" y="8504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11303498" y="8441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11363120" y="846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11539626" y="8297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11354820" y="838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11676678" y="847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11169980" y="79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11106169" y="841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11249635" y="8278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11299335" y="8266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11365660" y="816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11106169" y="796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11169179" y="7814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11240140" y="747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11106169" y="7561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11233374" y="7609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11106169" y="8317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11106169" y="8337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11239602" y="8262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11174938" y="8434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11252006" y="7875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11364475" y="774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11428501" y="764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11485413" y="7564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11106169" y="8387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11106169" y="838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11176123" y="8378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11290339" y="8248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11355999" y="8066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11179673" y="8269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11298121" y="8476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11409404" y="8447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11536270" y="8465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11106169" y="7838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11167824" y="7958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11486598" y="8427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11429680" y="8434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11106169" y="830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11168847" y="8389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11106169" y="843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11168622" y="7326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11106169" y="7789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11177439" y="7977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11229339" y="8428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11414215" y="847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11293674" y="8180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11230619" y="8484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11106169" y="847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11279216" y="8444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11415458" y="8434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11561140" y="840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11166638" y="7990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11234142" y="798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11291980" y="8010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11168905" y="8391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11230495" y="8201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11291855" y="833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11106169" y="7836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11179672" y="7988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11256579" y="8029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11106169" y="8453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11235745" y="8405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11365830" y="8338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11106169" y="813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11230642" y="765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11373938" y="7674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11235362" y="8241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11130995" y="8199925"/>
              <a:ext cx="68687" cy="65866"/>
            </a:xfrm>
            <a:custGeom>
              <a:avLst/>
              <a:pathLst>
                <a:path w="68687" h="65866">
                  <a:moveTo>
                    <a:pt x="0" y="65866"/>
                  </a:moveTo>
                  <a:lnTo>
                    <a:pt x="686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11563424" y="8481139"/>
              <a:ext cx="196312" cy="23695"/>
            </a:xfrm>
            <a:custGeom>
              <a:avLst/>
              <a:pathLst>
                <a:path w="196312" h="23695">
                  <a:moveTo>
                    <a:pt x="0" y="23695"/>
                  </a:moveTo>
                  <a:lnTo>
                    <a:pt x="1963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11250917" y="8046298"/>
              <a:ext cx="70462" cy="104971"/>
            </a:xfrm>
            <a:custGeom>
              <a:avLst/>
              <a:pathLst>
                <a:path w="70462" h="104971">
                  <a:moveTo>
                    <a:pt x="0" y="0"/>
                  </a:moveTo>
                  <a:lnTo>
                    <a:pt x="70462" y="1049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11130995" y="7997881"/>
              <a:ext cx="287865" cy="426286"/>
            </a:xfrm>
            <a:custGeom>
              <a:avLst/>
              <a:pathLst>
                <a:path w="287865" h="426286">
                  <a:moveTo>
                    <a:pt x="0" y="426286"/>
                  </a:moveTo>
                  <a:lnTo>
                    <a:pt x="2878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11130995" y="7662903"/>
              <a:ext cx="62414" cy="126106"/>
            </a:xfrm>
            <a:custGeom>
              <a:avLst/>
              <a:pathLst>
                <a:path w="62414" h="126106">
                  <a:moveTo>
                    <a:pt x="0" y="126106"/>
                  </a:moveTo>
                  <a:lnTo>
                    <a:pt x="624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11130995" y="8016794"/>
              <a:ext cx="66397" cy="86787"/>
            </a:xfrm>
            <a:custGeom>
              <a:avLst/>
              <a:pathLst>
                <a:path w="66397" h="86787">
                  <a:moveTo>
                    <a:pt x="0" y="0"/>
                  </a:moveTo>
                  <a:lnTo>
                    <a:pt x="66397" y="867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11441336" y="8437907"/>
              <a:ext cx="59248" cy="62552"/>
            </a:xfrm>
            <a:custGeom>
              <a:avLst/>
              <a:pathLst>
                <a:path w="59248" h="62552">
                  <a:moveTo>
                    <a:pt x="0" y="0"/>
                  </a:moveTo>
                  <a:lnTo>
                    <a:pt x="59248" y="625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11625079" y="8501672"/>
              <a:ext cx="61525" cy="33787"/>
            </a:xfrm>
            <a:custGeom>
              <a:avLst/>
              <a:pathLst>
                <a:path w="61525" h="33787">
                  <a:moveTo>
                    <a:pt x="0" y="33787"/>
                  </a:moveTo>
                  <a:lnTo>
                    <a:pt x="615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11130995" y="8313667"/>
              <a:ext cx="63980" cy="18781"/>
            </a:xfrm>
            <a:custGeom>
              <a:avLst/>
              <a:pathLst>
                <a:path w="63980" h="18781">
                  <a:moveTo>
                    <a:pt x="0" y="0"/>
                  </a:moveTo>
                  <a:lnTo>
                    <a:pt x="63980" y="187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11249562" y="8149129"/>
              <a:ext cx="127882" cy="82733"/>
            </a:xfrm>
            <a:custGeom>
              <a:avLst/>
              <a:pathLst>
                <a:path w="127882" h="82733">
                  <a:moveTo>
                    <a:pt x="0" y="82733"/>
                  </a:moveTo>
                  <a:lnTo>
                    <a:pt x="1278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11324089" y="8426629"/>
              <a:ext cx="372468" cy="96782"/>
            </a:xfrm>
            <a:custGeom>
              <a:avLst/>
              <a:pathLst>
                <a:path w="372468" h="96782">
                  <a:moveTo>
                    <a:pt x="0" y="96782"/>
                  </a:moveTo>
                  <a:lnTo>
                    <a:pt x="3724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11202028" y="8327104"/>
              <a:ext cx="125787" cy="114772"/>
            </a:xfrm>
            <a:custGeom>
              <a:avLst/>
              <a:pathLst>
                <a:path w="125787" h="114772">
                  <a:moveTo>
                    <a:pt x="0" y="114772"/>
                  </a:moveTo>
                  <a:lnTo>
                    <a:pt x="52107" y="0"/>
                  </a:lnTo>
                  <a:lnTo>
                    <a:pt x="125787" y="142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11447138" y="8217867"/>
              <a:ext cx="123309" cy="7161"/>
            </a:xfrm>
            <a:custGeom>
              <a:avLst/>
              <a:pathLst>
                <a:path w="123309" h="7161">
                  <a:moveTo>
                    <a:pt x="0" y="7161"/>
                  </a:moveTo>
                  <a:lnTo>
                    <a:pt x="1233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11250664" y="8471916"/>
              <a:ext cx="149248" cy="34991"/>
            </a:xfrm>
            <a:custGeom>
              <a:avLst/>
              <a:pathLst>
                <a:path w="149248" h="34991">
                  <a:moveTo>
                    <a:pt x="0" y="34991"/>
                  </a:moveTo>
                  <a:lnTo>
                    <a:pt x="1492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11130995" y="8405888"/>
              <a:ext cx="72318" cy="12533"/>
            </a:xfrm>
            <a:custGeom>
              <a:avLst/>
              <a:pathLst>
                <a:path w="72318" h="12533">
                  <a:moveTo>
                    <a:pt x="0" y="12533"/>
                  </a:moveTo>
                  <a:lnTo>
                    <a:pt x="723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11185783" y="8478972"/>
              <a:ext cx="84012" cy="37061"/>
            </a:xfrm>
            <a:custGeom>
              <a:avLst/>
              <a:pathLst>
                <a:path w="84012" h="37061">
                  <a:moveTo>
                    <a:pt x="0" y="37061"/>
                  </a:moveTo>
                  <a:lnTo>
                    <a:pt x="84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11263790" y="8270316"/>
              <a:ext cx="114840" cy="72787"/>
            </a:xfrm>
            <a:custGeom>
              <a:avLst/>
              <a:pathLst>
                <a:path w="114840" h="72787">
                  <a:moveTo>
                    <a:pt x="0" y="72787"/>
                  </a:moveTo>
                  <a:lnTo>
                    <a:pt x="1148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11254304" y="8322061"/>
              <a:ext cx="310147" cy="207417"/>
            </a:xfrm>
            <a:custGeom>
              <a:avLst/>
              <a:pathLst>
                <a:path w="310147" h="207417">
                  <a:moveTo>
                    <a:pt x="0" y="207417"/>
                  </a:moveTo>
                  <a:lnTo>
                    <a:pt x="74019" y="144731"/>
                  </a:lnTo>
                  <a:lnTo>
                    <a:pt x="133641" y="170892"/>
                  </a:lnTo>
                  <a:lnTo>
                    <a:pt x="3101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11274461" y="8186771"/>
              <a:ext cx="116025" cy="116819"/>
            </a:xfrm>
            <a:custGeom>
              <a:avLst/>
              <a:pathLst>
                <a:path w="116025" h="116819">
                  <a:moveTo>
                    <a:pt x="0" y="116819"/>
                  </a:moveTo>
                  <a:lnTo>
                    <a:pt x="49700" y="104807"/>
                  </a:lnTo>
                  <a:lnTo>
                    <a:pt x="1160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11130995" y="7503901"/>
              <a:ext cx="133970" cy="488706"/>
            </a:xfrm>
            <a:custGeom>
              <a:avLst/>
              <a:pathLst>
                <a:path w="133970" h="488706">
                  <a:moveTo>
                    <a:pt x="0" y="488706"/>
                  </a:moveTo>
                  <a:lnTo>
                    <a:pt x="63009" y="335712"/>
                  </a:lnTo>
                  <a:lnTo>
                    <a:pt x="1339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11276832" y="7589068"/>
              <a:ext cx="233406" cy="311649"/>
            </a:xfrm>
            <a:custGeom>
              <a:avLst/>
              <a:pathLst>
                <a:path w="233406" h="311649">
                  <a:moveTo>
                    <a:pt x="0" y="311649"/>
                  </a:moveTo>
                  <a:lnTo>
                    <a:pt x="112468" y="177252"/>
                  </a:lnTo>
                  <a:lnTo>
                    <a:pt x="176494" y="84617"/>
                  </a:lnTo>
                  <a:lnTo>
                    <a:pt x="23340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11130995" y="8273133"/>
              <a:ext cx="184170" cy="136580"/>
            </a:xfrm>
            <a:custGeom>
              <a:avLst/>
              <a:pathLst>
                <a:path w="184170" h="136580">
                  <a:moveTo>
                    <a:pt x="0" y="136580"/>
                  </a:moveTo>
                  <a:lnTo>
                    <a:pt x="69954" y="130117"/>
                  </a:lnTo>
                  <a:lnTo>
                    <a:pt x="1841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11322947" y="8472611"/>
              <a:ext cx="238149" cy="28426"/>
            </a:xfrm>
            <a:custGeom>
              <a:avLst/>
              <a:pathLst>
                <a:path w="238149" h="28426">
                  <a:moveTo>
                    <a:pt x="0" y="28426"/>
                  </a:moveTo>
                  <a:lnTo>
                    <a:pt x="111283" y="0"/>
                  </a:lnTo>
                  <a:lnTo>
                    <a:pt x="238149" y="178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11130995" y="7863807"/>
              <a:ext cx="61654" cy="119971"/>
            </a:xfrm>
            <a:custGeom>
              <a:avLst/>
              <a:pathLst>
                <a:path w="61654" h="119971">
                  <a:moveTo>
                    <a:pt x="0" y="0"/>
                  </a:moveTo>
                  <a:lnTo>
                    <a:pt x="61654" y="1199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11130995" y="8329232"/>
              <a:ext cx="62677" cy="85443"/>
            </a:xfrm>
            <a:custGeom>
              <a:avLst/>
              <a:pathLst>
                <a:path w="62677" h="85443">
                  <a:moveTo>
                    <a:pt x="0" y="0"/>
                  </a:moveTo>
                  <a:lnTo>
                    <a:pt x="62677" y="854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11130995" y="7813970"/>
              <a:ext cx="71269" cy="188249"/>
            </a:xfrm>
            <a:custGeom>
              <a:avLst/>
              <a:pathLst>
                <a:path w="71269" h="188249">
                  <a:moveTo>
                    <a:pt x="0" y="0"/>
                  </a:moveTo>
                  <a:lnTo>
                    <a:pt x="71269" y="1882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11130995" y="8427602"/>
              <a:ext cx="454970" cy="76089"/>
            </a:xfrm>
            <a:custGeom>
              <a:avLst/>
              <a:pathLst>
                <a:path w="454970" h="76089">
                  <a:moveTo>
                    <a:pt x="0" y="76089"/>
                  </a:moveTo>
                  <a:lnTo>
                    <a:pt x="173046" y="41578"/>
                  </a:lnTo>
                  <a:lnTo>
                    <a:pt x="309289" y="31931"/>
                  </a:lnTo>
                  <a:lnTo>
                    <a:pt x="4549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11191464" y="8010007"/>
              <a:ext cx="125341" cy="25152"/>
            </a:xfrm>
            <a:custGeom>
              <a:avLst/>
              <a:pathLst>
                <a:path w="125341" h="25152">
                  <a:moveTo>
                    <a:pt x="0" y="5708"/>
                  </a:moveTo>
                  <a:lnTo>
                    <a:pt x="67503" y="0"/>
                  </a:lnTo>
                  <a:lnTo>
                    <a:pt x="125341" y="251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11193731" y="8225977"/>
              <a:ext cx="61589" cy="190480"/>
            </a:xfrm>
            <a:custGeom>
              <a:avLst/>
              <a:pathLst>
                <a:path w="61589" h="190480">
                  <a:moveTo>
                    <a:pt x="0" y="190480"/>
                  </a:moveTo>
                  <a:lnTo>
                    <a:pt x="615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11130995" y="7861389"/>
              <a:ext cx="150410" cy="193274"/>
            </a:xfrm>
            <a:custGeom>
              <a:avLst/>
              <a:pathLst>
                <a:path w="150410" h="193274">
                  <a:moveTo>
                    <a:pt x="0" y="0"/>
                  </a:moveTo>
                  <a:lnTo>
                    <a:pt x="73502" y="151603"/>
                  </a:lnTo>
                  <a:lnTo>
                    <a:pt x="150410" y="1932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11130995" y="8363426"/>
              <a:ext cx="259660" cy="115116"/>
            </a:xfrm>
            <a:custGeom>
              <a:avLst/>
              <a:pathLst>
                <a:path w="259660" h="115116">
                  <a:moveTo>
                    <a:pt x="0" y="115116"/>
                  </a:moveTo>
                  <a:lnTo>
                    <a:pt x="129576" y="66511"/>
                  </a:lnTo>
                  <a:lnTo>
                    <a:pt x="2596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11130995" y="7684338"/>
              <a:ext cx="267769" cy="476944"/>
            </a:xfrm>
            <a:custGeom>
              <a:avLst/>
              <a:pathLst>
                <a:path w="267769" h="476944">
                  <a:moveTo>
                    <a:pt x="0" y="476944"/>
                  </a:moveTo>
                  <a:lnTo>
                    <a:pt x="124473" y="0"/>
                  </a:lnTo>
                  <a:lnTo>
                    <a:pt x="267769" y="145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11130995" y="8081052"/>
              <a:ext cx="871633" cy="187677"/>
            </a:xfrm>
            <a:custGeom>
              <a:avLst/>
              <a:pathLst>
                <a:path w="871633" h="187677">
                  <a:moveTo>
                    <a:pt x="0" y="187677"/>
                  </a:moveTo>
                  <a:lnTo>
                    <a:pt x="8804" y="185781"/>
                  </a:lnTo>
                  <a:lnTo>
                    <a:pt x="17608" y="183885"/>
                  </a:lnTo>
                  <a:lnTo>
                    <a:pt x="26413" y="181990"/>
                  </a:lnTo>
                  <a:lnTo>
                    <a:pt x="35217" y="180094"/>
                  </a:lnTo>
                  <a:lnTo>
                    <a:pt x="44021" y="178198"/>
                  </a:lnTo>
                  <a:lnTo>
                    <a:pt x="52826" y="176302"/>
                  </a:lnTo>
                  <a:lnTo>
                    <a:pt x="61630" y="174407"/>
                  </a:lnTo>
                  <a:lnTo>
                    <a:pt x="70435" y="172511"/>
                  </a:lnTo>
                  <a:lnTo>
                    <a:pt x="79239" y="170615"/>
                  </a:lnTo>
                  <a:lnTo>
                    <a:pt x="88043" y="168720"/>
                  </a:lnTo>
                  <a:lnTo>
                    <a:pt x="96848" y="166824"/>
                  </a:lnTo>
                  <a:lnTo>
                    <a:pt x="105652" y="164928"/>
                  </a:lnTo>
                  <a:lnTo>
                    <a:pt x="114456" y="163032"/>
                  </a:lnTo>
                  <a:lnTo>
                    <a:pt x="123261" y="161137"/>
                  </a:lnTo>
                  <a:lnTo>
                    <a:pt x="132065" y="159241"/>
                  </a:lnTo>
                  <a:lnTo>
                    <a:pt x="140870" y="157345"/>
                  </a:lnTo>
                  <a:lnTo>
                    <a:pt x="149674" y="155449"/>
                  </a:lnTo>
                  <a:lnTo>
                    <a:pt x="158478" y="153554"/>
                  </a:lnTo>
                  <a:lnTo>
                    <a:pt x="167283" y="151658"/>
                  </a:lnTo>
                  <a:lnTo>
                    <a:pt x="176087" y="149762"/>
                  </a:lnTo>
                  <a:lnTo>
                    <a:pt x="184892" y="147867"/>
                  </a:lnTo>
                  <a:lnTo>
                    <a:pt x="193696" y="145971"/>
                  </a:lnTo>
                  <a:lnTo>
                    <a:pt x="202500" y="144075"/>
                  </a:lnTo>
                  <a:lnTo>
                    <a:pt x="211305" y="142179"/>
                  </a:lnTo>
                  <a:lnTo>
                    <a:pt x="220109" y="140284"/>
                  </a:lnTo>
                  <a:lnTo>
                    <a:pt x="228913" y="138388"/>
                  </a:lnTo>
                  <a:lnTo>
                    <a:pt x="237718" y="136492"/>
                  </a:lnTo>
                  <a:lnTo>
                    <a:pt x="246522" y="134596"/>
                  </a:lnTo>
                  <a:lnTo>
                    <a:pt x="255327" y="132701"/>
                  </a:lnTo>
                  <a:lnTo>
                    <a:pt x="264131" y="130805"/>
                  </a:lnTo>
                  <a:lnTo>
                    <a:pt x="272935" y="128909"/>
                  </a:lnTo>
                  <a:lnTo>
                    <a:pt x="281740" y="127013"/>
                  </a:lnTo>
                  <a:lnTo>
                    <a:pt x="290544" y="125118"/>
                  </a:lnTo>
                  <a:lnTo>
                    <a:pt x="299348" y="123222"/>
                  </a:lnTo>
                  <a:lnTo>
                    <a:pt x="308153" y="121326"/>
                  </a:lnTo>
                  <a:lnTo>
                    <a:pt x="316957" y="119431"/>
                  </a:lnTo>
                  <a:lnTo>
                    <a:pt x="325762" y="117535"/>
                  </a:lnTo>
                  <a:lnTo>
                    <a:pt x="334566" y="115639"/>
                  </a:lnTo>
                  <a:lnTo>
                    <a:pt x="343370" y="113743"/>
                  </a:lnTo>
                  <a:lnTo>
                    <a:pt x="352175" y="111848"/>
                  </a:lnTo>
                  <a:lnTo>
                    <a:pt x="360979" y="109952"/>
                  </a:lnTo>
                  <a:lnTo>
                    <a:pt x="369784" y="108056"/>
                  </a:lnTo>
                  <a:lnTo>
                    <a:pt x="378588" y="106160"/>
                  </a:lnTo>
                  <a:lnTo>
                    <a:pt x="387392" y="104265"/>
                  </a:lnTo>
                  <a:lnTo>
                    <a:pt x="396197" y="102369"/>
                  </a:lnTo>
                  <a:lnTo>
                    <a:pt x="405001" y="100473"/>
                  </a:lnTo>
                  <a:lnTo>
                    <a:pt x="413805" y="98578"/>
                  </a:lnTo>
                  <a:lnTo>
                    <a:pt x="422610" y="96682"/>
                  </a:lnTo>
                  <a:lnTo>
                    <a:pt x="431414" y="94786"/>
                  </a:lnTo>
                  <a:lnTo>
                    <a:pt x="440219" y="92890"/>
                  </a:lnTo>
                  <a:lnTo>
                    <a:pt x="449023" y="90995"/>
                  </a:lnTo>
                  <a:lnTo>
                    <a:pt x="457827" y="89099"/>
                  </a:lnTo>
                  <a:lnTo>
                    <a:pt x="466632" y="87203"/>
                  </a:lnTo>
                  <a:lnTo>
                    <a:pt x="475436" y="85307"/>
                  </a:lnTo>
                  <a:lnTo>
                    <a:pt x="484240" y="83412"/>
                  </a:lnTo>
                  <a:lnTo>
                    <a:pt x="493045" y="81516"/>
                  </a:lnTo>
                  <a:lnTo>
                    <a:pt x="501849" y="79620"/>
                  </a:lnTo>
                  <a:lnTo>
                    <a:pt x="510654" y="77724"/>
                  </a:lnTo>
                  <a:lnTo>
                    <a:pt x="519458" y="75829"/>
                  </a:lnTo>
                  <a:lnTo>
                    <a:pt x="528262" y="73933"/>
                  </a:lnTo>
                  <a:lnTo>
                    <a:pt x="537067" y="72037"/>
                  </a:lnTo>
                  <a:lnTo>
                    <a:pt x="545871" y="70142"/>
                  </a:lnTo>
                  <a:lnTo>
                    <a:pt x="554676" y="68246"/>
                  </a:lnTo>
                  <a:lnTo>
                    <a:pt x="563480" y="66350"/>
                  </a:lnTo>
                  <a:lnTo>
                    <a:pt x="572284" y="64454"/>
                  </a:lnTo>
                  <a:lnTo>
                    <a:pt x="581089" y="62559"/>
                  </a:lnTo>
                  <a:lnTo>
                    <a:pt x="589893" y="60663"/>
                  </a:lnTo>
                  <a:lnTo>
                    <a:pt x="598697" y="58767"/>
                  </a:lnTo>
                  <a:lnTo>
                    <a:pt x="607502" y="56871"/>
                  </a:lnTo>
                  <a:lnTo>
                    <a:pt x="616306" y="54976"/>
                  </a:lnTo>
                  <a:lnTo>
                    <a:pt x="625111" y="53080"/>
                  </a:lnTo>
                  <a:lnTo>
                    <a:pt x="633915" y="51184"/>
                  </a:lnTo>
                  <a:lnTo>
                    <a:pt x="642719" y="49289"/>
                  </a:lnTo>
                  <a:lnTo>
                    <a:pt x="651524" y="47393"/>
                  </a:lnTo>
                  <a:lnTo>
                    <a:pt x="660328" y="45497"/>
                  </a:lnTo>
                  <a:lnTo>
                    <a:pt x="669133" y="43601"/>
                  </a:lnTo>
                  <a:lnTo>
                    <a:pt x="677937" y="41706"/>
                  </a:lnTo>
                  <a:lnTo>
                    <a:pt x="686741" y="39810"/>
                  </a:lnTo>
                  <a:lnTo>
                    <a:pt x="695546" y="37914"/>
                  </a:lnTo>
                  <a:lnTo>
                    <a:pt x="704350" y="36018"/>
                  </a:lnTo>
                  <a:lnTo>
                    <a:pt x="713154" y="34123"/>
                  </a:lnTo>
                  <a:lnTo>
                    <a:pt x="721959" y="32227"/>
                  </a:lnTo>
                  <a:lnTo>
                    <a:pt x="730763" y="30331"/>
                  </a:lnTo>
                  <a:lnTo>
                    <a:pt x="739568" y="28435"/>
                  </a:lnTo>
                  <a:lnTo>
                    <a:pt x="748372" y="26540"/>
                  </a:lnTo>
                  <a:lnTo>
                    <a:pt x="757176" y="24644"/>
                  </a:lnTo>
                  <a:lnTo>
                    <a:pt x="765981" y="22748"/>
                  </a:lnTo>
                  <a:lnTo>
                    <a:pt x="774785" y="20853"/>
                  </a:lnTo>
                  <a:lnTo>
                    <a:pt x="783589" y="18957"/>
                  </a:lnTo>
                  <a:lnTo>
                    <a:pt x="792394" y="17061"/>
                  </a:lnTo>
                  <a:lnTo>
                    <a:pt x="801198" y="15165"/>
                  </a:lnTo>
                  <a:lnTo>
                    <a:pt x="810003" y="13270"/>
                  </a:lnTo>
                  <a:lnTo>
                    <a:pt x="818807" y="11374"/>
                  </a:lnTo>
                  <a:lnTo>
                    <a:pt x="827611" y="9478"/>
                  </a:lnTo>
                  <a:lnTo>
                    <a:pt x="836416" y="7582"/>
                  </a:lnTo>
                  <a:lnTo>
                    <a:pt x="845220" y="5687"/>
                  </a:lnTo>
                  <a:lnTo>
                    <a:pt x="854025" y="3791"/>
                  </a:lnTo>
                  <a:lnTo>
                    <a:pt x="862829" y="1895"/>
                  </a:lnTo>
                  <a:lnTo>
                    <a:pt x="871633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68" name="tx1268"/>
            <p:cNvSpPr/>
            <p:nvPr/>
          </p:nvSpPr>
          <p:spPr>
            <a:xfrm>
              <a:off x="10988273" y="72685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1.275 Z/year</a:t>
              </a:r>
            </a:p>
          </p:txBody>
        </p:sp>
        <p:sp>
          <p:nvSpPr>
            <p:cNvPr id="1269" name="rc1269"/>
            <p:cNvSpPr/>
            <p:nvPr/>
          </p:nvSpPr>
          <p:spPr>
            <a:xfrm>
              <a:off x="11087413" y="7247470"/>
              <a:ext cx="95879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tx1270"/>
            <p:cNvSpPr/>
            <p:nvPr/>
          </p:nvSpPr>
          <p:spPr>
            <a:xfrm>
              <a:off x="10962628" y="852217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71" name="tx1271"/>
            <p:cNvSpPr/>
            <p:nvPr/>
          </p:nvSpPr>
          <p:spPr>
            <a:xfrm>
              <a:off x="10900472" y="826113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272" name="tx1272"/>
            <p:cNvSpPr/>
            <p:nvPr/>
          </p:nvSpPr>
          <p:spPr>
            <a:xfrm>
              <a:off x="10900472" y="800009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273" name="tx1273"/>
            <p:cNvSpPr/>
            <p:nvPr/>
          </p:nvSpPr>
          <p:spPr>
            <a:xfrm>
              <a:off x="10900472" y="7740417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1274" name="tx1274"/>
            <p:cNvSpPr/>
            <p:nvPr/>
          </p:nvSpPr>
          <p:spPr>
            <a:xfrm>
              <a:off x="10838316" y="7478011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275" name="tx1275"/>
            <p:cNvSpPr/>
            <p:nvPr/>
          </p:nvSpPr>
          <p:spPr>
            <a:xfrm>
              <a:off x="10838316" y="721696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125</a:t>
              </a:r>
            </a:p>
          </p:txBody>
        </p:sp>
        <p:sp>
          <p:nvSpPr>
            <p:cNvPr id="1276" name="pl1276"/>
            <p:cNvSpPr/>
            <p:nvPr/>
          </p:nvSpPr>
          <p:spPr>
            <a:xfrm>
              <a:off x="11052619" y="85638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11052619" y="83028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11052619" y="80417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11052619" y="7780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11052619" y="75197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11052619" y="72586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1113099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1144011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1174923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tx1285"/>
            <p:cNvSpPr/>
            <p:nvPr/>
          </p:nvSpPr>
          <p:spPr>
            <a:xfrm>
              <a:off x="11099917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86" name="tx1286"/>
            <p:cNvSpPr/>
            <p:nvPr/>
          </p:nvSpPr>
          <p:spPr>
            <a:xfrm>
              <a:off x="11409037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87" name="tx1287"/>
            <p:cNvSpPr/>
            <p:nvPr/>
          </p:nvSpPr>
          <p:spPr>
            <a:xfrm>
              <a:off x="11687079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88" name="tx1288"/>
            <p:cNvSpPr/>
            <p:nvPr/>
          </p:nvSpPr>
          <p:spPr>
            <a:xfrm>
              <a:off x="10945631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289" name="tx1289"/>
            <p:cNvSpPr/>
            <p:nvPr/>
          </p:nvSpPr>
          <p:spPr>
            <a:xfrm rot="-5400000">
              <a:off x="9876770" y="7856579"/>
              <a:ext cx="16381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pTau217- Nico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2026-02-17T12:00:37Z</dcterms:modified>
</cp:coreProperties>
</file>