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7562850" cy="5330825"/>
  <p:notesSz cx="6858000" cy="9144000"/>
  <p:defaultTextStyle>
    <a:defPPr>
      <a:defRPr lang="en-US"/>
    </a:defPPr>
    <a:lvl1pPr marL="0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63113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526227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78934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05245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131556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1578681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1841794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2104908" algn="l" defTabSz="526227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79">
          <p15:clr>
            <a:srgbClr val="A4A3A4"/>
          </p15:clr>
        </p15:guide>
        <p15:guide id="2" pos="23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7CFF"/>
    <a:srgbClr val="F876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150" d="100"/>
          <a:sy n="150" d="100"/>
        </p:scale>
        <p:origin x="1224" y="168"/>
      </p:cViewPr>
      <p:guideLst>
        <p:guide orient="horz" pos="1679"/>
        <p:guide pos="23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214" y="1656014"/>
            <a:ext cx="6428422" cy="11426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4428" y="3020801"/>
            <a:ext cx="5293995" cy="136232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631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262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893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52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155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786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417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04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7414" y="3425550"/>
            <a:ext cx="6428422" cy="1058761"/>
          </a:xfrm>
        </p:spPr>
        <p:txBody>
          <a:bodyPr anchor="t"/>
          <a:lstStyle>
            <a:lvl1pPr algn="l">
              <a:defRPr sz="23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414" y="2259433"/>
            <a:ext cx="6428422" cy="1166118"/>
          </a:xfrm>
        </p:spPr>
        <p:txBody>
          <a:bodyPr anchor="b"/>
          <a:lstStyle>
            <a:lvl1pPr marL="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  <a:lvl2pPr marL="263113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26227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8934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10524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31556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57868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84179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210490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9656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59570" y="1243861"/>
            <a:ext cx="3623866" cy="3518098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5" y="1193267"/>
            <a:ext cx="3341572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8145" y="1690563"/>
            <a:ext cx="3341572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41824" y="1193267"/>
            <a:ext cx="3342886" cy="497296"/>
          </a:xfrm>
        </p:spPr>
        <p:txBody>
          <a:bodyPr anchor="b"/>
          <a:lstStyle>
            <a:lvl1pPr marL="0" indent="0">
              <a:buNone/>
              <a:defRPr sz="1400" b="1"/>
            </a:lvl1pPr>
            <a:lvl2pPr marL="263113" indent="0">
              <a:buNone/>
              <a:defRPr sz="1200" b="1"/>
            </a:lvl2pPr>
            <a:lvl3pPr marL="526227" indent="0">
              <a:buNone/>
              <a:defRPr sz="1100" b="1"/>
            </a:lvl3pPr>
            <a:lvl4pPr marL="789341" indent="0">
              <a:buNone/>
              <a:defRPr sz="900" b="1"/>
            </a:lvl4pPr>
            <a:lvl5pPr marL="1052454" indent="0">
              <a:buNone/>
              <a:defRPr sz="900" b="1"/>
            </a:lvl5pPr>
            <a:lvl6pPr marL="1315568" indent="0">
              <a:buNone/>
              <a:defRPr sz="900" b="1"/>
            </a:lvl6pPr>
            <a:lvl7pPr marL="1578681" indent="0">
              <a:buNone/>
              <a:defRPr sz="900" b="1"/>
            </a:lvl7pPr>
            <a:lvl8pPr marL="1841794" indent="0">
              <a:buNone/>
              <a:defRPr sz="900" b="1"/>
            </a:lvl8pPr>
            <a:lvl9pPr marL="2104908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41824" y="1690563"/>
            <a:ext cx="3342886" cy="3071394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145" y="212246"/>
            <a:ext cx="2488126" cy="903279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56865" y="212248"/>
            <a:ext cx="4227843" cy="4549712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8145" y="1115526"/>
            <a:ext cx="2488126" cy="3646433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372" y="3731578"/>
            <a:ext cx="4537710" cy="440534"/>
          </a:xfrm>
        </p:spPr>
        <p:txBody>
          <a:bodyPr anchor="b"/>
          <a:lstStyle>
            <a:lvl1pPr algn="l">
              <a:defRPr sz="12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82372" y="476319"/>
            <a:ext cx="4537710" cy="3198495"/>
          </a:xfrm>
        </p:spPr>
        <p:txBody>
          <a:bodyPr/>
          <a:lstStyle>
            <a:lvl1pPr marL="0" indent="0">
              <a:buNone/>
              <a:defRPr sz="1800"/>
            </a:lvl1pPr>
            <a:lvl2pPr marL="263113" indent="0">
              <a:buNone/>
              <a:defRPr sz="1600"/>
            </a:lvl2pPr>
            <a:lvl3pPr marL="526227" indent="0">
              <a:buNone/>
              <a:defRPr sz="1400"/>
            </a:lvl3pPr>
            <a:lvl4pPr marL="789341" indent="0">
              <a:buNone/>
              <a:defRPr sz="1200"/>
            </a:lvl4pPr>
            <a:lvl5pPr marL="1052454" indent="0">
              <a:buNone/>
              <a:defRPr sz="1200"/>
            </a:lvl5pPr>
            <a:lvl6pPr marL="1315568" indent="0">
              <a:buNone/>
              <a:defRPr sz="1200"/>
            </a:lvl6pPr>
            <a:lvl7pPr marL="1578681" indent="0">
              <a:buNone/>
              <a:defRPr sz="1200"/>
            </a:lvl7pPr>
            <a:lvl8pPr marL="1841794" indent="0">
              <a:buNone/>
              <a:defRPr sz="1200"/>
            </a:lvl8pPr>
            <a:lvl9pPr marL="2104908" indent="0">
              <a:buNone/>
              <a:defRPr sz="1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372" y="4172112"/>
            <a:ext cx="4537710" cy="625631"/>
          </a:xfrm>
        </p:spPr>
        <p:txBody>
          <a:bodyPr/>
          <a:lstStyle>
            <a:lvl1pPr marL="0" indent="0">
              <a:buNone/>
              <a:defRPr sz="800"/>
            </a:lvl1pPr>
            <a:lvl2pPr marL="263113" indent="0">
              <a:buNone/>
              <a:defRPr sz="700"/>
            </a:lvl2pPr>
            <a:lvl3pPr marL="526227" indent="0">
              <a:buNone/>
              <a:defRPr sz="600"/>
            </a:lvl3pPr>
            <a:lvl4pPr marL="789341" indent="0">
              <a:buNone/>
              <a:defRPr sz="500"/>
            </a:lvl4pPr>
            <a:lvl5pPr marL="1052454" indent="0">
              <a:buNone/>
              <a:defRPr sz="500"/>
            </a:lvl5pPr>
            <a:lvl6pPr marL="1315568" indent="0">
              <a:buNone/>
              <a:defRPr sz="500"/>
            </a:lvl6pPr>
            <a:lvl7pPr marL="1578681" indent="0">
              <a:buNone/>
              <a:defRPr sz="500"/>
            </a:lvl7pPr>
            <a:lvl8pPr marL="1841794" indent="0">
              <a:buNone/>
              <a:defRPr sz="500"/>
            </a:lvl8pPr>
            <a:lvl9pPr marL="2104908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39989" y="213483"/>
            <a:ext cx="1843445" cy="45484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9657" y="213483"/>
            <a:ext cx="5404287" cy="45484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143" y="213480"/>
            <a:ext cx="6806565" cy="888471"/>
          </a:xfrm>
          <a:prstGeom prst="rect">
            <a:avLst/>
          </a:prstGeom>
        </p:spPr>
        <p:txBody>
          <a:bodyPr vert="horz" lIns="52622" tIns="26311" rIns="52622" bIns="26311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8143" y="1243861"/>
            <a:ext cx="6806565" cy="3518098"/>
          </a:xfrm>
          <a:prstGeom prst="rect">
            <a:avLst/>
          </a:prstGeom>
        </p:spPr>
        <p:txBody>
          <a:bodyPr vert="horz" lIns="52622" tIns="26311" rIns="52622" bIns="2631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8142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17/02/2026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3974" y="4940888"/>
            <a:ext cx="2394903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ct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420043" y="4940888"/>
            <a:ext cx="1764665" cy="283817"/>
          </a:xfrm>
          <a:prstGeom prst="rect">
            <a:avLst/>
          </a:prstGeom>
        </p:spPr>
        <p:txBody>
          <a:bodyPr vert="horz" lIns="52622" tIns="26311" rIns="52622" bIns="26311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526227" rtl="0" eaLnBrk="1" latinLnBrk="0" hangingPunct="1">
        <a:spcBef>
          <a:spcPct val="0"/>
        </a:spcBef>
        <a:buNone/>
        <a:defRPr sz="2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335" indent="-197335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59" indent="-164446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57784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20897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8401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4712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0238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973351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36465" indent="-131557" algn="l" defTabSz="526227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1pPr>
      <a:lvl2pPr marL="263113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26227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8934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05245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1556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578681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41794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104908" algn="l" defTabSz="526227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495425" y="836612"/>
            <a:ext cx="4572000" cy="3657600"/>
            <a:chOff x="1495425" y="836612"/>
            <a:chExt cx="4572000" cy="3657600"/>
          </a:xfrm>
        </p:grpSpPr>
        <p:sp>
          <p:nvSpPr>
            <p:cNvPr id="3" name="rc3"/>
            <p:cNvSpPr/>
            <p:nvPr/>
          </p:nvSpPr>
          <p:spPr>
            <a:xfrm>
              <a:off x="1495425" y="836612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1495425" y="836612"/>
              <a:ext cx="4571999" cy="1219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1599808" y="906201"/>
              <a:ext cx="4398027" cy="7397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599808" y="1512324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599808" y="1312372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1599808" y="1112421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599808" y="912470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799718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2599360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3399001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4198642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4998284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5797925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1599808" y="1612299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599808" y="1412348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1599808" y="1212397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1599808" y="1012445"/>
              <a:ext cx="4398027" cy="0"/>
            </a:xfrm>
            <a:custGeom>
              <a:avLst/>
              <a:gdLst/>
              <a:ahLst/>
              <a:cxnLst/>
              <a:rect l="0" t="0" r="0" b="0"/>
              <a:pathLst>
                <a:path w="4398027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l20"/>
            <p:cNvSpPr/>
            <p:nvPr/>
          </p:nvSpPr>
          <p:spPr>
            <a:xfrm>
              <a:off x="2199539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999180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3798822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4598463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l24"/>
            <p:cNvSpPr/>
            <p:nvPr/>
          </p:nvSpPr>
          <p:spPr>
            <a:xfrm>
              <a:off x="5398104" y="906201"/>
              <a:ext cx="0" cy="739722"/>
            </a:xfrm>
            <a:custGeom>
              <a:avLst/>
              <a:gdLst/>
              <a:ahLst/>
              <a:cxnLst/>
              <a:rect l="0" t="0" r="0" b="0"/>
              <a:pathLst>
                <a:path h="739722">
                  <a:moveTo>
                    <a:pt x="0" y="7397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g25"/>
            <p:cNvSpPr/>
            <p:nvPr/>
          </p:nvSpPr>
          <p:spPr>
            <a:xfrm>
              <a:off x="1799718" y="1113649"/>
              <a:ext cx="3998206" cy="498650"/>
            </a:xfrm>
            <a:custGeom>
              <a:avLst/>
              <a:gdLst/>
              <a:ahLst/>
              <a:cxnLst/>
              <a:rect l="0" t="0" r="0" b="0"/>
              <a:pathLst>
                <a:path w="3998206" h="498650">
                  <a:moveTo>
                    <a:pt x="0" y="498643"/>
                  </a:moveTo>
                  <a:lnTo>
                    <a:pt x="7824" y="498641"/>
                  </a:lnTo>
                  <a:lnTo>
                    <a:pt x="15648" y="498637"/>
                  </a:lnTo>
                  <a:lnTo>
                    <a:pt x="23472" y="498633"/>
                  </a:lnTo>
                  <a:lnTo>
                    <a:pt x="31297" y="498627"/>
                  </a:lnTo>
                  <a:lnTo>
                    <a:pt x="39121" y="498620"/>
                  </a:lnTo>
                  <a:lnTo>
                    <a:pt x="46945" y="498610"/>
                  </a:lnTo>
                  <a:lnTo>
                    <a:pt x="54769" y="498598"/>
                  </a:lnTo>
                  <a:lnTo>
                    <a:pt x="62594" y="498582"/>
                  </a:lnTo>
                  <a:lnTo>
                    <a:pt x="70418" y="498562"/>
                  </a:lnTo>
                  <a:lnTo>
                    <a:pt x="78242" y="498538"/>
                  </a:lnTo>
                  <a:lnTo>
                    <a:pt x="86067" y="498509"/>
                  </a:lnTo>
                  <a:lnTo>
                    <a:pt x="93891" y="498474"/>
                  </a:lnTo>
                  <a:lnTo>
                    <a:pt x="101715" y="498432"/>
                  </a:lnTo>
                  <a:lnTo>
                    <a:pt x="109539" y="498380"/>
                  </a:lnTo>
                  <a:lnTo>
                    <a:pt x="117364" y="498319"/>
                  </a:lnTo>
                  <a:lnTo>
                    <a:pt x="125188" y="498249"/>
                  </a:lnTo>
                  <a:lnTo>
                    <a:pt x="133012" y="498168"/>
                  </a:lnTo>
                  <a:lnTo>
                    <a:pt x="140837" y="498075"/>
                  </a:lnTo>
                  <a:lnTo>
                    <a:pt x="148661" y="497970"/>
                  </a:lnTo>
                  <a:lnTo>
                    <a:pt x="156485" y="497851"/>
                  </a:lnTo>
                  <a:lnTo>
                    <a:pt x="164309" y="497718"/>
                  </a:lnTo>
                  <a:lnTo>
                    <a:pt x="172134" y="497573"/>
                  </a:lnTo>
                  <a:lnTo>
                    <a:pt x="179958" y="497415"/>
                  </a:lnTo>
                  <a:lnTo>
                    <a:pt x="187782" y="497247"/>
                  </a:lnTo>
                  <a:lnTo>
                    <a:pt x="195606" y="497068"/>
                  </a:lnTo>
                  <a:lnTo>
                    <a:pt x="203431" y="496880"/>
                  </a:lnTo>
                  <a:lnTo>
                    <a:pt x="211255" y="496685"/>
                  </a:lnTo>
                  <a:lnTo>
                    <a:pt x="219079" y="496486"/>
                  </a:lnTo>
                  <a:lnTo>
                    <a:pt x="226904" y="496287"/>
                  </a:lnTo>
                  <a:lnTo>
                    <a:pt x="234728" y="496091"/>
                  </a:lnTo>
                  <a:lnTo>
                    <a:pt x="242552" y="495900"/>
                  </a:lnTo>
                  <a:lnTo>
                    <a:pt x="250376" y="495718"/>
                  </a:lnTo>
                  <a:lnTo>
                    <a:pt x="258201" y="495548"/>
                  </a:lnTo>
                  <a:lnTo>
                    <a:pt x="266025" y="495398"/>
                  </a:lnTo>
                  <a:lnTo>
                    <a:pt x="273849" y="495268"/>
                  </a:lnTo>
                  <a:lnTo>
                    <a:pt x="281674" y="495160"/>
                  </a:lnTo>
                  <a:lnTo>
                    <a:pt x="289498" y="495076"/>
                  </a:lnTo>
                  <a:lnTo>
                    <a:pt x="297322" y="495019"/>
                  </a:lnTo>
                  <a:lnTo>
                    <a:pt x="305146" y="494990"/>
                  </a:lnTo>
                  <a:lnTo>
                    <a:pt x="312971" y="494993"/>
                  </a:lnTo>
                  <a:lnTo>
                    <a:pt x="320795" y="495026"/>
                  </a:lnTo>
                  <a:lnTo>
                    <a:pt x="328619" y="495088"/>
                  </a:lnTo>
                  <a:lnTo>
                    <a:pt x="336444" y="495176"/>
                  </a:lnTo>
                  <a:lnTo>
                    <a:pt x="344268" y="495288"/>
                  </a:lnTo>
                  <a:lnTo>
                    <a:pt x="352092" y="495421"/>
                  </a:lnTo>
                  <a:lnTo>
                    <a:pt x="359916" y="495575"/>
                  </a:lnTo>
                  <a:lnTo>
                    <a:pt x="367741" y="495746"/>
                  </a:lnTo>
                  <a:lnTo>
                    <a:pt x="375565" y="495930"/>
                  </a:lnTo>
                  <a:lnTo>
                    <a:pt x="383389" y="496123"/>
                  </a:lnTo>
                  <a:lnTo>
                    <a:pt x="391213" y="496320"/>
                  </a:lnTo>
                  <a:lnTo>
                    <a:pt x="399038" y="496519"/>
                  </a:lnTo>
                  <a:lnTo>
                    <a:pt x="406862" y="496717"/>
                  </a:lnTo>
                  <a:lnTo>
                    <a:pt x="414686" y="496911"/>
                  </a:lnTo>
                  <a:lnTo>
                    <a:pt x="422511" y="497097"/>
                  </a:lnTo>
                  <a:lnTo>
                    <a:pt x="430335" y="497275"/>
                  </a:lnTo>
                  <a:lnTo>
                    <a:pt x="438159" y="497442"/>
                  </a:lnTo>
                  <a:lnTo>
                    <a:pt x="445983" y="497597"/>
                  </a:lnTo>
                  <a:lnTo>
                    <a:pt x="453808" y="497740"/>
                  </a:lnTo>
                  <a:lnTo>
                    <a:pt x="461632" y="497871"/>
                  </a:lnTo>
                  <a:lnTo>
                    <a:pt x="469456" y="497988"/>
                  </a:lnTo>
                  <a:lnTo>
                    <a:pt x="477281" y="498090"/>
                  </a:lnTo>
                  <a:lnTo>
                    <a:pt x="485105" y="498180"/>
                  </a:lnTo>
                  <a:lnTo>
                    <a:pt x="492929" y="498259"/>
                  </a:lnTo>
                  <a:lnTo>
                    <a:pt x="500753" y="498328"/>
                  </a:lnTo>
                  <a:lnTo>
                    <a:pt x="508578" y="498386"/>
                  </a:lnTo>
                  <a:lnTo>
                    <a:pt x="516402" y="498435"/>
                  </a:lnTo>
                  <a:lnTo>
                    <a:pt x="524226" y="498475"/>
                  </a:lnTo>
                  <a:lnTo>
                    <a:pt x="532050" y="498507"/>
                  </a:lnTo>
                  <a:lnTo>
                    <a:pt x="539875" y="498532"/>
                  </a:lnTo>
                  <a:lnTo>
                    <a:pt x="547699" y="498551"/>
                  </a:lnTo>
                  <a:lnTo>
                    <a:pt x="555523" y="498565"/>
                  </a:lnTo>
                  <a:lnTo>
                    <a:pt x="563348" y="498574"/>
                  </a:lnTo>
                  <a:lnTo>
                    <a:pt x="571172" y="498577"/>
                  </a:lnTo>
                  <a:lnTo>
                    <a:pt x="578996" y="498576"/>
                  </a:lnTo>
                  <a:lnTo>
                    <a:pt x="586820" y="498569"/>
                  </a:lnTo>
                  <a:lnTo>
                    <a:pt x="594645" y="498557"/>
                  </a:lnTo>
                  <a:lnTo>
                    <a:pt x="602469" y="498540"/>
                  </a:lnTo>
                  <a:lnTo>
                    <a:pt x="610293" y="498518"/>
                  </a:lnTo>
                  <a:lnTo>
                    <a:pt x="618118" y="498488"/>
                  </a:lnTo>
                  <a:lnTo>
                    <a:pt x="625942" y="498452"/>
                  </a:lnTo>
                  <a:lnTo>
                    <a:pt x="633766" y="498407"/>
                  </a:lnTo>
                  <a:lnTo>
                    <a:pt x="641590" y="498352"/>
                  </a:lnTo>
                  <a:lnTo>
                    <a:pt x="649415" y="498288"/>
                  </a:lnTo>
                  <a:lnTo>
                    <a:pt x="657239" y="498213"/>
                  </a:lnTo>
                  <a:lnTo>
                    <a:pt x="665063" y="498128"/>
                  </a:lnTo>
                  <a:lnTo>
                    <a:pt x="672888" y="498030"/>
                  </a:lnTo>
                  <a:lnTo>
                    <a:pt x="680712" y="497919"/>
                  </a:lnTo>
                  <a:lnTo>
                    <a:pt x="688536" y="497793"/>
                  </a:lnTo>
                  <a:lnTo>
                    <a:pt x="696360" y="497655"/>
                  </a:lnTo>
                  <a:lnTo>
                    <a:pt x="704185" y="497504"/>
                  </a:lnTo>
                  <a:lnTo>
                    <a:pt x="712009" y="497341"/>
                  </a:lnTo>
                  <a:lnTo>
                    <a:pt x="719833" y="497167"/>
                  </a:lnTo>
                  <a:lnTo>
                    <a:pt x="727657" y="496984"/>
                  </a:lnTo>
                  <a:lnTo>
                    <a:pt x="735482" y="496792"/>
                  </a:lnTo>
                  <a:lnTo>
                    <a:pt x="743306" y="496595"/>
                  </a:lnTo>
                  <a:lnTo>
                    <a:pt x="751130" y="496395"/>
                  </a:lnTo>
                  <a:lnTo>
                    <a:pt x="758955" y="496196"/>
                  </a:lnTo>
                  <a:lnTo>
                    <a:pt x="766779" y="496001"/>
                  </a:lnTo>
                  <a:lnTo>
                    <a:pt x="774603" y="495813"/>
                  </a:lnTo>
                  <a:lnTo>
                    <a:pt x="782427" y="495636"/>
                  </a:lnTo>
                  <a:lnTo>
                    <a:pt x="790252" y="495474"/>
                  </a:lnTo>
                  <a:lnTo>
                    <a:pt x="798076" y="495332"/>
                  </a:lnTo>
                  <a:lnTo>
                    <a:pt x="805900" y="495211"/>
                  </a:lnTo>
                  <a:lnTo>
                    <a:pt x="813725" y="495113"/>
                  </a:lnTo>
                  <a:lnTo>
                    <a:pt x="821549" y="495041"/>
                  </a:lnTo>
                  <a:lnTo>
                    <a:pt x="829373" y="494996"/>
                  </a:lnTo>
                  <a:lnTo>
                    <a:pt x="837197" y="494979"/>
                  </a:lnTo>
                  <a:lnTo>
                    <a:pt x="845022" y="494996"/>
                  </a:lnTo>
                  <a:lnTo>
                    <a:pt x="852846" y="495041"/>
                  </a:lnTo>
                  <a:lnTo>
                    <a:pt x="860670" y="495112"/>
                  </a:lnTo>
                  <a:lnTo>
                    <a:pt x="868495" y="495208"/>
                  </a:lnTo>
                  <a:lnTo>
                    <a:pt x="876319" y="495327"/>
                  </a:lnTo>
                  <a:lnTo>
                    <a:pt x="884143" y="495465"/>
                  </a:lnTo>
                  <a:lnTo>
                    <a:pt x="891967" y="495620"/>
                  </a:lnTo>
                  <a:lnTo>
                    <a:pt x="899792" y="495789"/>
                  </a:lnTo>
                  <a:lnTo>
                    <a:pt x="907616" y="495966"/>
                  </a:lnTo>
                  <a:lnTo>
                    <a:pt x="915440" y="496146"/>
                  </a:lnTo>
                  <a:lnTo>
                    <a:pt x="923264" y="496325"/>
                  </a:lnTo>
                  <a:lnTo>
                    <a:pt x="931089" y="496500"/>
                  </a:lnTo>
                  <a:lnTo>
                    <a:pt x="938913" y="496668"/>
                  </a:lnTo>
                  <a:lnTo>
                    <a:pt x="946737" y="496822"/>
                  </a:lnTo>
                  <a:lnTo>
                    <a:pt x="954562" y="496959"/>
                  </a:lnTo>
                  <a:lnTo>
                    <a:pt x="962386" y="497076"/>
                  </a:lnTo>
                  <a:lnTo>
                    <a:pt x="970210" y="497171"/>
                  </a:lnTo>
                  <a:lnTo>
                    <a:pt x="978034" y="497242"/>
                  </a:lnTo>
                  <a:lnTo>
                    <a:pt x="985859" y="497287"/>
                  </a:lnTo>
                  <a:lnTo>
                    <a:pt x="993683" y="497303"/>
                  </a:lnTo>
                  <a:lnTo>
                    <a:pt x="1001507" y="497284"/>
                  </a:lnTo>
                  <a:lnTo>
                    <a:pt x="1009332" y="497232"/>
                  </a:lnTo>
                  <a:lnTo>
                    <a:pt x="1017156" y="497147"/>
                  </a:lnTo>
                  <a:lnTo>
                    <a:pt x="1024980" y="497028"/>
                  </a:lnTo>
                  <a:lnTo>
                    <a:pt x="1032804" y="496874"/>
                  </a:lnTo>
                  <a:lnTo>
                    <a:pt x="1040629" y="496685"/>
                  </a:lnTo>
                  <a:lnTo>
                    <a:pt x="1048453" y="496462"/>
                  </a:lnTo>
                  <a:lnTo>
                    <a:pt x="1056277" y="496195"/>
                  </a:lnTo>
                  <a:lnTo>
                    <a:pt x="1064101" y="495895"/>
                  </a:lnTo>
                  <a:lnTo>
                    <a:pt x="1071926" y="495560"/>
                  </a:lnTo>
                  <a:lnTo>
                    <a:pt x="1079750" y="495193"/>
                  </a:lnTo>
                  <a:lnTo>
                    <a:pt x="1087574" y="494793"/>
                  </a:lnTo>
                  <a:lnTo>
                    <a:pt x="1095399" y="494364"/>
                  </a:lnTo>
                  <a:lnTo>
                    <a:pt x="1103223" y="493905"/>
                  </a:lnTo>
                  <a:lnTo>
                    <a:pt x="1111047" y="493417"/>
                  </a:lnTo>
                  <a:lnTo>
                    <a:pt x="1118871" y="492908"/>
                  </a:lnTo>
                  <a:lnTo>
                    <a:pt x="1126696" y="492379"/>
                  </a:lnTo>
                  <a:lnTo>
                    <a:pt x="1134520" y="491835"/>
                  </a:lnTo>
                  <a:lnTo>
                    <a:pt x="1142344" y="491280"/>
                  </a:lnTo>
                  <a:lnTo>
                    <a:pt x="1150169" y="490717"/>
                  </a:lnTo>
                  <a:lnTo>
                    <a:pt x="1157993" y="490151"/>
                  </a:lnTo>
                  <a:lnTo>
                    <a:pt x="1165817" y="489589"/>
                  </a:lnTo>
                  <a:lnTo>
                    <a:pt x="1173641" y="489035"/>
                  </a:lnTo>
                  <a:lnTo>
                    <a:pt x="1181466" y="488494"/>
                  </a:lnTo>
                  <a:lnTo>
                    <a:pt x="1189290" y="487970"/>
                  </a:lnTo>
                  <a:lnTo>
                    <a:pt x="1197114" y="487469"/>
                  </a:lnTo>
                  <a:lnTo>
                    <a:pt x="1204939" y="486995"/>
                  </a:lnTo>
                  <a:lnTo>
                    <a:pt x="1212763" y="486556"/>
                  </a:lnTo>
                  <a:lnTo>
                    <a:pt x="1220587" y="486153"/>
                  </a:lnTo>
                  <a:lnTo>
                    <a:pt x="1228411" y="485787"/>
                  </a:lnTo>
                  <a:lnTo>
                    <a:pt x="1236236" y="485458"/>
                  </a:lnTo>
                  <a:lnTo>
                    <a:pt x="1244060" y="485168"/>
                  </a:lnTo>
                  <a:lnTo>
                    <a:pt x="1251884" y="484913"/>
                  </a:lnTo>
                  <a:lnTo>
                    <a:pt x="1259708" y="484694"/>
                  </a:lnTo>
                  <a:lnTo>
                    <a:pt x="1267533" y="484511"/>
                  </a:lnTo>
                  <a:lnTo>
                    <a:pt x="1275357" y="484352"/>
                  </a:lnTo>
                  <a:lnTo>
                    <a:pt x="1283181" y="484210"/>
                  </a:lnTo>
                  <a:lnTo>
                    <a:pt x="1291006" y="484078"/>
                  </a:lnTo>
                  <a:lnTo>
                    <a:pt x="1298830" y="483948"/>
                  </a:lnTo>
                  <a:lnTo>
                    <a:pt x="1306654" y="483812"/>
                  </a:lnTo>
                  <a:lnTo>
                    <a:pt x="1314478" y="483659"/>
                  </a:lnTo>
                  <a:lnTo>
                    <a:pt x="1322303" y="483475"/>
                  </a:lnTo>
                  <a:lnTo>
                    <a:pt x="1330127" y="483253"/>
                  </a:lnTo>
                  <a:lnTo>
                    <a:pt x="1337951" y="482987"/>
                  </a:lnTo>
                  <a:lnTo>
                    <a:pt x="1345776" y="482670"/>
                  </a:lnTo>
                  <a:lnTo>
                    <a:pt x="1353600" y="482296"/>
                  </a:lnTo>
                  <a:lnTo>
                    <a:pt x="1361424" y="481861"/>
                  </a:lnTo>
                  <a:lnTo>
                    <a:pt x="1369248" y="481357"/>
                  </a:lnTo>
                  <a:lnTo>
                    <a:pt x="1377073" y="480784"/>
                  </a:lnTo>
                  <a:lnTo>
                    <a:pt x="1384897" y="480151"/>
                  </a:lnTo>
                  <a:lnTo>
                    <a:pt x="1392721" y="479462"/>
                  </a:lnTo>
                  <a:lnTo>
                    <a:pt x="1400545" y="478724"/>
                  </a:lnTo>
                  <a:lnTo>
                    <a:pt x="1408370" y="477944"/>
                  </a:lnTo>
                  <a:lnTo>
                    <a:pt x="1416194" y="477129"/>
                  </a:lnTo>
                  <a:lnTo>
                    <a:pt x="1424018" y="476288"/>
                  </a:lnTo>
                  <a:lnTo>
                    <a:pt x="1431843" y="475435"/>
                  </a:lnTo>
                  <a:lnTo>
                    <a:pt x="1439667" y="474583"/>
                  </a:lnTo>
                  <a:lnTo>
                    <a:pt x="1447491" y="473739"/>
                  </a:lnTo>
                  <a:lnTo>
                    <a:pt x="1455315" y="472912"/>
                  </a:lnTo>
                  <a:lnTo>
                    <a:pt x="1463140" y="472109"/>
                  </a:lnTo>
                  <a:lnTo>
                    <a:pt x="1470964" y="471336"/>
                  </a:lnTo>
                  <a:lnTo>
                    <a:pt x="1478788" y="470605"/>
                  </a:lnTo>
                  <a:lnTo>
                    <a:pt x="1486613" y="469909"/>
                  </a:lnTo>
                  <a:lnTo>
                    <a:pt x="1494437" y="469248"/>
                  </a:lnTo>
                  <a:lnTo>
                    <a:pt x="1502261" y="468617"/>
                  </a:lnTo>
                  <a:lnTo>
                    <a:pt x="1510085" y="468012"/>
                  </a:lnTo>
                  <a:lnTo>
                    <a:pt x="1517910" y="467425"/>
                  </a:lnTo>
                  <a:lnTo>
                    <a:pt x="1525734" y="466848"/>
                  </a:lnTo>
                  <a:lnTo>
                    <a:pt x="1533558" y="466267"/>
                  </a:lnTo>
                  <a:lnTo>
                    <a:pt x="1541383" y="465669"/>
                  </a:lnTo>
                  <a:lnTo>
                    <a:pt x="1549207" y="465041"/>
                  </a:lnTo>
                  <a:lnTo>
                    <a:pt x="1557031" y="464373"/>
                  </a:lnTo>
                  <a:lnTo>
                    <a:pt x="1564855" y="463651"/>
                  </a:lnTo>
                  <a:lnTo>
                    <a:pt x="1572680" y="462864"/>
                  </a:lnTo>
                  <a:lnTo>
                    <a:pt x="1580504" y="461991"/>
                  </a:lnTo>
                  <a:lnTo>
                    <a:pt x="1588328" y="461018"/>
                  </a:lnTo>
                  <a:lnTo>
                    <a:pt x="1596152" y="459944"/>
                  </a:lnTo>
                  <a:lnTo>
                    <a:pt x="1603977" y="458762"/>
                  </a:lnTo>
                  <a:lnTo>
                    <a:pt x="1611801" y="457464"/>
                  </a:lnTo>
                  <a:lnTo>
                    <a:pt x="1619625" y="456043"/>
                  </a:lnTo>
                  <a:lnTo>
                    <a:pt x="1627450" y="454491"/>
                  </a:lnTo>
                  <a:lnTo>
                    <a:pt x="1635274" y="452780"/>
                  </a:lnTo>
                  <a:lnTo>
                    <a:pt x="1643098" y="450913"/>
                  </a:lnTo>
                  <a:lnTo>
                    <a:pt x="1650922" y="448888"/>
                  </a:lnTo>
                  <a:lnTo>
                    <a:pt x="1658747" y="446694"/>
                  </a:lnTo>
                  <a:lnTo>
                    <a:pt x="1666571" y="444316"/>
                  </a:lnTo>
                  <a:lnTo>
                    <a:pt x="1674395" y="441738"/>
                  </a:lnTo>
                  <a:lnTo>
                    <a:pt x="1682220" y="438941"/>
                  </a:lnTo>
                  <a:lnTo>
                    <a:pt x="1690044" y="435842"/>
                  </a:lnTo>
                  <a:lnTo>
                    <a:pt x="1697868" y="432454"/>
                  </a:lnTo>
                  <a:lnTo>
                    <a:pt x="1705692" y="428744"/>
                  </a:lnTo>
                  <a:lnTo>
                    <a:pt x="1713517" y="424672"/>
                  </a:lnTo>
                  <a:lnTo>
                    <a:pt x="1721341" y="420196"/>
                  </a:lnTo>
                  <a:lnTo>
                    <a:pt x="1729165" y="415271"/>
                  </a:lnTo>
                  <a:lnTo>
                    <a:pt x="1736990" y="409817"/>
                  </a:lnTo>
                  <a:lnTo>
                    <a:pt x="1744814" y="403707"/>
                  </a:lnTo>
                  <a:lnTo>
                    <a:pt x="1752638" y="396967"/>
                  </a:lnTo>
                  <a:lnTo>
                    <a:pt x="1760462" y="389546"/>
                  </a:lnTo>
                  <a:lnTo>
                    <a:pt x="1768287" y="381393"/>
                  </a:lnTo>
                  <a:lnTo>
                    <a:pt x="1776111" y="372464"/>
                  </a:lnTo>
                  <a:lnTo>
                    <a:pt x="1783935" y="362717"/>
                  </a:lnTo>
                  <a:lnTo>
                    <a:pt x="1791759" y="352022"/>
                  </a:lnTo>
                  <a:lnTo>
                    <a:pt x="1799584" y="340347"/>
                  </a:lnTo>
                  <a:lnTo>
                    <a:pt x="1807408" y="327774"/>
                  </a:lnTo>
                  <a:lnTo>
                    <a:pt x="1815232" y="314308"/>
                  </a:lnTo>
                  <a:lnTo>
                    <a:pt x="1823057" y="299966"/>
                  </a:lnTo>
                  <a:lnTo>
                    <a:pt x="1830881" y="284780"/>
                  </a:lnTo>
                  <a:lnTo>
                    <a:pt x="1838705" y="268795"/>
                  </a:lnTo>
                  <a:lnTo>
                    <a:pt x="1846529" y="251979"/>
                  </a:lnTo>
                  <a:lnTo>
                    <a:pt x="1854354" y="234524"/>
                  </a:lnTo>
                  <a:lnTo>
                    <a:pt x="1862178" y="216579"/>
                  </a:lnTo>
                  <a:lnTo>
                    <a:pt x="1870002" y="198270"/>
                  </a:lnTo>
                  <a:lnTo>
                    <a:pt x="1877827" y="179738"/>
                  </a:lnTo>
                  <a:lnTo>
                    <a:pt x="1885651" y="161135"/>
                  </a:lnTo>
                  <a:lnTo>
                    <a:pt x="1893475" y="142628"/>
                  </a:lnTo>
                  <a:lnTo>
                    <a:pt x="1901299" y="124505"/>
                  </a:lnTo>
                  <a:lnTo>
                    <a:pt x="1909124" y="106934"/>
                  </a:lnTo>
                  <a:lnTo>
                    <a:pt x="1916948" y="90099"/>
                  </a:lnTo>
                  <a:lnTo>
                    <a:pt x="1924772" y="74185"/>
                  </a:lnTo>
                  <a:lnTo>
                    <a:pt x="1932596" y="59368"/>
                  </a:lnTo>
                  <a:lnTo>
                    <a:pt x="1940421" y="45818"/>
                  </a:lnTo>
                  <a:lnTo>
                    <a:pt x="1948245" y="33778"/>
                  </a:lnTo>
                  <a:lnTo>
                    <a:pt x="1956069" y="23597"/>
                  </a:lnTo>
                  <a:lnTo>
                    <a:pt x="1963894" y="15154"/>
                  </a:lnTo>
                  <a:lnTo>
                    <a:pt x="1971718" y="8528"/>
                  </a:lnTo>
                  <a:lnTo>
                    <a:pt x="1979542" y="3777"/>
                  </a:lnTo>
                  <a:lnTo>
                    <a:pt x="1987366" y="932"/>
                  </a:lnTo>
                  <a:lnTo>
                    <a:pt x="1995191" y="0"/>
                  </a:lnTo>
                  <a:lnTo>
                    <a:pt x="2003015" y="1149"/>
                  </a:lnTo>
                  <a:lnTo>
                    <a:pt x="2010839" y="4300"/>
                  </a:lnTo>
                  <a:lnTo>
                    <a:pt x="2018664" y="9159"/>
                  </a:lnTo>
                  <a:lnTo>
                    <a:pt x="2026488" y="15613"/>
                  </a:lnTo>
                  <a:lnTo>
                    <a:pt x="2034312" y="23534"/>
                  </a:lnTo>
                  <a:lnTo>
                    <a:pt x="2042136" y="32776"/>
                  </a:lnTo>
                  <a:lnTo>
                    <a:pt x="2049961" y="43184"/>
                  </a:lnTo>
                  <a:lnTo>
                    <a:pt x="2057785" y="54715"/>
                  </a:lnTo>
                  <a:lnTo>
                    <a:pt x="2065609" y="67043"/>
                  </a:lnTo>
                  <a:lnTo>
                    <a:pt x="2073434" y="79953"/>
                  </a:lnTo>
                  <a:lnTo>
                    <a:pt x="2081258" y="93289"/>
                  </a:lnTo>
                  <a:lnTo>
                    <a:pt x="2089082" y="106901"/>
                  </a:lnTo>
                  <a:lnTo>
                    <a:pt x="2096906" y="120652"/>
                  </a:lnTo>
                  <a:lnTo>
                    <a:pt x="2104731" y="134419"/>
                  </a:lnTo>
                  <a:lnTo>
                    <a:pt x="2112555" y="148045"/>
                  </a:lnTo>
                  <a:lnTo>
                    <a:pt x="2120379" y="161447"/>
                  </a:lnTo>
                  <a:lnTo>
                    <a:pt x="2128203" y="174563"/>
                  </a:lnTo>
                  <a:lnTo>
                    <a:pt x="2136028" y="187343"/>
                  </a:lnTo>
                  <a:lnTo>
                    <a:pt x="2143852" y="199752"/>
                  </a:lnTo>
                  <a:lnTo>
                    <a:pt x="2151676" y="211767"/>
                  </a:lnTo>
                  <a:lnTo>
                    <a:pt x="2159501" y="223351"/>
                  </a:lnTo>
                  <a:lnTo>
                    <a:pt x="2167325" y="234459"/>
                  </a:lnTo>
                  <a:lnTo>
                    <a:pt x="2175149" y="245162"/>
                  </a:lnTo>
                  <a:lnTo>
                    <a:pt x="2182973" y="255467"/>
                  </a:lnTo>
                  <a:lnTo>
                    <a:pt x="2190798" y="265385"/>
                  </a:lnTo>
                  <a:lnTo>
                    <a:pt x="2198622" y="274921"/>
                  </a:lnTo>
                  <a:lnTo>
                    <a:pt x="2206446" y="284085"/>
                  </a:lnTo>
                  <a:lnTo>
                    <a:pt x="2214271" y="292839"/>
                  </a:lnTo>
                  <a:lnTo>
                    <a:pt x="2222095" y="301182"/>
                  </a:lnTo>
                  <a:lnTo>
                    <a:pt x="2229919" y="309147"/>
                  </a:lnTo>
                  <a:lnTo>
                    <a:pt x="2237743" y="316724"/>
                  </a:lnTo>
                  <a:lnTo>
                    <a:pt x="2245568" y="323901"/>
                  </a:lnTo>
                  <a:lnTo>
                    <a:pt x="2253392" y="330664"/>
                  </a:lnTo>
                  <a:lnTo>
                    <a:pt x="2261216" y="336998"/>
                  </a:lnTo>
                  <a:lnTo>
                    <a:pt x="2269040" y="342816"/>
                  </a:lnTo>
                  <a:lnTo>
                    <a:pt x="2276865" y="348147"/>
                  </a:lnTo>
                  <a:lnTo>
                    <a:pt x="2284689" y="353008"/>
                  </a:lnTo>
                  <a:lnTo>
                    <a:pt x="2292513" y="357394"/>
                  </a:lnTo>
                  <a:lnTo>
                    <a:pt x="2300338" y="361304"/>
                  </a:lnTo>
                  <a:lnTo>
                    <a:pt x="2308162" y="364745"/>
                  </a:lnTo>
                  <a:lnTo>
                    <a:pt x="2315986" y="367725"/>
                  </a:lnTo>
                  <a:lnTo>
                    <a:pt x="2323810" y="370176"/>
                  </a:lnTo>
                  <a:lnTo>
                    <a:pt x="2331635" y="372219"/>
                  </a:lnTo>
                  <a:lnTo>
                    <a:pt x="2339459" y="373886"/>
                  </a:lnTo>
                  <a:lnTo>
                    <a:pt x="2347283" y="375210"/>
                  </a:lnTo>
                  <a:lnTo>
                    <a:pt x="2355108" y="376229"/>
                  </a:lnTo>
                  <a:lnTo>
                    <a:pt x="2362932" y="376983"/>
                  </a:lnTo>
                  <a:lnTo>
                    <a:pt x="2370756" y="377505"/>
                  </a:lnTo>
                  <a:lnTo>
                    <a:pt x="2378580" y="377834"/>
                  </a:lnTo>
                  <a:lnTo>
                    <a:pt x="2386405" y="378049"/>
                  </a:lnTo>
                  <a:lnTo>
                    <a:pt x="2394229" y="378190"/>
                  </a:lnTo>
                  <a:lnTo>
                    <a:pt x="2402053" y="378295"/>
                  </a:lnTo>
                  <a:lnTo>
                    <a:pt x="2409878" y="378400"/>
                  </a:lnTo>
                  <a:lnTo>
                    <a:pt x="2417702" y="378540"/>
                  </a:lnTo>
                  <a:lnTo>
                    <a:pt x="2425526" y="378754"/>
                  </a:lnTo>
                  <a:lnTo>
                    <a:pt x="2433350" y="379075"/>
                  </a:lnTo>
                  <a:lnTo>
                    <a:pt x="2441175" y="379515"/>
                  </a:lnTo>
                  <a:lnTo>
                    <a:pt x="2448999" y="380088"/>
                  </a:lnTo>
                  <a:lnTo>
                    <a:pt x="2456823" y="380805"/>
                  </a:lnTo>
                  <a:lnTo>
                    <a:pt x="2464647" y="381671"/>
                  </a:lnTo>
                  <a:lnTo>
                    <a:pt x="2472472" y="382691"/>
                  </a:lnTo>
                  <a:lnTo>
                    <a:pt x="2480296" y="383887"/>
                  </a:lnTo>
                  <a:lnTo>
                    <a:pt x="2488120" y="385237"/>
                  </a:lnTo>
                  <a:lnTo>
                    <a:pt x="2495945" y="386725"/>
                  </a:lnTo>
                  <a:lnTo>
                    <a:pt x="2503769" y="388340"/>
                  </a:lnTo>
                  <a:lnTo>
                    <a:pt x="2511593" y="390071"/>
                  </a:lnTo>
                  <a:lnTo>
                    <a:pt x="2519417" y="391904"/>
                  </a:lnTo>
                  <a:lnTo>
                    <a:pt x="2527242" y="393825"/>
                  </a:lnTo>
                  <a:lnTo>
                    <a:pt x="2535066" y="395829"/>
                  </a:lnTo>
                  <a:lnTo>
                    <a:pt x="2542890" y="397881"/>
                  </a:lnTo>
                  <a:lnTo>
                    <a:pt x="2550715" y="399964"/>
                  </a:lnTo>
                  <a:lnTo>
                    <a:pt x="2558539" y="402064"/>
                  </a:lnTo>
                  <a:lnTo>
                    <a:pt x="2566363" y="404163"/>
                  </a:lnTo>
                  <a:lnTo>
                    <a:pt x="2574187" y="406246"/>
                  </a:lnTo>
                  <a:lnTo>
                    <a:pt x="2582012" y="408295"/>
                  </a:lnTo>
                  <a:lnTo>
                    <a:pt x="2589836" y="410287"/>
                  </a:lnTo>
                  <a:lnTo>
                    <a:pt x="2597660" y="412212"/>
                  </a:lnTo>
                  <a:lnTo>
                    <a:pt x="2605485" y="414060"/>
                  </a:lnTo>
                  <a:lnTo>
                    <a:pt x="2613309" y="415819"/>
                  </a:lnTo>
                  <a:lnTo>
                    <a:pt x="2621133" y="417479"/>
                  </a:lnTo>
                  <a:lnTo>
                    <a:pt x="2628957" y="419032"/>
                  </a:lnTo>
                  <a:lnTo>
                    <a:pt x="2636782" y="420457"/>
                  </a:lnTo>
                  <a:lnTo>
                    <a:pt x="2644606" y="421746"/>
                  </a:lnTo>
                  <a:lnTo>
                    <a:pt x="2652430" y="422908"/>
                  </a:lnTo>
                  <a:lnTo>
                    <a:pt x="2660254" y="423940"/>
                  </a:lnTo>
                  <a:lnTo>
                    <a:pt x="2668079" y="424842"/>
                  </a:lnTo>
                  <a:lnTo>
                    <a:pt x="2675903" y="425615"/>
                  </a:lnTo>
                  <a:lnTo>
                    <a:pt x="2683727" y="426260"/>
                  </a:lnTo>
                  <a:lnTo>
                    <a:pt x="2691552" y="426764"/>
                  </a:lnTo>
                  <a:lnTo>
                    <a:pt x="2699376" y="427145"/>
                  </a:lnTo>
                  <a:lnTo>
                    <a:pt x="2707200" y="427420"/>
                  </a:lnTo>
                  <a:lnTo>
                    <a:pt x="2715024" y="427598"/>
                  </a:lnTo>
                  <a:lnTo>
                    <a:pt x="2722849" y="427688"/>
                  </a:lnTo>
                  <a:lnTo>
                    <a:pt x="2730673" y="427704"/>
                  </a:lnTo>
                  <a:lnTo>
                    <a:pt x="2738497" y="427659"/>
                  </a:lnTo>
                  <a:lnTo>
                    <a:pt x="2746322" y="427564"/>
                  </a:lnTo>
                  <a:lnTo>
                    <a:pt x="2754146" y="427449"/>
                  </a:lnTo>
                  <a:lnTo>
                    <a:pt x="2761970" y="427331"/>
                  </a:lnTo>
                  <a:lnTo>
                    <a:pt x="2769794" y="427229"/>
                  </a:lnTo>
                  <a:lnTo>
                    <a:pt x="2777619" y="427164"/>
                  </a:lnTo>
                  <a:lnTo>
                    <a:pt x="2785443" y="427152"/>
                  </a:lnTo>
                  <a:lnTo>
                    <a:pt x="2793267" y="427220"/>
                  </a:lnTo>
                  <a:lnTo>
                    <a:pt x="2801091" y="427401"/>
                  </a:lnTo>
                  <a:lnTo>
                    <a:pt x="2808916" y="427700"/>
                  </a:lnTo>
                  <a:lnTo>
                    <a:pt x="2816740" y="428132"/>
                  </a:lnTo>
                  <a:lnTo>
                    <a:pt x="2824564" y="428708"/>
                  </a:lnTo>
                  <a:lnTo>
                    <a:pt x="2832389" y="429438"/>
                  </a:lnTo>
                  <a:lnTo>
                    <a:pt x="2840213" y="430331"/>
                  </a:lnTo>
                  <a:lnTo>
                    <a:pt x="2848037" y="431407"/>
                  </a:lnTo>
                  <a:lnTo>
                    <a:pt x="2855861" y="432666"/>
                  </a:lnTo>
                  <a:lnTo>
                    <a:pt x="2863686" y="434085"/>
                  </a:lnTo>
                  <a:lnTo>
                    <a:pt x="2871510" y="435656"/>
                  </a:lnTo>
                  <a:lnTo>
                    <a:pt x="2879334" y="437367"/>
                  </a:lnTo>
                  <a:lnTo>
                    <a:pt x="2887159" y="439206"/>
                  </a:lnTo>
                  <a:lnTo>
                    <a:pt x="2894983" y="441156"/>
                  </a:lnTo>
                  <a:lnTo>
                    <a:pt x="2902807" y="443210"/>
                  </a:lnTo>
                  <a:lnTo>
                    <a:pt x="2910631" y="445333"/>
                  </a:lnTo>
                  <a:lnTo>
                    <a:pt x="2918456" y="447500"/>
                  </a:lnTo>
                  <a:lnTo>
                    <a:pt x="2926280" y="449692"/>
                  </a:lnTo>
                  <a:lnTo>
                    <a:pt x="2934104" y="451889"/>
                  </a:lnTo>
                  <a:lnTo>
                    <a:pt x="2941929" y="454075"/>
                  </a:lnTo>
                  <a:lnTo>
                    <a:pt x="2949753" y="456233"/>
                  </a:lnTo>
                  <a:lnTo>
                    <a:pt x="2957577" y="458335"/>
                  </a:lnTo>
                  <a:lnTo>
                    <a:pt x="2965401" y="460379"/>
                  </a:lnTo>
                  <a:lnTo>
                    <a:pt x="2973226" y="462354"/>
                  </a:lnTo>
                  <a:lnTo>
                    <a:pt x="2981050" y="464256"/>
                  </a:lnTo>
                  <a:lnTo>
                    <a:pt x="2988874" y="466079"/>
                  </a:lnTo>
                  <a:lnTo>
                    <a:pt x="2996698" y="467822"/>
                  </a:lnTo>
                  <a:lnTo>
                    <a:pt x="3004523" y="469478"/>
                  </a:lnTo>
                  <a:lnTo>
                    <a:pt x="3012347" y="471040"/>
                  </a:lnTo>
                  <a:lnTo>
                    <a:pt x="3020171" y="472524"/>
                  </a:lnTo>
                  <a:lnTo>
                    <a:pt x="3027996" y="473929"/>
                  </a:lnTo>
                  <a:lnTo>
                    <a:pt x="3035820" y="475260"/>
                  </a:lnTo>
                  <a:lnTo>
                    <a:pt x="3043644" y="476518"/>
                  </a:lnTo>
                  <a:lnTo>
                    <a:pt x="3051468" y="477704"/>
                  </a:lnTo>
                  <a:lnTo>
                    <a:pt x="3059293" y="478813"/>
                  </a:lnTo>
                  <a:lnTo>
                    <a:pt x="3067117" y="479845"/>
                  </a:lnTo>
                  <a:lnTo>
                    <a:pt x="3074941" y="480807"/>
                  </a:lnTo>
                  <a:lnTo>
                    <a:pt x="3082766" y="481698"/>
                  </a:lnTo>
                  <a:lnTo>
                    <a:pt x="3090590" y="482517"/>
                  </a:lnTo>
                  <a:lnTo>
                    <a:pt x="3098414" y="483261"/>
                  </a:lnTo>
                  <a:lnTo>
                    <a:pt x="3106238" y="483930"/>
                  </a:lnTo>
                  <a:lnTo>
                    <a:pt x="3114063" y="484508"/>
                  </a:lnTo>
                  <a:lnTo>
                    <a:pt x="3121887" y="485003"/>
                  </a:lnTo>
                  <a:lnTo>
                    <a:pt x="3129711" y="485417"/>
                  </a:lnTo>
                  <a:lnTo>
                    <a:pt x="3137536" y="485750"/>
                  </a:lnTo>
                  <a:lnTo>
                    <a:pt x="3145360" y="486003"/>
                  </a:lnTo>
                  <a:lnTo>
                    <a:pt x="3153184" y="486177"/>
                  </a:lnTo>
                  <a:lnTo>
                    <a:pt x="3161008" y="486276"/>
                  </a:lnTo>
                  <a:lnTo>
                    <a:pt x="3168833" y="486288"/>
                  </a:lnTo>
                  <a:lnTo>
                    <a:pt x="3176657" y="486236"/>
                  </a:lnTo>
                  <a:lnTo>
                    <a:pt x="3184481" y="486124"/>
                  </a:lnTo>
                  <a:lnTo>
                    <a:pt x="3192305" y="485961"/>
                  </a:lnTo>
                  <a:lnTo>
                    <a:pt x="3200130" y="485753"/>
                  </a:lnTo>
                  <a:lnTo>
                    <a:pt x="3207954" y="485509"/>
                  </a:lnTo>
                  <a:lnTo>
                    <a:pt x="3215778" y="485235"/>
                  </a:lnTo>
                  <a:lnTo>
                    <a:pt x="3223603" y="484941"/>
                  </a:lnTo>
                  <a:lnTo>
                    <a:pt x="3231427" y="484639"/>
                  </a:lnTo>
                  <a:lnTo>
                    <a:pt x="3239251" y="484337"/>
                  </a:lnTo>
                  <a:lnTo>
                    <a:pt x="3247075" y="484041"/>
                  </a:lnTo>
                  <a:lnTo>
                    <a:pt x="3254900" y="483758"/>
                  </a:lnTo>
                  <a:lnTo>
                    <a:pt x="3262724" y="483494"/>
                  </a:lnTo>
                  <a:lnTo>
                    <a:pt x="3270548" y="483256"/>
                  </a:lnTo>
                  <a:lnTo>
                    <a:pt x="3278373" y="483048"/>
                  </a:lnTo>
                  <a:lnTo>
                    <a:pt x="3286197" y="482871"/>
                  </a:lnTo>
                  <a:lnTo>
                    <a:pt x="3294021" y="482724"/>
                  </a:lnTo>
                  <a:lnTo>
                    <a:pt x="3301845" y="482609"/>
                  </a:lnTo>
                  <a:lnTo>
                    <a:pt x="3309670" y="482524"/>
                  </a:lnTo>
                  <a:lnTo>
                    <a:pt x="3317494" y="482468"/>
                  </a:lnTo>
                  <a:lnTo>
                    <a:pt x="3325318" y="482444"/>
                  </a:lnTo>
                  <a:lnTo>
                    <a:pt x="3333142" y="482444"/>
                  </a:lnTo>
                  <a:lnTo>
                    <a:pt x="3340967" y="482465"/>
                  </a:lnTo>
                  <a:lnTo>
                    <a:pt x="3348791" y="482503"/>
                  </a:lnTo>
                  <a:lnTo>
                    <a:pt x="3356615" y="482555"/>
                  </a:lnTo>
                  <a:lnTo>
                    <a:pt x="3364440" y="482620"/>
                  </a:lnTo>
                  <a:lnTo>
                    <a:pt x="3372264" y="482693"/>
                  </a:lnTo>
                  <a:lnTo>
                    <a:pt x="3380088" y="482772"/>
                  </a:lnTo>
                  <a:lnTo>
                    <a:pt x="3387912" y="482855"/>
                  </a:lnTo>
                  <a:lnTo>
                    <a:pt x="3395737" y="482939"/>
                  </a:lnTo>
                  <a:lnTo>
                    <a:pt x="3403561" y="483022"/>
                  </a:lnTo>
                  <a:lnTo>
                    <a:pt x="3411385" y="483103"/>
                  </a:lnTo>
                  <a:lnTo>
                    <a:pt x="3419210" y="483181"/>
                  </a:lnTo>
                  <a:lnTo>
                    <a:pt x="3427034" y="483253"/>
                  </a:lnTo>
                  <a:lnTo>
                    <a:pt x="3434858" y="483317"/>
                  </a:lnTo>
                  <a:lnTo>
                    <a:pt x="3442682" y="483373"/>
                  </a:lnTo>
                  <a:lnTo>
                    <a:pt x="3450507" y="483418"/>
                  </a:lnTo>
                  <a:lnTo>
                    <a:pt x="3458331" y="483452"/>
                  </a:lnTo>
                  <a:lnTo>
                    <a:pt x="3466155" y="483471"/>
                  </a:lnTo>
                  <a:lnTo>
                    <a:pt x="3473980" y="483475"/>
                  </a:lnTo>
                  <a:lnTo>
                    <a:pt x="3481804" y="483459"/>
                  </a:lnTo>
                  <a:lnTo>
                    <a:pt x="3489628" y="483421"/>
                  </a:lnTo>
                  <a:lnTo>
                    <a:pt x="3497452" y="483361"/>
                  </a:lnTo>
                  <a:lnTo>
                    <a:pt x="3505277" y="483278"/>
                  </a:lnTo>
                  <a:lnTo>
                    <a:pt x="3513101" y="483171"/>
                  </a:lnTo>
                  <a:lnTo>
                    <a:pt x="3520925" y="483040"/>
                  </a:lnTo>
                  <a:lnTo>
                    <a:pt x="3528749" y="482886"/>
                  </a:lnTo>
                  <a:lnTo>
                    <a:pt x="3536574" y="482706"/>
                  </a:lnTo>
                  <a:lnTo>
                    <a:pt x="3544398" y="482506"/>
                  </a:lnTo>
                  <a:lnTo>
                    <a:pt x="3552222" y="482288"/>
                  </a:lnTo>
                  <a:lnTo>
                    <a:pt x="3560047" y="482058"/>
                  </a:lnTo>
                  <a:lnTo>
                    <a:pt x="3567871" y="481817"/>
                  </a:lnTo>
                  <a:lnTo>
                    <a:pt x="3575695" y="481571"/>
                  </a:lnTo>
                  <a:lnTo>
                    <a:pt x="3583519" y="481324"/>
                  </a:lnTo>
                  <a:lnTo>
                    <a:pt x="3591344" y="481082"/>
                  </a:lnTo>
                  <a:lnTo>
                    <a:pt x="3599168" y="480850"/>
                  </a:lnTo>
                  <a:lnTo>
                    <a:pt x="3606992" y="480633"/>
                  </a:lnTo>
                  <a:lnTo>
                    <a:pt x="3614817" y="480432"/>
                  </a:lnTo>
                  <a:lnTo>
                    <a:pt x="3622641" y="480253"/>
                  </a:lnTo>
                  <a:lnTo>
                    <a:pt x="3630465" y="480098"/>
                  </a:lnTo>
                  <a:lnTo>
                    <a:pt x="3638289" y="479970"/>
                  </a:lnTo>
                  <a:lnTo>
                    <a:pt x="3646114" y="479876"/>
                  </a:lnTo>
                  <a:lnTo>
                    <a:pt x="3653938" y="479813"/>
                  </a:lnTo>
                  <a:lnTo>
                    <a:pt x="3661762" y="479781"/>
                  </a:lnTo>
                  <a:lnTo>
                    <a:pt x="3669586" y="479783"/>
                  </a:lnTo>
                  <a:lnTo>
                    <a:pt x="3677411" y="479818"/>
                  </a:lnTo>
                  <a:lnTo>
                    <a:pt x="3685235" y="479887"/>
                  </a:lnTo>
                  <a:lnTo>
                    <a:pt x="3693059" y="479996"/>
                  </a:lnTo>
                  <a:lnTo>
                    <a:pt x="3700884" y="480145"/>
                  </a:lnTo>
                  <a:lnTo>
                    <a:pt x="3708708" y="480333"/>
                  </a:lnTo>
                  <a:lnTo>
                    <a:pt x="3716532" y="480559"/>
                  </a:lnTo>
                  <a:lnTo>
                    <a:pt x="3724356" y="480824"/>
                  </a:lnTo>
                  <a:lnTo>
                    <a:pt x="3732181" y="481130"/>
                  </a:lnTo>
                  <a:lnTo>
                    <a:pt x="3740005" y="481477"/>
                  </a:lnTo>
                  <a:lnTo>
                    <a:pt x="3747829" y="481872"/>
                  </a:lnTo>
                  <a:lnTo>
                    <a:pt x="3755654" y="482309"/>
                  </a:lnTo>
                  <a:lnTo>
                    <a:pt x="3763478" y="482785"/>
                  </a:lnTo>
                  <a:lnTo>
                    <a:pt x="3771302" y="483296"/>
                  </a:lnTo>
                  <a:lnTo>
                    <a:pt x="3779126" y="483841"/>
                  </a:lnTo>
                  <a:lnTo>
                    <a:pt x="3786951" y="484415"/>
                  </a:lnTo>
                  <a:lnTo>
                    <a:pt x="3794775" y="485014"/>
                  </a:lnTo>
                  <a:lnTo>
                    <a:pt x="3802599" y="485634"/>
                  </a:lnTo>
                  <a:lnTo>
                    <a:pt x="3810424" y="486264"/>
                  </a:lnTo>
                  <a:lnTo>
                    <a:pt x="3818248" y="486898"/>
                  </a:lnTo>
                  <a:lnTo>
                    <a:pt x="3826072" y="487528"/>
                  </a:lnTo>
                  <a:lnTo>
                    <a:pt x="3833896" y="488148"/>
                  </a:lnTo>
                  <a:lnTo>
                    <a:pt x="3841721" y="488752"/>
                  </a:lnTo>
                  <a:lnTo>
                    <a:pt x="3849545" y="489332"/>
                  </a:lnTo>
                  <a:lnTo>
                    <a:pt x="3857369" y="489879"/>
                  </a:lnTo>
                  <a:lnTo>
                    <a:pt x="3865193" y="490393"/>
                  </a:lnTo>
                  <a:lnTo>
                    <a:pt x="3873018" y="490871"/>
                  </a:lnTo>
                  <a:lnTo>
                    <a:pt x="3880842" y="491312"/>
                  </a:lnTo>
                  <a:lnTo>
                    <a:pt x="3888666" y="491714"/>
                  </a:lnTo>
                  <a:lnTo>
                    <a:pt x="3896491" y="492080"/>
                  </a:lnTo>
                  <a:lnTo>
                    <a:pt x="3904315" y="492406"/>
                  </a:lnTo>
                  <a:lnTo>
                    <a:pt x="3912139" y="492696"/>
                  </a:lnTo>
                  <a:lnTo>
                    <a:pt x="3919963" y="492958"/>
                  </a:lnTo>
                  <a:lnTo>
                    <a:pt x="3927788" y="493196"/>
                  </a:lnTo>
                  <a:lnTo>
                    <a:pt x="3935612" y="493414"/>
                  </a:lnTo>
                  <a:lnTo>
                    <a:pt x="3943436" y="493617"/>
                  </a:lnTo>
                  <a:lnTo>
                    <a:pt x="3951261" y="493808"/>
                  </a:lnTo>
                  <a:lnTo>
                    <a:pt x="3959085" y="493992"/>
                  </a:lnTo>
                  <a:lnTo>
                    <a:pt x="3966909" y="494174"/>
                  </a:lnTo>
                  <a:lnTo>
                    <a:pt x="3974733" y="494357"/>
                  </a:lnTo>
                  <a:lnTo>
                    <a:pt x="3982558" y="494544"/>
                  </a:lnTo>
                  <a:lnTo>
                    <a:pt x="3990382" y="494736"/>
                  </a:lnTo>
                  <a:lnTo>
                    <a:pt x="3998206" y="494934"/>
                  </a:lnTo>
                  <a:lnTo>
                    <a:pt x="3998206" y="498650"/>
                  </a:lnTo>
                  <a:lnTo>
                    <a:pt x="3990382" y="498650"/>
                  </a:lnTo>
                  <a:lnTo>
                    <a:pt x="3982558" y="498650"/>
                  </a:lnTo>
                  <a:lnTo>
                    <a:pt x="3974733" y="498650"/>
                  </a:lnTo>
                  <a:lnTo>
                    <a:pt x="3966909" y="498650"/>
                  </a:lnTo>
                  <a:lnTo>
                    <a:pt x="3959085" y="498650"/>
                  </a:lnTo>
                  <a:lnTo>
                    <a:pt x="3951261" y="498650"/>
                  </a:lnTo>
                  <a:lnTo>
                    <a:pt x="3943436" y="498650"/>
                  </a:lnTo>
                  <a:lnTo>
                    <a:pt x="3935612" y="498650"/>
                  </a:lnTo>
                  <a:lnTo>
                    <a:pt x="3927788" y="498650"/>
                  </a:lnTo>
                  <a:lnTo>
                    <a:pt x="3919963" y="498650"/>
                  </a:lnTo>
                  <a:lnTo>
                    <a:pt x="3912139" y="498650"/>
                  </a:lnTo>
                  <a:lnTo>
                    <a:pt x="3904315" y="498650"/>
                  </a:lnTo>
                  <a:lnTo>
                    <a:pt x="3896491" y="498650"/>
                  </a:lnTo>
                  <a:lnTo>
                    <a:pt x="3888666" y="498650"/>
                  </a:lnTo>
                  <a:lnTo>
                    <a:pt x="3880842" y="498650"/>
                  </a:lnTo>
                  <a:lnTo>
                    <a:pt x="3873018" y="498650"/>
                  </a:lnTo>
                  <a:lnTo>
                    <a:pt x="3865193" y="498650"/>
                  </a:lnTo>
                  <a:lnTo>
                    <a:pt x="3857369" y="498650"/>
                  </a:lnTo>
                  <a:lnTo>
                    <a:pt x="3849545" y="498650"/>
                  </a:lnTo>
                  <a:lnTo>
                    <a:pt x="3841721" y="498650"/>
                  </a:lnTo>
                  <a:lnTo>
                    <a:pt x="3833896" y="498650"/>
                  </a:lnTo>
                  <a:lnTo>
                    <a:pt x="3826072" y="498650"/>
                  </a:lnTo>
                  <a:lnTo>
                    <a:pt x="3818248" y="498650"/>
                  </a:lnTo>
                  <a:lnTo>
                    <a:pt x="3810424" y="498650"/>
                  </a:lnTo>
                  <a:lnTo>
                    <a:pt x="3802599" y="498650"/>
                  </a:lnTo>
                  <a:lnTo>
                    <a:pt x="3794775" y="498650"/>
                  </a:lnTo>
                  <a:lnTo>
                    <a:pt x="3786951" y="498650"/>
                  </a:lnTo>
                  <a:lnTo>
                    <a:pt x="3779126" y="498650"/>
                  </a:lnTo>
                  <a:lnTo>
                    <a:pt x="3771302" y="498650"/>
                  </a:lnTo>
                  <a:lnTo>
                    <a:pt x="3763478" y="498650"/>
                  </a:lnTo>
                  <a:lnTo>
                    <a:pt x="3755654" y="498650"/>
                  </a:lnTo>
                  <a:lnTo>
                    <a:pt x="3747829" y="498650"/>
                  </a:lnTo>
                  <a:lnTo>
                    <a:pt x="3740005" y="498650"/>
                  </a:lnTo>
                  <a:lnTo>
                    <a:pt x="3732181" y="498650"/>
                  </a:lnTo>
                  <a:lnTo>
                    <a:pt x="3724356" y="498650"/>
                  </a:lnTo>
                  <a:lnTo>
                    <a:pt x="3716532" y="498650"/>
                  </a:lnTo>
                  <a:lnTo>
                    <a:pt x="3708708" y="498650"/>
                  </a:lnTo>
                  <a:lnTo>
                    <a:pt x="3700884" y="498650"/>
                  </a:lnTo>
                  <a:lnTo>
                    <a:pt x="3693059" y="498650"/>
                  </a:lnTo>
                  <a:lnTo>
                    <a:pt x="3685235" y="498650"/>
                  </a:lnTo>
                  <a:lnTo>
                    <a:pt x="3677411" y="498650"/>
                  </a:lnTo>
                  <a:lnTo>
                    <a:pt x="3669586" y="498650"/>
                  </a:lnTo>
                  <a:lnTo>
                    <a:pt x="3661762" y="498650"/>
                  </a:lnTo>
                  <a:lnTo>
                    <a:pt x="3653938" y="498650"/>
                  </a:lnTo>
                  <a:lnTo>
                    <a:pt x="3646114" y="498650"/>
                  </a:lnTo>
                  <a:lnTo>
                    <a:pt x="3638289" y="498650"/>
                  </a:lnTo>
                  <a:lnTo>
                    <a:pt x="3630465" y="498650"/>
                  </a:lnTo>
                  <a:lnTo>
                    <a:pt x="3622641" y="498650"/>
                  </a:lnTo>
                  <a:lnTo>
                    <a:pt x="3614817" y="498650"/>
                  </a:lnTo>
                  <a:lnTo>
                    <a:pt x="3606992" y="498650"/>
                  </a:lnTo>
                  <a:lnTo>
                    <a:pt x="3599168" y="498650"/>
                  </a:lnTo>
                  <a:lnTo>
                    <a:pt x="3591344" y="498650"/>
                  </a:lnTo>
                  <a:lnTo>
                    <a:pt x="3583519" y="498650"/>
                  </a:lnTo>
                  <a:lnTo>
                    <a:pt x="3575695" y="498650"/>
                  </a:lnTo>
                  <a:lnTo>
                    <a:pt x="3567871" y="498650"/>
                  </a:lnTo>
                  <a:lnTo>
                    <a:pt x="3560047" y="498650"/>
                  </a:lnTo>
                  <a:lnTo>
                    <a:pt x="3552222" y="498650"/>
                  </a:lnTo>
                  <a:lnTo>
                    <a:pt x="3544398" y="498650"/>
                  </a:lnTo>
                  <a:lnTo>
                    <a:pt x="3536574" y="498650"/>
                  </a:lnTo>
                  <a:lnTo>
                    <a:pt x="3528749" y="498650"/>
                  </a:lnTo>
                  <a:lnTo>
                    <a:pt x="3520925" y="498650"/>
                  </a:lnTo>
                  <a:lnTo>
                    <a:pt x="3513101" y="498650"/>
                  </a:lnTo>
                  <a:lnTo>
                    <a:pt x="3505277" y="498650"/>
                  </a:lnTo>
                  <a:lnTo>
                    <a:pt x="3497452" y="498650"/>
                  </a:lnTo>
                  <a:lnTo>
                    <a:pt x="3489628" y="498650"/>
                  </a:lnTo>
                  <a:lnTo>
                    <a:pt x="3481804" y="498650"/>
                  </a:lnTo>
                  <a:lnTo>
                    <a:pt x="3473980" y="498650"/>
                  </a:lnTo>
                  <a:lnTo>
                    <a:pt x="3466155" y="498650"/>
                  </a:lnTo>
                  <a:lnTo>
                    <a:pt x="3458331" y="498650"/>
                  </a:lnTo>
                  <a:lnTo>
                    <a:pt x="3450507" y="498650"/>
                  </a:lnTo>
                  <a:lnTo>
                    <a:pt x="3442682" y="498650"/>
                  </a:lnTo>
                  <a:lnTo>
                    <a:pt x="3434858" y="498650"/>
                  </a:lnTo>
                  <a:lnTo>
                    <a:pt x="3427034" y="498650"/>
                  </a:lnTo>
                  <a:lnTo>
                    <a:pt x="3419210" y="498650"/>
                  </a:lnTo>
                  <a:lnTo>
                    <a:pt x="3411385" y="498650"/>
                  </a:lnTo>
                  <a:lnTo>
                    <a:pt x="3403561" y="498650"/>
                  </a:lnTo>
                  <a:lnTo>
                    <a:pt x="3395737" y="498650"/>
                  </a:lnTo>
                  <a:lnTo>
                    <a:pt x="3387912" y="498650"/>
                  </a:lnTo>
                  <a:lnTo>
                    <a:pt x="3380088" y="498650"/>
                  </a:lnTo>
                  <a:lnTo>
                    <a:pt x="3372264" y="498650"/>
                  </a:lnTo>
                  <a:lnTo>
                    <a:pt x="3364440" y="498650"/>
                  </a:lnTo>
                  <a:lnTo>
                    <a:pt x="3356615" y="498650"/>
                  </a:lnTo>
                  <a:lnTo>
                    <a:pt x="3348791" y="498650"/>
                  </a:lnTo>
                  <a:lnTo>
                    <a:pt x="3340967" y="498650"/>
                  </a:lnTo>
                  <a:lnTo>
                    <a:pt x="3333142" y="498650"/>
                  </a:lnTo>
                  <a:lnTo>
                    <a:pt x="3325318" y="498650"/>
                  </a:lnTo>
                  <a:lnTo>
                    <a:pt x="3317494" y="498650"/>
                  </a:lnTo>
                  <a:lnTo>
                    <a:pt x="3309670" y="498650"/>
                  </a:lnTo>
                  <a:lnTo>
                    <a:pt x="3301845" y="498650"/>
                  </a:lnTo>
                  <a:lnTo>
                    <a:pt x="3294021" y="498650"/>
                  </a:lnTo>
                  <a:lnTo>
                    <a:pt x="3286197" y="498650"/>
                  </a:lnTo>
                  <a:lnTo>
                    <a:pt x="3278373" y="498650"/>
                  </a:lnTo>
                  <a:lnTo>
                    <a:pt x="3270548" y="498650"/>
                  </a:lnTo>
                  <a:lnTo>
                    <a:pt x="3262724" y="498650"/>
                  </a:lnTo>
                  <a:lnTo>
                    <a:pt x="3254900" y="498650"/>
                  </a:lnTo>
                  <a:lnTo>
                    <a:pt x="3247075" y="498650"/>
                  </a:lnTo>
                  <a:lnTo>
                    <a:pt x="3239251" y="498650"/>
                  </a:lnTo>
                  <a:lnTo>
                    <a:pt x="3231427" y="498650"/>
                  </a:lnTo>
                  <a:lnTo>
                    <a:pt x="3223603" y="498650"/>
                  </a:lnTo>
                  <a:lnTo>
                    <a:pt x="3215778" y="498650"/>
                  </a:lnTo>
                  <a:lnTo>
                    <a:pt x="3207954" y="498650"/>
                  </a:lnTo>
                  <a:lnTo>
                    <a:pt x="3200130" y="498650"/>
                  </a:lnTo>
                  <a:lnTo>
                    <a:pt x="3192305" y="498650"/>
                  </a:lnTo>
                  <a:lnTo>
                    <a:pt x="3184481" y="498650"/>
                  </a:lnTo>
                  <a:lnTo>
                    <a:pt x="3176657" y="498650"/>
                  </a:lnTo>
                  <a:lnTo>
                    <a:pt x="3168833" y="498650"/>
                  </a:lnTo>
                  <a:lnTo>
                    <a:pt x="3161008" y="498650"/>
                  </a:lnTo>
                  <a:lnTo>
                    <a:pt x="3153184" y="498650"/>
                  </a:lnTo>
                  <a:lnTo>
                    <a:pt x="3145360" y="498650"/>
                  </a:lnTo>
                  <a:lnTo>
                    <a:pt x="3137536" y="498650"/>
                  </a:lnTo>
                  <a:lnTo>
                    <a:pt x="3129711" y="498650"/>
                  </a:lnTo>
                  <a:lnTo>
                    <a:pt x="3121887" y="498650"/>
                  </a:lnTo>
                  <a:lnTo>
                    <a:pt x="3114063" y="498650"/>
                  </a:lnTo>
                  <a:lnTo>
                    <a:pt x="3106238" y="498650"/>
                  </a:lnTo>
                  <a:lnTo>
                    <a:pt x="3098414" y="498650"/>
                  </a:lnTo>
                  <a:lnTo>
                    <a:pt x="3090590" y="498650"/>
                  </a:lnTo>
                  <a:lnTo>
                    <a:pt x="3082766" y="498650"/>
                  </a:lnTo>
                  <a:lnTo>
                    <a:pt x="3074941" y="498650"/>
                  </a:lnTo>
                  <a:lnTo>
                    <a:pt x="3067117" y="498650"/>
                  </a:lnTo>
                  <a:lnTo>
                    <a:pt x="3059293" y="498650"/>
                  </a:lnTo>
                  <a:lnTo>
                    <a:pt x="3051468" y="498650"/>
                  </a:lnTo>
                  <a:lnTo>
                    <a:pt x="3043644" y="498650"/>
                  </a:lnTo>
                  <a:lnTo>
                    <a:pt x="3035820" y="498650"/>
                  </a:lnTo>
                  <a:lnTo>
                    <a:pt x="3027996" y="498650"/>
                  </a:lnTo>
                  <a:lnTo>
                    <a:pt x="3020171" y="498650"/>
                  </a:lnTo>
                  <a:lnTo>
                    <a:pt x="3012347" y="498650"/>
                  </a:lnTo>
                  <a:lnTo>
                    <a:pt x="3004523" y="498650"/>
                  </a:lnTo>
                  <a:lnTo>
                    <a:pt x="2996698" y="498650"/>
                  </a:lnTo>
                  <a:lnTo>
                    <a:pt x="2988874" y="498650"/>
                  </a:lnTo>
                  <a:lnTo>
                    <a:pt x="2981050" y="498650"/>
                  </a:lnTo>
                  <a:lnTo>
                    <a:pt x="2973226" y="498650"/>
                  </a:lnTo>
                  <a:lnTo>
                    <a:pt x="2965401" y="498650"/>
                  </a:lnTo>
                  <a:lnTo>
                    <a:pt x="2957577" y="498650"/>
                  </a:lnTo>
                  <a:lnTo>
                    <a:pt x="2949753" y="498650"/>
                  </a:lnTo>
                  <a:lnTo>
                    <a:pt x="2941929" y="498650"/>
                  </a:lnTo>
                  <a:lnTo>
                    <a:pt x="2934104" y="498650"/>
                  </a:lnTo>
                  <a:lnTo>
                    <a:pt x="2926280" y="498650"/>
                  </a:lnTo>
                  <a:lnTo>
                    <a:pt x="2918456" y="498650"/>
                  </a:lnTo>
                  <a:lnTo>
                    <a:pt x="2910631" y="498650"/>
                  </a:lnTo>
                  <a:lnTo>
                    <a:pt x="2902807" y="498650"/>
                  </a:lnTo>
                  <a:lnTo>
                    <a:pt x="2894983" y="498650"/>
                  </a:lnTo>
                  <a:lnTo>
                    <a:pt x="2887159" y="498650"/>
                  </a:lnTo>
                  <a:lnTo>
                    <a:pt x="2879334" y="498650"/>
                  </a:lnTo>
                  <a:lnTo>
                    <a:pt x="2871510" y="498650"/>
                  </a:lnTo>
                  <a:lnTo>
                    <a:pt x="2863686" y="498650"/>
                  </a:lnTo>
                  <a:lnTo>
                    <a:pt x="2855861" y="498650"/>
                  </a:lnTo>
                  <a:lnTo>
                    <a:pt x="2848037" y="498650"/>
                  </a:lnTo>
                  <a:lnTo>
                    <a:pt x="2840213" y="498650"/>
                  </a:lnTo>
                  <a:lnTo>
                    <a:pt x="2832389" y="498650"/>
                  </a:lnTo>
                  <a:lnTo>
                    <a:pt x="2824564" y="498650"/>
                  </a:lnTo>
                  <a:lnTo>
                    <a:pt x="2816740" y="498650"/>
                  </a:lnTo>
                  <a:lnTo>
                    <a:pt x="2808916" y="498650"/>
                  </a:lnTo>
                  <a:lnTo>
                    <a:pt x="2801091" y="498650"/>
                  </a:lnTo>
                  <a:lnTo>
                    <a:pt x="2793267" y="498650"/>
                  </a:lnTo>
                  <a:lnTo>
                    <a:pt x="2785443" y="498650"/>
                  </a:lnTo>
                  <a:lnTo>
                    <a:pt x="2777619" y="498650"/>
                  </a:lnTo>
                  <a:lnTo>
                    <a:pt x="2769794" y="498650"/>
                  </a:lnTo>
                  <a:lnTo>
                    <a:pt x="2761970" y="498650"/>
                  </a:lnTo>
                  <a:lnTo>
                    <a:pt x="2754146" y="498650"/>
                  </a:lnTo>
                  <a:lnTo>
                    <a:pt x="2746322" y="498650"/>
                  </a:lnTo>
                  <a:lnTo>
                    <a:pt x="2738497" y="498650"/>
                  </a:lnTo>
                  <a:lnTo>
                    <a:pt x="2730673" y="498650"/>
                  </a:lnTo>
                  <a:lnTo>
                    <a:pt x="2722849" y="498650"/>
                  </a:lnTo>
                  <a:lnTo>
                    <a:pt x="2715024" y="498650"/>
                  </a:lnTo>
                  <a:lnTo>
                    <a:pt x="2707200" y="498650"/>
                  </a:lnTo>
                  <a:lnTo>
                    <a:pt x="2699376" y="498650"/>
                  </a:lnTo>
                  <a:lnTo>
                    <a:pt x="2691552" y="498650"/>
                  </a:lnTo>
                  <a:lnTo>
                    <a:pt x="2683727" y="498650"/>
                  </a:lnTo>
                  <a:lnTo>
                    <a:pt x="2675903" y="498650"/>
                  </a:lnTo>
                  <a:lnTo>
                    <a:pt x="2668079" y="498650"/>
                  </a:lnTo>
                  <a:lnTo>
                    <a:pt x="2660254" y="498650"/>
                  </a:lnTo>
                  <a:lnTo>
                    <a:pt x="2652430" y="498650"/>
                  </a:lnTo>
                  <a:lnTo>
                    <a:pt x="2644606" y="498650"/>
                  </a:lnTo>
                  <a:lnTo>
                    <a:pt x="2636782" y="498650"/>
                  </a:lnTo>
                  <a:lnTo>
                    <a:pt x="2628957" y="498650"/>
                  </a:lnTo>
                  <a:lnTo>
                    <a:pt x="2621133" y="498650"/>
                  </a:lnTo>
                  <a:lnTo>
                    <a:pt x="2613309" y="498650"/>
                  </a:lnTo>
                  <a:lnTo>
                    <a:pt x="2605485" y="498650"/>
                  </a:lnTo>
                  <a:lnTo>
                    <a:pt x="2597660" y="498650"/>
                  </a:lnTo>
                  <a:lnTo>
                    <a:pt x="2589836" y="498650"/>
                  </a:lnTo>
                  <a:lnTo>
                    <a:pt x="2582012" y="498650"/>
                  </a:lnTo>
                  <a:lnTo>
                    <a:pt x="2574187" y="498650"/>
                  </a:lnTo>
                  <a:lnTo>
                    <a:pt x="2566363" y="498650"/>
                  </a:lnTo>
                  <a:lnTo>
                    <a:pt x="2558539" y="498650"/>
                  </a:lnTo>
                  <a:lnTo>
                    <a:pt x="2550715" y="498650"/>
                  </a:lnTo>
                  <a:lnTo>
                    <a:pt x="2542890" y="498650"/>
                  </a:lnTo>
                  <a:lnTo>
                    <a:pt x="2535066" y="498650"/>
                  </a:lnTo>
                  <a:lnTo>
                    <a:pt x="2527242" y="498650"/>
                  </a:lnTo>
                  <a:lnTo>
                    <a:pt x="2519417" y="498650"/>
                  </a:lnTo>
                  <a:lnTo>
                    <a:pt x="2511593" y="498650"/>
                  </a:lnTo>
                  <a:lnTo>
                    <a:pt x="2503769" y="498650"/>
                  </a:lnTo>
                  <a:lnTo>
                    <a:pt x="2495945" y="498650"/>
                  </a:lnTo>
                  <a:lnTo>
                    <a:pt x="2488120" y="498650"/>
                  </a:lnTo>
                  <a:lnTo>
                    <a:pt x="2480296" y="498650"/>
                  </a:lnTo>
                  <a:lnTo>
                    <a:pt x="2472472" y="498650"/>
                  </a:lnTo>
                  <a:lnTo>
                    <a:pt x="2464647" y="498650"/>
                  </a:lnTo>
                  <a:lnTo>
                    <a:pt x="2456823" y="498650"/>
                  </a:lnTo>
                  <a:lnTo>
                    <a:pt x="2448999" y="498650"/>
                  </a:lnTo>
                  <a:lnTo>
                    <a:pt x="2441175" y="498650"/>
                  </a:lnTo>
                  <a:lnTo>
                    <a:pt x="2433350" y="498650"/>
                  </a:lnTo>
                  <a:lnTo>
                    <a:pt x="2425526" y="498650"/>
                  </a:lnTo>
                  <a:lnTo>
                    <a:pt x="2417702" y="498650"/>
                  </a:lnTo>
                  <a:lnTo>
                    <a:pt x="2409878" y="498650"/>
                  </a:lnTo>
                  <a:lnTo>
                    <a:pt x="2402053" y="498650"/>
                  </a:lnTo>
                  <a:lnTo>
                    <a:pt x="2394229" y="498650"/>
                  </a:lnTo>
                  <a:lnTo>
                    <a:pt x="2386405" y="498650"/>
                  </a:lnTo>
                  <a:lnTo>
                    <a:pt x="2378580" y="498650"/>
                  </a:lnTo>
                  <a:lnTo>
                    <a:pt x="2370756" y="498650"/>
                  </a:lnTo>
                  <a:lnTo>
                    <a:pt x="2362932" y="498650"/>
                  </a:lnTo>
                  <a:lnTo>
                    <a:pt x="2355108" y="498650"/>
                  </a:lnTo>
                  <a:lnTo>
                    <a:pt x="2347283" y="498650"/>
                  </a:lnTo>
                  <a:lnTo>
                    <a:pt x="2339459" y="498650"/>
                  </a:lnTo>
                  <a:lnTo>
                    <a:pt x="2331635" y="498650"/>
                  </a:lnTo>
                  <a:lnTo>
                    <a:pt x="2323810" y="498650"/>
                  </a:lnTo>
                  <a:lnTo>
                    <a:pt x="2315986" y="498650"/>
                  </a:lnTo>
                  <a:lnTo>
                    <a:pt x="2308162" y="498650"/>
                  </a:lnTo>
                  <a:lnTo>
                    <a:pt x="2300338" y="498650"/>
                  </a:lnTo>
                  <a:lnTo>
                    <a:pt x="2292513" y="498650"/>
                  </a:lnTo>
                  <a:lnTo>
                    <a:pt x="2284689" y="498650"/>
                  </a:lnTo>
                  <a:lnTo>
                    <a:pt x="2276865" y="498650"/>
                  </a:lnTo>
                  <a:lnTo>
                    <a:pt x="2269040" y="498650"/>
                  </a:lnTo>
                  <a:lnTo>
                    <a:pt x="2261216" y="498650"/>
                  </a:lnTo>
                  <a:lnTo>
                    <a:pt x="2253392" y="498650"/>
                  </a:lnTo>
                  <a:lnTo>
                    <a:pt x="2245568" y="498650"/>
                  </a:lnTo>
                  <a:lnTo>
                    <a:pt x="2237743" y="498650"/>
                  </a:lnTo>
                  <a:lnTo>
                    <a:pt x="2229919" y="498650"/>
                  </a:lnTo>
                  <a:lnTo>
                    <a:pt x="2222095" y="498650"/>
                  </a:lnTo>
                  <a:lnTo>
                    <a:pt x="2214271" y="498650"/>
                  </a:lnTo>
                  <a:lnTo>
                    <a:pt x="2206446" y="498650"/>
                  </a:lnTo>
                  <a:lnTo>
                    <a:pt x="2198622" y="498650"/>
                  </a:lnTo>
                  <a:lnTo>
                    <a:pt x="2190798" y="498650"/>
                  </a:lnTo>
                  <a:lnTo>
                    <a:pt x="2182973" y="498650"/>
                  </a:lnTo>
                  <a:lnTo>
                    <a:pt x="2175149" y="498650"/>
                  </a:lnTo>
                  <a:lnTo>
                    <a:pt x="2167325" y="498650"/>
                  </a:lnTo>
                  <a:lnTo>
                    <a:pt x="2159501" y="498650"/>
                  </a:lnTo>
                  <a:lnTo>
                    <a:pt x="2151676" y="498650"/>
                  </a:lnTo>
                  <a:lnTo>
                    <a:pt x="2143852" y="498650"/>
                  </a:lnTo>
                  <a:lnTo>
                    <a:pt x="2136028" y="498650"/>
                  </a:lnTo>
                  <a:lnTo>
                    <a:pt x="2128203" y="498650"/>
                  </a:lnTo>
                  <a:lnTo>
                    <a:pt x="2120379" y="498650"/>
                  </a:lnTo>
                  <a:lnTo>
                    <a:pt x="2112555" y="498650"/>
                  </a:lnTo>
                  <a:lnTo>
                    <a:pt x="2104731" y="498650"/>
                  </a:lnTo>
                  <a:lnTo>
                    <a:pt x="2096906" y="498650"/>
                  </a:lnTo>
                  <a:lnTo>
                    <a:pt x="2089082" y="498650"/>
                  </a:lnTo>
                  <a:lnTo>
                    <a:pt x="2081258" y="498650"/>
                  </a:lnTo>
                  <a:lnTo>
                    <a:pt x="2073434" y="498650"/>
                  </a:lnTo>
                  <a:lnTo>
                    <a:pt x="2065609" y="498650"/>
                  </a:lnTo>
                  <a:lnTo>
                    <a:pt x="2057785" y="498650"/>
                  </a:lnTo>
                  <a:lnTo>
                    <a:pt x="2049961" y="498650"/>
                  </a:lnTo>
                  <a:lnTo>
                    <a:pt x="2042136" y="498650"/>
                  </a:lnTo>
                  <a:lnTo>
                    <a:pt x="2034312" y="498650"/>
                  </a:lnTo>
                  <a:lnTo>
                    <a:pt x="2026488" y="498650"/>
                  </a:lnTo>
                  <a:lnTo>
                    <a:pt x="2018664" y="498650"/>
                  </a:lnTo>
                  <a:lnTo>
                    <a:pt x="2010839" y="498650"/>
                  </a:lnTo>
                  <a:lnTo>
                    <a:pt x="2003015" y="498650"/>
                  </a:lnTo>
                  <a:lnTo>
                    <a:pt x="1995191" y="498650"/>
                  </a:lnTo>
                  <a:lnTo>
                    <a:pt x="1987366" y="498650"/>
                  </a:lnTo>
                  <a:lnTo>
                    <a:pt x="1979542" y="498650"/>
                  </a:lnTo>
                  <a:lnTo>
                    <a:pt x="1971718" y="498650"/>
                  </a:lnTo>
                  <a:lnTo>
                    <a:pt x="1963894" y="498650"/>
                  </a:lnTo>
                  <a:lnTo>
                    <a:pt x="1956069" y="498650"/>
                  </a:lnTo>
                  <a:lnTo>
                    <a:pt x="1948245" y="498650"/>
                  </a:lnTo>
                  <a:lnTo>
                    <a:pt x="1940421" y="498650"/>
                  </a:lnTo>
                  <a:lnTo>
                    <a:pt x="1932596" y="498650"/>
                  </a:lnTo>
                  <a:lnTo>
                    <a:pt x="1924772" y="498650"/>
                  </a:lnTo>
                  <a:lnTo>
                    <a:pt x="1916948" y="498650"/>
                  </a:lnTo>
                  <a:lnTo>
                    <a:pt x="1909124" y="498650"/>
                  </a:lnTo>
                  <a:lnTo>
                    <a:pt x="1901299" y="498650"/>
                  </a:lnTo>
                  <a:lnTo>
                    <a:pt x="1893475" y="498650"/>
                  </a:lnTo>
                  <a:lnTo>
                    <a:pt x="1885651" y="498650"/>
                  </a:lnTo>
                  <a:lnTo>
                    <a:pt x="1877827" y="498650"/>
                  </a:lnTo>
                  <a:lnTo>
                    <a:pt x="1870002" y="498650"/>
                  </a:lnTo>
                  <a:lnTo>
                    <a:pt x="1862178" y="498650"/>
                  </a:lnTo>
                  <a:lnTo>
                    <a:pt x="1854354" y="498650"/>
                  </a:lnTo>
                  <a:lnTo>
                    <a:pt x="1846529" y="498650"/>
                  </a:lnTo>
                  <a:lnTo>
                    <a:pt x="1838705" y="498650"/>
                  </a:lnTo>
                  <a:lnTo>
                    <a:pt x="1830881" y="498650"/>
                  </a:lnTo>
                  <a:lnTo>
                    <a:pt x="1823057" y="498650"/>
                  </a:lnTo>
                  <a:lnTo>
                    <a:pt x="1815232" y="498650"/>
                  </a:lnTo>
                  <a:lnTo>
                    <a:pt x="1807408" y="498650"/>
                  </a:lnTo>
                  <a:lnTo>
                    <a:pt x="1799584" y="498650"/>
                  </a:lnTo>
                  <a:lnTo>
                    <a:pt x="1791759" y="498650"/>
                  </a:lnTo>
                  <a:lnTo>
                    <a:pt x="1783935" y="498650"/>
                  </a:lnTo>
                  <a:lnTo>
                    <a:pt x="1776111" y="498650"/>
                  </a:lnTo>
                  <a:lnTo>
                    <a:pt x="1768287" y="498650"/>
                  </a:lnTo>
                  <a:lnTo>
                    <a:pt x="1760462" y="498650"/>
                  </a:lnTo>
                  <a:lnTo>
                    <a:pt x="1752638" y="498650"/>
                  </a:lnTo>
                  <a:lnTo>
                    <a:pt x="1744814" y="498650"/>
                  </a:lnTo>
                  <a:lnTo>
                    <a:pt x="1736990" y="498650"/>
                  </a:lnTo>
                  <a:lnTo>
                    <a:pt x="1729165" y="498650"/>
                  </a:lnTo>
                  <a:lnTo>
                    <a:pt x="1721341" y="498650"/>
                  </a:lnTo>
                  <a:lnTo>
                    <a:pt x="1713517" y="498650"/>
                  </a:lnTo>
                  <a:lnTo>
                    <a:pt x="1705692" y="498650"/>
                  </a:lnTo>
                  <a:lnTo>
                    <a:pt x="1697868" y="498650"/>
                  </a:lnTo>
                  <a:lnTo>
                    <a:pt x="1690044" y="498650"/>
                  </a:lnTo>
                  <a:lnTo>
                    <a:pt x="1682220" y="498650"/>
                  </a:lnTo>
                  <a:lnTo>
                    <a:pt x="1674395" y="498650"/>
                  </a:lnTo>
                  <a:lnTo>
                    <a:pt x="1666571" y="498650"/>
                  </a:lnTo>
                  <a:lnTo>
                    <a:pt x="1658747" y="498650"/>
                  </a:lnTo>
                  <a:lnTo>
                    <a:pt x="1650922" y="498650"/>
                  </a:lnTo>
                  <a:lnTo>
                    <a:pt x="1643098" y="498650"/>
                  </a:lnTo>
                  <a:lnTo>
                    <a:pt x="1635274" y="498650"/>
                  </a:lnTo>
                  <a:lnTo>
                    <a:pt x="1627450" y="498650"/>
                  </a:lnTo>
                  <a:lnTo>
                    <a:pt x="1619625" y="498650"/>
                  </a:lnTo>
                  <a:lnTo>
                    <a:pt x="1611801" y="498650"/>
                  </a:lnTo>
                  <a:lnTo>
                    <a:pt x="1603977" y="498650"/>
                  </a:lnTo>
                  <a:lnTo>
                    <a:pt x="1596152" y="498650"/>
                  </a:lnTo>
                  <a:lnTo>
                    <a:pt x="1588328" y="498650"/>
                  </a:lnTo>
                  <a:lnTo>
                    <a:pt x="1580504" y="498650"/>
                  </a:lnTo>
                  <a:lnTo>
                    <a:pt x="1572680" y="498650"/>
                  </a:lnTo>
                  <a:lnTo>
                    <a:pt x="1564855" y="498650"/>
                  </a:lnTo>
                  <a:lnTo>
                    <a:pt x="1557031" y="498650"/>
                  </a:lnTo>
                  <a:lnTo>
                    <a:pt x="1549207" y="498650"/>
                  </a:lnTo>
                  <a:lnTo>
                    <a:pt x="1541383" y="498650"/>
                  </a:lnTo>
                  <a:lnTo>
                    <a:pt x="1533558" y="498650"/>
                  </a:lnTo>
                  <a:lnTo>
                    <a:pt x="1525734" y="498650"/>
                  </a:lnTo>
                  <a:lnTo>
                    <a:pt x="1517910" y="498650"/>
                  </a:lnTo>
                  <a:lnTo>
                    <a:pt x="1510085" y="498650"/>
                  </a:lnTo>
                  <a:lnTo>
                    <a:pt x="1502261" y="498650"/>
                  </a:lnTo>
                  <a:lnTo>
                    <a:pt x="1494437" y="498650"/>
                  </a:lnTo>
                  <a:lnTo>
                    <a:pt x="1486613" y="498650"/>
                  </a:lnTo>
                  <a:lnTo>
                    <a:pt x="1478788" y="498650"/>
                  </a:lnTo>
                  <a:lnTo>
                    <a:pt x="1470964" y="498650"/>
                  </a:lnTo>
                  <a:lnTo>
                    <a:pt x="1463140" y="498650"/>
                  </a:lnTo>
                  <a:lnTo>
                    <a:pt x="1455315" y="498650"/>
                  </a:lnTo>
                  <a:lnTo>
                    <a:pt x="1447491" y="498650"/>
                  </a:lnTo>
                  <a:lnTo>
                    <a:pt x="1439667" y="498650"/>
                  </a:lnTo>
                  <a:lnTo>
                    <a:pt x="1431843" y="498650"/>
                  </a:lnTo>
                  <a:lnTo>
                    <a:pt x="1424018" y="498650"/>
                  </a:lnTo>
                  <a:lnTo>
                    <a:pt x="1416194" y="498650"/>
                  </a:lnTo>
                  <a:lnTo>
                    <a:pt x="1408370" y="498650"/>
                  </a:lnTo>
                  <a:lnTo>
                    <a:pt x="1400545" y="498650"/>
                  </a:lnTo>
                  <a:lnTo>
                    <a:pt x="1392721" y="498650"/>
                  </a:lnTo>
                  <a:lnTo>
                    <a:pt x="1384897" y="498650"/>
                  </a:lnTo>
                  <a:lnTo>
                    <a:pt x="1377073" y="498650"/>
                  </a:lnTo>
                  <a:lnTo>
                    <a:pt x="1369248" y="498650"/>
                  </a:lnTo>
                  <a:lnTo>
                    <a:pt x="1361424" y="498650"/>
                  </a:lnTo>
                  <a:lnTo>
                    <a:pt x="1353600" y="498650"/>
                  </a:lnTo>
                  <a:lnTo>
                    <a:pt x="1345776" y="498650"/>
                  </a:lnTo>
                  <a:lnTo>
                    <a:pt x="1337951" y="498650"/>
                  </a:lnTo>
                  <a:lnTo>
                    <a:pt x="1330127" y="498650"/>
                  </a:lnTo>
                  <a:lnTo>
                    <a:pt x="1322303" y="498650"/>
                  </a:lnTo>
                  <a:lnTo>
                    <a:pt x="1314478" y="498650"/>
                  </a:lnTo>
                  <a:lnTo>
                    <a:pt x="1306654" y="498650"/>
                  </a:lnTo>
                  <a:lnTo>
                    <a:pt x="1298830" y="498650"/>
                  </a:lnTo>
                  <a:lnTo>
                    <a:pt x="1291006" y="498650"/>
                  </a:lnTo>
                  <a:lnTo>
                    <a:pt x="1283181" y="498650"/>
                  </a:lnTo>
                  <a:lnTo>
                    <a:pt x="1275357" y="498650"/>
                  </a:lnTo>
                  <a:lnTo>
                    <a:pt x="1267533" y="498650"/>
                  </a:lnTo>
                  <a:lnTo>
                    <a:pt x="1259708" y="498650"/>
                  </a:lnTo>
                  <a:lnTo>
                    <a:pt x="1251884" y="498650"/>
                  </a:lnTo>
                  <a:lnTo>
                    <a:pt x="1244060" y="498650"/>
                  </a:lnTo>
                  <a:lnTo>
                    <a:pt x="1236236" y="498650"/>
                  </a:lnTo>
                  <a:lnTo>
                    <a:pt x="1228411" y="498650"/>
                  </a:lnTo>
                  <a:lnTo>
                    <a:pt x="1220587" y="498650"/>
                  </a:lnTo>
                  <a:lnTo>
                    <a:pt x="1212763" y="498650"/>
                  </a:lnTo>
                  <a:lnTo>
                    <a:pt x="1204939" y="498650"/>
                  </a:lnTo>
                  <a:lnTo>
                    <a:pt x="1197114" y="498650"/>
                  </a:lnTo>
                  <a:lnTo>
                    <a:pt x="1189290" y="498650"/>
                  </a:lnTo>
                  <a:lnTo>
                    <a:pt x="1181466" y="498650"/>
                  </a:lnTo>
                  <a:lnTo>
                    <a:pt x="1173641" y="498650"/>
                  </a:lnTo>
                  <a:lnTo>
                    <a:pt x="1165817" y="498650"/>
                  </a:lnTo>
                  <a:lnTo>
                    <a:pt x="1157993" y="498650"/>
                  </a:lnTo>
                  <a:lnTo>
                    <a:pt x="1150169" y="498650"/>
                  </a:lnTo>
                  <a:lnTo>
                    <a:pt x="1142344" y="498650"/>
                  </a:lnTo>
                  <a:lnTo>
                    <a:pt x="1134520" y="498650"/>
                  </a:lnTo>
                  <a:lnTo>
                    <a:pt x="1126696" y="498650"/>
                  </a:lnTo>
                  <a:lnTo>
                    <a:pt x="1118871" y="498650"/>
                  </a:lnTo>
                  <a:lnTo>
                    <a:pt x="1111047" y="498650"/>
                  </a:lnTo>
                  <a:lnTo>
                    <a:pt x="1103223" y="498650"/>
                  </a:lnTo>
                  <a:lnTo>
                    <a:pt x="1095399" y="498650"/>
                  </a:lnTo>
                  <a:lnTo>
                    <a:pt x="1087574" y="498650"/>
                  </a:lnTo>
                  <a:lnTo>
                    <a:pt x="1079750" y="498650"/>
                  </a:lnTo>
                  <a:lnTo>
                    <a:pt x="1071926" y="498650"/>
                  </a:lnTo>
                  <a:lnTo>
                    <a:pt x="1064101" y="498650"/>
                  </a:lnTo>
                  <a:lnTo>
                    <a:pt x="1056277" y="498650"/>
                  </a:lnTo>
                  <a:lnTo>
                    <a:pt x="1048453" y="498650"/>
                  </a:lnTo>
                  <a:lnTo>
                    <a:pt x="1040629" y="498650"/>
                  </a:lnTo>
                  <a:lnTo>
                    <a:pt x="1032804" y="498650"/>
                  </a:lnTo>
                  <a:lnTo>
                    <a:pt x="1024980" y="498650"/>
                  </a:lnTo>
                  <a:lnTo>
                    <a:pt x="1017156" y="498650"/>
                  </a:lnTo>
                  <a:lnTo>
                    <a:pt x="1009332" y="498650"/>
                  </a:lnTo>
                  <a:lnTo>
                    <a:pt x="1001507" y="498650"/>
                  </a:lnTo>
                  <a:lnTo>
                    <a:pt x="993683" y="498650"/>
                  </a:lnTo>
                  <a:lnTo>
                    <a:pt x="985859" y="498650"/>
                  </a:lnTo>
                  <a:lnTo>
                    <a:pt x="978034" y="498650"/>
                  </a:lnTo>
                  <a:lnTo>
                    <a:pt x="970210" y="498650"/>
                  </a:lnTo>
                  <a:lnTo>
                    <a:pt x="962386" y="498650"/>
                  </a:lnTo>
                  <a:lnTo>
                    <a:pt x="954562" y="498650"/>
                  </a:lnTo>
                  <a:lnTo>
                    <a:pt x="946737" y="498650"/>
                  </a:lnTo>
                  <a:lnTo>
                    <a:pt x="938913" y="498650"/>
                  </a:lnTo>
                  <a:lnTo>
                    <a:pt x="931089" y="498650"/>
                  </a:lnTo>
                  <a:lnTo>
                    <a:pt x="923264" y="498650"/>
                  </a:lnTo>
                  <a:lnTo>
                    <a:pt x="915440" y="498650"/>
                  </a:lnTo>
                  <a:lnTo>
                    <a:pt x="907616" y="498650"/>
                  </a:lnTo>
                  <a:lnTo>
                    <a:pt x="899792" y="498650"/>
                  </a:lnTo>
                  <a:lnTo>
                    <a:pt x="891967" y="498650"/>
                  </a:lnTo>
                  <a:lnTo>
                    <a:pt x="884143" y="498650"/>
                  </a:lnTo>
                  <a:lnTo>
                    <a:pt x="876319" y="498650"/>
                  </a:lnTo>
                  <a:lnTo>
                    <a:pt x="868495" y="498650"/>
                  </a:lnTo>
                  <a:lnTo>
                    <a:pt x="860670" y="498650"/>
                  </a:lnTo>
                  <a:lnTo>
                    <a:pt x="852846" y="498650"/>
                  </a:lnTo>
                  <a:lnTo>
                    <a:pt x="845022" y="498650"/>
                  </a:lnTo>
                  <a:lnTo>
                    <a:pt x="837197" y="498650"/>
                  </a:lnTo>
                  <a:lnTo>
                    <a:pt x="829373" y="498650"/>
                  </a:lnTo>
                  <a:lnTo>
                    <a:pt x="821549" y="498650"/>
                  </a:lnTo>
                  <a:lnTo>
                    <a:pt x="813725" y="498650"/>
                  </a:lnTo>
                  <a:lnTo>
                    <a:pt x="805900" y="498650"/>
                  </a:lnTo>
                  <a:lnTo>
                    <a:pt x="798076" y="498650"/>
                  </a:lnTo>
                  <a:lnTo>
                    <a:pt x="790252" y="498650"/>
                  </a:lnTo>
                  <a:lnTo>
                    <a:pt x="782427" y="498650"/>
                  </a:lnTo>
                  <a:lnTo>
                    <a:pt x="774603" y="498650"/>
                  </a:lnTo>
                  <a:lnTo>
                    <a:pt x="766779" y="498650"/>
                  </a:lnTo>
                  <a:lnTo>
                    <a:pt x="758955" y="498650"/>
                  </a:lnTo>
                  <a:lnTo>
                    <a:pt x="751130" y="498650"/>
                  </a:lnTo>
                  <a:lnTo>
                    <a:pt x="743306" y="498650"/>
                  </a:lnTo>
                  <a:lnTo>
                    <a:pt x="735482" y="498650"/>
                  </a:lnTo>
                  <a:lnTo>
                    <a:pt x="727657" y="498650"/>
                  </a:lnTo>
                  <a:lnTo>
                    <a:pt x="719833" y="498650"/>
                  </a:lnTo>
                  <a:lnTo>
                    <a:pt x="712009" y="498650"/>
                  </a:lnTo>
                  <a:lnTo>
                    <a:pt x="704185" y="498650"/>
                  </a:lnTo>
                  <a:lnTo>
                    <a:pt x="696360" y="498650"/>
                  </a:lnTo>
                  <a:lnTo>
                    <a:pt x="688536" y="498650"/>
                  </a:lnTo>
                  <a:lnTo>
                    <a:pt x="680712" y="498650"/>
                  </a:lnTo>
                  <a:lnTo>
                    <a:pt x="672888" y="498650"/>
                  </a:lnTo>
                  <a:lnTo>
                    <a:pt x="665063" y="498650"/>
                  </a:lnTo>
                  <a:lnTo>
                    <a:pt x="657239" y="498650"/>
                  </a:lnTo>
                  <a:lnTo>
                    <a:pt x="649415" y="498650"/>
                  </a:lnTo>
                  <a:lnTo>
                    <a:pt x="641590" y="498650"/>
                  </a:lnTo>
                  <a:lnTo>
                    <a:pt x="633766" y="498650"/>
                  </a:lnTo>
                  <a:lnTo>
                    <a:pt x="625942" y="498650"/>
                  </a:lnTo>
                  <a:lnTo>
                    <a:pt x="618118" y="498650"/>
                  </a:lnTo>
                  <a:lnTo>
                    <a:pt x="610293" y="498650"/>
                  </a:lnTo>
                  <a:lnTo>
                    <a:pt x="602469" y="498650"/>
                  </a:lnTo>
                  <a:lnTo>
                    <a:pt x="594645" y="498650"/>
                  </a:lnTo>
                  <a:lnTo>
                    <a:pt x="586820" y="498650"/>
                  </a:lnTo>
                  <a:lnTo>
                    <a:pt x="578996" y="498650"/>
                  </a:lnTo>
                  <a:lnTo>
                    <a:pt x="571172" y="498650"/>
                  </a:lnTo>
                  <a:lnTo>
                    <a:pt x="563348" y="498650"/>
                  </a:lnTo>
                  <a:lnTo>
                    <a:pt x="555523" y="498650"/>
                  </a:lnTo>
                  <a:lnTo>
                    <a:pt x="547699" y="498650"/>
                  </a:lnTo>
                  <a:lnTo>
                    <a:pt x="539875" y="498650"/>
                  </a:lnTo>
                  <a:lnTo>
                    <a:pt x="532050" y="498650"/>
                  </a:lnTo>
                  <a:lnTo>
                    <a:pt x="524226" y="498650"/>
                  </a:lnTo>
                  <a:lnTo>
                    <a:pt x="516402" y="498650"/>
                  </a:lnTo>
                  <a:lnTo>
                    <a:pt x="508578" y="498650"/>
                  </a:lnTo>
                  <a:lnTo>
                    <a:pt x="500753" y="498650"/>
                  </a:lnTo>
                  <a:lnTo>
                    <a:pt x="492929" y="498650"/>
                  </a:lnTo>
                  <a:lnTo>
                    <a:pt x="485105" y="498650"/>
                  </a:lnTo>
                  <a:lnTo>
                    <a:pt x="477281" y="498650"/>
                  </a:lnTo>
                  <a:lnTo>
                    <a:pt x="469456" y="498650"/>
                  </a:lnTo>
                  <a:lnTo>
                    <a:pt x="461632" y="498650"/>
                  </a:lnTo>
                  <a:lnTo>
                    <a:pt x="453808" y="498650"/>
                  </a:lnTo>
                  <a:lnTo>
                    <a:pt x="445983" y="498650"/>
                  </a:lnTo>
                  <a:lnTo>
                    <a:pt x="438159" y="498650"/>
                  </a:lnTo>
                  <a:lnTo>
                    <a:pt x="430335" y="498650"/>
                  </a:lnTo>
                  <a:lnTo>
                    <a:pt x="422511" y="498650"/>
                  </a:lnTo>
                  <a:lnTo>
                    <a:pt x="414686" y="498650"/>
                  </a:lnTo>
                  <a:lnTo>
                    <a:pt x="406862" y="498650"/>
                  </a:lnTo>
                  <a:lnTo>
                    <a:pt x="399038" y="498650"/>
                  </a:lnTo>
                  <a:lnTo>
                    <a:pt x="391213" y="498650"/>
                  </a:lnTo>
                  <a:lnTo>
                    <a:pt x="383389" y="498650"/>
                  </a:lnTo>
                  <a:lnTo>
                    <a:pt x="375565" y="498650"/>
                  </a:lnTo>
                  <a:lnTo>
                    <a:pt x="367741" y="498650"/>
                  </a:lnTo>
                  <a:lnTo>
                    <a:pt x="359916" y="498650"/>
                  </a:lnTo>
                  <a:lnTo>
                    <a:pt x="352092" y="498650"/>
                  </a:lnTo>
                  <a:lnTo>
                    <a:pt x="344268" y="498650"/>
                  </a:lnTo>
                  <a:lnTo>
                    <a:pt x="336444" y="498650"/>
                  </a:lnTo>
                  <a:lnTo>
                    <a:pt x="328619" y="498650"/>
                  </a:lnTo>
                  <a:lnTo>
                    <a:pt x="320795" y="498650"/>
                  </a:lnTo>
                  <a:lnTo>
                    <a:pt x="312971" y="498650"/>
                  </a:lnTo>
                  <a:lnTo>
                    <a:pt x="305146" y="498650"/>
                  </a:lnTo>
                  <a:lnTo>
                    <a:pt x="297322" y="498650"/>
                  </a:lnTo>
                  <a:lnTo>
                    <a:pt x="289498" y="498650"/>
                  </a:lnTo>
                  <a:lnTo>
                    <a:pt x="281674" y="498650"/>
                  </a:lnTo>
                  <a:lnTo>
                    <a:pt x="273849" y="498650"/>
                  </a:lnTo>
                  <a:lnTo>
                    <a:pt x="266025" y="498650"/>
                  </a:lnTo>
                  <a:lnTo>
                    <a:pt x="258201" y="498650"/>
                  </a:lnTo>
                  <a:lnTo>
                    <a:pt x="250376" y="498650"/>
                  </a:lnTo>
                  <a:lnTo>
                    <a:pt x="242552" y="498650"/>
                  </a:lnTo>
                  <a:lnTo>
                    <a:pt x="234728" y="498650"/>
                  </a:lnTo>
                  <a:lnTo>
                    <a:pt x="226904" y="498650"/>
                  </a:lnTo>
                  <a:lnTo>
                    <a:pt x="219079" y="498650"/>
                  </a:lnTo>
                  <a:lnTo>
                    <a:pt x="211255" y="498650"/>
                  </a:lnTo>
                  <a:lnTo>
                    <a:pt x="203431" y="498650"/>
                  </a:lnTo>
                  <a:lnTo>
                    <a:pt x="195606" y="498650"/>
                  </a:lnTo>
                  <a:lnTo>
                    <a:pt x="187782" y="498650"/>
                  </a:lnTo>
                  <a:lnTo>
                    <a:pt x="179958" y="498650"/>
                  </a:lnTo>
                  <a:lnTo>
                    <a:pt x="172134" y="498650"/>
                  </a:lnTo>
                  <a:lnTo>
                    <a:pt x="164309" y="498650"/>
                  </a:lnTo>
                  <a:lnTo>
                    <a:pt x="156485" y="498650"/>
                  </a:lnTo>
                  <a:lnTo>
                    <a:pt x="148661" y="498650"/>
                  </a:lnTo>
                  <a:lnTo>
                    <a:pt x="140837" y="498650"/>
                  </a:lnTo>
                  <a:lnTo>
                    <a:pt x="133012" y="498650"/>
                  </a:lnTo>
                  <a:lnTo>
                    <a:pt x="125188" y="498650"/>
                  </a:lnTo>
                  <a:lnTo>
                    <a:pt x="117364" y="498650"/>
                  </a:lnTo>
                  <a:lnTo>
                    <a:pt x="109539" y="498650"/>
                  </a:lnTo>
                  <a:lnTo>
                    <a:pt x="101715" y="498650"/>
                  </a:lnTo>
                  <a:lnTo>
                    <a:pt x="93891" y="498650"/>
                  </a:lnTo>
                  <a:lnTo>
                    <a:pt x="86067" y="498650"/>
                  </a:lnTo>
                  <a:lnTo>
                    <a:pt x="78242" y="498650"/>
                  </a:lnTo>
                  <a:lnTo>
                    <a:pt x="70418" y="498650"/>
                  </a:lnTo>
                  <a:lnTo>
                    <a:pt x="62594" y="498650"/>
                  </a:lnTo>
                  <a:lnTo>
                    <a:pt x="54769" y="498650"/>
                  </a:lnTo>
                  <a:lnTo>
                    <a:pt x="46945" y="498650"/>
                  </a:lnTo>
                  <a:lnTo>
                    <a:pt x="39121" y="498650"/>
                  </a:lnTo>
                  <a:lnTo>
                    <a:pt x="31297" y="498650"/>
                  </a:lnTo>
                  <a:lnTo>
                    <a:pt x="23472" y="498650"/>
                  </a:lnTo>
                  <a:lnTo>
                    <a:pt x="15648" y="498650"/>
                  </a:lnTo>
                  <a:lnTo>
                    <a:pt x="7824" y="498650"/>
                  </a:lnTo>
                  <a:close/>
                </a:path>
              </a:pathLst>
            </a:custGeom>
            <a:solidFill>
              <a:srgbClr val="007B82">
                <a:alpha val="10196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1799718" y="1113649"/>
              <a:ext cx="3998206" cy="498643"/>
            </a:xfrm>
            <a:custGeom>
              <a:avLst/>
              <a:gdLst/>
              <a:ahLst/>
              <a:cxnLst/>
              <a:rect l="0" t="0" r="0" b="0"/>
              <a:pathLst>
                <a:path w="3998206" h="498643">
                  <a:moveTo>
                    <a:pt x="0" y="498643"/>
                  </a:moveTo>
                  <a:lnTo>
                    <a:pt x="7824" y="498641"/>
                  </a:lnTo>
                  <a:lnTo>
                    <a:pt x="15648" y="498637"/>
                  </a:lnTo>
                  <a:lnTo>
                    <a:pt x="23472" y="498633"/>
                  </a:lnTo>
                  <a:lnTo>
                    <a:pt x="31297" y="498627"/>
                  </a:lnTo>
                  <a:lnTo>
                    <a:pt x="39121" y="498620"/>
                  </a:lnTo>
                  <a:lnTo>
                    <a:pt x="46945" y="498610"/>
                  </a:lnTo>
                  <a:lnTo>
                    <a:pt x="54769" y="498598"/>
                  </a:lnTo>
                  <a:lnTo>
                    <a:pt x="62594" y="498582"/>
                  </a:lnTo>
                  <a:lnTo>
                    <a:pt x="70418" y="498562"/>
                  </a:lnTo>
                  <a:lnTo>
                    <a:pt x="78242" y="498538"/>
                  </a:lnTo>
                  <a:lnTo>
                    <a:pt x="86067" y="498509"/>
                  </a:lnTo>
                  <a:lnTo>
                    <a:pt x="93891" y="498474"/>
                  </a:lnTo>
                  <a:lnTo>
                    <a:pt x="101715" y="498432"/>
                  </a:lnTo>
                  <a:lnTo>
                    <a:pt x="109539" y="498380"/>
                  </a:lnTo>
                  <a:lnTo>
                    <a:pt x="117364" y="498319"/>
                  </a:lnTo>
                  <a:lnTo>
                    <a:pt x="125188" y="498249"/>
                  </a:lnTo>
                  <a:lnTo>
                    <a:pt x="133012" y="498168"/>
                  </a:lnTo>
                  <a:lnTo>
                    <a:pt x="140837" y="498075"/>
                  </a:lnTo>
                  <a:lnTo>
                    <a:pt x="148661" y="497970"/>
                  </a:lnTo>
                  <a:lnTo>
                    <a:pt x="156485" y="497851"/>
                  </a:lnTo>
                  <a:lnTo>
                    <a:pt x="164309" y="497718"/>
                  </a:lnTo>
                  <a:lnTo>
                    <a:pt x="172134" y="497573"/>
                  </a:lnTo>
                  <a:lnTo>
                    <a:pt x="179958" y="497415"/>
                  </a:lnTo>
                  <a:lnTo>
                    <a:pt x="187782" y="497247"/>
                  </a:lnTo>
                  <a:lnTo>
                    <a:pt x="195606" y="497068"/>
                  </a:lnTo>
                  <a:lnTo>
                    <a:pt x="203431" y="496880"/>
                  </a:lnTo>
                  <a:lnTo>
                    <a:pt x="211255" y="496685"/>
                  </a:lnTo>
                  <a:lnTo>
                    <a:pt x="219079" y="496486"/>
                  </a:lnTo>
                  <a:lnTo>
                    <a:pt x="226904" y="496287"/>
                  </a:lnTo>
                  <a:lnTo>
                    <a:pt x="234728" y="496091"/>
                  </a:lnTo>
                  <a:lnTo>
                    <a:pt x="242552" y="495900"/>
                  </a:lnTo>
                  <a:lnTo>
                    <a:pt x="250376" y="495718"/>
                  </a:lnTo>
                  <a:lnTo>
                    <a:pt x="258201" y="495548"/>
                  </a:lnTo>
                  <a:lnTo>
                    <a:pt x="266025" y="495398"/>
                  </a:lnTo>
                  <a:lnTo>
                    <a:pt x="273849" y="495268"/>
                  </a:lnTo>
                  <a:lnTo>
                    <a:pt x="281674" y="495160"/>
                  </a:lnTo>
                  <a:lnTo>
                    <a:pt x="289498" y="495076"/>
                  </a:lnTo>
                  <a:lnTo>
                    <a:pt x="297322" y="495019"/>
                  </a:lnTo>
                  <a:lnTo>
                    <a:pt x="305146" y="494990"/>
                  </a:lnTo>
                  <a:lnTo>
                    <a:pt x="312971" y="494993"/>
                  </a:lnTo>
                  <a:lnTo>
                    <a:pt x="320795" y="495026"/>
                  </a:lnTo>
                  <a:lnTo>
                    <a:pt x="328619" y="495088"/>
                  </a:lnTo>
                  <a:lnTo>
                    <a:pt x="336444" y="495176"/>
                  </a:lnTo>
                  <a:lnTo>
                    <a:pt x="344268" y="495288"/>
                  </a:lnTo>
                  <a:lnTo>
                    <a:pt x="352092" y="495421"/>
                  </a:lnTo>
                  <a:lnTo>
                    <a:pt x="359916" y="495575"/>
                  </a:lnTo>
                  <a:lnTo>
                    <a:pt x="367741" y="495746"/>
                  </a:lnTo>
                  <a:lnTo>
                    <a:pt x="375565" y="495930"/>
                  </a:lnTo>
                  <a:lnTo>
                    <a:pt x="383389" y="496123"/>
                  </a:lnTo>
                  <a:lnTo>
                    <a:pt x="391213" y="496320"/>
                  </a:lnTo>
                  <a:lnTo>
                    <a:pt x="399038" y="496519"/>
                  </a:lnTo>
                  <a:lnTo>
                    <a:pt x="406862" y="496717"/>
                  </a:lnTo>
                  <a:lnTo>
                    <a:pt x="414686" y="496911"/>
                  </a:lnTo>
                  <a:lnTo>
                    <a:pt x="422511" y="497097"/>
                  </a:lnTo>
                  <a:lnTo>
                    <a:pt x="430335" y="497275"/>
                  </a:lnTo>
                  <a:lnTo>
                    <a:pt x="438159" y="497442"/>
                  </a:lnTo>
                  <a:lnTo>
                    <a:pt x="445983" y="497597"/>
                  </a:lnTo>
                  <a:lnTo>
                    <a:pt x="453808" y="497740"/>
                  </a:lnTo>
                  <a:lnTo>
                    <a:pt x="461632" y="497871"/>
                  </a:lnTo>
                  <a:lnTo>
                    <a:pt x="469456" y="497988"/>
                  </a:lnTo>
                  <a:lnTo>
                    <a:pt x="477281" y="498090"/>
                  </a:lnTo>
                  <a:lnTo>
                    <a:pt x="485105" y="498180"/>
                  </a:lnTo>
                  <a:lnTo>
                    <a:pt x="492929" y="498259"/>
                  </a:lnTo>
                  <a:lnTo>
                    <a:pt x="500753" y="498328"/>
                  </a:lnTo>
                  <a:lnTo>
                    <a:pt x="508578" y="498386"/>
                  </a:lnTo>
                  <a:lnTo>
                    <a:pt x="516402" y="498435"/>
                  </a:lnTo>
                  <a:lnTo>
                    <a:pt x="524226" y="498475"/>
                  </a:lnTo>
                  <a:lnTo>
                    <a:pt x="532050" y="498507"/>
                  </a:lnTo>
                  <a:lnTo>
                    <a:pt x="539875" y="498532"/>
                  </a:lnTo>
                  <a:lnTo>
                    <a:pt x="547699" y="498551"/>
                  </a:lnTo>
                  <a:lnTo>
                    <a:pt x="555523" y="498565"/>
                  </a:lnTo>
                  <a:lnTo>
                    <a:pt x="563348" y="498574"/>
                  </a:lnTo>
                  <a:lnTo>
                    <a:pt x="571172" y="498577"/>
                  </a:lnTo>
                  <a:lnTo>
                    <a:pt x="578996" y="498576"/>
                  </a:lnTo>
                  <a:lnTo>
                    <a:pt x="586820" y="498569"/>
                  </a:lnTo>
                  <a:lnTo>
                    <a:pt x="594645" y="498557"/>
                  </a:lnTo>
                  <a:lnTo>
                    <a:pt x="602469" y="498540"/>
                  </a:lnTo>
                  <a:lnTo>
                    <a:pt x="610293" y="498518"/>
                  </a:lnTo>
                  <a:lnTo>
                    <a:pt x="618118" y="498488"/>
                  </a:lnTo>
                  <a:lnTo>
                    <a:pt x="625942" y="498452"/>
                  </a:lnTo>
                  <a:lnTo>
                    <a:pt x="633766" y="498407"/>
                  </a:lnTo>
                  <a:lnTo>
                    <a:pt x="641590" y="498352"/>
                  </a:lnTo>
                  <a:lnTo>
                    <a:pt x="649415" y="498288"/>
                  </a:lnTo>
                  <a:lnTo>
                    <a:pt x="657239" y="498213"/>
                  </a:lnTo>
                  <a:lnTo>
                    <a:pt x="665063" y="498128"/>
                  </a:lnTo>
                  <a:lnTo>
                    <a:pt x="672888" y="498030"/>
                  </a:lnTo>
                  <a:lnTo>
                    <a:pt x="680712" y="497919"/>
                  </a:lnTo>
                  <a:lnTo>
                    <a:pt x="688536" y="497793"/>
                  </a:lnTo>
                  <a:lnTo>
                    <a:pt x="696360" y="497655"/>
                  </a:lnTo>
                  <a:lnTo>
                    <a:pt x="704185" y="497504"/>
                  </a:lnTo>
                  <a:lnTo>
                    <a:pt x="712009" y="497341"/>
                  </a:lnTo>
                  <a:lnTo>
                    <a:pt x="719833" y="497167"/>
                  </a:lnTo>
                  <a:lnTo>
                    <a:pt x="727657" y="496984"/>
                  </a:lnTo>
                  <a:lnTo>
                    <a:pt x="735482" y="496792"/>
                  </a:lnTo>
                  <a:lnTo>
                    <a:pt x="743306" y="496595"/>
                  </a:lnTo>
                  <a:lnTo>
                    <a:pt x="751130" y="496395"/>
                  </a:lnTo>
                  <a:lnTo>
                    <a:pt x="758955" y="496196"/>
                  </a:lnTo>
                  <a:lnTo>
                    <a:pt x="766779" y="496001"/>
                  </a:lnTo>
                  <a:lnTo>
                    <a:pt x="774603" y="495813"/>
                  </a:lnTo>
                  <a:lnTo>
                    <a:pt x="782427" y="495636"/>
                  </a:lnTo>
                  <a:lnTo>
                    <a:pt x="790252" y="495474"/>
                  </a:lnTo>
                  <a:lnTo>
                    <a:pt x="798076" y="495332"/>
                  </a:lnTo>
                  <a:lnTo>
                    <a:pt x="805900" y="495211"/>
                  </a:lnTo>
                  <a:lnTo>
                    <a:pt x="813725" y="495113"/>
                  </a:lnTo>
                  <a:lnTo>
                    <a:pt x="821549" y="495041"/>
                  </a:lnTo>
                  <a:lnTo>
                    <a:pt x="829373" y="494996"/>
                  </a:lnTo>
                  <a:lnTo>
                    <a:pt x="837197" y="494979"/>
                  </a:lnTo>
                  <a:lnTo>
                    <a:pt x="845022" y="494996"/>
                  </a:lnTo>
                  <a:lnTo>
                    <a:pt x="852846" y="495041"/>
                  </a:lnTo>
                  <a:lnTo>
                    <a:pt x="860670" y="495112"/>
                  </a:lnTo>
                  <a:lnTo>
                    <a:pt x="868495" y="495208"/>
                  </a:lnTo>
                  <a:lnTo>
                    <a:pt x="876319" y="495327"/>
                  </a:lnTo>
                  <a:lnTo>
                    <a:pt x="884143" y="495465"/>
                  </a:lnTo>
                  <a:lnTo>
                    <a:pt x="891967" y="495620"/>
                  </a:lnTo>
                  <a:lnTo>
                    <a:pt x="899792" y="495789"/>
                  </a:lnTo>
                  <a:lnTo>
                    <a:pt x="907616" y="495966"/>
                  </a:lnTo>
                  <a:lnTo>
                    <a:pt x="915440" y="496146"/>
                  </a:lnTo>
                  <a:lnTo>
                    <a:pt x="923264" y="496325"/>
                  </a:lnTo>
                  <a:lnTo>
                    <a:pt x="931089" y="496500"/>
                  </a:lnTo>
                  <a:lnTo>
                    <a:pt x="938913" y="496668"/>
                  </a:lnTo>
                  <a:lnTo>
                    <a:pt x="946737" y="496822"/>
                  </a:lnTo>
                  <a:lnTo>
                    <a:pt x="954562" y="496959"/>
                  </a:lnTo>
                  <a:lnTo>
                    <a:pt x="962386" y="497076"/>
                  </a:lnTo>
                  <a:lnTo>
                    <a:pt x="970210" y="497171"/>
                  </a:lnTo>
                  <a:lnTo>
                    <a:pt x="978034" y="497242"/>
                  </a:lnTo>
                  <a:lnTo>
                    <a:pt x="985859" y="497287"/>
                  </a:lnTo>
                  <a:lnTo>
                    <a:pt x="993683" y="497303"/>
                  </a:lnTo>
                  <a:lnTo>
                    <a:pt x="1001507" y="497284"/>
                  </a:lnTo>
                  <a:lnTo>
                    <a:pt x="1009332" y="497232"/>
                  </a:lnTo>
                  <a:lnTo>
                    <a:pt x="1017156" y="497147"/>
                  </a:lnTo>
                  <a:lnTo>
                    <a:pt x="1024980" y="497028"/>
                  </a:lnTo>
                  <a:lnTo>
                    <a:pt x="1032804" y="496874"/>
                  </a:lnTo>
                  <a:lnTo>
                    <a:pt x="1040629" y="496685"/>
                  </a:lnTo>
                  <a:lnTo>
                    <a:pt x="1048453" y="496462"/>
                  </a:lnTo>
                  <a:lnTo>
                    <a:pt x="1056277" y="496195"/>
                  </a:lnTo>
                  <a:lnTo>
                    <a:pt x="1064101" y="495895"/>
                  </a:lnTo>
                  <a:lnTo>
                    <a:pt x="1071926" y="495560"/>
                  </a:lnTo>
                  <a:lnTo>
                    <a:pt x="1079750" y="495193"/>
                  </a:lnTo>
                  <a:lnTo>
                    <a:pt x="1087574" y="494793"/>
                  </a:lnTo>
                  <a:lnTo>
                    <a:pt x="1095399" y="494364"/>
                  </a:lnTo>
                  <a:lnTo>
                    <a:pt x="1103223" y="493905"/>
                  </a:lnTo>
                  <a:lnTo>
                    <a:pt x="1111047" y="493417"/>
                  </a:lnTo>
                  <a:lnTo>
                    <a:pt x="1118871" y="492908"/>
                  </a:lnTo>
                  <a:lnTo>
                    <a:pt x="1126696" y="492379"/>
                  </a:lnTo>
                  <a:lnTo>
                    <a:pt x="1134520" y="491835"/>
                  </a:lnTo>
                  <a:lnTo>
                    <a:pt x="1142344" y="491280"/>
                  </a:lnTo>
                  <a:lnTo>
                    <a:pt x="1150169" y="490717"/>
                  </a:lnTo>
                  <a:lnTo>
                    <a:pt x="1157993" y="490151"/>
                  </a:lnTo>
                  <a:lnTo>
                    <a:pt x="1165817" y="489589"/>
                  </a:lnTo>
                  <a:lnTo>
                    <a:pt x="1173641" y="489035"/>
                  </a:lnTo>
                  <a:lnTo>
                    <a:pt x="1181466" y="488494"/>
                  </a:lnTo>
                  <a:lnTo>
                    <a:pt x="1189290" y="487970"/>
                  </a:lnTo>
                  <a:lnTo>
                    <a:pt x="1197114" y="487469"/>
                  </a:lnTo>
                  <a:lnTo>
                    <a:pt x="1204939" y="486995"/>
                  </a:lnTo>
                  <a:lnTo>
                    <a:pt x="1212763" y="486556"/>
                  </a:lnTo>
                  <a:lnTo>
                    <a:pt x="1220587" y="486153"/>
                  </a:lnTo>
                  <a:lnTo>
                    <a:pt x="1228411" y="485787"/>
                  </a:lnTo>
                  <a:lnTo>
                    <a:pt x="1236236" y="485458"/>
                  </a:lnTo>
                  <a:lnTo>
                    <a:pt x="1244060" y="485168"/>
                  </a:lnTo>
                  <a:lnTo>
                    <a:pt x="1251884" y="484913"/>
                  </a:lnTo>
                  <a:lnTo>
                    <a:pt x="1259708" y="484694"/>
                  </a:lnTo>
                  <a:lnTo>
                    <a:pt x="1267533" y="484511"/>
                  </a:lnTo>
                  <a:lnTo>
                    <a:pt x="1275357" y="484352"/>
                  </a:lnTo>
                  <a:lnTo>
                    <a:pt x="1283181" y="484210"/>
                  </a:lnTo>
                  <a:lnTo>
                    <a:pt x="1291006" y="484078"/>
                  </a:lnTo>
                  <a:lnTo>
                    <a:pt x="1298830" y="483948"/>
                  </a:lnTo>
                  <a:lnTo>
                    <a:pt x="1306654" y="483812"/>
                  </a:lnTo>
                  <a:lnTo>
                    <a:pt x="1314478" y="483659"/>
                  </a:lnTo>
                  <a:lnTo>
                    <a:pt x="1322303" y="483475"/>
                  </a:lnTo>
                  <a:lnTo>
                    <a:pt x="1330127" y="483253"/>
                  </a:lnTo>
                  <a:lnTo>
                    <a:pt x="1337951" y="482987"/>
                  </a:lnTo>
                  <a:lnTo>
                    <a:pt x="1345776" y="482670"/>
                  </a:lnTo>
                  <a:lnTo>
                    <a:pt x="1353600" y="482296"/>
                  </a:lnTo>
                  <a:lnTo>
                    <a:pt x="1361424" y="481861"/>
                  </a:lnTo>
                  <a:lnTo>
                    <a:pt x="1369248" y="481357"/>
                  </a:lnTo>
                  <a:lnTo>
                    <a:pt x="1377073" y="480784"/>
                  </a:lnTo>
                  <a:lnTo>
                    <a:pt x="1384897" y="480151"/>
                  </a:lnTo>
                  <a:lnTo>
                    <a:pt x="1392721" y="479462"/>
                  </a:lnTo>
                  <a:lnTo>
                    <a:pt x="1400545" y="478724"/>
                  </a:lnTo>
                  <a:lnTo>
                    <a:pt x="1408370" y="477944"/>
                  </a:lnTo>
                  <a:lnTo>
                    <a:pt x="1416194" y="477129"/>
                  </a:lnTo>
                  <a:lnTo>
                    <a:pt x="1424018" y="476288"/>
                  </a:lnTo>
                  <a:lnTo>
                    <a:pt x="1431843" y="475435"/>
                  </a:lnTo>
                  <a:lnTo>
                    <a:pt x="1439667" y="474583"/>
                  </a:lnTo>
                  <a:lnTo>
                    <a:pt x="1447491" y="473739"/>
                  </a:lnTo>
                  <a:lnTo>
                    <a:pt x="1455315" y="472912"/>
                  </a:lnTo>
                  <a:lnTo>
                    <a:pt x="1463140" y="472109"/>
                  </a:lnTo>
                  <a:lnTo>
                    <a:pt x="1470964" y="471336"/>
                  </a:lnTo>
                  <a:lnTo>
                    <a:pt x="1478788" y="470605"/>
                  </a:lnTo>
                  <a:lnTo>
                    <a:pt x="1486613" y="469909"/>
                  </a:lnTo>
                  <a:lnTo>
                    <a:pt x="1494437" y="469248"/>
                  </a:lnTo>
                  <a:lnTo>
                    <a:pt x="1502261" y="468617"/>
                  </a:lnTo>
                  <a:lnTo>
                    <a:pt x="1510085" y="468012"/>
                  </a:lnTo>
                  <a:lnTo>
                    <a:pt x="1517910" y="467425"/>
                  </a:lnTo>
                  <a:lnTo>
                    <a:pt x="1525734" y="466848"/>
                  </a:lnTo>
                  <a:lnTo>
                    <a:pt x="1533558" y="466267"/>
                  </a:lnTo>
                  <a:lnTo>
                    <a:pt x="1541383" y="465669"/>
                  </a:lnTo>
                  <a:lnTo>
                    <a:pt x="1549207" y="465041"/>
                  </a:lnTo>
                  <a:lnTo>
                    <a:pt x="1557031" y="464373"/>
                  </a:lnTo>
                  <a:lnTo>
                    <a:pt x="1564855" y="463651"/>
                  </a:lnTo>
                  <a:lnTo>
                    <a:pt x="1572680" y="462864"/>
                  </a:lnTo>
                  <a:lnTo>
                    <a:pt x="1580504" y="461991"/>
                  </a:lnTo>
                  <a:lnTo>
                    <a:pt x="1588328" y="461018"/>
                  </a:lnTo>
                  <a:lnTo>
                    <a:pt x="1596152" y="459944"/>
                  </a:lnTo>
                  <a:lnTo>
                    <a:pt x="1603977" y="458762"/>
                  </a:lnTo>
                  <a:lnTo>
                    <a:pt x="1611801" y="457464"/>
                  </a:lnTo>
                  <a:lnTo>
                    <a:pt x="1619625" y="456043"/>
                  </a:lnTo>
                  <a:lnTo>
                    <a:pt x="1627450" y="454491"/>
                  </a:lnTo>
                  <a:lnTo>
                    <a:pt x="1635274" y="452780"/>
                  </a:lnTo>
                  <a:lnTo>
                    <a:pt x="1643098" y="450913"/>
                  </a:lnTo>
                  <a:lnTo>
                    <a:pt x="1650922" y="448888"/>
                  </a:lnTo>
                  <a:lnTo>
                    <a:pt x="1658747" y="446694"/>
                  </a:lnTo>
                  <a:lnTo>
                    <a:pt x="1666571" y="444316"/>
                  </a:lnTo>
                  <a:lnTo>
                    <a:pt x="1674395" y="441738"/>
                  </a:lnTo>
                  <a:lnTo>
                    <a:pt x="1682220" y="438941"/>
                  </a:lnTo>
                  <a:lnTo>
                    <a:pt x="1690044" y="435842"/>
                  </a:lnTo>
                  <a:lnTo>
                    <a:pt x="1697868" y="432454"/>
                  </a:lnTo>
                  <a:lnTo>
                    <a:pt x="1705692" y="428744"/>
                  </a:lnTo>
                  <a:lnTo>
                    <a:pt x="1713517" y="424672"/>
                  </a:lnTo>
                  <a:lnTo>
                    <a:pt x="1721341" y="420196"/>
                  </a:lnTo>
                  <a:lnTo>
                    <a:pt x="1729165" y="415271"/>
                  </a:lnTo>
                  <a:lnTo>
                    <a:pt x="1736990" y="409817"/>
                  </a:lnTo>
                  <a:lnTo>
                    <a:pt x="1744814" y="403707"/>
                  </a:lnTo>
                  <a:lnTo>
                    <a:pt x="1752638" y="396967"/>
                  </a:lnTo>
                  <a:lnTo>
                    <a:pt x="1760462" y="389546"/>
                  </a:lnTo>
                  <a:lnTo>
                    <a:pt x="1768287" y="381393"/>
                  </a:lnTo>
                  <a:lnTo>
                    <a:pt x="1776111" y="372464"/>
                  </a:lnTo>
                  <a:lnTo>
                    <a:pt x="1783935" y="362717"/>
                  </a:lnTo>
                  <a:lnTo>
                    <a:pt x="1791759" y="352022"/>
                  </a:lnTo>
                  <a:lnTo>
                    <a:pt x="1799584" y="340347"/>
                  </a:lnTo>
                  <a:lnTo>
                    <a:pt x="1807408" y="327774"/>
                  </a:lnTo>
                  <a:lnTo>
                    <a:pt x="1815232" y="314308"/>
                  </a:lnTo>
                  <a:lnTo>
                    <a:pt x="1823057" y="299966"/>
                  </a:lnTo>
                  <a:lnTo>
                    <a:pt x="1830881" y="284780"/>
                  </a:lnTo>
                  <a:lnTo>
                    <a:pt x="1838705" y="268795"/>
                  </a:lnTo>
                  <a:lnTo>
                    <a:pt x="1846529" y="251979"/>
                  </a:lnTo>
                  <a:lnTo>
                    <a:pt x="1854354" y="234524"/>
                  </a:lnTo>
                  <a:lnTo>
                    <a:pt x="1862178" y="216579"/>
                  </a:lnTo>
                  <a:lnTo>
                    <a:pt x="1870002" y="198270"/>
                  </a:lnTo>
                  <a:lnTo>
                    <a:pt x="1877827" y="179738"/>
                  </a:lnTo>
                  <a:lnTo>
                    <a:pt x="1885651" y="161135"/>
                  </a:lnTo>
                  <a:lnTo>
                    <a:pt x="1893475" y="142628"/>
                  </a:lnTo>
                  <a:lnTo>
                    <a:pt x="1901299" y="124505"/>
                  </a:lnTo>
                  <a:lnTo>
                    <a:pt x="1909124" y="106934"/>
                  </a:lnTo>
                  <a:lnTo>
                    <a:pt x="1916948" y="90099"/>
                  </a:lnTo>
                  <a:lnTo>
                    <a:pt x="1924772" y="74185"/>
                  </a:lnTo>
                  <a:lnTo>
                    <a:pt x="1932596" y="59368"/>
                  </a:lnTo>
                  <a:lnTo>
                    <a:pt x="1940421" y="45818"/>
                  </a:lnTo>
                  <a:lnTo>
                    <a:pt x="1948245" y="33778"/>
                  </a:lnTo>
                  <a:lnTo>
                    <a:pt x="1956069" y="23597"/>
                  </a:lnTo>
                  <a:lnTo>
                    <a:pt x="1963894" y="15154"/>
                  </a:lnTo>
                  <a:lnTo>
                    <a:pt x="1971718" y="8528"/>
                  </a:lnTo>
                  <a:lnTo>
                    <a:pt x="1979542" y="3777"/>
                  </a:lnTo>
                  <a:lnTo>
                    <a:pt x="1987366" y="932"/>
                  </a:lnTo>
                  <a:lnTo>
                    <a:pt x="1995191" y="0"/>
                  </a:lnTo>
                  <a:lnTo>
                    <a:pt x="2003015" y="1149"/>
                  </a:lnTo>
                  <a:lnTo>
                    <a:pt x="2010839" y="4300"/>
                  </a:lnTo>
                  <a:lnTo>
                    <a:pt x="2018664" y="9159"/>
                  </a:lnTo>
                  <a:lnTo>
                    <a:pt x="2026488" y="15613"/>
                  </a:lnTo>
                  <a:lnTo>
                    <a:pt x="2034312" y="23534"/>
                  </a:lnTo>
                  <a:lnTo>
                    <a:pt x="2042136" y="32776"/>
                  </a:lnTo>
                  <a:lnTo>
                    <a:pt x="2049961" y="43184"/>
                  </a:lnTo>
                  <a:lnTo>
                    <a:pt x="2057785" y="54715"/>
                  </a:lnTo>
                  <a:lnTo>
                    <a:pt x="2065609" y="67043"/>
                  </a:lnTo>
                  <a:lnTo>
                    <a:pt x="2073434" y="79953"/>
                  </a:lnTo>
                  <a:lnTo>
                    <a:pt x="2081258" y="93289"/>
                  </a:lnTo>
                  <a:lnTo>
                    <a:pt x="2089082" y="106901"/>
                  </a:lnTo>
                  <a:lnTo>
                    <a:pt x="2096906" y="120652"/>
                  </a:lnTo>
                  <a:lnTo>
                    <a:pt x="2104731" y="134419"/>
                  </a:lnTo>
                  <a:lnTo>
                    <a:pt x="2112555" y="148045"/>
                  </a:lnTo>
                  <a:lnTo>
                    <a:pt x="2120379" y="161447"/>
                  </a:lnTo>
                  <a:lnTo>
                    <a:pt x="2128203" y="174563"/>
                  </a:lnTo>
                  <a:lnTo>
                    <a:pt x="2136028" y="187343"/>
                  </a:lnTo>
                  <a:lnTo>
                    <a:pt x="2143852" y="199752"/>
                  </a:lnTo>
                  <a:lnTo>
                    <a:pt x="2151676" y="211767"/>
                  </a:lnTo>
                  <a:lnTo>
                    <a:pt x="2159501" y="223351"/>
                  </a:lnTo>
                  <a:lnTo>
                    <a:pt x="2167325" y="234459"/>
                  </a:lnTo>
                  <a:lnTo>
                    <a:pt x="2175149" y="245162"/>
                  </a:lnTo>
                  <a:lnTo>
                    <a:pt x="2182973" y="255467"/>
                  </a:lnTo>
                  <a:lnTo>
                    <a:pt x="2190798" y="265385"/>
                  </a:lnTo>
                  <a:lnTo>
                    <a:pt x="2198622" y="274921"/>
                  </a:lnTo>
                  <a:lnTo>
                    <a:pt x="2206446" y="284085"/>
                  </a:lnTo>
                  <a:lnTo>
                    <a:pt x="2214271" y="292839"/>
                  </a:lnTo>
                  <a:lnTo>
                    <a:pt x="2222095" y="301182"/>
                  </a:lnTo>
                  <a:lnTo>
                    <a:pt x="2229919" y="309147"/>
                  </a:lnTo>
                  <a:lnTo>
                    <a:pt x="2237743" y="316724"/>
                  </a:lnTo>
                  <a:lnTo>
                    <a:pt x="2245568" y="323901"/>
                  </a:lnTo>
                  <a:lnTo>
                    <a:pt x="2253392" y="330664"/>
                  </a:lnTo>
                  <a:lnTo>
                    <a:pt x="2261216" y="336998"/>
                  </a:lnTo>
                  <a:lnTo>
                    <a:pt x="2269040" y="342816"/>
                  </a:lnTo>
                  <a:lnTo>
                    <a:pt x="2276865" y="348147"/>
                  </a:lnTo>
                  <a:lnTo>
                    <a:pt x="2284689" y="353008"/>
                  </a:lnTo>
                  <a:lnTo>
                    <a:pt x="2292513" y="357394"/>
                  </a:lnTo>
                  <a:lnTo>
                    <a:pt x="2300338" y="361304"/>
                  </a:lnTo>
                  <a:lnTo>
                    <a:pt x="2308162" y="364745"/>
                  </a:lnTo>
                  <a:lnTo>
                    <a:pt x="2315986" y="367725"/>
                  </a:lnTo>
                  <a:lnTo>
                    <a:pt x="2323810" y="370176"/>
                  </a:lnTo>
                  <a:lnTo>
                    <a:pt x="2331635" y="372219"/>
                  </a:lnTo>
                  <a:lnTo>
                    <a:pt x="2339459" y="373886"/>
                  </a:lnTo>
                  <a:lnTo>
                    <a:pt x="2347283" y="375210"/>
                  </a:lnTo>
                  <a:lnTo>
                    <a:pt x="2355108" y="376229"/>
                  </a:lnTo>
                  <a:lnTo>
                    <a:pt x="2362932" y="376983"/>
                  </a:lnTo>
                  <a:lnTo>
                    <a:pt x="2370756" y="377505"/>
                  </a:lnTo>
                  <a:lnTo>
                    <a:pt x="2378580" y="377834"/>
                  </a:lnTo>
                  <a:lnTo>
                    <a:pt x="2386405" y="378049"/>
                  </a:lnTo>
                  <a:lnTo>
                    <a:pt x="2394229" y="378190"/>
                  </a:lnTo>
                  <a:lnTo>
                    <a:pt x="2402053" y="378295"/>
                  </a:lnTo>
                  <a:lnTo>
                    <a:pt x="2409878" y="378400"/>
                  </a:lnTo>
                  <a:lnTo>
                    <a:pt x="2417702" y="378540"/>
                  </a:lnTo>
                  <a:lnTo>
                    <a:pt x="2425526" y="378754"/>
                  </a:lnTo>
                  <a:lnTo>
                    <a:pt x="2433350" y="379075"/>
                  </a:lnTo>
                  <a:lnTo>
                    <a:pt x="2441175" y="379515"/>
                  </a:lnTo>
                  <a:lnTo>
                    <a:pt x="2448999" y="380088"/>
                  </a:lnTo>
                  <a:lnTo>
                    <a:pt x="2456823" y="380805"/>
                  </a:lnTo>
                  <a:lnTo>
                    <a:pt x="2464647" y="381671"/>
                  </a:lnTo>
                  <a:lnTo>
                    <a:pt x="2472472" y="382691"/>
                  </a:lnTo>
                  <a:lnTo>
                    <a:pt x="2480296" y="383887"/>
                  </a:lnTo>
                  <a:lnTo>
                    <a:pt x="2488120" y="385237"/>
                  </a:lnTo>
                  <a:lnTo>
                    <a:pt x="2495945" y="386725"/>
                  </a:lnTo>
                  <a:lnTo>
                    <a:pt x="2503769" y="388340"/>
                  </a:lnTo>
                  <a:lnTo>
                    <a:pt x="2511593" y="390071"/>
                  </a:lnTo>
                  <a:lnTo>
                    <a:pt x="2519417" y="391904"/>
                  </a:lnTo>
                  <a:lnTo>
                    <a:pt x="2527242" y="393825"/>
                  </a:lnTo>
                  <a:lnTo>
                    <a:pt x="2535066" y="395829"/>
                  </a:lnTo>
                  <a:lnTo>
                    <a:pt x="2542890" y="397881"/>
                  </a:lnTo>
                  <a:lnTo>
                    <a:pt x="2550715" y="399964"/>
                  </a:lnTo>
                  <a:lnTo>
                    <a:pt x="2558539" y="402064"/>
                  </a:lnTo>
                  <a:lnTo>
                    <a:pt x="2566363" y="404163"/>
                  </a:lnTo>
                  <a:lnTo>
                    <a:pt x="2574187" y="406246"/>
                  </a:lnTo>
                  <a:lnTo>
                    <a:pt x="2582012" y="408295"/>
                  </a:lnTo>
                  <a:lnTo>
                    <a:pt x="2589836" y="410287"/>
                  </a:lnTo>
                  <a:lnTo>
                    <a:pt x="2597660" y="412212"/>
                  </a:lnTo>
                  <a:lnTo>
                    <a:pt x="2605485" y="414060"/>
                  </a:lnTo>
                  <a:lnTo>
                    <a:pt x="2613309" y="415819"/>
                  </a:lnTo>
                  <a:lnTo>
                    <a:pt x="2621133" y="417479"/>
                  </a:lnTo>
                  <a:lnTo>
                    <a:pt x="2628957" y="419032"/>
                  </a:lnTo>
                  <a:lnTo>
                    <a:pt x="2636782" y="420457"/>
                  </a:lnTo>
                  <a:lnTo>
                    <a:pt x="2644606" y="421746"/>
                  </a:lnTo>
                  <a:lnTo>
                    <a:pt x="2652430" y="422908"/>
                  </a:lnTo>
                  <a:lnTo>
                    <a:pt x="2660254" y="423940"/>
                  </a:lnTo>
                  <a:lnTo>
                    <a:pt x="2668079" y="424842"/>
                  </a:lnTo>
                  <a:lnTo>
                    <a:pt x="2675903" y="425615"/>
                  </a:lnTo>
                  <a:lnTo>
                    <a:pt x="2683727" y="426260"/>
                  </a:lnTo>
                  <a:lnTo>
                    <a:pt x="2691552" y="426764"/>
                  </a:lnTo>
                  <a:lnTo>
                    <a:pt x="2699376" y="427145"/>
                  </a:lnTo>
                  <a:lnTo>
                    <a:pt x="2707200" y="427420"/>
                  </a:lnTo>
                  <a:lnTo>
                    <a:pt x="2715024" y="427598"/>
                  </a:lnTo>
                  <a:lnTo>
                    <a:pt x="2722849" y="427688"/>
                  </a:lnTo>
                  <a:lnTo>
                    <a:pt x="2730673" y="427704"/>
                  </a:lnTo>
                  <a:lnTo>
                    <a:pt x="2738497" y="427659"/>
                  </a:lnTo>
                  <a:lnTo>
                    <a:pt x="2746322" y="427564"/>
                  </a:lnTo>
                  <a:lnTo>
                    <a:pt x="2754146" y="427449"/>
                  </a:lnTo>
                  <a:lnTo>
                    <a:pt x="2761970" y="427331"/>
                  </a:lnTo>
                  <a:lnTo>
                    <a:pt x="2769794" y="427229"/>
                  </a:lnTo>
                  <a:lnTo>
                    <a:pt x="2777619" y="427164"/>
                  </a:lnTo>
                  <a:lnTo>
                    <a:pt x="2785443" y="427152"/>
                  </a:lnTo>
                  <a:lnTo>
                    <a:pt x="2793267" y="427220"/>
                  </a:lnTo>
                  <a:lnTo>
                    <a:pt x="2801091" y="427401"/>
                  </a:lnTo>
                  <a:lnTo>
                    <a:pt x="2808916" y="427700"/>
                  </a:lnTo>
                  <a:lnTo>
                    <a:pt x="2816740" y="428132"/>
                  </a:lnTo>
                  <a:lnTo>
                    <a:pt x="2824564" y="428708"/>
                  </a:lnTo>
                  <a:lnTo>
                    <a:pt x="2832389" y="429438"/>
                  </a:lnTo>
                  <a:lnTo>
                    <a:pt x="2840213" y="430331"/>
                  </a:lnTo>
                  <a:lnTo>
                    <a:pt x="2848037" y="431407"/>
                  </a:lnTo>
                  <a:lnTo>
                    <a:pt x="2855861" y="432666"/>
                  </a:lnTo>
                  <a:lnTo>
                    <a:pt x="2863686" y="434085"/>
                  </a:lnTo>
                  <a:lnTo>
                    <a:pt x="2871510" y="435656"/>
                  </a:lnTo>
                  <a:lnTo>
                    <a:pt x="2879334" y="437367"/>
                  </a:lnTo>
                  <a:lnTo>
                    <a:pt x="2887159" y="439206"/>
                  </a:lnTo>
                  <a:lnTo>
                    <a:pt x="2894983" y="441156"/>
                  </a:lnTo>
                  <a:lnTo>
                    <a:pt x="2902807" y="443210"/>
                  </a:lnTo>
                  <a:lnTo>
                    <a:pt x="2910631" y="445333"/>
                  </a:lnTo>
                  <a:lnTo>
                    <a:pt x="2918456" y="447500"/>
                  </a:lnTo>
                  <a:lnTo>
                    <a:pt x="2926280" y="449692"/>
                  </a:lnTo>
                  <a:lnTo>
                    <a:pt x="2934104" y="451889"/>
                  </a:lnTo>
                  <a:lnTo>
                    <a:pt x="2941929" y="454075"/>
                  </a:lnTo>
                  <a:lnTo>
                    <a:pt x="2949753" y="456233"/>
                  </a:lnTo>
                  <a:lnTo>
                    <a:pt x="2957577" y="458335"/>
                  </a:lnTo>
                  <a:lnTo>
                    <a:pt x="2965401" y="460379"/>
                  </a:lnTo>
                  <a:lnTo>
                    <a:pt x="2973226" y="462354"/>
                  </a:lnTo>
                  <a:lnTo>
                    <a:pt x="2981050" y="464256"/>
                  </a:lnTo>
                  <a:lnTo>
                    <a:pt x="2988874" y="466079"/>
                  </a:lnTo>
                  <a:lnTo>
                    <a:pt x="2996698" y="467822"/>
                  </a:lnTo>
                  <a:lnTo>
                    <a:pt x="3004523" y="469478"/>
                  </a:lnTo>
                  <a:lnTo>
                    <a:pt x="3012347" y="471040"/>
                  </a:lnTo>
                  <a:lnTo>
                    <a:pt x="3020171" y="472524"/>
                  </a:lnTo>
                  <a:lnTo>
                    <a:pt x="3027996" y="473929"/>
                  </a:lnTo>
                  <a:lnTo>
                    <a:pt x="3035820" y="475260"/>
                  </a:lnTo>
                  <a:lnTo>
                    <a:pt x="3043644" y="476518"/>
                  </a:lnTo>
                  <a:lnTo>
                    <a:pt x="3051468" y="477704"/>
                  </a:lnTo>
                  <a:lnTo>
                    <a:pt x="3059293" y="478813"/>
                  </a:lnTo>
                  <a:lnTo>
                    <a:pt x="3067117" y="479845"/>
                  </a:lnTo>
                  <a:lnTo>
                    <a:pt x="3074941" y="480807"/>
                  </a:lnTo>
                  <a:lnTo>
                    <a:pt x="3082766" y="481698"/>
                  </a:lnTo>
                  <a:lnTo>
                    <a:pt x="3090590" y="482517"/>
                  </a:lnTo>
                  <a:lnTo>
                    <a:pt x="3098414" y="483261"/>
                  </a:lnTo>
                  <a:lnTo>
                    <a:pt x="3106238" y="483930"/>
                  </a:lnTo>
                  <a:lnTo>
                    <a:pt x="3114063" y="484508"/>
                  </a:lnTo>
                  <a:lnTo>
                    <a:pt x="3121887" y="485003"/>
                  </a:lnTo>
                  <a:lnTo>
                    <a:pt x="3129711" y="485417"/>
                  </a:lnTo>
                  <a:lnTo>
                    <a:pt x="3137536" y="485750"/>
                  </a:lnTo>
                  <a:lnTo>
                    <a:pt x="3145360" y="486003"/>
                  </a:lnTo>
                  <a:lnTo>
                    <a:pt x="3153184" y="486177"/>
                  </a:lnTo>
                  <a:lnTo>
                    <a:pt x="3161008" y="486276"/>
                  </a:lnTo>
                  <a:lnTo>
                    <a:pt x="3168833" y="486288"/>
                  </a:lnTo>
                  <a:lnTo>
                    <a:pt x="3176657" y="486236"/>
                  </a:lnTo>
                  <a:lnTo>
                    <a:pt x="3184481" y="486124"/>
                  </a:lnTo>
                  <a:lnTo>
                    <a:pt x="3192305" y="485961"/>
                  </a:lnTo>
                  <a:lnTo>
                    <a:pt x="3200130" y="485753"/>
                  </a:lnTo>
                  <a:lnTo>
                    <a:pt x="3207954" y="485509"/>
                  </a:lnTo>
                  <a:lnTo>
                    <a:pt x="3215778" y="485235"/>
                  </a:lnTo>
                  <a:lnTo>
                    <a:pt x="3223603" y="484941"/>
                  </a:lnTo>
                  <a:lnTo>
                    <a:pt x="3231427" y="484639"/>
                  </a:lnTo>
                  <a:lnTo>
                    <a:pt x="3239251" y="484337"/>
                  </a:lnTo>
                  <a:lnTo>
                    <a:pt x="3247075" y="484041"/>
                  </a:lnTo>
                  <a:lnTo>
                    <a:pt x="3254900" y="483758"/>
                  </a:lnTo>
                  <a:lnTo>
                    <a:pt x="3262724" y="483494"/>
                  </a:lnTo>
                  <a:lnTo>
                    <a:pt x="3270548" y="483256"/>
                  </a:lnTo>
                  <a:lnTo>
                    <a:pt x="3278373" y="483048"/>
                  </a:lnTo>
                  <a:lnTo>
                    <a:pt x="3286197" y="482871"/>
                  </a:lnTo>
                  <a:lnTo>
                    <a:pt x="3294021" y="482724"/>
                  </a:lnTo>
                  <a:lnTo>
                    <a:pt x="3301845" y="482609"/>
                  </a:lnTo>
                  <a:lnTo>
                    <a:pt x="3309670" y="482524"/>
                  </a:lnTo>
                  <a:lnTo>
                    <a:pt x="3317494" y="482468"/>
                  </a:lnTo>
                  <a:lnTo>
                    <a:pt x="3325318" y="482444"/>
                  </a:lnTo>
                  <a:lnTo>
                    <a:pt x="3333142" y="482444"/>
                  </a:lnTo>
                  <a:lnTo>
                    <a:pt x="3340967" y="482465"/>
                  </a:lnTo>
                  <a:lnTo>
                    <a:pt x="3348791" y="482503"/>
                  </a:lnTo>
                  <a:lnTo>
                    <a:pt x="3356615" y="482555"/>
                  </a:lnTo>
                  <a:lnTo>
                    <a:pt x="3364440" y="482620"/>
                  </a:lnTo>
                  <a:lnTo>
                    <a:pt x="3372264" y="482693"/>
                  </a:lnTo>
                  <a:lnTo>
                    <a:pt x="3380088" y="482772"/>
                  </a:lnTo>
                  <a:lnTo>
                    <a:pt x="3387912" y="482855"/>
                  </a:lnTo>
                  <a:lnTo>
                    <a:pt x="3395737" y="482939"/>
                  </a:lnTo>
                  <a:lnTo>
                    <a:pt x="3403561" y="483022"/>
                  </a:lnTo>
                  <a:lnTo>
                    <a:pt x="3411385" y="483103"/>
                  </a:lnTo>
                  <a:lnTo>
                    <a:pt x="3419210" y="483181"/>
                  </a:lnTo>
                  <a:lnTo>
                    <a:pt x="3427034" y="483253"/>
                  </a:lnTo>
                  <a:lnTo>
                    <a:pt x="3434858" y="483317"/>
                  </a:lnTo>
                  <a:lnTo>
                    <a:pt x="3442682" y="483373"/>
                  </a:lnTo>
                  <a:lnTo>
                    <a:pt x="3450507" y="483418"/>
                  </a:lnTo>
                  <a:lnTo>
                    <a:pt x="3458331" y="483452"/>
                  </a:lnTo>
                  <a:lnTo>
                    <a:pt x="3466155" y="483471"/>
                  </a:lnTo>
                  <a:lnTo>
                    <a:pt x="3473980" y="483475"/>
                  </a:lnTo>
                  <a:lnTo>
                    <a:pt x="3481804" y="483459"/>
                  </a:lnTo>
                  <a:lnTo>
                    <a:pt x="3489628" y="483421"/>
                  </a:lnTo>
                  <a:lnTo>
                    <a:pt x="3497452" y="483361"/>
                  </a:lnTo>
                  <a:lnTo>
                    <a:pt x="3505277" y="483278"/>
                  </a:lnTo>
                  <a:lnTo>
                    <a:pt x="3513101" y="483171"/>
                  </a:lnTo>
                  <a:lnTo>
                    <a:pt x="3520925" y="483040"/>
                  </a:lnTo>
                  <a:lnTo>
                    <a:pt x="3528749" y="482886"/>
                  </a:lnTo>
                  <a:lnTo>
                    <a:pt x="3536574" y="482706"/>
                  </a:lnTo>
                  <a:lnTo>
                    <a:pt x="3544398" y="482506"/>
                  </a:lnTo>
                  <a:lnTo>
                    <a:pt x="3552222" y="482288"/>
                  </a:lnTo>
                  <a:lnTo>
                    <a:pt x="3560047" y="482058"/>
                  </a:lnTo>
                  <a:lnTo>
                    <a:pt x="3567871" y="481817"/>
                  </a:lnTo>
                  <a:lnTo>
                    <a:pt x="3575695" y="481571"/>
                  </a:lnTo>
                  <a:lnTo>
                    <a:pt x="3583519" y="481324"/>
                  </a:lnTo>
                  <a:lnTo>
                    <a:pt x="3591344" y="481082"/>
                  </a:lnTo>
                  <a:lnTo>
                    <a:pt x="3599168" y="480850"/>
                  </a:lnTo>
                  <a:lnTo>
                    <a:pt x="3606992" y="480633"/>
                  </a:lnTo>
                  <a:lnTo>
                    <a:pt x="3614817" y="480432"/>
                  </a:lnTo>
                  <a:lnTo>
                    <a:pt x="3622641" y="480253"/>
                  </a:lnTo>
                  <a:lnTo>
                    <a:pt x="3630465" y="480098"/>
                  </a:lnTo>
                  <a:lnTo>
                    <a:pt x="3638289" y="479970"/>
                  </a:lnTo>
                  <a:lnTo>
                    <a:pt x="3646114" y="479876"/>
                  </a:lnTo>
                  <a:lnTo>
                    <a:pt x="3653938" y="479813"/>
                  </a:lnTo>
                  <a:lnTo>
                    <a:pt x="3661762" y="479781"/>
                  </a:lnTo>
                  <a:lnTo>
                    <a:pt x="3669586" y="479783"/>
                  </a:lnTo>
                  <a:lnTo>
                    <a:pt x="3677411" y="479818"/>
                  </a:lnTo>
                  <a:lnTo>
                    <a:pt x="3685235" y="479887"/>
                  </a:lnTo>
                  <a:lnTo>
                    <a:pt x="3693059" y="479996"/>
                  </a:lnTo>
                  <a:lnTo>
                    <a:pt x="3700884" y="480145"/>
                  </a:lnTo>
                  <a:lnTo>
                    <a:pt x="3708708" y="480333"/>
                  </a:lnTo>
                  <a:lnTo>
                    <a:pt x="3716532" y="480559"/>
                  </a:lnTo>
                  <a:lnTo>
                    <a:pt x="3724356" y="480824"/>
                  </a:lnTo>
                  <a:lnTo>
                    <a:pt x="3732181" y="481130"/>
                  </a:lnTo>
                  <a:lnTo>
                    <a:pt x="3740005" y="481477"/>
                  </a:lnTo>
                  <a:lnTo>
                    <a:pt x="3747829" y="481872"/>
                  </a:lnTo>
                  <a:lnTo>
                    <a:pt x="3755654" y="482309"/>
                  </a:lnTo>
                  <a:lnTo>
                    <a:pt x="3763478" y="482785"/>
                  </a:lnTo>
                  <a:lnTo>
                    <a:pt x="3771302" y="483296"/>
                  </a:lnTo>
                  <a:lnTo>
                    <a:pt x="3779126" y="483841"/>
                  </a:lnTo>
                  <a:lnTo>
                    <a:pt x="3786951" y="484415"/>
                  </a:lnTo>
                  <a:lnTo>
                    <a:pt x="3794775" y="485014"/>
                  </a:lnTo>
                  <a:lnTo>
                    <a:pt x="3802599" y="485634"/>
                  </a:lnTo>
                  <a:lnTo>
                    <a:pt x="3810424" y="486264"/>
                  </a:lnTo>
                  <a:lnTo>
                    <a:pt x="3818248" y="486898"/>
                  </a:lnTo>
                  <a:lnTo>
                    <a:pt x="3826072" y="487528"/>
                  </a:lnTo>
                  <a:lnTo>
                    <a:pt x="3833896" y="488148"/>
                  </a:lnTo>
                  <a:lnTo>
                    <a:pt x="3841721" y="488752"/>
                  </a:lnTo>
                  <a:lnTo>
                    <a:pt x="3849545" y="489332"/>
                  </a:lnTo>
                  <a:lnTo>
                    <a:pt x="3857369" y="489879"/>
                  </a:lnTo>
                  <a:lnTo>
                    <a:pt x="3865193" y="490393"/>
                  </a:lnTo>
                  <a:lnTo>
                    <a:pt x="3873018" y="490871"/>
                  </a:lnTo>
                  <a:lnTo>
                    <a:pt x="3880842" y="491312"/>
                  </a:lnTo>
                  <a:lnTo>
                    <a:pt x="3888666" y="491714"/>
                  </a:lnTo>
                  <a:lnTo>
                    <a:pt x="3896491" y="492080"/>
                  </a:lnTo>
                  <a:lnTo>
                    <a:pt x="3904315" y="492406"/>
                  </a:lnTo>
                  <a:lnTo>
                    <a:pt x="3912139" y="492696"/>
                  </a:lnTo>
                  <a:lnTo>
                    <a:pt x="3919963" y="492958"/>
                  </a:lnTo>
                  <a:lnTo>
                    <a:pt x="3927788" y="493196"/>
                  </a:lnTo>
                  <a:lnTo>
                    <a:pt x="3935612" y="493414"/>
                  </a:lnTo>
                  <a:lnTo>
                    <a:pt x="3943436" y="493617"/>
                  </a:lnTo>
                  <a:lnTo>
                    <a:pt x="3951261" y="493808"/>
                  </a:lnTo>
                  <a:lnTo>
                    <a:pt x="3959085" y="493992"/>
                  </a:lnTo>
                  <a:lnTo>
                    <a:pt x="3966909" y="494174"/>
                  </a:lnTo>
                  <a:lnTo>
                    <a:pt x="3974733" y="494357"/>
                  </a:lnTo>
                  <a:lnTo>
                    <a:pt x="3982558" y="494544"/>
                  </a:lnTo>
                  <a:lnTo>
                    <a:pt x="3990382" y="494736"/>
                  </a:lnTo>
                  <a:lnTo>
                    <a:pt x="3998206" y="494934"/>
                  </a:lnTo>
                </a:path>
              </a:pathLst>
            </a:custGeom>
            <a:ln w="13550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g27"/>
            <p:cNvSpPr/>
            <p:nvPr/>
          </p:nvSpPr>
          <p:spPr>
            <a:xfrm>
              <a:off x="1799718" y="939825"/>
              <a:ext cx="3998206" cy="672474"/>
            </a:xfrm>
            <a:custGeom>
              <a:avLst/>
              <a:gdLst/>
              <a:ahLst/>
              <a:cxnLst/>
              <a:rect l="0" t="0" r="0" b="0"/>
              <a:pathLst>
                <a:path w="3998206" h="672474">
                  <a:moveTo>
                    <a:pt x="0" y="672474"/>
                  </a:moveTo>
                  <a:lnTo>
                    <a:pt x="7824" y="672474"/>
                  </a:lnTo>
                  <a:lnTo>
                    <a:pt x="15648" y="672474"/>
                  </a:lnTo>
                  <a:lnTo>
                    <a:pt x="23472" y="672473"/>
                  </a:lnTo>
                  <a:lnTo>
                    <a:pt x="31297" y="672472"/>
                  </a:lnTo>
                  <a:lnTo>
                    <a:pt x="39121" y="672470"/>
                  </a:lnTo>
                  <a:lnTo>
                    <a:pt x="46945" y="672466"/>
                  </a:lnTo>
                  <a:lnTo>
                    <a:pt x="54769" y="672459"/>
                  </a:lnTo>
                  <a:lnTo>
                    <a:pt x="62594" y="672447"/>
                  </a:lnTo>
                  <a:lnTo>
                    <a:pt x="70418" y="672427"/>
                  </a:lnTo>
                  <a:lnTo>
                    <a:pt x="78242" y="672394"/>
                  </a:lnTo>
                  <a:lnTo>
                    <a:pt x="86067" y="672340"/>
                  </a:lnTo>
                  <a:lnTo>
                    <a:pt x="93891" y="672258"/>
                  </a:lnTo>
                  <a:lnTo>
                    <a:pt x="101715" y="672136"/>
                  </a:lnTo>
                  <a:lnTo>
                    <a:pt x="109539" y="671959"/>
                  </a:lnTo>
                  <a:lnTo>
                    <a:pt x="117364" y="671712"/>
                  </a:lnTo>
                  <a:lnTo>
                    <a:pt x="125188" y="671376"/>
                  </a:lnTo>
                  <a:lnTo>
                    <a:pt x="133012" y="670934"/>
                  </a:lnTo>
                  <a:lnTo>
                    <a:pt x="140837" y="670369"/>
                  </a:lnTo>
                  <a:lnTo>
                    <a:pt x="148661" y="669670"/>
                  </a:lnTo>
                  <a:lnTo>
                    <a:pt x="156485" y="668829"/>
                  </a:lnTo>
                  <a:lnTo>
                    <a:pt x="164309" y="667842"/>
                  </a:lnTo>
                  <a:lnTo>
                    <a:pt x="172134" y="666739"/>
                  </a:lnTo>
                  <a:lnTo>
                    <a:pt x="179958" y="665557"/>
                  </a:lnTo>
                  <a:lnTo>
                    <a:pt x="187782" y="664341"/>
                  </a:lnTo>
                  <a:lnTo>
                    <a:pt x="195606" y="663149"/>
                  </a:lnTo>
                  <a:lnTo>
                    <a:pt x="203431" y="662043"/>
                  </a:lnTo>
                  <a:lnTo>
                    <a:pt x="211255" y="661088"/>
                  </a:lnTo>
                  <a:lnTo>
                    <a:pt x="219079" y="660343"/>
                  </a:lnTo>
                  <a:lnTo>
                    <a:pt x="226904" y="659858"/>
                  </a:lnTo>
                  <a:lnTo>
                    <a:pt x="234728" y="659667"/>
                  </a:lnTo>
                  <a:lnTo>
                    <a:pt x="242552" y="659784"/>
                  </a:lnTo>
                  <a:lnTo>
                    <a:pt x="250376" y="660208"/>
                  </a:lnTo>
                  <a:lnTo>
                    <a:pt x="258201" y="660925"/>
                  </a:lnTo>
                  <a:lnTo>
                    <a:pt x="266025" y="661861"/>
                  </a:lnTo>
                  <a:lnTo>
                    <a:pt x="273849" y="662953"/>
                  </a:lnTo>
                  <a:lnTo>
                    <a:pt x="281674" y="664138"/>
                  </a:lnTo>
                  <a:lnTo>
                    <a:pt x="289498" y="665352"/>
                  </a:lnTo>
                  <a:lnTo>
                    <a:pt x="297322" y="666539"/>
                  </a:lnTo>
                  <a:lnTo>
                    <a:pt x="305146" y="667650"/>
                  </a:lnTo>
                  <a:lnTo>
                    <a:pt x="312971" y="668652"/>
                  </a:lnTo>
                  <a:lnTo>
                    <a:pt x="320795" y="669522"/>
                  </a:lnTo>
                  <a:lnTo>
                    <a:pt x="328619" y="670249"/>
                  </a:lnTo>
                  <a:lnTo>
                    <a:pt x="336444" y="670834"/>
                  </a:lnTo>
                  <a:lnTo>
                    <a:pt x="344268" y="671280"/>
                  </a:lnTo>
                  <a:lnTo>
                    <a:pt x="352092" y="671597"/>
                  </a:lnTo>
                  <a:lnTo>
                    <a:pt x="359916" y="671806"/>
                  </a:lnTo>
                  <a:lnTo>
                    <a:pt x="367741" y="671919"/>
                  </a:lnTo>
                  <a:lnTo>
                    <a:pt x="375565" y="671943"/>
                  </a:lnTo>
                  <a:lnTo>
                    <a:pt x="383389" y="671881"/>
                  </a:lnTo>
                  <a:lnTo>
                    <a:pt x="391213" y="671733"/>
                  </a:lnTo>
                  <a:lnTo>
                    <a:pt x="399038" y="671498"/>
                  </a:lnTo>
                  <a:lnTo>
                    <a:pt x="406862" y="671171"/>
                  </a:lnTo>
                  <a:lnTo>
                    <a:pt x="414686" y="670751"/>
                  </a:lnTo>
                  <a:lnTo>
                    <a:pt x="422511" y="670239"/>
                  </a:lnTo>
                  <a:lnTo>
                    <a:pt x="430335" y="669642"/>
                  </a:lnTo>
                  <a:lnTo>
                    <a:pt x="438159" y="668969"/>
                  </a:lnTo>
                  <a:lnTo>
                    <a:pt x="445983" y="668249"/>
                  </a:lnTo>
                  <a:lnTo>
                    <a:pt x="453808" y="667516"/>
                  </a:lnTo>
                  <a:lnTo>
                    <a:pt x="461632" y="666803"/>
                  </a:lnTo>
                  <a:lnTo>
                    <a:pt x="469456" y="666143"/>
                  </a:lnTo>
                  <a:lnTo>
                    <a:pt x="477281" y="665566"/>
                  </a:lnTo>
                  <a:lnTo>
                    <a:pt x="485105" y="665093"/>
                  </a:lnTo>
                  <a:lnTo>
                    <a:pt x="492929" y="664734"/>
                  </a:lnTo>
                  <a:lnTo>
                    <a:pt x="500753" y="664486"/>
                  </a:lnTo>
                  <a:lnTo>
                    <a:pt x="508578" y="664336"/>
                  </a:lnTo>
                  <a:lnTo>
                    <a:pt x="516402" y="664262"/>
                  </a:lnTo>
                  <a:lnTo>
                    <a:pt x="524226" y="664237"/>
                  </a:lnTo>
                  <a:lnTo>
                    <a:pt x="532050" y="664235"/>
                  </a:lnTo>
                  <a:lnTo>
                    <a:pt x="539875" y="664235"/>
                  </a:lnTo>
                  <a:lnTo>
                    <a:pt x="547699" y="664234"/>
                  </a:lnTo>
                  <a:lnTo>
                    <a:pt x="555523" y="664239"/>
                  </a:lnTo>
                  <a:lnTo>
                    <a:pt x="563348" y="664269"/>
                  </a:lnTo>
                  <a:lnTo>
                    <a:pt x="571172" y="664348"/>
                  </a:lnTo>
                  <a:lnTo>
                    <a:pt x="578996" y="664503"/>
                  </a:lnTo>
                  <a:lnTo>
                    <a:pt x="586820" y="664756"/>
                  </a:lnTo>
                  <a:lnTo>
                    <a:pt x="594645" y="665121"/>
                  </a:lnTo>
                  <a:lnTo>
                    <a:pt x="602469" y="665601"/>
                  </a:lnTo>
                  <a:lnTo>
                    <a:pt x="610293" y="666185"/>
                  </a:lnTo>
                  <a:lnTo>
                    <a:pt x="618118" y="666853"/>
                  </a:lnTo>
                  <a:lnTo>
                    <a:pt x="625942" y="667576"/>
                  </a:lnTo>
                  <a:lnTo>
                    <a:pt x="633766" y="668311"/>
                  </a:lnTo>
                  <a:lnTo>
                    <a:pt x="641590" y="669025"/>
                  </a:lnTo>
                  <a:lnTo>
                    <a:pt x="649415" y="669690"/>
                  </a:lnTo>
                  <a:lnTo>
                    <a:pt x="657239" y="670287"/>
                  </a:lnTo>
                  <a:lnTo>
                    <a:pt x="665063" y="670802"/>
                  </a:lnTo>
                  <a:lnTo>
                    <a:pt x="672888" y="671231"/>
                  </a:lnTo>
                  <a:lnTo>
                    <a:pt x="680712" y="671576"/>
                  </a:lnTo>
                  <a:lnTo>
                    <a:pt x="688536" y="671844"/>
                  </a:lnTo>
                  <a:lnTo>
                    <a:pt x="696360" y="672045"/>
                  </a:lnTo>
                  <a:lnTo>
                    <a:pt x="704185" y="672191"/>
                  </a:lnTo>
                  <a:lnTo>
                    <a:pt x="712009" y="672292"/>
                  </a:lnTo>
                  <a:lnTo>
                    <a:pt x="719833" y="672359"/>
                  </a:lnTo>
                  <a:lnTo>
                    <a:pt x="727657" y="672403"/>
                  </a:lnTo>
                  <a:lnTo>
                    <a:pt x="735482" y="672432"/>
                  </a:lnTo>
                  <a:lnTo>
                    <a:pt x="743306" y="672449"/>
                  </a:lnTo>
                  <a:lnTo>
                    <a:pt x="751130" y="672460"/>
                  </a:lnTo>
                  <a:lnTo>
                    <a:pt x="758955" y="672467"/>
                  </a:lnTo>
                  <a:lnTo>
                    <a:pt x="766779" y="672470"/>
                  </a:lnTo>
                  <a:lnTo>
                    <a:pt x="774603" y="672472"/>
                  </a:lnTo>
                  <a:lnTo>
                    <a:pt x="782427" y="672473"/>
                  </a:lnTo>
                  <a:lnTo>
                    <a:pt x="790252" y="672474"/>
                  </a:lnTo>
                  <a:lnTo>
                    <a:pt x="798076" y="672474"/>
                  </a:lnTo>
                  <a:lnTo>
                    <a:pt x="805900" y="672474"/>
                  </a:lnTo>
                  <a:lnTo>
                    <a:pt x="813725" y="672474"/>
                  </a:lnTo>
                  <a:lnTo>
                    <a:pt x="821549" y="672474"/>
                  </a:lnTo>
                  <a:lnTo>
                    <a:pt x="829373" y="672474"/>
                  </a:lnTo>
                  <a:lnTo>
                    <a:pt x="837197" y="672474"/>
                  </a:lnTo>
                  <a:lnTo>
                    <a:pt x="845022" y="672474"/>
                  </a:lnTo>
                  <a:lnTo>
                    <a:pt x="852846" y="672474"/>
                  </a:lnTo>
                  <a:lnTo>
                    <a:pt x="860670" y="672474"/>
                  </a:lnTo>
                  <a:lnTo>
                    <a:pt x="868495" y="672474"/>
                  </a:lnTo>
                  <a:lnTo>
                    <a:pt x="876319" y="672474"/>
                  </a:lnTo>
                  <a:lnTo>
                    <a:pt x="884143" y="672474"/>
                  </a:lnTo>
                  <a:lnTo>
                    <a:pt x="891967" y="672474"/>
                  </a:lnTo>
                  <a:lnTo>
                    <a:pt x="899792" y="672474"/>
                  </a:lnTo>
                  <a:lnTo>
                    <a:pt x="907616" y="672474"/>
                  </a:lnTo>
                  <a:lnTo>
                    <a:pt x="915440" y="672474"/>
                  </a:lnTo>
                  <a:lnTo>
                    <a:pt x="923264" y="672474"/>
                  </a:lnTo>
                  <a:lnTo>
                    <a:pt x="931089" y="672474"/>
                  </a:lnTo>
                  <a:lnTo>
                    <a:pt x="938913" y="672474"/>
                  </a:lnTo>
                  <a:lnTo>
                    <a:pt x="946737" y="672474"/>
                  </a:lnTo>
                  <a:lnTo>
                    <a:pt x="954562" y="672474"/>
                  </a:lnTo>
                  <a:lnTo>
                    <a:pt x="962386" y="672474"/>
                  </a:lnTo>
                  <a:lnTo>
                    <a:pt x="970210" y="672474"/>
                  </a:lnTo>
                  <a:lnTo>
                    <a:pt x="978034" y="672474"/>
                  </a:lnTo>
                  <a:lnTo>
                    <a:pt x="985859" y="672474"/>
                  </a:lnTo>
                  <a:lnTo>
                    <a:pt x="993683" y="672474"/>
                  </a:lnTo>
                  <a:lnTo>
                    <a:pt x="1001507" y="672474"/>
                  </a:lnTo>
                  <a:lnTo>
                    <a:pt x="1009332" y="672474"/>
                  </a:lnTo>
                  <a:lnTo>
                    <a:pt x="1017156" y="672474"/>
                  </a:lnTo>
                  <a:lnTo>
                    <a:pt x="1024980" y="672474"/>
                  </a:lnTo>
                  <a:lnTo>
                    <a:pt x="1032804" y="672474"/>
                  </a:lnTo>
                  <a:lnTo>
                    <a:pt x="1040629" y="672473"/>
                  </a:lnTo>
                  <a:lnTo>
                    <a:pt x="1048453" y="672473"/>
                  </a:lnTo>
                  <a:lnTo>
                    <a:pt x="1056277" y="672471"/>
                  </a:lnTo>
                  <a:lnTo>
                    <a:pt x="1064101" y="672469"/>
                  </a:lnTo>
                  <a:lnTo>
                    <a:pt x="1071926" y="672464"/>
                  </a:lnTo>
                  <a:lnTo>
                    <a:pt x="1079750" y="672457"/>
                  </a:lnTo>
                  <a:lnTo>
                    <a:pt x="1087574" y="672443"/>
                  </a:lnTo>
                  <a:lnTo>
                    <a:pt x="1095399" y="672420"/>
                  </a:lnTo>
                  <a:lnTo>
                    <a:pt x="1103223" y="672384"/>
                  </a:lnTo>
                  <a:lnTo>
                    <a:pt x="1111047" y="672327"/>
                  </a:lnTo>
                  <a:lnTo>
                    <a:pt x="1118871" y="672243"/>
                  </a:lnTo>
                  <a:lnTo>
                    <a:pt x="1126696" y="672122"/>
                  </a:lnTo>
                  <a:lnTo>
                    <a:pt x="1134520" y="671953"/>
                  </a:lnTo>
                  <a:lnTo>
                    <a:pt x="1142344" y="671724"/>
                  </a:lnTo>
                  <a:lnTo>
                    <a:pt x="1150169" y="671424"/>
                  </a:lnTo>
                  <a:lnTo>
                    <a:pt x="1157993" y="671045"/>
                  </a:lnTo>
                  <a:lnTo>
                    <a:pt x="1165817" y="670581"/>
                  </a:lnTo>
                  <a:lnTo>
                    <a:pt x="1173641" y="670031"/>
                  </a:lnTo>
                  <a:lnTo>
                    <a:pt x="1181466" y="669406"/>
                  </a:lnTo>
                  <a:lnTo>
                    <a:pt x="1189290" y="668731"/>
                  </a:lnTo>
                  <a:lnTo>
                    <a:pt x="1197114" y="668038"/>
                  </a:lnTo>
                  <a:lnTo>
                    <a:pt x="1204939" y="667363"/>
                  </a:lnTo>
                  <a:lnTo>
                    <a:pt x="1212763" y="666748"/>
                  </a:lnTo>
                  <a:lnTo>
                    <a:pt x="1220587" y="666233"/>
                  </a:lnTo>
                  <a:lnTo>
                    <a:pt x="1228411" y="665855"/>
                  </a:lnTo>
                  <a:lnTo>
                    <a:pt x="1236236" y="665640"/>
                  </a:lnTo>
                  <a:lnTo>
                    <a:pt x="1244060" y="665601"/>
                  </a:lnTo>
                  <a:lnTo>
                    <a:pt x="1251884" y="665735"/>
                  </a:lnTo>
                  <a:lnTo>
                    <a:pt x="1259708" y="666021"/>
                  </a:lnTo>
                  <a:lnTo>
                    <a:pt x="1267533" y="666428"/>
                  </a:lnTo>
                  <a:lnTo>
                    <a:pt x="1275357" y="666890"/>
                  </a:lnTo>
                  <a:lnTo>
                    <a:pt x="1283181" y="667344"/>
                  </a:lnTo>
                  <a:lnTo>
                    <a:pt x="1291006" y="667725"/>
                  </a:lnTo>
                  <a:lnTo>
                    <a:pt x="1298830" y="667972"/>
                  </a:lnTo>
                  <a:lnTo>
                    <a:pt x="1306654" y="668033"/>
                  </a:lnTo>
                  <a:lnTo>
                    <a:pt x="1314478" y="667864"/>
                  </a:lnTo>
                  <a:lnTo>
                    <a:pt x="1322303" y="667435"/>
                  </a:lnTo>
                  <a:lnTo>
                    <a:pt x="1330127" y="666735"/>
                  </a:lnTo>
                  <a:lnTo>
                    <a:pt x="1337951" y="665770"/>
                  </a:lnTo>
                  <a:lnTo>
                    <a:pt x="1345776" y="664562"/>
                  </a:lnTo>
                  <a:lnTo>
                    <a:pt x="1353600" y="663157"/>
                  </a:lnTo>
                  <a:lnTo>
                    <a:pt x="1361424" y="661610"/>
                  </a:lnTo>
                  <a:lnTo>
                    <a:pt x="1369248" y="660017"/>
                  </a:lnTo>
                  <a:lnTo>
                    <a:pt x="1377073" y="658465"/>
                  </a:lnTo>
                  <a:lnTo>
                    <a:pt x="1384897" y="657038"/>
                  </a:lnTo>
                  <a:lnTo>
                    <a:pt x="1392721" y="655812"/>
                  </a:lnTo>
                  <a:lnTo>
                    <a:pt x="1400545" y="654848"/>
                  </a:lnTo>
                  <a:lnTo>
                    <a:pt x="1408370" y="654187"/>
                  </a:lnTo>
                  <a:lnTo>
                    <a:pt x="1416194" y="653844"/>
                  </a:lnTo>
                  <a:lnTo>
                    <a:pt x="1424018" y="653808"/>
                  </a:lnTo>
                  <a:lnTo>
                    <a:pt x="1431843" y="654040"/>
                  </a:lnTo>
                  <a:lnTo>
                    <a:pt x="1439667" y="654475"/>
                  </a:lnTo>
                  <a:lnTo>
                    <a:pt x="1447491" y="655027"/>
                  </a:lnTo>
                  <a:lnTo>
                    <a:pt x="1455315" y="655584"/>
                  </a:lnTo>
                  <a:lnTo>
                    <a:pt x="1463140" y="656031"/>
                  </a:lnTo>
                  <a:lnTo>
                    <a:pt x="1470964" y="656274"/>
                  </a:lnTo>
                  <a:lnTo>
                    <a:pt x="1478788" y="656235"/>
                  </a:lnTo>
                  <a:lnTo>
                    <a:pt x="1486613" y="655858"/>
                  </a:lnTo>
                  <a:lnTo>
                    <a:pt x="1494437" y="655117"/>
                  </a:lnTo>
                  <a:lnTo>
                    <a:pt x="1502261" y="654017"/>
                  </a:lnTo>
                  <a:lnTo>
                    <a:pt x="1510085" y="652591"/>
                  </a:lnTo>
                  <a:lnTo>
                    <a:pt x="1517910" y="650896"/>
                  </a:lnTo>
                  <a:lnTo>
                    <a:pt x="1525734" y="649006"/>
                  </a:lnTo>
                  <a:lnTo>
                    <a:pt x="1533558" y="647007"/>
                  </a:lnTo>
                  <a:lnTo>
                    <a:pt x="1541383" y="644986"/>
                  </a:lnTo>
                  <a:lnTo>
                    <a:pt x="1549207" y="643027"/>
                  </a:lnTo>
                  <a:lnTo>
                    <a:pt x="1557031" y="641186"/>
                  </a:lnTo>
                  <a:lnTo>
                    <a:pt x="1564855" y="639495"/>
                  </a:lnTo>
                  <a:lnTo>
                    <a:pt x="1572680" y="637964"/>
                  </a:lnTo>
                  <a:lnTo>
                    <a:pt x="1580504" y="636589"/>
                  </a:lnTo>
                  <a:lnTo>
                    <a:pt x="1588328" y="635351"/>
                  </a:lnTo>
                  <a:lnTo>
                    <a:pt x="1596152" y="634219"/>
                  </a:lnTo>
                  <a:lnTo>
                    <a:pt x="1603977" y="633161"/>
                  </a:lnTo>
                  <a:lnTo>
                    <a:pt x="1611801" y="632135"/>
                  </a:lnTo>
                  <a:lnTo>
                    <a:pt x="1619625" y="631101"/>
                  </a:lnTo>
                  <a:lnTo>
                    <a:pt x="1627450" y="630009"/>
                  </a:lnTo>
                  <a:lnTo>
                    <a:pt x="1635274" y="628792"/>
                  </a:lnTo>
                  <a:lnTo>
                    <a:pt x="1643098" y="627373"/>
                  </a:lnTo>
                  <a:lnTo>
                    <a:pt x="1650922" y="625669"/>
                  </a:lnTo>
                  <a:lnTo>
                    <a:pt x="1658747" y="623581"/>
                  </a:lnTo>
                  <a:lnTo>
                    <a:pt x="1666571" y="621000"/>
                  </a:lnTo>
                  <a:lnTo>
                    <a:pt x="1674395" y="617815"/>
                  </a:lnTo>
                  <a:lnTo>
                    <a:pt x="1682220" y="613924"/>
                  </a:lnTo>
                  <a:lnTo>
                    <a:pt x="1690044" y="609243"/>
                  </a:lnTo>
                  <a:lnTo>
                    <a:pt x="1697868" y="603722"/>
                  </a:lnTo>
                  <a:lnTo>
                    <a:pt x="1705692" y="597351"/>
                  </a:lnTo>
                  <a:lnTo>
                    <a:pt x="1713517" y="590177"/>
                  </a:lnTo>
                  <a:lnTo>
                    <a:pt x="1721341" y="582302"/>
                  </a:lnTo>
                  <a:lnTo>
                    <a:pt x="1729165" y="573864"/>
                  </a:lnTo>
                  <a:lnTo>
                    <a:pt x="1736990" y="565144"/>
                  </a:lnTo>
                  <a:lnTo>
                    <a:pt x="1744814" y="556406"/>
                  </a:lnTo>
                  <a:lnTo>
                    <a:pt x="1752638" y="547905"/>
                  </a:lnTo>
                  <a:lnTo>
                    <a:pt x="1760462" y="539871"/>
                  </a:lnTo>
                  <a:lnTo>
                    <a:pt x="1768287" y="532487"/>
                  </a:lnTo>
                  <a:lnTo>
                    <a:pt x="1776111" y="525863"/>
                  </a:lnTo>
                  <a:lnTo>
                    <a:pt x="1783935" y="520016"/>
                  </a:lnTo>
                  <a:lnTo>
                    <a:pt x="1791759" y="514862"/>
                  </a:lnTo>
                  <a:lnTo>
                    <a:pt x="1799584" y="510215"/>
                  </a:lnTo>
                  <a:lnTo>
                    <a:pt x="1807408" y="505793"/>
                  </a:lnTo>
                  <a:lnTo>
                    <a:pt x="1815232" y="501231"/>
                  </a:lnTo>
                  <a:lnTo>
                    <a:pt x="1823057" y="496006"/>
                  </a:lnTo>
                  <a:lnTo>
                    <a:pt x="1830881" y="489693"/>
                  </a:lnTo>
                  <a:lnTo>
                    <a:pt x="1838705" y="481876"/>
                  </a:lnTo>
                  <a:lnTo>
                    <a:pt x="1846529" y="472185"/>
                  </a:lnTo>
                  <a:lnTo>
                    <a:pt x="1854354" y="460316"/>
                  </a:lnTo>
                  <a:lnTo>
                    <a:pt x="1862178" y="446039"/>
                  </a:lnTo>
                  <a:lnTo>
                    <a:pt x="1870002" y="429205"/>
                  </a:lnTo>
                  <a:lnTo>
                    <a:pt x="1877827" y="409748"/>
                  </a:lnTo>
                  <a:lnTo>
                    <a:pt x="1885651" y="387677"/>
                  </a:lnTo>
                  <a:lnTo>
                    <a:pt x="1893475" y="363077"/>
                  </a:lnTo>
                  <a:lnTo>
                    <a:pt x="1901299" y="336109"/>
                  </a:lnTo>
                  <a:lnTo>
                    <a:pt x="1909124" y="306967"/>
                  </a:lnTo>
                  <a:lnTo>
                    <a:pt x="1916948" y="275970"/>
                  </a:lnTo>
                  <a:lnTo>
                    <a:pt x="1924772" y="243756"/>
                  </a:lnTo>
                  <a:lnTo>
                    <a:pt x="1932596" y="210917"/>
                  </a:lnTo>
                  <a:lnTo>
                    <a:pt x="1940421" y="178148"/>
                  </a:lnTo>
                  <a:lnTo>
                    <a:pt x="1948245" y="146224"/>
                  </a:lnTo>
                  <a:lnTo>
                    <a:pt x="1956069" y="115956"/>
                  </a:lnTo>
                  <a:lnTo>
                    <a:pt x="1963894" y="88140"/>
                  </a:lnTo>
                  <a:lnTo>
                    <a:pt x="1971718" y="63490"/>
                  </a:lnTo>
                  <a:lnTo>
                    <a:pt x="1979542" y="42577"/>
                  </a:lnTo>
                  <a:lnTo>
                    <a:pt x="1987366" y="25780"/>
                  </a:lnTo>
                  <a:lnTo>
                    <a:pt x="1995191" y="13247"/>
                  </a:lnTo>
                  <a:lnTo>
                    <a:pt x="2003015" y="5084"/>
                  </a:lnTo>
                  <a:lnTo>
                    <a:pt x="2010839" y="905"/>
                  </a:lnTo>
                  <a:lnTo>
                    <a:pt x="2018664" y="0"/>
                  </a:lnTo>
                  <a:lnTo>
                    <a:pt x="2026488" y="1817"/>
                  </a:lnTo>
                  <a:lnTo>
                    <a:pt x="2034312" y="5831"/>
                  </a:lnTo>
                  <a:lnTo>
                    <a:pt x="2042136" y="11596"/>
                  </a:lnTo>
                  <a:lnTo>
                    <a:pt x="2049961" y="18791"/>
                  </a:lnTo>
                  <a:lnTo>
                    <a:pt x="2057785" y="27237"/>
                  </a:lnTo>
                  <a:lnTo>
                    <a:pt x="2065609" y="36890"/>
                  </a:lnTo>
                  <a:lnTo>
                    <a:pt x="2073434" y="47808"/>
                  </a:lnTo>
                  <a:lnTo>
                    <a:pt x="2081258" y="60115"/>
                  </a:lnTo>
                  <a:lnTo>
                    <a:pt x="2089082" y="73952"/>
                  </a:lnTo>
                  <a:lnTo>
                    <a:pt x="2096906" y="89554"/>
                  </a:lnTo>
                  <a:lnTo>
                    <a:pt x="2104731" y="106877"/>
                  </a:lnTo>
                  <a:lnTo>
                    <a:pt x="2112555" y="125816"/>
                  </a:lnTo>
                  <a:lnTo>
                    <a:pt x="2120379" y="146243"/>
                  </a:lnTo>
                  <a:lnTo>
                    <a:pt x="2128203" y="167983"/>
                  </a:lnTo>
                  <a:lnTo>
                    <a:pt x="2136028" y="190836"/>
                  </a:lnTo>
                  <a:lnTo>
                    <a:pt x="2143852" y="214594"/>
                  </a:lnTo>
                  <a:lnTo>
                    <a:pt x="2151676" y="239057"/>
                  </a:lnTo>
                  <a:lnTo>
                    <a:pt x="2159501" y="264035"/>
                  </a:lnTo>
                  <a:lnTo>
                    <a:pt x="2167325" y="289335"/>
                  </a:lnTo>
                  <a:lnTo>
                    <a:pt x="2175149" y="314751"/>
                  </a:lnTo>
                  <a:lnTo>
                    <a:pt x="2182973" y="340051"/>
                  </a:lnTo>
                  <a:lnTo>
                    <a:pt x="2190798" y="364880"/>
                  </a:lnTo>
                  <a:lnTo>
                    <a:pt x="2198622" y="388910"/>
                  </a:lnTo>
                  <a:lnTo>
                    <a:pt x="2206446" y="411785"/>
                  </a:lnTo>
                  <a:lnTo>
                    <a:pt x="2214271" y="433145"/>
                  </a:lnTo>
                  <a:lnTo>
                    <a:pt x="2222095" y="452664"/>
                  </a:lnTo>
                  <a:lnTo>
                    <a:pt x="2229919" y="470077"/>
                  </a:lnTo>
                  <a:lnTo>
                    <a:pt x="2237743" y="485204"/>
                  </a:lnTo>
                  <a:lnTo>
                    <a:pt x="2245568" y="497974"/>
                  </a:lnTo>
                  <a:lnTo>
                    <a:pt x="2253392" y="508422"/>
                  </a:lnTo>
                  <a:lnTo>
                    <a:pt x="2261216" y="516692"/>
                  </a:lnTo>
                  <a:lnTo>
                    <a:pt x="2269040" y="523022"/>
                  </a:lnTo>
                  <a:lnTo>
                    <a:pt x="2276865" y="527696"/>
                  </a:lnTo>
                  <a:lnTo>
                    <a:pt x="2284689" y="531039"/>
                  </a:lnTo>
                  <a:lnTo>
                    <a:pt x="2292513" y="533552"/>
                  </a:lnTo>
                  <a:lnTo>
                    <a:pt x="2300338" y="535577"/>
                  </a:lnTo>
                  <a:lnTo>
                    <a:pt x="2308162" y="537414"/>
                  </a:lnTo>
                  <a:lnTo>
                    <a:pt x="2315986" y="539307"/>
                  </a:lnTo>
                  <a:lnTo>
                    <a:pt x="2323810" y="541434"/>
                  </a:lnTo>
                  <a:lnTo>
                    <a:pt x="2331635" y="543905"/>
                  </a:lnTo>
                  <a:lnTo>
                    <a:pt x="2339459" y="546768"/>
                  </a:lnTo>
                  <a:lnTo>
                    <a:pt x="2347283" y="550014"/>
                  </a:lnTo>
                  <a:lnTo>
                    <a:pt x="2355108" y="553592"/>
                  </a:lnTo>
                  <a:lnTo>
                    <a:pt x="2362932" y="557419"/>
                  </a:lnTo>
                  <a:lnTo>
                    <a:pt x="2370756" y="561395"/>
                  </a:lnTo>
                  <a:lnTo>
                    <a:pt x="2378580" y="565399"/>
                  </a:lnTo>
                  <a:lnTo>
                    <a:pt x="2386405" y="569326"/>
                  </a:lnTo>
                  <a:lnTo>
                    <a:pt x="2394229" y="573091"/>
                  </a:lnTo>
                  <a:lnTo>
                    <a:pt x="2402053" y="576621"/>
                  </a:lnTo>
                  <a:lnTo>
                    <a:pt x="2409878" y="579857"/>
                  </a:lnTo>
                  <a:lnTo>
                    <a:pt x="2417702" y="582753"/>
                  </a:lnTo>
                  <a:lnTo>
                    <a:pt x="2425526" y="585274"/>
                  </a:lnTo>
                  <a:lnTo>
                    <a:pt x="2433350" y="587399"/>
                  </a:lnTo>
                  <a:lnTo>
                    <a:pt x="2441175" y="589120"/>
                  </a:lnTo>
                  <a:lnTo>
                    <a:pt x="2448999" y="590442"/>
                  </a:lnTo>
                  <a:lnTo>
                    <a:pt x="2456823" y="591387"/>
                  </a:lnTo>
                  <a:lnTo>
                    <a:pt x="2464647" y="591978"/>
                  </a:lnTo>
                  <a:lnTo>
                    <a:pt x="2472472" y="592290"/>
                  </a:lnTo>
                  <a:lnTo>
                    <a:pt x="2480296" y="592410"/>
                  </a:lnTo>
                  <a:lnTo>
                    <a:pt x="2488120" y="592421"/>
                  </a:lnTo>
                  <a:lnTo>
                    <a:pt x="2495945" y="592411"/>
                  </a:lnTo>
                  <a:lnTo>
                    <a:pt x="2503769" y="592470"/>
                  </a:lnTo>
                  <a:lnTo>
                    <a:pt x="2511593" y="592680"/>
                  </a:lnTo>
                  <a:lnTo>
                    <a:pt x="2519417" y="593108"/>
                  </a:lnTo>
                  <a:lnTo>
                    <a:pt x="2527242" y="593805"/>
                  </a:lnTo>
                  <a:lnTo>
                    <a:pt x="2535066" y="594794"/>
                  </a:lnTo>
                  <a:lnTo>
                    <a:pt x="2542890" y="596065"/>
                  </a:lnTo>
                  <a:lnTo>
                    <a:pt x="2550715" y="597574"/>
                  </a:lnTo>
                  <a:lnTo>
                    <a:pt x="2558539" y="599241"/>
                  </a:lnTo>
                  <a:lnTo>
                    <a:pt x="2566363" y="600922"/>
                  </a:lnTo>
                  <a:lnTo>
                    <a:pt x="2574187" y="602473"/>
                  </a:lnTo>
                  <a:lnTo>
                    <a:pt x="2582012" y="603750"/>
                  </a:lnTo>
                  <a:lnTo>
                    <a:pt x="2589836" y="604623"/>
                  </a:lnTo>
                  <a:lnTo>
                    <a:pt x="2597660" y="604988"/>
                  </a:lnTo>
                  <a:lnTo>
                    <a:pt x="2605485" y="604790"/>
                  </a:lnTo>
                  <a:lnTo>
                    <a:pt x="2613309" y="604026"/>
                  </a:lnTo>
                  <a:lnTo>
                    <a:pt x="2621133" y="602752"/>
                  </a:lnTo>
                  <a:lnTo>
                    <a:pt x="2628957" y="601081"/>
                  </a:lnTo>
                  <a:lnTo>
                    <a:pt x="2636782" y="599176"/>
                  </a:lnTo>
                  <a:lnTo>
                    <a:pt x="2644606" y="597232"/>
                  </a:lnTo>
                  <a:lnTo>
                    <a:pt x="2652430" y="595497"/>
                  </a:lnTo>
                  <a:lnTo>
                    <a:pt x="2660254" y="594158"/>
                  </a:lnTo>
                  <a:lnTo>
                    <a:pt x="2668079" y="593359"/>
                  </a:lnTo>
                  <a:lnTo>
                    <a:pt x="2675903" y="593191"/>
                  </a:lnTo>
                  <a:lnTo>
                    <a:pt x="2683727" y="593679"/>
                  </a:lnTo>
                  <a:lnTo>
                    <a:pt x="2691552" y="594793"/>
                  </a:lnTo>
                  <a:lnTo>
                    <a:pt x="2699376" y="596447"/>
                  </a:lnTo>
                  <a:lnTo>
                    <a:pt x="2707200" y="598525"/>
                  </a:lnTo>
                  <a:lnTo>
                    <a:pt x="2715024" y="600891"/>
                  </a:lnTo>
                  <a:lnTo>
                    <a:pt x="2722849" y="603419"/>
                  </a:lnTo>
                  <a:lnTo>
                    <a:pt x="2730673" y="606008"/>
                  </a:lnTo>
                  <a:lnTo>
                    <a:pt x="2738497" y="608597"/>
                  </a:lnTo>
                  <a:lnTo>
                    <a:pt x="2746322" y="611182"/>
                  </a:lnTo>
                  <a:lnTo>
                    <a:pt x="2754146" y="613811"/>
                  </a:lnTo>
                  <a:lnTo>
                    <a:pt x="2761970" y="616560"/>
                  </a:lnTo>
                  <a:lnTo>
                    <a:pt x="2769794" y="619510"/>
                  </a:lnTo>
                  <a:lnTo>
                    <a:pt x="2777619" y="622729"/>
                  </a:lnTo>
                  <a:lnTo>
                    <a:pt x="2785443" y="626256"/>
                  </a:lnTo>
                  <a:lnTo>
                    <a:pt x="2793267" y="630088"/>
                  </a:lnTo>
                  <a:lnTo>
                    <a:pt x="2801091" y="634178"/>
                  </a:lnTo>
                  <a:lnTo>
                    <a:pt x="2808916" y="638434"/>
                  </a:lnTo>
                  <a:lnTo>
                    <a:pt x="2816740" y="642734"/>
                  </a:lnTo>
                  <a:lnTo>
                    <a:pt x="2824564" y="646936"/>
                  </a:lnTo>
                  <a:lnTo>
                    <a:pt x="2832389" y="650870"/>
                  </a:lnTo>
                  <a:lnTo>
                    <a:pt x="2840213" y="654396"/>
                  </a:lnTo>
                  <a:lnTo>
                    <a:pt x="2848037" y="657435"/>
                  </a:lnTo>
                  <a:lnTo>
                    <a:pt x="2855861" y="659936"/>
                  </a:lnTo>
                  <a:lnTo>
                    <a:pt x="2863686" y="661887"/>
                  </a:lnTo>
                  <a:lnTo>
                    <a:pt x="2871510" y="663314"/>
                  </a:lnTo>
                  <a:lnTo>
                    <a:pt x="2879334" y="664274"/>
                  </a:lnTo>
                  <a:lnTo>
                    <a:pt x="2887159" y="664846"/>
                  </a:lnTo>
                  <a:lnTo>
                    <a:pt x="2894983" y="665125"/>
                  </a:lnTo>
                  <a:lnTo>
                    <a:pt x="2902807" y="665212"/>
                  </a:lnTo>
                  <a:lnTo>
                    <a:pt x="2910631" y="665202"/>
                  </a:lnTo>
                  <a:lnTo>
                    <a:pt x="2918456" y="665181"/>
                  </a:lnTo>
                  <a:lnTo>
                    <a:pt x="2926280" y="665223"/>
                  </a:lnTo>
                  <a:lnTo>
                    <a:pt x="2934104" y="665368"/>
                  </a:lnTo>
                  <a:lnTo>
                    <a:pt x="2941929" y="665625"/>
                  </a:lnTo>
                  <a:lnTo>
                    <a:pt x="2949753" y="665980"/>
                  </a:lnTo>
                  <a:lnTo>
                    <a:pt x="2957577" y="666401"/>
                  </a:lnTo>
                  <a:lnTo>
                    <a:pt x="2965401" y="666841"/>
                  </a:lnTo>
                  <a:lnTo>
                    <a:pt x="2973226" y="667244"/>
                  </a:lnTo>
                  <a:lnTo>
                    <a:pt x="2981050" y="667553"/>
                  </a:lnTo>
                  <a:lnTo>
                    <a:pt x="2988874" y="667712"/>
                  </a:lnTo>
                  <a:lnTo>
                    <a:pt x="2996698" y="667673"/>
                  </a:lnTo>
                  <a:lnTo>
                    <a:pt x="3004523" y="667400"/>
                  </a:lnTo>
                  <a:lnTo>
                    <a:pt x="3012347" y="666868"/>
                  </a:lnTo>
                  <a:lnTo>
                    <a:pt x="3020171" y="666046"/>
                  </a:lnTo>
                  <a:lnTo>
                    <a:pt x="3027996" y="664973"/>
                  </a:lnTo>
                  <a:lnTo>
                    <a:pt x="3035820" y="663676"/>
                  </a:lnTo>
                  <a:lnTo>
                    <a:pt x="3043644" y="662196"/>
                  </a:lnTo>
                  <a:lnTo>
                    <a:pt x="3051468" y="660583"/>
                  </a:lnTo>
                  <a:lnTo>
                    <a:pt x="3059293" y="658895"/>
                  </a:lnTo>
                  <a:lnTo>
                    <a:pt x="3067117" y="657196"/>
                  </a:lnTo>
                  <a:lnTo>
                    <a:pt x="3074941" y="655552"/>
                  </a:lnTo>
                  <a:lnTo>
                    <a:pt x="3082766" y="654031"/>
                  </a:lnTo>
                  <a:lnTo>
                    <a:pt x="3090590" y="652696"/>
                  </a:lnTo>
                  <a:lnTo>
                    <a:pt x="3098414" y="651605"/>
                  </a:lnTo>
                  <a:lnTo>
                    <a:pt x="3106238" y="650822"/>
                  </a:lnTo>
                  <a:lnTo>
                    <a:pt x="3114063" y="650408"/>
                  </a:lnTo>
                  <a:lnTo>
                    <a:pt x="3121887" y="650365"/>
                  </a:lnTo>
                  <a:lnTo>
                    <a:pt x="3129711" y="650701"/>
                  </a:lnTo>
                  <a:lnTo>
                    <a:pt x="3137536" y="651407"/>
                  </a:lnTo>
                  <a:lnTo>
                    <a:pt x="3145360" y="652456"/>
                  </a:lnTo>
                  <a:lnTo>
                    <a:pt x="3153184" y="653803"/>
                  </a:lnTo>
                  <a:lnTo>
                    <a:pt x="3161008" y="655388"/>
                  </a:lnTo>
                  <a:lnTo>
                    <a:pt x="3168833" y="657138"/>
                  </a:lnTo>
                  <a:lnTo>
                    <a:pt x="3176657" y="658974"/>
                  </a:lnTo>
                  <a:lnTo>
                    <a:pt x="3184481" y="660812"/>
                  </a:lnTo>
                  <a:lnTo>
                    <a:pt x="3192305" y="662573"/>
                  </a:lnTo>
                  <a:lnTo>
                    <a:pt x="3200130" y="664173"/>
                  </a:lnTo>
                  <a:lnTo>
                    <a:pt x="3207954" y="665546"/>
                  </a:lnTo>
                  <a:lnTo>
                    <a:pt x="3215778" y="666660"/>
                  </a:lnTo>
                  <a:lnTo>
                    <a:pt x="3223603" y="667494"/>
                  </a:lnTo>
                  <a:lnTo>
                    <a:pt x="3231427" y="668042"/>
                  </a:lnTo>
                  <a:lnTo>
                    <a:pt x="3239251" y="668315"/>
                  </a:lnTo>
                  <a:lnTo>
                    <a:pt x="3247075" y="668338"/>
                  </a:lnTo>
                  <a:lnTo>
                    <a:pt x="3254900" y="668149"/>
                  </a:lnTo>
                  <a:lnTo>
                    <a:pt x="3262724" y="667797"/>
                  </a:lnTo>
                  <a:lnTo>
                    <a:pt x="3270548" y="667340"/>
                  </a:lnTo>
                  <a:lnTo>
                    <a:pt x="3278373" y="666838"/>
                  </a:lnTo>
                  <a:lnTo>
                    <a:pt x="3286197" y="666353"/>
                  </a:lnTo>
                  <a:lnTo>
                    <a:pt x="3294021" y="665955"/>
                  </a:lnTo>
                  <a:lnTo>
                    <a:pt x="3301845" y="665693"/>
                  </a:lnTo>
                  <a:lnTo>
                    <a:pt x="3309670" y="665595"/>
                  </a:lnTo>
                  <a:lnTo>
                    <a:pt x="3317494" y="665677"/>
                  </a:lnTo>
                  <a:lnTo>
                    <a:pt x="3325318" y="665936"/>
                  </a:lnTo>
                  <a:lnTo>
                    <a:pt x="3333142" y="666354"/>
                  </a:lnTo>
                  <a:lnTo>
                    <a:pt x="3340967" y="666901"/>
                  </a:lnTo>
                  <a:lnTo>
                    <a:pt x="3348791" y="667539"/>
                  </a:lnTo>
                  <a:lnTo>
                    <a:pt x="3356615" y="668226"/>
                  </a:lnTo>
                  <a:lnTo>
                    <a:pt x="3364440" y="668920"/>
                  </a:lnTo>
                  <a:lnTo>
                    <a:pt x="3372264" y="669586"/>
                  </a:lnTo>
                  <a:lnTo>
                    <a:pt x="3380088" y="670196"/>
                  </a:lnTo>
                  <a:lnTo>
                    <a:pt x="3387912" y="670721"/>
                  </a:lnTo>
                  <a:lnTo>
                    <a:pt x="3395737" y="671161"/>
                  </a:lnTo>
                  <a:lnTo>
                    <a:pt x="3403561" y="671517"/>
                  </a:lnTo>
                  <a:lnTo>
                    <a:pt x="3411385" y="671795"/>
                  </a:lnTo>
                  <a:lnTo>
                    <a:pt x="3419210" y="672003"/>
                  </a:lnTo>
                  <a:lnTo>
                    <a:pt x="3427034" y="672154"/>
                  </a:lnTo>
                  <a:lnTo>
                    <a:pt x="3434858" y="672255"/>
                  </a:lnTo>
                  <a:lnTo>
                    <a:pt x="3442682" y="672317"/>
                  </a:lnTo>
                  <a:lnTo>
                    <a:pt x="3450507" y="672346"/>
                  </a:lnTo>
                  <a:lnTo>
                    <a:pt x="3458331" y="672344"/>
                  </a:lnTo>
                  <a:lnTo>
                    <a:pt x="3466155" y="672313"/>
                  </a:lnTo>
                  <a:lnTo>
                    <a:pt x="3473980" y="672248"/>
                  </a:lnTo>
                  <a:lnTo>
                    <a:pt x="3481804" y="672139"/>
                  </a:lnTo>
                  <a:lnTo>
                    <a:pt x="3489628" y="671981"/>
                  </a:lnTo>
                  <a:lnTo>
                    <a:pt x="3497452" y="671761"/>
                  </a:lnTo>
                  <a:lnTo>
                    <a:pt x="3505277" y="671471"/>
                  </a:lnTo>
                  <a:lnTo>
                    <a:pt x="3513101" y="671101"/>
                  </a:lnTo>
                  <a:lnTo>
                    <a:pt x="3520925" y="670647"/>
                  </a:lnTo>
                  <a:lnTo>
                    <a:pt x="3528749" y="670112"/>
                  </a:lnTo>
                  <a:lnTo>
                    <a:pt x="3536574" y="669503"/>
                  </a:lnTo>
                  <a:lnTo>
                    <a:pt x="3544398" y="668840"/>
                  </a:lnTo>
                  <a:lnTo>
                    <a:pt x="3552222" y="668149"/>
                  </a:lnTo>
                  <a:lnTo>
                    <a:pt x="3560047" y="667465"/>
                  </a:lnTo>
                  <a:lnTo>
                    <a:pt x="3567871" y="666834"/>
                  </a:lnTo>
                  <a:lnTo>
                    <a:pt x="3575695" y="666307"/>
                  </a:lnTo>
                  <a:lnTo>
                    <a:pt x="3583519" y="665919"/>
                  </a:lnTo>
                  <a:lnTo>
                    <a:pt x="3591344" y="665699"/>
                  </a:lnTo>
                  <a:lnTo>
                    <a:pt x="3599168" y="665664"/>
                  </a:lnTo>
                  <a:lnTo>
                    <a:pt x="3606992" y="665815"/>
                  </a:lnTo>
                  <a:lnTo>
                    <a:pt x="3614817" y="666141"/>
                  </a:lnTo>
                  <a:lnTo>
                    <a:pt x="3622641" y="666616"/>
                  </a:lnTo>
                  <a:lnTo>
                    <a:pt x="3630465" y="667205"/>
                  </a:lnTo>
                  <a:lnTo>
                    <a:pt x="3638289" y="667867"/>
                  </a:lnTo>
                  <a:lnTo>
                    <a:pt x="3646114" y="668559"/>
                  </a:lnTo>
                  <a:lnTo>
                    <a:pt x="3653938" y="669242"/>
                  </a:lnTo>
                  <a:lnTo>
                    <a:pt x="3661762" y="669879"/>
                  </a:lnTo>
                  <a:lnTo>
                    <a:pt x="3669586" y="670445"/>
                  </a:lnTo>
                  <a:lnTo>
                    <a:pt x="3677411" y="670930"/>
                  </a:lnTo>
                  <a:lnTo>
                    <a:pt x="3685235" y="671331"/>
                  </a:lnTo>
                  <a:lnTo>
                    <a:pt x="3693059" y="671652"/>
                  </a:lnTo>
                  <a:lnTo>
                    <a:pt x="3700884" y="671899"/>
                  </a:lnTo>
                  <a:lnTo>
                    <a:pt x="3708708" y="672083"/>
                  </a:lnTo>
                  <a:lnTo>
                    <a:pt x="3716532" y="672216"/>
                  </a:lnTo>
                  <a:lnTo>
                    <a:pt x="3724356" y="672309"/>
                  </a:lnTo>
                  <a:lnTo>
                    <a:pt x="3732181" y="672372"/>
                  </a:lnTo>
                  <a:lnTo>
                    <a:pt x="3740005" y="672412"/>
                  </a:lnTo>
                  <a:lnTo>
                    <a:pt x="3747829" y="672438"/>
                  </a:lnTo>
                  <a:lnTo>
                    <a:pt x="3755654" y="672452"/>
                  </a:lnTo>
                  <a:lnTo>
                    <a:pt x="3763478" y="672460"/>
                  </a:lnTo>
                  <a:lnTo>
                    <a:pt x="3771302" y="672463"/>
                  </a:lnTo>
                  <a:lnTo>
                    <a:pt x="3779126" y="672463"/>
                  </a:lnTo>
                  <a:lnTo>
                    <a:pt x="3786951" y="672457"/>
                  </a:lnTo>
                  <a:lnTo>
                    <a:pt x="3794775" y="672446"/>
                  </a:lnTo>
                  <a:lnTo>
                    <a:pt x="3802599" y="672425"/>
                  </a:lnTo>
                  <a:lnTo>
                    <a:pt x="3810424" y="672392"/>
                  </a:lnTo>
                  <a:lnTo>
                    <a:pt x="3818248" y="672338"/>
                  </a:lnTo>
                  <a:lnTo>
                    <a:pt x="3826072" y="672254"/>
                  </a:lnTo>
                  <a:lnTo>
                    <a:pt x="3833896" y="672130"/>
                  </a:lnTo>
                  <a:lnTo>
                    <a:pt x="3841721" y="671948"/>
                  </a:lnTo>
                  <a:lnTo>
                    <a:pt x="3849545" y="671682"/>
                  </a:lnTo>
                  <a:lnTo>
                    <a:pt x="3857369" y="671317"/>
                  </a:lnTo>
                  <a:lnTo>
                    <a:pt x="3865193" y="670832"/>
                  </a:lnTo>
                  <a:lnTo>
                    <a:pt x="3873018" y="670208"/>
                  </a:lnTo>
                  <a:lnTo>
                    <a:pt x="3880842" y="669434"/>
                  </a:lnTo>
                  <a:lnTo>
                    <a:pt x="3888666" y="668506"/>
                  </a:lnTo>
                  <a:lnTo>
                    <a:pt x="3896491" y="667432"/>
                  </a:lnTo>
                  <a:lnTo>
                    <a:pt x="3904315" y="666236"/>
                  </a:lnTo>
                  <a:lnTo>
                    <a:pt x="3912139" y="664957"/>
                  </a:lnTo>
                  <a:lnTo>
                    <a:pt x="3919963" y="663649"/>
                  </a:lnTo>
                  <a:lnTo>
                    <a:pt x="3927788" y="662378"/>
                  </a:lnTo>
                  <a:lnTo>
                    <a:pt x="3935612" y="661226"/>
                  </a:lnTo>
                  <a:lnTo>
                    <a:pt x="3943436" y="660287"/>
                  </a:lnTo>
                  <a:lnTo>
                    <a:pt x="3951261" y="659618"/>
                  </a:lnTo>
                  <a:lnTo>
                    <a:pt x="3959085" y="659265"/>
                  </a:lnTo>
                  <a:lnTo>
                    <a:pt x="3966909" y="659254"/>
                  </a:lnTo>
                  <a:lnTo>
                    <a:pt x="3974733" y="659584"/>
                  </a:lnTo>
                  <a:lnTo>
                    <a:pt x="3982558" y="660230"/>
                  </a:lnTo>
                  <a:lnTo>
                    <a:pt x="3990382" y="661144"/>
                  </a:lnTo>
                  <a:lnTo>
                    <a:pt x="3998206" y="662263"/>
                  </a:lnTo>
                  <a:lnTo>
                    <a:pt x="3998206" y="672474"/>
                  </a:lnTo>
                  <a:lnTo>
                    <a:pt x="3990382" y="672474"/>
                  </a:lnTo>
                  <a:lnTo>
                    <a:pt x="3982558" y="672474"/>
                  </a:lnTo>
                  <a:lnTo>
                    <a:pt x="3974733" y="672474"/>
                  </a:lnTo>
                  <a:lnTo>
                    <a:pt x="3966909" y="672474"/>
                  </a:lnTo>
                  <a:lnTo>
                    <a:pt x="3959085" y="672474"/>
                  </a:lnTo>
                  <a:lnTo>
                    <a:pt x="3951261" y="672474"/>
                  </a:lnTo>
                  <a:lnTo>
                    <a:pt x="3943436" y="672474"/>
                  </a:lnTo>
                  <a:lnTo>
                    <a:pt x="3935612" y="672474"/>
                  </a:lnTo>
                  <a:lnTo>
                    <a:pt x="3927788" y="672474"/>
                  </a:lnTo>
                  <a:lnTo>
                    <a:pt x="3919963" y="672474"/>
                  </a:lnTo>
                  <a:lnTo>
                    <a:pt x="3912139" y="672474"/>
                  </a:lnTo>
                  <a:lnTo>
                    <a:pt x="3904315" y="672474"/>
                  </a:lnTo>
                  <a:lnTo>
                    <a:pt x="3896491" y="672474"/>
                  </a:lnTo>
                  <a:lnTo>
                    <a:pt x="3888666" y="672474"/>
                  </a:lnTo>
                  <a:lnTo>
                    <a:pt x="3880842" y="672474"/>
                  </a:lnTo>
                  <a:lnTo>
                    <a:pt x="3873018" y="672474"/>
                  </a:lnTo>
                  <a:lnTo>
                    <a:pt x="3865193" y="672474"/>
                  </a:lnTo>
                  <a:lnTo>
                    <a:pt x="3857369" y="672474"/>
                  </a:lnTo>
                  <a:lnTo>
                    <a:pt x="3849545" y="672474"/>
                  </a:lnTo>
                  <a:lnTo>
                    <a:pt x="3841721" y="672474"/>
                  </a:lnTo>
                  <a:lnTo>
                    <a:pt x="3833896" y="672474"/>
                  </a:lnTo>
                  <a:lnTo>
                    <a:pt x="3826072" y="672474"/>
                  </a:lnTo>
                  <a:lnTo>
                    <a:pt x="3818248" y="672474"/>
                  </a:lnTo>
                  <a:lnTo>
                    <a:pt x="3810424" y="672474"/>
                  </a:lnTo>
                  <a:lnTo>
                    <a:pt x="3802599" y="672474"/>
                  </a:lnTo>
                  <a:lnTo>
                    <a:pt x="3794775" y="672474"/>
                  </a:lnTo>
                  <a:lnTo>
                    <a:pt x="3786951" y="672474"/>
                  </a:lnTo>
                  <a:lnTo>
                    <a:pt x="3779126" y="672474"/>
                  </a:lnTo>
                  <a:lnTo>
                    <a:pt x="3771302" y="672474"/>
                  </a:lnTo>
                  <a:lnTo>
                    <a:pt x="3763478" y="672474"/>
                  </a:lnTo>
                  <a:lnTo>
                    <a:pt x="3755654" y="672474"/>
                  </a:lnTo>
                  <a:lnTo>
                    <a:pt x="3747829" y="672474"/>
                  </a:lnTo>
                  <a:lnTo>
                    <a:pt x="3740005" y="672474"/>
                  </a:lnTo>
                  <a:lnTo>
                    <a:pt x="3732181" y="672474"/>
                  </a:lnTo>
                  <a:lnTo>
                    <a:pt x="3724356" y="672474"/>
                  </a:lnTo>
                  <a:lnTo>
                    <a:pt x="3716532" y="672474"/>
                  </a:lnTo>
                  <a:lnTo>
                    <a:pt x="3708708" y="672474"/>
                  </a:lnTo>
                  <a:lnTo>
                    <a:pt x="3700884" y="672474"/>
                  </a:lnTo>
                  <a:lnTo>
                    <a:pt x="3693059" y="672474"/>
                  </a:lnTo>
                  <a:lnTo>
                    <a:pt x="3685235" y="672474"/>
                  </a:lnTo>
                  <a:lnTo>
                    <a:pt x="3677411" y="672474"/>
                  </a:lnTo>
                  <a:lnTo>
                    <a:pt x="3669586" y="672474"/>
                  </a:lnTo>
                  <a:lnTo>
                    <a:pt x="3661762" y="672474"/>
                  </a:lnTo>
                  <a:lnTo>
                    <a:pt x="3653938" y="672474"/>
                  </a:lnTo>
                  <a:lnTo>
                    <a:pt x="3646114" y="672474"/>
                  </a:lnTo>
                  <a:lnTo>
                    <a:pt x="3638289" y="672474"/>
                  </a:lnTo>
                  <a:lnTo>
                    <a:pt x="3630465" y="672474"/>
                  </a:lnTo>
                  <a:lnTo>
                    <a:pt x="3622641" y="672474"/>
                  </a:lnTo>
                  <a:lnTo>
                    <a:pt x="3614817" y="672474"/>
                  </a:lnTo>
                  <a:lnTo>
                    <a:pt x="3606992" y="672474"/>
                  </a:lnTo>
                  <a:lnTo>
                    <a:pt x="3599168" y="672474"/>
                  </a:lnTo>
                  <a:lnTo>
                    <a:pt x="3591344" y="672474"/>
                  </a:lnTo>
                  <a:lnTo>
                    <a:pt x="3583519" y="672474"/>
                  </a:lnTo>
                  <a:lnTo>
                    <a:pt x="3575695" y="672474"/>
                  </a:lnTo>
                  <a:lnTo>
                    <a:pt x="3567871" y="672474"/>
                  </a:lnTo>
                  <a:lnTo>
                    <a:pt x="3560047" y="672474"/>
                  </a:lnTo>
                  <a:lnTo>
                    <a:pt x="3552222" y="672474"/>
                  </a:lnTo>
                  <a:lnTo>
                    <a:pt x="3544398" y="672474"/>
                  </a:lnTo>
                  <a:lnTo>
                    <a:pt x="3536574" y="672474"/>
                  </a:lnTo>
                  <a:lnTo>
                    <a:pt x="3528749" y="672474"/>
                  </a:lnTo>
                  <a:lnTo>
                    <a:pt x="3520925" y="672474"/>
                  </a:lnTo>
                  <a:lnTo>
                    <a:pt x="3513101" y="672474"/>
                  </a:lnTo>
                  <a:lnTo>
                    <a:pt x="3505277" y="672474"/>
                  </a:lnTo>
                  <a:lnTo>
                    <a:pt x="3497452" y="672474"/>
                  </a:lnTo>
                  <a:lnTo>
                    <a:pt x="3489628" y="672474"/>
                  </a:lnTo>
                  <a:lnTo>
                    <a:pt x="3481804" y="672474"/>
                  </a:lnTo>
                  <a:lnTo>
                    <a:pt x="3473980" y="672474"/>
                  </a:lnTo>
                  <a:lnTo>
                    <a:pt x="3466155" y="672474"/>
                  </a:lnTo>
                  <a:lnTo>
                    <a:pt x="3458331" y="672474"/>
                  </a:lnTo>
                  <a:lnTo>
                    <a:pt x="3450507" y="672474"/>
                  </a:lnTo>
                  <a:lnTo>
                    <a:pt x="3442682" y="672474"/>
                  </a:lnTo>
                  <a:lnTo>
                    <a:pt x="3434858" y="672474"/>
                  </a:lnTo>
                  <a:lnTo>
                    <a:pt x="3427034" y="672474"/>
                  </a:lnTo>
                  <a:lnTo>
                    <a:pt x="3419210" y="672474"/>
                  </a:lnTo>
                  <a:lnTo>
                    <a:pt x="3411385" y="672474"/>
                  </a:lnTo>
                  <a:lnTo>
                    <a:pt x="3403561" y="672474"/>
                  </a:lnTo>
                  <a:lnTo>
                    <a:pt x="3395737" y="672474"/>
                  </a:lnTo>
                  <a:lnTo>
                    <a:pt x="3387912" y="672474"/>
                  </a:lnTo>
                  <a:lnTo>
                    <a:pt x="3380088" y="672474"/>
                  </a:lnTo>
                  <a:lnTo>
                    <a:pt x="3372264" y="672474"/>
                  </a:lnTo>
                  <a:lnTo>
                    <a:pt x="3364440" y="672474"/>
                  </a:lnTo>
                  <a:lnTo>
                    <a:pt x="3356615" y="672474"/>
                  </a:lnTo>
                  <a:lnTo>
                    <a:pt x="3348791" y="672474"/>
                  </a:lnTo>
                  <a:lnTo>
                    <a:pt x="3340967" y="672474"/>
                  </a:lnTo>
                  <a:lnTo>
                    <a:pt x="3333142" y="672474"/>
                  </a:lnTo>
                  <a:lnTo>
                    <a:pt x="3325318" y="672474"/>
                  </a:lnTo>
                  <a:lnTo>
                    <a:pt x="3317494" y="672474"/>
                  </a:lnTo>
                  <a:lnTo>
                    <a:pt x="3309670" y="672474"/>
                  </a:lnTo>
                  <a:lnTo>
                    <a:pt x="3301845" y="672474"/>
                  </a:lnTo>
                  <a:lnTo>
                    <a:pt x="3294021" y="672474"/>
                  </a:lnTo>
                  <a:lnTo>
                    <a:pt x="3286197" y="672474"/>
                  </a:lnTo>
                  <a:lnTo>
                    <a:pt x="3278373" y="672474"/>
                  </a:lnTo>
                  <a:lnTo>
                    <a:pt x="3270548" y="672474"/>
                  </a:lnTo>
                  <a:lnTo>
                    <a:pt x="3262724" y="672474"/>
                  </a:lnTo>
                  <a:lnTo>
                    <a:pt x="3254900" y="672474"/>
                  </a:lnTo>
                  <a:lnTo>
                    <a:pt x="3247075" y="672474"/>
                  </a:lnTo>
                  <a:lnTo>
                    <a:pt x="3239251" y="672474"/>
                  </a:lnTo>
                  <a:lnTo>
                    <a:pt x="3231427" y="672474"/>
                  </a:lnTo>
                  <a:lnTo>
                    <a:pt x="3223603" y="672474"/>
                  </a:lnTo>
                  <a:lnTo>
                    <a:pt x="3215778" y="672474"/>
                  </a:lnTo>
                  <a:lnTo>
                    <a:pt x="3207954" y="672474"/>
                  </a:lnTo>
                  <a:lnTo>
                    <a:pt x="3200130" y="672474"/>
                  </a:lnTo>
                  <a:lnTo>
                    <a:pt x="3192305" y="672474"/>
                  </a:lnTo>
                  <a:lnTo>
                    <a:pt x="3184481" y="672474"/>
                  </a:lnTo>
                  <a:lnTo>
                    <a:pt x="3176657" y="672474"/>
                  </a:lnTo>
                  <a:lnTo>
                    <a:pt x="3168833" y="672474"/>
                  </a:lnTo>
                  <a:lnTo>
                    <a:pt x="3161008" y="672474"/>
                  </a:lnTo>
                  <a:lnTo>
                    <a:pt x="3153184" y="672474"/>
                  </a:lnTo>
                  <a:lnTo>
                    <a:pt x="3145360" y="672474"/>
                  </a:lnTo>
                  <a:lnTo>
                    <a:pt x="3137536" y="672474"/>
                  </a:lnTo>
                  <a:lnTo>
                    <a:pt x="3129711" y="672474"/>
                  </a:lnTo>
                  <a:lnTo>
                    <a:pt x="3121887" y="672474"/>
                  </a:lnTo>
                  <a:lnTo>
                    <a:pt x="3114063" y="672474"/>
                  </a:lnTo>
                  <a:lnTo>
                    <a:pt x="3106238" y="672474"/>
                  </a:lnTo>
                  <a:lnTo>
                    <a:pt x="3098414" y="672474"/>
                  </a:lnTo>
                  <a:lnTo>
                    <a:pt x="3090590" y="672474"/>
                  </a:lnTo>
                  <a:lnTo>
                    <a:pt x="3082766" y="672474"/>
                  </a:lnTo>
                  <a:lnTo>
                    <a:pt x="3074941" y="672474"/>
                  </a:lnTo>
                  <a:lnTo>
                    <a:pt x="3067117" y="672474"/>
                  </a:lnTo>
                  <a:lnTo>
                    <a:pt x="3059293" y="672474"/>
                  </a:lnTo>
                  <a:lnTo>
                    <a:pt x="3051468" y="672474"/>
                  </a:lnTo>
                  <a:lnTo>
                    <a:pt x="3043644" y="672474"/>
                  </a:lnTo>
                  <a:lnTo>
                    <a:pt x="3035820" y="672474"/>
                  </a:lnTo>
                  <a:lnTo>
                    <a:pt x="3027996" y="672474"/>
                  </a:lnTo>
                  <a:lnTo>
                    <a:pt x="3020171" y="672474"/>
                  </a:lnTo>
                  <a:lnTo>
                    <a:pt x="3012347" y="672474"/>
                  </a:lnTo>
                  <a:lnTo>
                    <a:pt x="3004523" y="672474"/>
                  </a:lnTo>
                  <a:lnTo>
                    <a:pt x="2996698" y="672474"/>
                  </a:lnTo>
                  <a:lnTo>
                    <a:pt x="2988874" y="672474"/>
                  </a:lnTo>
                  <a:lnTo>
                    <a:pt x="2981050" y="672474"/>
                  </a:lnTo>
                  <a:lnTo>
                    <a:pt x="2973226" y="672474"/>
                  </a:lnTo>
                  <a:lnTo>
                    <a:pt x="2965401" y="672474"/>
                  </a:lnTo>
                  <a:lnTo>
                    <a:pt x="2957577" y="672474"/>
                  </a:lnTo>
                  <a:lnTo>
                    <a:pt x="2949753" y="672474"/>
                  </a:lnTo>
                  <a:lnTo>
                    <a:pt x="2941929" y="672474"/>
                  </a:lnTo>
                  <a:lnTo>
                    <a:pt x="2934104" y="672474"/>
                  </a:lnTo>
                  <a:lnTo>
                    <a:pt x="2926280" y="672474"/>
                  </a:lnTo>
                  <a:lnTo>
                    <a:pt x="2918456" y="672474"/>
                  </a:lnTo>
                  <a:lnTo>
                    <a:pt x="2910631" y="672474"/>
                  </a:lnTo>
                  <a:lnTo>
                    <a:pt x="2902807" y="672474"/>
                  </a:lnTo>
                  <a:lnTo>
                    <a:pt x="2894983" y="672474"/>
                  </a:lnTo>
                  <a:lnTo>
                    <a:pt x="2887159" y="672474"/>
                  </a:lnTo>
                  <a:lnTo>
                    <a:pt x="2879334" y="672474"/>
                  </a:lnTo>
                  <a:lnTo>
                    <a:pt x="2871510" y="672474"/>
                  </a:lnTo>
                  <a:lnTo>
                    <a:pt x="2863686" y="672474"/>
                  </a:lnTo>
                  <a:lnTo>
                    <a:pt x="2855861" y="672474"/>
                  </a:lnTo>
                  <a:lnTo>
                    <a:pt x="2848037" y="672474"/>
                  </a:lnTo>
                  <a:lnTo>
                    <a:pt x="2840213" y="672474"/>
                  </a:lnTo>
                  <a:lnTo>
                    <a:pt x="2832389" y="672474"/>
                  </a:lnTo>
                  <a:lnTo>
                    <a:pt x="2824564" y="672474"/>
                  </a:lnTo>
                  <a:lnTo>
                    <a:pt x="2816740" y="672474"/>
                  </a:lnTo>
                  <a:lnTo>
                    <a:pt x="2808916" y="672474"/>
                  </a:lnTo>
                  <a:lnTo>
                    <a:pt x="2801091" y="672474"/>
                  </a:lnTo>
                  <a:lnTo>
                    <a:pt x="2793267" y="672474"/>
                  </a:lnTo>
                  <a:lnTo>
                    <a:pt x="2785443" y="672474"/>
                  </a:lnTo>
                  <a:lnTo>
                    <a:pt x="2777619" y="672474"/>
                  </a:lnTo>
                  <a:lnTo>
                    <a:pt x="2769794" y="672474"/>
                  </a:lnTo>
                  <a:lnTo>
                    <a:pt x="2761970" y="672474"/>
                  </a:lnTo>
                  <a:lnTo>
                    <a:pt x="2754146" y="672474"/>
                  </a:lnTo>
                  <a:lnTo>
                    <a:pt x="2746322" y="672474"/>
                  </a:lnTo>
                  <a:lnTo>
                    <a:pt x="2738497" y="672474"/>
                  </a:lnTo>
                  <a:lnTo>
                    <a:pt x="2730673" y="672474"/>
                  </a:lnTo>
                  <a:lnTo>
                    <a:pt x="2722849" y="672474"/>
                  </a:lnTo>
                  <a:lnTo>
                    <a:pt x="2715024" y="672474"/>
                  </a:lnTo>
                  <a:lnTo>
                    <a:pt x="2707200" y="672474"/>
                  </a:lnTo>
                  <a:lnTo>
                    <a:pt x="2699376" y="672474"/>
                  </a:lnTo>
                  <a:lnTo>
                    <a:pt x="2691552" y="672474"/>
                  </a:lnTo>
                  <a:lnTo>
                    <a:pt x="2683727" y="672474"/>
                  </a:lnTo>
                  <a:lnTo>
                    <a:pt x="2675903" y="672474"/>
                  </a:lnTo>
                  <a:lnTo>
                    <a:pt x="2668079" y="672474"/>
                  </a:lnTo>
                  <a:lnTo>
                    <a:pt x="2660254" y="672474"/>
                  </a:lnTo>
                  <a:lnTo>
                    <a:pt x="2652430" y="672474"/>
                  </a:lnTo>
                  <a:lnTo>
                    <a:pt x="2644606" y="672474"/>
                  </a:lnTo>
                  <a:lnTo>
                    <a:pt x="2636782" y="672474"/>
                  </a:lnTo>
                  <a:lnTo>
                    <a:pt x="2628957" y="672474"/>
                  </a:lnTo>
                  <a:lnTo>
                    <a:pt x="2621133" y="672474"/>
                  </a:lnTo>
                  <a:lnTo>
                    <a:pt x="2613309" y="672474"/>
                  </a:lnTo>
                  <a:lnTo>
                    <a:pt x="2605485" y="672474"/>
                  </a:lnTo>
                  <a:lnTo>
                    <a:pt x="2597660" y="672474"/>
                  </a:lnTo>
                  <a:lnTo>
                    <a:pt x="2589836" y="672474"/>
                  </a:lnTo>
                  <a:lnTo>
                    <a:pt x="2582012" y="672474"/>
                  </a:lnTo>
                  <a:lnTo>
                    <a:pt x="2574187" y="672474"/>
                  </a:lnTo>
                  <a:lnTo>
                    <a:pt x="2566363" y="672474"/>
                  </a:lnTo>
                  <a:lnTo>
                    <a:pt x="2558539" y="672474"/>
                  </a:lnTo>
                  <a:lnTo>
                    <a:pt x="2550715" y="672474"/>
                  </a:lnTo>
                  <a:lnTo>
                    <a:pt x="2542890" y="672474"/>
                  </a:lnTo>
                  <a:lnTo>
                    <a:pt x="2535066" y="672474"/>
                  </a:lnTo>
                  <a:lnTo>
                    <a:pt x="2527242" y="672474"/>
                  </a:lnTo>
                  <a:lnTo>
                    <a:pt x="2519417" y="672474"/>
                  </a:lnTo>
                  <a:lnTo>
                    <a:pt x="2511593" y="672474"/>
                  </a:lnTo>
                  <a:lnTo>
                    <a:pt x="2503769" y="672474"/>
                  </a:lnTo>
                  <a:lnTo>
                    <a:pt x="2495945" y="672474"/>
                  </a:lnTo>
                  <a:lnTo>
                    <a:pt x="2488120" y="672474"/>
                  </a:lnTo>
                  <a:lnTo>
                    <a:pt x="2480296" y="672474"/>
                  </a:lnTo>
                  <a:lnTo>
                    <a:pt x="2472472" y="672474"/>
                  </a:lnTo>
                  <a:lnTo>
                    <a:pt x="2464647" y="672474"/>
                  </a:lnTo>
                  <a:lnTo>
                    <a:pt x="2456823" y="672474"/>
                  </a:lnTo>
                  <a:lnTo>
                    <a:pt x="2448999" y="672474"/>
                  </a:lnTo>
                  <a:lnTo>
                    <a:pt x="2441175" y="672474"/>
                  </a:lnTo>
                  <a:lnTo>
                    <a:pt x="2433350" y="672474"/>
                  </a:lnTo>
                  <a:lnTo>
                    <a:pt x="2425526" y="672474"/>
                  </a:lnTo>
                  <a:lnTo>
                    <a:pt x="2417702" y="672474"/>
                  </a:lnTo>
                  <a:lnTo>
                    <a:pt x="2409878" y="672474"/>
                  </a:lnTo>
                  <a:lnTo>
                    <a:pt x="2402053" y="672474"/>
                  </a:lnTo>
                  <a:lnTo>
                    <a:pt x="2394229" y="672474"/>
                  </a:lnTo>
                  <a:lnTo>
                    <a:pt x="2386405" y="672474"/>
                  </a:lnTo>
                  <a:lnTo>
                    <a:pt x="2378580" y="672474"/>
                  </a:lnTo>
                  <a:lnTo>
                    <a:pt x="2370756" y="672474"/>
                  </a:lnTo>
                  <a:lnTo>
                    <a:pt x="2362932" y="672474"/>
                  </a:lnTo>
                  <a:lnTo>
                    <a:pt x="2355108" y="672474"/>
                  </a:lnTo>
                  <a:lnTo>
                    <a:pt x="2347283" y="672474"/>
                  </a:lnTo>
                  <a:lnTo>
                    <a:pt x="2339459" y="672474"/>
                  </a:lnTo>
                  <a:lnTo>
                    <a:pt x="2331635" y="672474"/>
                  </a:lnTo>
                  <a:lnTo>
                    <a:pt x="2323810" y="672474"/>
                  </a:lnTo>
                  <a:lnTo>
                    <a:pt x="2315986" y="672474"/>
                  </a:lnTo>
                  <a:lnTo>
                    <a:pt x="2308162" y="672474"/>
                  </a:lnTo>
                  <a:lnTo>
                    <a:pt x="2300338" y="672474"/>
                  </a:lnTo>
                  <a:lnTo>
                    <a:pt x="2292513" y="672474"/>
                  </a:lnTo>
                  <a:lnTo>
                    <a:pt x="2284689" y="672474"/>
                  </a:lnTo>
                  <a:lnTo>
                    <a:pt x="2276865" y="672474"/>
                  </a:lnTo>
                  <a:lnTo>
                    <a:pt x="2269040" y="672474"/>
                  </a:lnTo>
                  <a:lnTo>
                    <a:pt x="2261216" y="672474"/>
                  </a:lnTo>
                  <a:lnTo>
                    <a:pt x="2253392" y="672474"/>
                  </a:lnTo>
                  <a:lnTo>
                    <a:pt x="2245568" y="672474"/>
                  </a:lnTo>
                  <a:lnTo>
                    <a:pt x="2237743" y="672474"/>
                  </a:lnTo>
                  <a:lnTo>
                    <a:pt x="2229919" y="672474"/>
                  </a:lnTo>
                  <a:lnTo>
                    <a:pt x="2222095" y="672474"/>
                  </a:lnTo>
                  <a:lnTo>
                    <a:pt x="2214271" y="672474"/>
                  </a:lnTo>
                  <a:lnTo>
                    <a:pt x="2206446" y="672474"/>
                  </a:lnTo>
                  <a:lnTo>
                    <a:pt x="2198622" y="672474"/>
                  </a:lnTo>
                  <a:lnTo>
                    <a:pt x="2190798" y="672474"/>
                  </a:lnTo>
                  <a:lnTo>
                    <a:pt x="2182973" y="672474"/>
                  </a:lnTo>
                  <a:lnTo>
                    <a:pt x="2175149" y="672474"/>
                  </a:lnTo>
                  <a:lnTo>
                    <a:pt x="2167325" y="672474"/>
                  </a:lnTo>
                  <a:lnTo>
                    <a:pt x="2159501" y="672474"/>
                  </a:lnTo>
                  <a:lnTo>
                    <a:pt x="2151676" y="672474"/>
                  </a:lnTo>
                  <a:lnTo>
                    <a:pt x="2143852" y="672474"/>
                  </a:lnTo>
                  <a:lnTo>
                    <a:pt x="2136028" y="672474"/>
                  </a:lnTo>
                  <a:lnTo>
                    <a:pt x="2128203" y="672474"/>
                  </a:lnTo>
                  <a:lnTo>
                    <a:pt x="2120379" y="672474"/>
                  </a:lnTo>
                  <a:lnTo>
                    <a:pt x="2112555" y="672474"/>
                  </a:lnTo>
                  <a:lnTo>
                    <a:pt x="2104731" y="672474"/>
                  </a:lnTo>
                  <a:lnTo>
                    <a:pt x="2096906" y="672474"/>
                  </a:lnTo>
                  <a:lnTo>
                    <a:pt x="2089082" y="672474"/>
                  </a:lnTo>
                  <a:lnTo>
                    <a:pt x="2081258" y="672474"/>
                  </a:lnTo>
                  <a:lnTo>
                    <a:pt x="2073434" y="672474"/>
                  </a:lnTo>
                  <a:lnTo>
                    <a:pt x="2065609" y="672474"/>
                  </a:lnTo>
                  <a:lnTo>
                    <a:pt x="2057785" y="672474"/>
                  </a:lnTo>
                  <a:lnTo>
                    <a:pt x="2049961" y="672474"/>
                  </a:lnTo>
                  <a:lnTo>
                    <a:pt x="2042136" y="672474"/>
                  </a:lnTo>
                  <a:lnTo>
                    <a:pt x="2034312" y="672474"/>
                  </a:lnTo>
                  <a:lnTo>
                    <a:pt x="2026488" y="672474"/>
                  </a:lnTo>
                  <a:lnTo>
                    <a:pt x="2018664" y="672474"/>
                  </a:lnTo>
                  <a:lnTo>
                    <a:pt x="2010839" y="672474"/>
                  </a:lnTo>
                  <a:lnTo>
                    <a:pt x="2003015" y="672474"/>
                  </a:lnTo>
                  <a:lnTo>
                    <a:pt x="1995191" y="672474"/>
                  </a:lnTo>
                  <a:lnTo>
                    <a:pt x="1987366" y="672474"/>
                  </a:lnTo>
                  <a:lnTo>
                    <a:pt x="1979542" y="672474"/>
                  </a:lnTo>
                  <a:lnTo>
                    <a:pt x="1971718" y="672474"/>
                  </a:lnTo>
                  <a:lnTo>
                    <a:pt x="1963894" y="672474"/>
                  </a:lnTo>
                  <a:lnTo>
                    <a:pt x="1956069" y="672474"/>
                  </a:lnTo>
                  <a:lnTo>
                    <a:pt x="1948245" y="672474"/>
                  </a:lnTo>
                  <a:lnTo>
                    <a:pt x="1940421" y="672474"/>
                  </a:lnTo>
                  <a:lnTo>
                    <a:pt x="1932596" y="672474"/>
                  </a:lnTo>
                  <a:lnTo>
                    <a:pt x="1924772" y="672474"/>
                  </a:lnTo>
                  <a:lnTo>
                    <a:pt x="1916948" y="672474"/>
                  </a:lnTo>
                  <a:lnTo>
                    <a:pt x="1909124" y="672474"/>
                  </a:lnTo>
                  <a:lnTo>
                    <a:pt x="1901299" y="672474"/>
                  </a:lnTo>
                  <a:lnTo>
                    <a:pt x="1893475" y="672474"/>
                  </a:lnTo>
                  <a:lnTo>
                    <a:pt x="1885651" y="672474"/>
                  </a:lnTo>
                  <a:lnTo>
                    <a:pt x="1877827" y="672474"/>
                  </a:lnTo>
                  <a:lnTo>
                    <a:pt x="1870002" y="672474"/>
                  </a:lnTo>
                  <a:lnTo>
                    <a:pt x="1862178" y="672474"/>
                  </a:lnTo>
                  <a:lnTo>
                    <a:pt x="1854354" y="672474"/>
                  </a:lnTo>
                  <a:lnTo>
                    <a:pt x="1846529" y="672474"/>
                  </a:lnTo>
                  <a:lnTo>
                    <a:pt x="1838705" y="672474"/>
                  </a:lnTo>
                  <a:lnTo>
                    <a:pt x="1830881" y="672474"/>
                  </a:lnTo>
                  <a:lnTo>
                    <a:pt x="1823057" y="672474"/>
                  </a:lnTo>
                  <a:lnTo>
                    <a:pt x="1815232" y="672474"/>
                  </a:lnTo>
                  <a:lnTo>
                    <a:pt x="1807408" y="672474"/>
                  </a:lnTo>
                  <a:lnTo>
                    <a:pt x="1799584" y="672474"/>
                  </a:lnTo>
                  <a:lnTo>
                    <a:pt x="1791759" y="672474"/>
                  </a:lnTo>
                  <a:lnTo>
                    <a:pt x="1783935" y="672474"/>
                  </a:lnTo>
                  <a:lnTo>
                    <a:pt x="1776111" y="672474"/>
                  </a:lnTo>
                  <a:lnTo>
                    <a:pt x="1768287" y="672474"/>
                  </a:lnTo>
                  <a:lnTo>
                    <a:pt x="1760462" y="672474"/>
                  </a:lnTo>
                  <a:lnTo>
                    <a:pt x="1752638" y="672474"/>
                  </a:lnTo>
                  <a:lnTo>
                    <a:pt x="1744814" y="672474"/>
                  </a:lnTo>
                  <a:lnTo>
                    <a:pt x="1736990" y="672474"/>
                  </a:lnTo>
                  <a:lnTo>
                    <a:pt x="1729165" y="672474"/>
                  </a:lnTo>
                  <a:lnTo>
                    <a:pt x="1721341" y="672474"/>
                  </a:lnTo>
                  <a:lnTo>
                    <a:pt x="1713517" y="672474"/>
                  </a:lnTo>
                  <a:lnTo>
                    <a:pt x="1705692" y="672474"/>
                  </a:lnTo>
                  <a:lnTo>
                    <a:pt x="1697868" y="672474"/>
                  </a:lnTo>
                  <a:lnTo>
                    <a:pt x="1690044" y="672474"/>
                  </a:lnTo>
                  <a:lnTo>
                    <a:pt x="1682220" y="672474"/>
                  </a:lnTo>
                  <a:lnTo>
                    <a:pt x="1674395" y="672474"/>
                  </a:lnTo>
                  <a:lnTo>
                    <a:pt x="1666571" y="672474"/>
                  </a:lnTo>
                  <a:lnTo>
                    <a:pt x="1658747" y="672474"/>
                  </a:lnTo>
                  <a:lnTo>
                    <a:pt x="1650922" y="672474"/>
                  </a:lnTo>
                  <a:lnTo>
                    <a:pt x="1643098" y="672474"/>
                  </a:lnTo>
                  <a:lnTo>
                    <a:pt x="1635274" y="672474"/>
                  </a:lnTo>
                  <a:lnTo>
                    <a:pt x="1627450" y="672474"/>
                  </a:lnTo>
                  <a:lnTo>
                    <a:pt x="1619625" y="672474"/>
                  </a:lnTo>
                  <a:lnTo>
                    <a:pt x="1611801" y="672474"/>
                  </a:lnTo>
                  <a:lnTo>
                    <a:pt x="1603977" y="672474"/>
                  </a:lnTo>
                  <a:lnTo>
                    <a:pt x="1596152" y="672474"/>
                  </a:lnTo>
                  <a:lnTo>
                    <a:pt x="1588328" y="672474"/>
                  </a:lnTo>
                  <a:lnTo>
                    <a:pt x="1580504" y="672474"/>
                  </a:lnTo>
                  <a:lnTo>
                    <a:pt x="1572680" y="672474"/>
                  </a:lnTo>
                  <a:lnTo>
                    <a:pt x="1564855" y="672474"/>
                  </a:lnTo>
                  <a:lnTo>
                    <a:pt x="1557031" y="672474"/>
                  </a:lnTo>
                  <a:lnTo>
                    <a:pt x="1549207" y="672474"/>
                  </a:lnTo>
                  <a:lnTo>
                    <a:pt x="1541383" y="672474"/>
                  </a:lnTo>
                  <a:lnTo>
                    <a:pt x="1533558" y="672474"/>
                  </a:lnTo>
                  <a:lnTo>
                    <a:pt x="1525734" y="672474"/>
                  </a:lnTo>
                  <a:lnTo>
                    <a:pt x="1517910" y="672474"/>
                  </a:lnTo>
                  <a:lnTo>
                    <a:pt x="1510085" y="672474"/>
                  </a:lnTo>
                  <a:lnTo>
                    <a:pt x="1502261" y="672474"/>
                  </a:lnTo>
                  <a:lnTo>
                    <a:pt x="1494437" y="672474"/>
                  </a:lnTo>
                  <a:lnTo>
                    <a:pt x="1486613" y="672474"/>
                  </a:lnTo>
                  <a:lnTo>
                    <a:pt x="1478788" y="672474"/>
                  </a:lnTo>
                  <a:lnTo>
                    <a:pt x="1470964" y="672474"/>
                  </a:lnTo>
                  <a:lnTo>
                    <a:pt x="1463140" y="672474"/>
                  </a:lnTo>
                  <a:lnTo>
                    <a:pt x="1455315" y="672474"/>
                  </a:lnTo>
                  <a:lnTo>
                    <a:pt x="1447491" y="672474"/>
                  </a:lnTo>
                  <a:lnTo>
                    <a:pt x="1439667" y="672474"/>
                  </a:lnTo>
                  <a:lnTo>
                    <a:pt x="1431843" y="672474"/>
                  </a:lnTo>
                  <a:lnTo>
                    <a:pt x="1424018" y="672474"/>
                  </a:lnTo>
                  <a:lnTo>
                    <a:pt x="1416194" y="672474"/>
                  </a:lnTo>
                  <a:lnTo>
                    <a:pt x="1408370" y="672474"/>
                  </a:lnTo>
                  <a:lnTo>
                    <a:pt x="1400545" y="672474"/>
                  </a:lnTo>
                  <a:lnTo>
                    <a:pt x="1392721" y="672474"/>
                  </a:lnTo>
                  <a:lnTo>
                    <a:pt x="1384897" y="672474"/>
                  </a:lnTo>
                  <a:lnTo>
                    <a:pt x="1377073" y="672474"/>
                  </a:lnTo>
                  <a:lnTo>
                    <a:pt x="1369248" y="672474"/>
                  </a:lnTo>
                  <a:lnTo>
                    <a:pt x="1361424" y="672474"/>
                  </a:lnTo>
                  <a:lnTo>
                    <a:pt x="1353600" y="672474"/>
                  </a:lnTo>
                  <a:lnTo>
                    <a:pt x="1345776" y="672474"/>
                  </a:lnTo>
                  <a:lnTo>
                    <a:pt x="1337951" y="672474"/>
                  </a:lnTo>
                  <a:lnTo>
                    <a:pt x="1330127" y="672474"/>
                  </a:lnTo>
                  <a:lnTo>
                    <a:pt x="1322303" y="672474"/>
                  </a:lnTo>
                  <a:lnTo>
                    <a:pt x="1314478" y="672474"/>
                  </a:lnTo>
                  <a:lnTo>
                    <a:pt x="1306654" y="672474"/>
                  </a:lnTo>
                  <a:lnTo>
                    <a:pt x="1298830" y="672474"/>
                  </a:lnTo>
                  <a:lnTo>
                    <a:pt x="1291006" y="672474"/>
                  </a:lnTo>
                  <a:lnTo>
                    <a:pt x="1283181" y="672474"/>
                  </a:lnTo>
                  <a:lnTo>
                    <a:pt x="1275357" y="672474"/>
                  </a:lnTo>
                  <a:lnTo>
                    <a:pt x="1267533" y="672474"/>
                  </a:lnTo>
                  <a:lnTo>
                    <a:pt x="1259708" y="672474"/>
                  </a:lnTo>
                  <a:lnTo>
                    <a:pt x="1251884" y="672474"/>
                  </a:lnTo>
                  <a:lnTo>
                    <a:pt x="1244060" y="672474"/>
                  </a:lnTo>
                  <a:lnTo>
                    <a:pt x="1236236" y="672474"/>
                  </a:lnTo>
                  <a:lnTo>
                    <a:pt x="1228411" y="672474"/>
                  </a:lnTo>
                  <a:lnTo>
                    <a:pt x="1220587" y="672474"/>
                  </a:lnTo>
                  <a:lnTo>
                    <a:pt x="1212763" y="672474"/>
                  </a:lnTo>
                  <a:lnTo>
                    <a:pt x="1204939" y="672474"/>
                  </a:lnTo>
                  <a:lnTo>
                    <a:pt x="1197114" y="672474"/>
                  </a:lnTo>
                  <a:lnTo>
                    <a:pt x="1189290" y="672474"/>
                  </a:lnTo>
                  <a:lnTo>
                    <a:pt x="1181466" y="672474"/>
                  </a:lnTo>
                  <a:lnTo>
                    <a:pt x="1173641" y="672474"/>
                  </a:lnTo>
                  <a:lnTo>
                    <a:pt x="1165817" y="672474"/>
                  </a:lnTo>
                  <a:lnTo>
                    <a:pt x="1157993" y="672474"/>
                  </a:lnTo>
                  <a:lnTo>
                    <a:pt x="1150169" y="672474"/>
                  </a:lnTo>
                  <a:lnTo>
                    <a:pt x="1142344" y="672474"/>
                  </a:lnTo>
                  <a:lnTo>
                    <a:pt x="1134520" y="672474"/>
                  </a:lnTo>
                  <a:lnTo>
                    <a:pt x="1126696" y="672474"/>
                  </a:lnTo>
                  <a:lnTo>
                    <a:pt x="1118871" y="672474"/>
                  </a:lnTo>
                  <a:lnTo>
                    <a:pt x="1111047" y="672474"/>
                  </a:lnTo>
                  <a:lnTo>
                    <a:pt x="1103223" y="672474"/>
                  </a:lnTo>
                  <a:lnTo>
                    <a:pt x="1095399" y="672474"/>
                  </a:lnTo>
                  <a:lnTo>
                    <a:pt x="1087574" y="672474"/>
                  </a:lnTo>
                  <a:lnTo>
                    <a:pt x="1079750" y="672474"/>
                  </a:lnTo>
                  <a:lnTo>
                    <a:pt x="1071926" y="672474"/>
                  </a:lnTo>
                  <a:lnTo>
                    <a:pt x="1064101" y="672474"/>
                  </a:lnTo>
                  <a:lnTo>
                    <a:pt x="1056277" y="672474"/>
                  </a:lnTo>
                  <a:lnTo>
                    <a:pt x="1048453" y="672474"/>
                  </a:lnTo>
                  <a:lnTo>
                    <a:pt x="1040629" y="672474"/>
                  </a:lnTo>
                  <a:lnTo>
                    <a:pt x="1032804" y="672474"/>
                  </a:lnTo>
                  <a:lnTo>
                    <a:pt x="1024980" y="672474"/>
                  </a:lnTo>
                  <a:lnTo>
                    <a:pt x="1017156" y="672474"/>
                  </a:lnTo>
                  <a:lnTo>
                    <a:pt x="1009332" y="672474"/>
                  </a:lnTo>
                  <a:lnTo>
                    <a:pt x="1001507" y="672474"/>
                  </a:lnTo>
                  <a:lnTo>
                    <a:pt x="993683" y="672474"/>
                  </a:lnTo>
                  <a:lnTo>
                    <a:pt x="985859" y="672474"/>
                  </a:lnTo>
                  <a:lnTo>
                    <a:pt x="978034" y="672474"/>
                  </a:lnTo>
                  <a:lnTo>
                    <a:pt x="970210" y="672474"/>
                  </a:lnTo>
                  <a:lnTo>
                    <a:pt x="962386" y="672474"/>
                  </a:lnTo>
                  <a:lnTo>
                    <a:pt x="954562" y="672474"/>
                  </a:lnTo>
                  <a:lnTo>
                    <a:pt x="946737" y="672474"/>
                  </a:lnTo>
                  <a:lnTo>
                    <a:pt x="938913" y="672474"/>
                  </a:lnTo>
                  <a:lnTo>
                    <a:pt x="931089" y="672474"/>
                  </a:lnTo>
                  <a:lnTo>
                    <a:pt x="923264" y="672474"/>
                  </a:lnTo>
                  <a:lnTo>
                    <a:pt x="915440" y="672474"/>
                  </a:lnTo>
                  <a:lnTo>
                    <a:pt x="907616" y="672474"/>
                  </a:lnTo>
                  <a:lnTo>
                    <a:pt x="899792" y="672474"/>
                  </a:lnTo>
                  <a:lnTo>
                    <a:pt x="891967" y="672474"/>
                  </a:lnTo>
                  <a:lnTo>
                    <a:pt x="884143" y="672474"/>
                  </a:lnTo>
                  <a:lnTo>
                    <a:pt x="876319" y="672474"/>
                  </a:lnTo>
                  <a:lnTo>
                    <a:pt x="868495" y="672474"/>
                  </a:lnTo>
                  <a:lnTo>
                    <a:pt x="860670" y="672474"/>
                  </a:lnTo>
                  <a:lnTo>
                    <a:pt x="852846" y="672474"/>
                  </a:lnTo>
                  <a:lnTo>
                    <a:pt x="845022" y="672474"/>
                  </a:lnTo>
                  <a:lnTo>
                    <a:pt x="837197" y="672474"/>
                  </a:lnTo>
                  <a:lnTo>
                    <a:pt x="829373" y="672474"/>
                  </a:lnTo>
                  <a:lnTo>
                    <a:pt x="821549" y="672474"/>
                  </a:lnTo>
                  <a:lnTo>
                    <a:pt x="813725" y="672474"/>
                  </a:lnTo>
                  <a:lnTo>
                    <a:pt x="805900" y="672474"/>
                  </a:lnTo>
                  <a:lnTo>
                    <a:pt x="798076" y="672474"/>
                  </a:lnTo>
                  <a:lnTo>
                    <a:pt x="790252" y="672474"/>
                  </a:lnTo>
                  <a:lnTo>
                    <a:pt x="782427" y="672474"/>
                  </a:lnTo>
                  <a:lnTo>
                    <a:pt x="774603" y="672474"/>
                  </a:lnTo>
                  <a:lnTo>
                    <a:pt x="766779" y="672474"/>
                  </a:lnTo>
                  <a:lnTo>
                    <a:pt x="758955" y="672474"/>
                  </a:lnTo>
                  <a:lnTo>
                    <a:pt x="751130" y="672474"/>
                  </a:lnTo>
                  <a:lnTo>
                    <a:pt x="743306" y="672474"/>
                  </a:lnTo>
                  <a:lnTo>
                    <a:pt x="735482" y="672474"/>
                  </a:lnTo>
                  <a:lnTo>
                    <a:pt x="727657" y="672474"/>
                  </a:lnTo>
                  <a:lnTo>
                    <a:pt x="719833" y="672474"/>
                  </a:lnTo>
                  <a:lnTo>
                    <a:pt x="712009" y="672474"/>
                  </a:lnTo>
                  <a:lnTo>
                    <a:pt x="704185" y="672474"/>
                  </a:lnTo>
                  <a:lnTo>
                    <a:pt x="696360" y="672474"/>
                  </a:lnTo>
                  <a:lnTo>
                    <a:pt x="688536" y="672474"/>
                  </a:lnTo>
                  <a:lnTo>
                    <a:pt x="680712" y="672474"/>
                  </a:lnTo>
                  <a:lnTo>
                    <a:pt x="672888" y="672474"/>
                  </a:lnTo>
                  <a:lnTo>
                    <a:pt x="665063" y="672474"/>
                  </a:lnTo>
                  <a:lnTo>
                    <a:pt x="657239" y="672474"/>
                  </a:lnTo>
                  <a:lnTo>
                    <a:pt x="649415" y="672474"/>
                  </a:lnTo>
                  <a:lnTo>
                    <a:pt x="641590" y="672474"/>
                  </a:lnTo>
                  <a:lnTo>
                    <a:pt x="633766" y="672474"/>
                  </a:lnTo>
                  <a:lnTo>
                    <a:pt x="625942" y="672474"/>
                  </a:lnTo>
                  <a:lnTo>
                    <a:pt x="618118" y="672474"/>
                  </a:lnTo>
                  <a:lnTo>
                    <a:pt x="610293" y="672474"/>
                  </a:lnTo>
                  <a:lnTo>
                    <a:pt x="602469" y="672474"/>
                  </a:lnTo>
                  <a:lnTo>
                    <a:pt x="594645" y="672474"/>
                  </a:lnTo>
                  <a:lnTo>
                    <a:pt x="586820" y="672474"/>
                  </a:lnTo>
                  <a:lnTo>
                    <a:pt x="578996" y="672474"/>
                  </a:lnTo>
                  <a:lnTo>
                    <a:pt x="571172" y="672474"/>
                  </a:lnTo>
                  <a:lnTo>
                    <a:pt x="563348" y="672474"/>
                  </a:lnTo>
                  <a:lnTo>
                    <a:pt x="555523" y="672474"/>
                  </a:lnTo>
                  <a:lnTo>
                    <a:pt x="547699" y="672474"/>
                  </a:lnTo>
                  <a:lnTo>
                    <a:pt x="539875" y="672474"/>
                  </a:lnTo>
                  <a:lnTo>
                    <a:pt x="532050" y="672474"/>
                  </a:lnTo>
                  <a:lnTo>
                    <a:pt x="524226" y="672474"/>
                  </a:lnTo>
                  <a:lnTo>
                    <a:pt x="516402" y="672474"/>
                  </a:lnTo>
                  <a:lnTo>
                    <a:pt x="508578" y="672474"/>
                  </a:lnTo>
                  <a:lnTo>
                    <a:pt x="500753" y="672474"/>
                  </a:lnTo>
                  <a:lnTo>
                    <a:pt x="492929" y="672474"/>
                  </a:lnTo>
                  <a:lnTo>
                    <a:pt x="485105" y="672474"/>
                  </a:lnTo>
                  <a:lnTo>
                    <a:pt x="477281" y="672474"/>
                  </a:lnTo>
                  <a:lnTo>
                    <a:pt x="469456" y="672474"/>
                  </a:lnTo>
                  <a:lnTo>
                    <a:pt x="461632" y="672474"/>
                  </a:lnTo>
                  <a:lnTo>
                    <a:pt x="453808" y="672474"/>
                  </a:lnTo>
                  <a:lnTo>
                    <a:pt x="445983" y="672474"/>
                  </a:lnTo>
                  <a:lnTo>
                    <a:pt x="438159" y="672474"/>
                  </a:lnTo>
                  <a:lnTo>
                    <a:pt x="430335" y="672474"/>
                  </a:lnTo>
                  <a:lnTo>
                    <a:pt x="422511" y="672474"/>
                  </a:lnTo>
                  <a:lnTo>
                    <a:pt x="414686" y="672474"/>
                  </a:lnTo>
                  <a:lnTo>
                    <a:pt x="406862" y="672474"/>
                  </a:lnTo>
                  <a:lnTo>
                    <a:pt x="399038" y="672474"/>
                  </a:lnTo>
                  <a:lnTo>
                    <a:pt x="391213" y="672474"/>
                  </a:lnTo>
                  <a:lnTo>
                    <a:pt x="383389" y="672474"/>
                  </a:lnTo>
                  <a:lnTo>
                    <a:pt x="375565" y="672474"/>
                  </a:lnTo>
                  <a:lnTo>
                    <a:pt x="367741" y="672474"/>
                  </a:lnTo>
                  <a:lnTo>
                    <a:pt x="359916" y="672474"/>
                  </a:lnTo>
                  <a:lnTo>
                    <a:pt x="352092" y="672474"/>
                  </a:lnTo>
                  <a:lnTo>
                    <a:pt x="344268" y="672474"/>
                  </a:lnTo>
                  <a:lnTo>
                    <a:pt x="336444" y="672474"/>
                  </a:lnTo>
                  <a:lnTo>
                    <a:pt x="328619" y="672474"/>
                  </a:lnTo>
                  <a:lnTo>
                    <a:pt x="320795" y="672474"/>
                  </a:lnTo>
                  <a:lnTo>
                    <a:pt x="312971" y="672474"/>
                  </a:lnTo>
                  <a:lnTo>
                    <a:pt x="305146" y="672474"/>
                  </a:lnTo>
                  <a:lnTo>
                    <a:pt x="297322" y="672474"/>
                  </a:lnTo>
                  <a:lnTo>
                    <a:pt x="289498" y="672474"/>
                  </a:lnTo>
                  <a:lnTo>
                    <a:pt x="281674" y="672474"/>
                  </a:lnTo>
                  <a:lnTo>
                    <a:pt x="273849" y="672474"/>
                  </a:lnTo>
                  <a:lnTo>
                    <a:pt x="266025" y="672474"/>
                  </a:lnTo>
                  <a:lnTo>
                    <a:pt x="258201" y="672474"/>
                  </a:lnTo>
                  <a:lnTo>
                    <a:pt x="250376" y="672474"/>
                  </a:lnTo>
                  <a:lnTo>
                    <a:pt x="242552" y="672474"/>
                  </a:lnTo>
                  <a:lnTo>
                    <a:pt x="234728" y="672474"/>
                  </a:lnTo>
                  <a:lnTo>
                    <a:pt x="226904" y="672474"/>
                  </a:lnTo>
                  <a:lnTo>
                    <a:pt x="219079" y="672474"/>
                  </a:lnTo>
                  <a:lnTo>
                    <a:pt x="211255" y="672474"/>
                  </a:lnTo>
                  <a:lnTo>
                    <a:pt x="203431" y="672474"/>
                  </a:lnTo>
                  <a:lnTo>
                    <a:pt x="195606" y="672474"/>
                  </a:lnTo>
                  <a:lnTo>
                    <a:pt x="187782" y="672474"/>
                  </a:lnTo>
                  <a:lnTo>
                    <a:pt x="179958" y="672474"/>
                  </a:lnTo>
                  <a:lnTo>
                    <a:pt x="172134" y="672474"/>
                  </a:lnTo>
                  <a:lnTo>
                    <a:pt x="164309" y="672474"/>
                  </a:lnTo>
                  <a:lnTo>
                    <a:pt x="156485" y="672474"/>
                  </a:lnTo>
                  <a:lnTo>
                    <a:pt x="148661" y="672474"/>
                  </a:lnTo>
                  <a:lnTo>
                    <a:pt x="140837" y="672474"/>
                  </a:lnTo>
                  <a:lnTo>
                    <a:pt x="133012" y="672474"/>
                  </a:lnTo>
                  <a:lnTo>
                    <a:pt x="125188" y="672474"/>
                  </a:lnTo>
                  <a:lnTo>
                    <a:pt x="117364" y="672474"/>
                  </a:lnTo>
                  <a:lnTo>
                    <a:pt x="109539" y="672474"/>
                  </a:lnTo>
                  <a:lnTo>
                    <a:pt x="101715" y="672474"/>
                  </a:lnTo>
                  <a:lnTo>
                    <a:pt x="93891" y="672474"/>
                  </a:lnTo>
                  <a:lnTo>
                    <a:pt x="86067" y="672474"/>
                  </a:lnTo>
                  <a:lnTo>
                    <a:pt x="78242" y="672474"/>
                  </a:lnTo>
                  <a:lnTo>
                    <a:pt x="70418" y="672474"/>
                  </a:lnTo>
                  <a:lnTo>
                    <a:pt x="62594" y="672474"/>
                  </a:lnTo>
                  <a:lnTo>
                    <a:pt x="54769" y="672474"/>
                  </a:lnTo>
                  <a:lnTo>
                    <a:pt x="46945" y="672474"/>
                  </a:lnTo>
                  <a:lnTo>
                    <a:pt x="39121" y="672474"/>
                  </a:lnTo>
                  <a:lnTo>
                    <a:pt x="31297" y="672474"/>
                  </a:lnTo>
                  <a:lnTo>
                    <a:pt x="23472" y="672474"/>
                  </a:lnTo>
                  <a:lnTo>
                    <a:pt x="15648" y="672474"/>
                  </a:lnTo>
                  <a:lnTo>
                    <a:pt x="7824" y="672474"/>
                  </a:lnTo>
                  <a:close/>
                </a:path>
              </a:pathLst>
            </a:custGeom>
            <a:solidFill>
              <a:srgbClr val="F8766D">
                <a:alpha val="10196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" name="pl28"/>
            <p:cNvSpPr/>
            <p:nvPr/>
          </p:nvSpPr>
          <p:spPr>
            <a:xfrm>
              <a:off x="1799718" y="939825"/>
              <a:ext cx="3998206" cy="672474"/>
            </a:xfrm>
            <a:custGeom>
              <a:avLst/>
              <a:gdLst/>
              <a:ahLst/>
              <a:cxnLst/>
              <a:rect l="0" t="0" r="0" b="0"/>
              <a:pathLst>
                <a:path w="3998206" h="672474">
                  <a:moveTo>
                    <a:pt x="0" y="672474"/>
                  </a:moveTo>
                  <a:lnTo>
                    <a:pt x="7824" y="672474"/>
                  </a:lnTo>
                  <a:lnTo>
                    <a:pt x="15648" y="672474"/>
                  </a:lnTo>
                  <a:lnTo>
                    <a:pt x="23472" y="672473"/>
                  </a:lnTo>
                  <a:lnTo>
                    <a:pt x="31297" y="672472"/>
                  </a:lnTo>
                  <a:lnTo>
                    <a:pt x="39121" y="672470"/>
                  </a:lnTo>
                  <a:lnTo>
                    <a:pt x="46945" y="672466"/>
                  </a:lnTo>
                  <a:lnTo>
                    <a:pt x="54769" y="672459"/>
                  </a:lnTo>
                  <a:lnTo>
                    <a:pt x="62594" y="672447"/>
                  </a:lnTo>
                  <a:lnTo>
                    <a:pt x="70418" y="672427"/>
                  </a:lnTo>
                  <a:lnTo>
                    <a:pt x="78242" y="672394"/>
                  </a:lnTo>
                  <a:lnTo>
                    <a:pt x="86067" y="672340"/>
                  </a:lnTo>
                  <a:lnTo>
                    <a:pt x="93891" y="672258"/>
                  </a:lnTo>
                  <a:lnTo>
                    <a:pt x="101715" y="672136"/>
                  </a:lnTo>
                  <a:lnTo>
                    <a:pt x="109539" y="671959"/>
                  </a:lnTo>
                  <a:lnTo>
                    <a:pt x="117364" y="671712"/>
                  </a:lnTo>
                  <a:lnTo>
                    <a:pt x="125188" y="671376"/>
                  </a:lnTo>
                  <a:lnTo>
                    <a:pt x="133012" y="670934"/>
                  </a:lnTo>
                  <a:lnTo>
                    <a:pt x="140837" y="670369"/>
                  </a:lnTo>
                  <a:lnTo>
                    <a:pt x="148661" y="669670"/>
                  </a:lnTo>
                  <a:lnTo>
                    <a:pt x="156485" y="668829"/>
                  </a:lnTo>
                  <a:lnTo>
                    <a:pt x="164309" y="667842"/>
                  </a:lnTo>
                  <a:lnTo>
                    <a:pt x="172134" y="666739"/>
                  </a:lnTo>
                  <a:lnTo>
                    <a:pt x="179958" y="665557"/>
                  </a:lnTo>
                  <a:lnTo>
                    <a:pt x="187782" y="664341"/>
                  </a:lnTo>
                  <a:lnTo>
                    <a:pt x="195606" y="663149"/>
                  </a:lnTo>
                  <a:lnTo>
                    <a:pt x="203431" y="662043"/>
                  </a:lnTo>
                  <a:lnTo>
                    <a:pt x="211255" y="661088"/>
                  </a:lnTo>
                  <a:lnTo>
                    <a:pt x="219079" y="660343"/>
                  </a:lnTo>
                  <a:lnTo>
                    <a:pt x="226904" y="659858"/>
                  </a:lnTo>
                  <a:lnTo>
                    <a:pt x="234728" y="659667"/>
                  </a:lnTo>
                  <a:lnTo>
                    <a:pt x="242552" y="659784"/>
                  </a:lnTo>
                  <a:lnTo>
                    <a:pt x="250376" y="660208"/>
                  </a:lnTo>
                  <a:lnTo>
                    <a:pt x="258201" y="660925"/>
                  </a:lnTo>
                  <a:lnTo>
                    <a:pt x="266025" y="661861"/>
                  </a:lnTo>
                  <a:lnTo>
                    <a:pt x="273849" y="662953"/>
                  </a:lnTo>
                  <a:lnTo>
                    <a:pt x="281674" y="664138"/>
                  </a:lnTo>
                  <a:lnTo>
                    <a:pt x="289498" y="665352"/>
                  </a:lnTo>
                  <a:lnTo>
                    <a:pt x="297322" y="666539"/>
                  </a:lnTo>
                  <a:lnTo>
                    <a:pt x="305146" y="667650"/>
                  </a:lnTo>
                  <a:lnTo>
                    <a:pt x="312971" y="668652"/>
                  </a:lnTo>
                  <a:lnTo>
                    <a:pt x="320795" y="669522"/>
                  </a:lnTo>
                  <a:lnTo>
                    <a:pt x="328619" y="670249"/>
                  </a:lnTo>
                  <a:lnTo>
                    <a:pt x="336444" y="670834"/>
                  </a:lnTo>
                  <a:lnTo>
                    <a:pt x="344268" y="671280"/>
                  </a:lnTo>
                  <a:lnTo>
                    <a:pt x="352092" y="671597"/>
                  </a:lnTo>
                  <a:lnTo>
                    <a:pt x="359916" y="671806"/>
                  </a:lnTo>
                  <a:lnTo>
                    <a:pt x="367741" y="671919"/>
                  </a:lnTo>
                  <a:lnTo>
                    <a:pt x="375565" y="671943"/>
                  </a:lnTo>
                  <a:lnTo>
                    <a:pt x="383389" y="671881"/>
                  </a:lnTo>
                  <a:lnTo>
                    <a:pt x="391213" y="671733"/>
                  </a:lnTo>
                  <a:lnTo>
                    <a:pt x="399038" y="671498"/>
                  </a:lnTo>
                  <a:lnTo>
                    <a:pt x="406862" y="671171"/>
                  </a:lnTo>
                  <a:lnTo>
                    <a:pt x="414686" y="670751"/>
                  </a:lnTo>
                  <a:lnTo>
                    <a:pt x="422511" y="670239"/>
                  </a:lnTo>
                  <a:lnTo>
                    <a:pt x="430335" y="669642"/>
                  </a:lnTo>
                  <a:lnTo>
                    <a:pt x="438159" y="668969"/>
                  </a:lnTo>
                  <a:lnTo>
                    <a:pt x="445983" y="668249"/>
                  </a:lnTo>
                  <a:lnTo>
                    <a:pt x="453808" y="667516"/>
                  </a:lnTo>
                  <a:lnTo>
                    <a:pt x="461632" y="666803"/>
                  </a:lnTo>
                  <a:lnTo>
                    <a:pt x="469456" y="666143"/>
                  </a:lnTo>
                  <a:lnTo>
                    <a:pt x="477281" y="665566"/>
                  </a:lnTo>
                  <a:lnTo>
                    <a:pt x="485105" y="665093"/>
                  </a:lnTo>
                  <a:lnTo>
                    <a:pt x="492929" y="664734"/>
                  </a:lnTo>
                  <a:lnTo>
                    <a:pt x="500753" y="664486"/>
                  </a:lnTo>
                  <a:lnTo>
                    <a:pt x="508578" y="664336"/>
                  </a:lnTo>
                  <a:lnTo>
                    <a:pt x="516402" y="664262"/>
                  </a:lnTo>
                  <a:lnTo>
                    <a:pt x="524226" y="664237"/>
                  </a:lnTo>
                  <a:lnTo>
                    <a:pt x="532050" y="664235"/>
                  </a:lnTo>
                  <a:lnTo>
                    <a:pt x="539875" y="664235"/>
                  </a:lnTo>
                  <a:lnTo>
                    <a:pt x="547699" y="664234"/>
                  </a:lnTo>
                  <a:lnTo>
                    <a:pt x="555523" y="664239"/>
                  </a:lnTo>
                  <a:lnTo>
                    <a:pt x="563348" y="664269"/>
                  </a:lnTo>
                  <a:lnTo>
                    <a:pt x="571172" y="664348"/>
                  </a:lnTo>
                  <a:lnTo>
                    <a:pt x="578996" y="664503"/>
                  </a:lnTo>
                  <a:lnTo>
                    <a:pt x="586820" y="664756"/>
                  </a:lnTo>
                  <a:lnTo>
                    <a:pt x="594645" y="665121"/>
                  </a:lnTo>
                  <a:lnTo>
                    <a:pt x="602469" y="665601"/>
                  </a:lnTo>
                  <a:lnTo>
                    <a:pt x="610293" y="666185"/>
                  </a:lnTo>
                  <a:lnTo>
                    <a:pt x="618118" y="666853"/>
                  </a:lnTo>
                  <a:lnTo>
                    <a:pt x="625942" y="667576"/>
                  </a:lnTo>
                  <a:lnTo>
                    <a:pt x="633766" y="668311"/>
                  </a:lnTo>
                  <a:lnTo>
                    <a:pt x="641590" y="669025"/>
                  </a:lnTo>
                  <a:lnTo>
                    <a:pt x="649415" y="669690"/>
                  </a:lnTo>
                  <a:lnTo>
                    <a:pt x="657239" y="670287"/>
                  </a:lnTo>
                  <a:lnTo>
                    <a:pt x="665063" y="670802"/>
                  </a:lnTo>
                  <a:lnTo>
                    <a:pt x="672888" y="671231"/>
                  </a:lnTo>
                  <a:lnTo>
                    <a:pt x="680712" y="671576"/>
                  </a:lnTo>
                  <a:lnTo>
                    <a:pt x="688536" y="671844"/>
                  </a:lnTo>
                  <a:lnTo>
                    <a:pt x="696360" y="672045"/>
                  </a:lnTo>
                  <a:lnTo>
                    <a:pt x="704185" y="672191"/>
                  </a:lnTo>
                  <a:lnTo>
                    <a:pt x="712009" y="672292"/>
                  </a:lnTo>
                  <a:lnTo>
                    <a:pt x="719833" y="672359"/>
                  </a:lnTo>
                  <a:lnTo>
                    <a:pt x="727657" y="672403"/>
                  </a:lnTo>
                  <a:lnTo>
                    <a:pt x="735482" y="672432"/>
                  </a:lnTo>
                  <a:lnTo>
                    <a:pt x="743306" y="672449"/>
                  </a:lnTo>
                  <a:lnTo>
                    <a:pt x="751130" y="672460"/>
                  </a:lnTo>
                  <a:lnTo>
                    <a:pt x="758955" y="672467"/>
                  </a:lnTo>
                  <a:lnTo>
                    <a:pt x="766779" y="672470"/>
                  </a:lnTo>
                  <a:lnTo>
                    <a:pt x="774603" y="672472"/>
                  </a:lnTo>
                  <a:lnTo>
                    <a:pt x="782427" y="672473"/>
                  </a:lnTo>
                  <a:lnTo>
                    <a:pt x="790252" y="672474"/>
                  </a:lnTo>
                  <a:lnTo>
                    <a:pt x="798076" y="672474"/>
                  </a:lnTo>
                  <a:lnTo>
                    <a:pt x="805900" y="672474"/>
                  </a:lnTo>
                  <a:lnTo>
                    <a:pt x="813725" y="672474"/>
                  </a:lnTo>
                  <a:lnTo>
                    <a:pt x="821549" y="672474"/>
                  </a:lnTo>
                  <a:lnTo>
                    <a:pt x="829373" y="672474"/>
                  </a:lnTo>
                  <a:lnTo>
                    <a:pt x="837197" y="672474"/>
                  </a:lnTo>
                  <a:lnTo>
                    <a:pt x="845022" y="672474"/>
                  </a:lnTo>
                  <a:lnTo>
                    <a:pt x="852846" y="672474"/>
                  </a:lnTo>
                  <a:lnTo>
                    <a:pt x="860670" y="672474"/>
                  </a:lnTo>
                  <a:lnTo>
                    <a:pt x="868495" y="672474"/>
                  </a:lnTo>
                  <a:lnTo>
                    <a:pt x="876319" y="672474"/>
                  </a:lnTo>
                  <a:lnTo>
                    <a:pt x="884143" y="672474"/>
                  </a:lnTo>
                  <a:lnTo>
                    <a:pt x="891967" y="672474"/>
                  </a:lnTo>
                  <a:lnTo>
                    <a:pt x="899792" y="672474"/>
                  </a:lnTo>
                  <a:lnTo>
                    <a:pt x="907616" y="672474"/>
                  </a:lnTo>
                  <a:lnTo>
                    <a:pt x="915440" y="672474"/>
                  </a:lnTo>
                  <a:lnTo>
                    <a:pt x="923264" y="672474"/>
                  </a:lnTo>
                  <a:lnTo>
                    <a:pt x="931089" y="672474"/>
                  </a:lnTo>
                  <a:lnTo>
                    <a:pt x="938913" y="672474"/>
                  </a:lnTo>
                  <a:lnTo>
                    <a:pt x="946737" y="672474"/>
                  </a:lnTo>
                  <a:lnTo>
                    <a:pt x="954562" y="672474"/>
                  </a:lnTo>
                  <a:lnTo>
                    <a:pt x="962386" y="672474"/>
                  </a:lnTo>
                  <a:lnTo>
                    <a:pt x="970210" y="672474"/>
                  </a:lnTo>
                  <a:lnTo>
                    <a:pt x="978034" y="672474"/>
                  </a:lnTo>
                  <a:lnTo>
                    <a:pt x="985859" y="672474"/>
                  </a:lnTo>
                  <a:lnTo>
                    <a:pt x="993683" y="672474"/>
                  </a:lnTo>
                  <a:lnTo>
                    <a:pt x="1001507" y="672474"/>
                  </a:lnTo>
                  <a:lnTo>
                    <a:pt x="1009332" y="672474"/>
                  </a:lnTo>
                  <a:lnTo>
                    <a:pt x="1017156" y="672474"/>
                  </a:lnTo>
                  <a:lnTo>
                    <a:pt x="1024980" y="672474"/>
                  </a:lnTo>
                  <a:lnTo>
                    <a:pt x="1032804" y="672474"/>
                  </a:lnTo>
                  <a:lnTo>
                    <a:pt x="1040629" y="672473"/>
                  </a:lnTo>
                  <a:lnTo>
                    <a:pt x="1048453" y="672473"/>
                  </a:lnTo>
                  <a:lnTo>
                    <a:pt x="1056277" y="672471"/>
                  </a:lnTo>
                  <a:lnTo>
                    <a:pt x="1064101" y="672469"/>
                  </a:lnTo>
                  <a:lnTo>
                    <a:pt x="1071926" y="672464"/>
                  </a:lnTo>
                  <a:lnTo>
                    <a:pt x="1079750" y="672457"/>
                  </a:lnTo>
                  <a:lnTo>
                    <a:pt x="1087574" y="672443"/>
                  </a:lnTo>
                  <a:lnTo>
                    <a:pt x="1095399" y="672420"/>
                  </a:lnTo>
                  <a:lnTo>
                    <a:pt x="1103223" y="672384"/>
                  </a:lnTo>
                  <a:lnTo>
                    <a:pt x="1111047" y="672327"/>
                  </a:lnTo>
                  <a:lnTo>
                    <a:pt x="1118871" y="672243"/>
                  </a:lnTo>
                  <a:lnTo>
                    <a:pt x="1126696" y="672122"/>
                  </a:lnTo>
                  <a:lnTo>
                    <a:pt x="1134520" y="671953"/>
                  </a:lnTo>
                  <a:lnTo>
                    <a:pt x="1142344" y="671724"/>
                  </a:lnTo>
                  <a:lnTo>
                    <a:pt x="1150169" y="671424"/>
                  </a:lnTo>
                  <a:lnTo>
                    <a:pt x="1157993" y="671045"/>
                  </a:lnTo>
                  <a:lnTo>
                    <a:pt x="1165817" y="670581"/>
                  </a:lnTo>
                  <a:lnTo>
                    <a:pt x="1173641" y="670031"/>
                  </a:lnTo>
                  <a:lnTo>
                    <a:pt x="1181466" y="669406"/>
                  </a:lnTo>
                  <a:lnTo>
                    <a:pt x="1189290" y="668731"/>
                  </a:lnTo>
                  <a:lnTo>
                    <a:pt x="1197114" y="668038"/>
                  </a:lnTo>
                  <a:lnTo>
                    <a:pt x="1204939" y="667363"/>
                  </a:lnTo>
                  <a:lnTo>
                    <a:pt x="1212763" y="666748"/>
                  </a:lnTo>
                  <a:lnTo>
                    <a:pt x="1220587" y="666233"/>
                  </a:lnTo>
                  <a:lnTo>
                    <a:pt x="1228411" y="665855"/>
                  </a:lnTo>
                  <a:lnTo>
                    <a:pt x="1236236" y="665640"/>
                  </a:lnTo>
                  <a:lnTo>
                    <a:pt x="1244060" y="665601"/>
                  </a:lnTo>
                  <a:lnTo>
                    <a:pt x="1251884" y="665735"/>
                  </a:lnTo>
                  <a:lnTo>
                    <a:pt x="1259708" y="666021"/>
                  </a:lnTo>
                  <a:lnTo>
                    <a:pt x="1267533" y="666428"/>
                  </a:lnTo>
                  <a:lnTo>
                    <a:pt x="1275357" y="666890"/>
                  </a:lnTo>
                  <a:lnTo>
                    <a:pt x="1283181" y="667344"/>
                  </a:lnTo>
                  <a:lnTo>
                    <a:pt x="1291006" y="667725"/>
                  </a:lnTo>
                  <a:lnTo>
                    <a:pt x="1298830" y="667972"/>
                  </a:lnTo>
                  <a:lnTo>
                    <a:pt x="1306654" y="668033"/>
                  </a:lnTo>
                  <a:lnTo>
                    <a:pt x="1314478" y="667864"/>
                  </a:lnTo>
                  <a:lnTo>
                    <a:pt x="1322303" y="667435"/>
                  </a:lnTo>
                  <a:lnTo>
                    <a:pt x="1330127" y="666735"/>
                  </a:lnTo>
                  <a:lnTo>
                    <a:pt x="1337951" y="665770"/>
                  </a:lnTo>
                  <a:lnTo>
                    <a:pt x="1345776" y="664562"/>
                  </a:lnTo>
                  <a:lnTo>
                    <a:pt x="1353600" y="663157"/>
                  </a:lnTo>
                  <a:lnTo>
                    <a:pt x="1361424" y="661610"/>
                  </a:lnTo>
                  <a:lnTo>
                    <a:pt x="1369248" y="660017"/>
                  </a:lnTo>
                  <a:lnTo>
                    <a:pt x="1377073" y="658465"/>
                  </a:lnTo>
                  <a:lnTo>
                    <a:pt x="1384897" y="657038"/>
                  </a:lnTo>
                  <a:lnTo>
                    <a:pt x="1392721" y="655812"/>
                  </a:lnTo>
                  <a:lnTo>
                    <a:pt x="1400545" y="654848"/>
                  </a:lnTo>
                  <a:lnTo>
                    <a:pt x="1408370" y="654187"/>
                  </a:lnTo>
                  <a:lnTo>
                    <a:pt x="1416194" y="653844"/>
                  </a:lnTo>
                  <a:lnTo>
                    <a:pt x="1424018" y="653808"/>
                  </a:lnTo>
                  <a:lnTo>
                    <a:pt x="1431843" y="654040"/>
                  </a:lnTo>
                  <a:lnTo>
                    <a:pt x="1439667" y="654475"/>
                  </a:lnTo>
                  <a:lnTo>
                    <a:pt x="1447491" y="655027"/>
                  </a:lnTo>
                  <a:lnTo>
                    <a:pt x="1455315" y="655584"/>
                  </a:lnTo>
                  <a:lnTo>
                    <a:pt x="1463140" y="656031"/>
                  </a:lnTo>
                  <a:lnTo>
                    <a:pt x="1470964" y="656274"/>
                  </a:lnTo>
                  <a:lnTo>
                    <a:pt x="1478788" y="656235"/>
                  </a:lnTo>
                  <a:lnTo>
                    <a:pt x="1486613" y="655858"/>
                  </a:lnTo>
                  <a:lnTo>
                    <a:pt x="1494437" y="655117"/>
                  </a:lnTo>
                  <a:lnTo>
                    <a:pt x="1502261" y="654017"/>
                  </a:lnTo>
                  <a:lnTo>
                    <a:pt x="1510085" y="652591"/>
                  </a:lnTo>
                  <a:lnTo>
                    <a:pt x="1517910" y="650896"/>
                  </a:lnTo>
                  <a:lnTo>
                    <a:pt x="1525734" y="649006"/>
                  </a:lnTo>
                  <a:lnTo>
                    <a:pt x="1533558" y="647007"/>
                  </a:lnTo>
                  <a:lnTo>
                    <a:pt x="1541383" y="644986"/>
                  </a:lnTo>
                  <a:lnTo>
                    <a:pt x="1549207" y="643027"/>
                  </a:lnTo>
                  <a:lnTo>
                    <a:pt x="1557031" y="641186"/>
                  </a:lnTo>
                  <a:lnTo>
                    <a:pt x="1564855" y="639495"/>
                  </a:lnTo>
                  <a:lnTo>
                    <a:pt x="1572680" y="637964"/>
                  </a:lnTo>
                  <a:lnTo>
                    <a:pt x="1580504" y="636589"/>
                  </a:lnTo>
                  <a:lnTo>
                    <a:pt x="1588328" y="635351"/>
                  </a:lnTo>
                  <a:lnTo>
                    <a:pt x="1596152" y="634219"/>
                  </a:lnTo>
                  <a:lnTo>
                    <a:pt x="1603977" y="633161"/>
                  </a:lnTo>
                  <a:lnTo>
                    <a:pt x="1611801" y="632135"/>
                  </a:lnTo>
                  <a:lnTo>
                    <a:pt x="1619625" y="631101"/>
                  </a:lnTo>
                  <a:lnTo>
                    <a:pt x="1627450" y="630009"/>
                  </a:lnTo>
                  <a:lnTo>
                    <a:pt x="1635274" y="628792"/>
                  </a:lnTo>
                  <a:lnTo>
                    <a:pt x="1643098" y="627373"/>
                  </a:lnTo>
                  <a:lnTo>
                    <a:pt x="1650922" y="625669"/>
                  </a:lnTo>
                  <a:lnTo>
                    <a:pt x="1658747" y="623581"/>
                  </a:lnTo>
                  <a:lnTo>
                    <a:pt x="1666571" y="621000"/>
                  </a:lnTo>
                  <a:lnTo>
                    <a:pt x="1674395" y="617815"/>
                  </a:lnTo>
                  <a:lnTo>
                    <a:pt x="1682220" y="613924"/>
                  </a:lnTo>
                  <a:lnTo>
                    <a:pt x="1690044" y="609243"/>
                  </a:lnTo>
                  <a:lnTo>
                    <a:pt x="1697868" y="603722"/>
                  </a:lnTo>
                  <a:lnTo>
                    <a:pt x="1705692" y="597351"/>
                  </a:lnTo>
                  <a:lnTo>
                    <a:pt x="1713517" y="590177"/>
                  </a:lnTo>
                  <a:lnTo>
                    <a:pt x="1721341" y="582302"/>
                  </a:lnTo>
                  <a:lnTo>
                    <a:pt x="1729165" y="573864"/>
                  </a:lnTo>
                  <a:lnTo>
                    <a:pt x="1736990" y="565144"/>
                  </a:lnTo>
                  <a:lnTo>
                    <a:pt x="1744814" y="556406"/>
                  </a:lnTo>
                  <a:lnTo>
                    <a:pt x="1752638" y="547905"/>
                  </a:lnTo>
                  <a:lnTo>
                    <a:pt x="1760462" y="539871"/>
                  </a:lnTo>
                  <a:lnTo>
                    <a:pt x="1768287" y="532487"/>
                  </a:lnTo>
                  <a:lnTo>
                    <a:pt x="1776111" y="525863"/>
                  </a:lnTo>
                  <a:lnTo>
                    <a:pt x="1783935" y="520016"/>
                  </a:lnTo>
                  <a:lnTo>
                    <a:pt x="1791759" y="514862"/>
                  </a:lnTo>
                  <a:lnTo>
                    <a:pt x="1799584" y="510215"/>
                  </a:lnTo>
                  <a:lnTo>
                    <a:pt x="1807408" y="505793"/>
                  </a:lnTo>
                  <a:lnTo>
                    <a:pt x="1815232" y="501231"/>
                  </a:lnTo>
                  <a:lnTo>
                    <a:pt x="1823057" y="496006"/>
                  </a:lnTo>
                  <a:lnTo>
                    <a:pt x="1830881" y="489693"/>
                  </a:lnTo>
                  <a:lnTo>
                    <a:pt x="1838705" y="481876"/>
                  </a:lnTo>
                  <a:lnTo>
                    <a:pt x="1846529" y="472185"/>
                  </a:lnTo>
                  <a:lnTo>
                    <a:pt x="1854354" y="460316"/>
                  </a:lnTo>
                  <a:lnTo>
                    <a:pt x="1862178" y="446039"/>
                  </a:lnTo>
                  <a:lnTo>
                    <a:pt x="1870002" y="429205"/>
                  </a:lnTo>
                  <a:lnTo>
                    <a:pt x="1877827" y="409748"/>
                  </a:lnTo>
                  <a:lnTo>
                    <a:pt x="1885651" y="387677"/>
                  </a:lnTo>
                  <a:lnTo>
                    <a:pt x="1893475" y="363077"/>
                  </a:lnTo>
                  <a:lnTo>
                    <a:pt x="1901299" y="336109"/>
                  </a:lnTo>
                  <a:lnTo>
                    <a:pt x="1909124" y="306967"/>
                  </a:lnTo>
                  <a:lnTo>
                    <a:pt x="1916948" y="275970"/>
                  </a:lnTo>
                  <a:lnTo>
                    <a:pt x="1924772" y="243756"/>
                  </a:lnTo>
                  <a:lnTo>
                    <a:pt x="1932596" y="210917"/>
                  </a:lnTo>
                  <a:lnTo>
                    <a:pt x="1940421" y="178148"/>
                  </a:lnTo>
                  <a:lnTo>
                    <a:pt x="1948245" y="146224"/>
                  </a:lnTo>
                  <a:lnTo>
                    <a:pt x="1956069" y="115956"/>
                  </a:lnTo>
                  <a:lnTo>
                    <a:pt x="1963894" y="88140"/>
                  </a:lnTo>
                  <a:lnTo>
                    <a:pt x="1971718" y="63490"/>
                  </a:lnTo>
                  <a:lnTo>
                    <a:pt x="1979542" y="42577"/>
                  </a:lnTo>
                  <a:lnTo>
                    <a:pt x="1987366" y="25780"/>
                  </a:lnTo>
                  <a:lnTo>
                    <a:pt x="1995191" y="13247"/>
                  </a:lnTo>
                  <a:lnTo>
                    <a:pt x="2003015" y="5084"/>
                  </a:lnTo>
                  <a:lnTo>
                    <a:pt x="2010839" y="905"/>
                  </a:lnTo>
                  <a:lnTo>
                    <a:pt x="2018664" y="0"/>
                  </a:lnTo>
                  <a:lnTo>
                    <a:pt x="2026488" y="1817"/>
                  </a:lnTo>
                  <a:lnTo>
                    <a:pt x="2034312" y="5831"/>
                  </a:lnTo>
                  <a:lnTo>
                    <a:pt x="2042136" y="11596"/>
                  </a:lnTo>
                  <a:lnTo>
                    <a:pt x="2049961" y="18791"/>
                  </a:lnTo>
                  <a:lnTo>
                    <a:pt x="2057785" y="27237"/>
                  </a:lnTo>
                  <a:lnTo>
                    <a:pt x="2065609" y="36890"/>
                  </a:lnTo>
                  <a:lnTo>
                    <a:pt x="2073434" y="47808"/>
                  </a:lnTo>
                  <a:lnTo>
                    <a:pt x="2081258" y="60115"/>
                  </a:lnTo>
                  <a:lnTo>
                    <a:pt x="2089082" y="73952"/>
                  </a:lnTo>
                  <a:lnTo>
                    <a:pt x="2096906" y="89554"/>
                  </a:lnTo>
                  <a:lnTo>
                    <a:pt x="2104731" y="106877"/>
                  </a:lnTo>
                  <a:lnTo>
                    <a:pt x="2112555" y="125816"/>
                  </a:lnTo>
                  <a:lnTo>
                    <a:pt x="2120379" y="146243"/>
                  </a:lnTo>
                  <a:lnTo>
                    <a:pt x="2128203" y="167983"/>
                  </a:lnTo>
                  <a:lnTo>
                    <a:pt x="2136028" y="190836"/>
                  </a:lnTo>
                  <a:lnTo>
                    <a:pt x="2143852" y="214594"/>
                  </a:lnTo>
                  <a:lnTo>
                    <a:pt x="2151676" y="239057"/>
                  </a:lnTo>
                  <a:lnTo>
                    <a:pt x="2159501" y="264035"/>
                  </a:lnTo>
                  <a:lnTo>
                    <a:pt x="2167325" y="289335"/>
                  </a:lnTo>
                  <a:lnTo>
                    <a:pt x="2175149" y="314751"/>
                  </a:lnTo>
                  <a:lnTo>
                    <a:pt x="2182973" y="340051"/>
                  </a:lnTo>
                  <a:lnTo>
                    <a:pt x="2190798" y="364880"/>
                  </a:lnTo>
                  <a:lnTo>
                    <a:pt x="2198622" y="388910"/>
                  </a:lnTo>
                  <a:lnTo>
                    <a:pt x="2206446" y="411785"/>
                  </a:lnTo>
                  <a:lnTo>
                    <a:pt x="2214271" y="433145"/>
                  </a:lnTo>
                  <a:lnTo>
                    <a:pt x="2222095" y="452664"/>
                  </a:lnTo>
                  <a:lnTo>
                    <a:pt x="2229919" y="470077"/>
                  </a:lnTo>
                  <a:lnTo>
                    <a:pt x="2237743" y="485204"/>
                  </a:lnTo>
                  <a:lnTo>
                    <a:pt x="2245568" y="497974"/>
                  </a:lnTo>
                  <a:lnTo>
                    <a:pt x="2253392" y="508422"/>
                  </a:lnTo>
                  <a:lnTo>
                    <a:pt x="2261216" y="516692"/>
                  </a:lnTo>
                  <a:lnTo>
                    <a:pt x="2269040" y="523022"/>
                  </a:lnTo>
                  <a:lnTo>
                    <a:pt x="2276865" y="527696"/>
                  </a:lnTo>
                  <a:lnTo>
                    <a:pt x="2284689" y="531039"/>
                  </a:lnTo>
                  <a:lnTo>
                    <a:pt x="2292513" y="533552"/>
                  </a:lnTo>
                  <a:lnTo>
                    <a:pt x="2300338" y="535577"/>
                  </a:lnTo>
                  <a:lnTo>
                    <a:pt x="2308162" y="537414"/>
                  </a:lnTo>
                  <a:lnTo>
                    <a:pt x="2315986" y="539307"/>
                  </a:lnTo>
                  <a:lnTo>
                    <a:pt x="2323810" y="541434"/>
                  </a:lnTo>
                  <a:lnTo>
                    <a:pt x="2331635" y="543905"/>
                  </a:lnTo>
                  <a:lnTo>
                    <a:pt x="2339459" y="546768"/>
                  </a:lnTo>
                  <a:lnTo>
                    <a:pt x="2347283" y="550014"/>
                  </a:lnTo>
                  <a:lnTo>
                    <a:pt x="2355108" y="553592"/>
                  </a:lnTo>
                  <a:lnTo>
                    <a:pt x="2362932" y="557419"/>
                  </a:lnTo>
                  <a:lnTo>
                    <a:pt x="2370756" y="561395"/>
                  </a:lnTo>
                  <a:lnTo>
                    <a:pt x="2378580" y="565399"/>
                  </a:lnTo>
                  <a:lnTo>
                    <a:pt x="2386405" y="569326"/>
                  </a:lnTo>
                  <a:lnTo>
                    <a:pt x="2394229" y="573091"/>
                  </a:lnTo>
                  <a:lnTo>
                    <a:pt x="2402053" y="576621"/>
                  </a:lnTo>
                  <a:lnTo>
                    <a:pt x="2409878" y="579857"/>
                  </a:lnTo>
                  <a:lnTo>
                    <a:pt x="2417702" y="582753"/>
                  </a:lnTo>
                  <a:lnTo>
                    <a:pt x="2425526" y="585274"/>
                  </a:lnTo>
                  <a:lnTo>
                    <a:pt x="2433350" y="587399"/>
                  </a:lnTo>
                  <a:lnTo>
                    <a:pt x="2441175" y="589120"/>
                  </a:lnTo>
                  <a:lnTo>
                    <a:pt x="2448999" y="590442"/>
                  </a:lnTo>
                  <a:lnTo>
                    <a:pt x="2456823" y="591387"/>
                  </a:lnTo>
                  <a:lnTo>
                    <a:pt x="2464647" y="591978"/>
                  </a:lnTo>
                  <a:lnTo>
                    <a:pt x="2472472" y="592290"/>
                  </a:lnTo>
                  <a:lnTo>
                    <a:pt x="2480296" y="592410"/>
                  </a:lnTo>
                  <a:lnTo>
                    <a:pt x="2488120" y="592421"/>
                  </a:lnTo>
                  <a:lnTo>
                    <a:pt x="2495945" y="592411"/>
                  </a:lnTo>
                  <a:lnTo>
                    <a:pt x="2503769" y="592470"/>
                  </a:lnTo>
                  <a:lnTo>
                    <a:pt x="2511593" y="592680"/>
                  </a:lnTo>
                  <a:lnTo>
                    <a:pt x="2519417" y="593108"/>
                  </a:lnTo>
                  <a:lnTo>
                    <a:pt x="2527242" y="593805"/>
                  </a:lnTo>
                  <a:lnTo>
                    <a:pt x="2535066" y="594794"/>
                  </a:lnTo>
                  <a:lnTo>
                    <a:pt x="2542890" y="596065"/>
                  </a:lnTo>
                  <a:lnTo>
                    <a:pt x="2550715" y="597574"/>
                  </a:lnTo>
                  <a:lnTo>
                    <a:pt x="2558539" y="599241"/>
                  </a:lnTo>
                  <a:lnTo>
                    <a:pt x="2566363" y="600922"/>
                  </a:lnTo>
                  <a:lnTo>
                    <a:pt x="2574187" y="602473"/>
                  </a:lnTo>
                  <a:lnTo>
                    <a:pt x="2582012" y="603750"/>
                  </a:lnTo>
                  <a:lnTo>
                    <a:pt x="2589836" y="604623"/>
                  </a:lnTo>
                  <a:lnTo>
                    <a:pt x="2597660" y="604988"/>
                  </a:lnTo>
                  <a:lnTo>
                    <a:pt x="2605485" y="604790"/>
                  </a:lnTo>
                  <a:lnTo>
                    <a:pt x="2613309" y="604026"/>
                  </a:lnTo>
                  <a:lnTo>
                    <a:pt x="2621133" y="602752"/>
                  </a:lnTo>
                  <a:lnTo>
                    <a:pt x="2628957" y="601081"/>
                  </a:lnTo>
                  <a:lnTo>
                    <a:pt x="2636782" y="599176"/>
                  </a:lnTo>
                  <a:lnTo>
                    <a:pt x="2644606" y="597232"/>
                  </a:lnTo>
                  <a:lnTo>
                    <a:pt x="2652430" y="595497"/>
                  </a:lnTo>
                  <a:lnTo>
                    <a:pt x="2660254" y="594158"/>
                  </a:lnTo>
                  <a:lnTo>
                    <a:pt x="2668079" y="593359"/>
                  </a:lnTo>
                  <a:lnTo>
                    <a:pt x="2675903" y="593191"/>
                  </a:lnTo>
                  <a:lnTo>
                    <a:pt x="2683727" y="593679"/>
                  </a:lnTo>
                  <a:lnTo>
                    <a:pt x="2691552" y="594793"/>
                  </a:lnTo>
                  <a:lnTo>
                    <a:pt x="2699376" y="596447"/>
                  </a:lnTo>
                  <a:lnTo>
                    <a:pt x="2707200" y="598525"/>
                  </a:lnTo>
                  <a:lnTo>
                    <a:pt x="2715024" y="600891"/>
                  </a:lnTo>
                  <a:lnTo>
                    <a:pt x="2722849" y="603419"/>
                  </a:lnTo>
                  <a:lnTo>
                    <a:pt x="2730673" y="606008"/>
                  </a:lnTo>
                  <a:lnTo>
                    <a:pt x="2738497" y="608597"/>
                  </a:lnTo>
                  <a:lnTo>
                    <a:pt x="2746322" y="611182"/>
                  </a:lnTo>
                  <a:lnTo>
                    <a:pt x="2754146" y="613811"/>
                  </a:lnTo>
                  <a:lnTo>
                    <a:pt x="2761970" y="616560"/>
                  </a:lnTo>
                  <a:lnTo>
                    <a:pt x="2769794" y="619510"/>
                  </a:lnTo>
                  <a:lnTo>
                    <a:pt x="2777619" y="622729"/>
                  </a:lnTo>
                  <a:lnTo>
                    <a:pt x="2785443" y="626256"/>
                  </a:lnTo>
                  <a:lnTo>
                    <a:pt x="2793267" y="630088"/>
                  </a:lnTo>
                  <a:lnTo>
                    <a:pt x="2801091" y="634178"/>
                  </a:lnTo>
                  <a:lnTo>
                    <a:pt x="2808916" y="638434"/>
                  </a:lnTo>
                  <a:lnTo>
                    <a:pt x="2816740" y="642734"/>
                  </a:lnTo>
                  <a:lnTo>
                    <a:pt x="2824564" y="646936"/>
                  </a:lnTo>
                  <a:lnTo>
                    <a:pt x="2832389" y="650870"/>
                  </a:lnTo>
                  <a:lnTo>
                    <a:pt x="2840213" y="654396"/>
                  </a:lnTo>
                  <a:lnTo>
                    <a:pt x="2848037" y="657435"/>
                  </a:lnTo>
                  <a:lnTo>
                    <a:pt x="2855861" y="659936"/>
                  </a:lnTo>
                  <a:lnTo>
                    <a:pt x="2863686" y="661887"/>
                  </a:lnTo>
                  <a:lnTo>
                    <a:pt x="2871510" y="663314"/>
                  </a:lnTo>
                  <a:lnTo>
                    <a:pt x="2879334" y="664274"/>
                  </a:lnTo>
                  <a:lnTo>
                    <a:pt x="2887159" y="664846"/>
                  </a:lnTo>
                  <a:lnTo>
                    <a:pt x="2894983" y="665125"/>
                  </a:lnTo>
                  <a:lnTo>
                    <a:pt x="2902807" y="665212"/>
                  </a:lnTo>
                  <a:lnTo>
                    <a:pt x="2910631" y="665202"/>
                  </a:lnTo>
                  <a:lnTo>
                    <a:pt x="2918456" y="665181"/>
                  </a:lnTo>
                  <a:lnTo>
                    <a:pt x="2926280" y="665223"/>
                  </a:lnTo>
                  <a:lnTo>
                    <a:pt x="2934104" y="665368"/>
                  </a:lnTo>
                  <a:lnTo>
                    <a:pt x="2941929" y="665625"/>
                  </a:lnTo>
                  <a:lnTo>
                    <a:pt x="2949753" y="665980"/>
                  </a:lnTo>
                  <a:lnTo>
                    <a:pt x="2957577" y="666401"/>
                  </a:lnTo>
                  <a:lnTo>
                    <a:pt x="2965401" y="666841"/>
                  </a:lnTo>
                  <a:lnTo>
                    <a:pt x="2973226" y="667244"/>
                  </a:lnTo>
                  <a:lnTo>
                    <a:pt x="2981050" y="667553"/>
                  </a:lnTo>
                  <a:lnTo>
                    <a:pt x="2988874" y="667712"/>
                  </a:lnTo>
                  <a:lnTo>
                    <a:pt x="2996698" y="667673"/>
                  </a:lnTo>
                  <a:lnTo>
                    <a:pt x="3004523" y="667400"/>
                  </a:lnTo>
                  <a:lnTo>
                    <a:pt x="3012347" y="666868"/>
                  </a:lnTo>
                  <a:lnTo>
                    <a:pt x="3020171" y="666046"/>
                  </a:lnTo>
                  <a:lnTo>
                    <a:pt x="3027996" y="664973"/>
                  </a:lnTo>
                  <a:lnTo>
                    <a:pt x="3035820" y="663676"/>
                  </a:lnTo>
                  <a:lnTo>
                    <a:pt x="3043644" y="662196"/>
                  </a:lnTo>
                  <a:lnTo>
                    <a:pt x="3051468" y="660583"/>
                  </a:lnTo>
                  <a:lnTo>
                    <a:pt x="3059293" y="658895"/>
                  </a:lnTo>
                  <a:lnTo>
                    <a:pt x="3067117" y="657196"/>
                  </a:lnTo>
                  <a:lnTo>
                    <a:pt x="3074941" y="655552"/>
                  </a:lnTo>
                  <a:lnTo>
                    <a:pt x="3082766" y="654031"/>
                  </a:lnTo>
                  <a:lnTo>
                    <a:pt x="3090590" y="652696"/>
                  </a:lnTo>
                  <a:lnTo>
                    <a:pt x="3098414" y="651605"/>
                  </a:lnTo>
                  <a:lnTo>
                    <a:pt x="3106238" y="650822"/>
                  </a:lnTo>
                  <a:lnTo>
                    <a:pt x="3114063" y="650408"/>
                  </a:lnTo>
                  <a:lnTo>
                    <a:pt x="3121887" y="650365"/>
                  </a:lnTo>
                  <a:lnTo>
                    <a:pt x="3129711" y="650701"/>
                  </a:lnTo>
                  <a:lnTo>
                    <a:pt x="3137536" y="651407"/>
                  </a:lnTo>
                  <a:lnTo>
                    <a:pt x="3145360" y="652456"/>
                  </a:lnTo>
                  <a:lnTo>
                    <a:pt x="3153184" y="653803"/>
                  </a:lnTo>
                  <a:lnTo>
                    <a:pt x="3161008" y="655388"/>
                  </a:lnTo>
                  <a:lnTo>
                    <a:pt x="3168833" y="657138"/>
                  </a:lnTo>
                  <a:lnTo>
                    <a:pt x="3176657" y="658974"/>
                  </a:lnTo>
                  <a:lnTo>
                    <a:pt x="3184481" y="660812"/>
                  </a:lnTo>
                  <a:lnTo>
                    <a:pt x="3192305" y="662573"/>
                  </a:lnTo>
                  <a:lnTo>
                    <a:pt x="3200130" y="664173"/>
                  </a:lnTo>
                  <a:lnTo>
                    <a:pt x="3207954" y="665546"/>
                  </a:lnTo>
                  <a:lnTo>
                    <a:pt x="3215778" y="666660"/>
                  </a:lnTo>
                  <a:lnTo>
                    <a:pt x="3223603" y="667494"/>
                  </a:lnTo>
                  <a:lnTo>
                    <a:pt x="3231427" y="668042"/>
                  </a:lnTo>
                  <a:lnTo>
                    <a:pt x="3239251" y="668315"/>
                  </a:lnTo>
                  <a:lnTo>
                    <a:pt x="3247075" y="668338"/>
                  </a:lnTo>
                  <a:lnTo>
                    <a:pt x="3254900" y="668149"/>
                  </a:lnTo>
                  <a:lnTo>
                    <a:pt x="3262724" y="667797"/>
                  </a:lnTo>
                  <a:lnTo>
                    <a:pt x="3270548" y="667340"/>
                  </a:lnTo>
                  <a:lnTo>
                    <a:pt x="3278373" y="666838"/>
                  </a:lnTo>
                  <a:lnTo>
                    <a:pt x="3286197" y="666353"/>
                  </a:lnTo>
                  <a:lnTo>
                    <a:pt x="3294021" y="665955"/>
                  </a:lnTo>
                  <a:lnTo>
                    <a:pt x="3301845" y="665693"/>
                  </a:lnTo>
                  <a:lnTo>
                    <a:pt x="3309670" y="665595"/>
                  </a:lnTo>
                  <a:lnTo>
                    <a:pt x="3317494" y="665677"/>
                  </a:lnTo>
                  <a:lnTo>
                    <a:pt x="3325318" y="665936"/>
                  </a:lnTo>
                  <a:lnTo>
                    <a:pt x="3333142" y="666354"/>
                  </a:lnTo>
                  <a:lnTo>
                    <a:pt x="3340967" y="666901"/>
                  </a:lnTo>
                  <a:lnTo>
                    <a:pt x="3348791" y="667539"/>
                  </a:lnTo>
                  <a:lnTo>
                    <a:pt x="3356615" y="668226"/>
                  </a:lnTo>
                  <a:lnTo>
                    <a:pt x="3364440" y="668920"/>
                  </a:lnTo>
                  <a:lnTo>
                    <a:pt x="3372264" y="669586"/>
                  </a:lnTo>
                  <a:lnTo>
                    <a:pt x="3380088" y="670196"/>
                  </a:lnTo>
                  <a:lnTo>
                    <a:pt x="3387912" y="670721"/>
                  </a:lnTo>
                  <a:lnTo>
                    <a:pt x="3395737" y="671161"/>
                  </a:lnTo>
                  <a:lnTo>
                    <a:pt x="3403561" y="671517"/>
                  </a:lnTo>
                  <a:lnTo>
                    <a:pt x="3411385" y="671795"/>
                  </a:lnTo>
                  <a:lnTo>
                    <a:pt x="3419210" y="672003"/>
                  </a:lnTo>
                  <a:lnTo>
                    <a:pt x="3427034" y="672154"/>
                  </a:lnTo>
                  <a:lnTo>
                    <a:pt x="3434858" y="672255"/>
                  </a:lnTo>
                  <a:lnTo>
                    <a:pt x="3442682" y="672317"/>
                  </a:lnTo>
                  <a:lnTo>
                    <a:pt x="3450507" y="672346"/>
                  </a:lnTo>
                  <a:lnTo>
                    <a:pt x="3458331" y="672344"/>
                  </a:lnTo>
                  <a:lnTo>
                    <a:pt x="3466155" y="672313"/>
                  </a:lnTo>
                  <a:lnTo>
                    <a:pt x="3473980" y="672248"/>
                  </a:lnTo>
                  <a:lnTo>
                    <a:pt x="3481804" y="672139"/>
                  </a:lnTo>
                  <a:lnTo>
                    <a:pt x="3489628" y="671981"/>
                  </a:lnTo>
                  <a:lnTo>
                    <a:pt x="3497452" y="671761"/>
                  </a:lnTo>
                  <a:lnTo>
                    <a:pt x="3505277" y="671471"/>
                  </a:lnTo>
                  <a:lnTo>
                    <a:pt x="3513101" y="671101"/>
                  </a:lnTo>
                  <a:lnTo>
                    <a:pt x="3520925" y="670647"/>
                  </a:lnTo>
                  <a:lnTo>
                    <a:pt x="3528749" y="670112"/>
                  </a:lnTo>
                  <a:lnTo>
                    <a:pt x="3536574" y="669503"/>
                  </a:lnTo>
                  <a:lnTo>
                    <a:pt x="3544398" y="668840"/>
                  </a:lnTo>
                  <a:lnTo>
                    <a:pt x="3552222" y="668149"/>
                  </a:lnTo>
                  <a:lnTo>
                    <a:pt x="3560047" y="667465"/>
                  </a:lnTo>
                  <a:lnTo>
                    <a:pt x="3567871" y="666834"/>
                  </a:lnTo>
                  <a:lnTo>
                    <a:pt x="3575695" y="666307"/>
                  </a:lnTo>
                  <a:lnTo>
                    <a:pt x="3583519" y="665919"/>
                  </a:lnTo>
                  <a:lnTo>
                    <a:pt x="3591344" y="665699"/>
                  </a:lnTo>
                  <a:lnTo>
                    <a:pt x="3599168" y="665664"/>
                  </a:lnTo>
                  <a:lnTo>
                    <a:pt x="3606992" y="665815"/>
                  </a:lnTo>
                  <a:lnTo>
                    <a:pt x="3614817" y="666141"/>
                  </a:lnTo>
                  <a:lnTo>
                    <a:pt x="3622641" y="666616"/>
                  </a:lnTo>
                  <a:lnTo>
                    <a:pt x="3630465" y="667205"/>
                  </a:lnTo>
                  <a:lnTo>
                    <a:pt x="3638289" y="667867"/>
                  </a:lnTo>
                  <a:lnTo>
                    <a:pt x="3646114" y="668559"/>
                  </a:lnTo>
                  <a:lnTo>
                    <a:pt x="3653938" y="669242"/>
                  </a:lnTo>
                  <a:lnTo>
                    <a:pt x="3661762" y="669879"/>
                  </a:lnTo>
                  <a:lnTo>
                    <a:pt x="3669586" y="670445"/>
                  </a:lnTo>
                  <a:lnTo>
                    <a:pt x="3677411" y="670930"/>
                  </a:lnTo>
                  <a:lnTo>
                    <a:pt x="3685235" y="671331"/>
                  </a:lnTo>
                  <a:lnTo>
                    <a:pt x="3693059" y="671652"/>
                  </a:lnTo>
                  <a:lnTo>
                    <a:pt x="3700884" y="671899"/>
                  </a:lnTo>
                  <a:lnTo>
                    <a:pt x="3708708" y="672083"/>
                  </a:lnTo>
                  <a:lnTo>
                    <a:pt x="3716532" y="672216"/>
                  </a:lnTo>
                  <a:lnTo>
                    <a:pt x="3724356" y="672309"/>
                  </a:lnTo>
                  <a:lnTo>
                    <a:pt x="3732181" y="672372"/>
                  </a:lnTo>
                  <a:lnTo>
                    <a:pt x="3740005" y="672412"/>
                  </a:lnTo>
                  <a:lnTo>
                    <a:pt x="3747829" y="672438"/>
                  </a:lnTo>
                  <a:lnTo>
                    <a:pt x="3755654" y="672452"/>
                  </a:lnTo>
                  <a:lnTo>
                    <a:pt x="3763478" y="672460"/>
                  </a:lnTo>
                  <a:lnTo>
                    <a:pt x="3771302" y="672463"/>
                  </a:lnTo>
                  <a:lnTo>
                    <a:pt x="3779126" y="672463"/>
                  </a:lnTo>
                  <a:lnTo>
                    <a:pt x="3786951" y="672457"/>
                  </a:lnTo>
                  <a:lnTo>
                    <a:pt x="3794775" y="672446"/>
                  </a:lnTo>
                  <a:lnTo>
                    <a:pt x="3802599" y="672425"/>
                  </a:lnTo>
                  <a:lnTo>
                    <a:pt x="3810424" y="672392"/>
                  </a:lnTo>
                  <a:lnTo>
                    <a:pt x="3818248" y="672338"/>
                  </a:lnTo>
                  <a:lnTo>
                    <a:pt x="3826072" y="672254"/>
                  </a:lnTo>
                  <a:lnTo>
                    <a:pt x="3833896" y="672130"/>
                  </a:lnTo>
                  <a:lnTo>
                    <a:pt x="3841721" y="671948"/>
                  </a:lnTo>
                  <a:lnTo>
                    <a:pt x="3849545" y="671682"/>
                  </a:lnTo>
                  <a:lnTo>
                    <a:pt x="3857369" y="671317"/>
                  </a:lnTo>
                  <a:lnTo>
                    <a:pt x="3865193" y="670832"/>
                  </a:lnTo>
                  <a:lnTo>
                    <a:pt x="3873018" y="670208"/>
                  </a:lnTo>
                  <a:lnTo>
                    <a:pt x="3880842" y="669434"/>
                  </a:lnTo>
                  <a:lnTo>
                    <a:pt x="3888666" y="668506"/>
                  </a:lnTo>
                  <a:lnTo>
                    <a:pt x="3896491" y="667432"/>
                  </a:lnTo>
                  <a:lnTo>
                    <a:pt x="3904315" y="666236"/>
                  </a:lnTo>
                  <a:lnTo>
                    <a:pt x="3912139" y="664957"/>
                  </a:lnTo>
                  <a:lnTo>
                    <a:pt x="3919963" y="663649"/>
                  </a:lnTo>
                  <a:lnTo>
                    <a:pt x="3927788" y="662378"/>
                  </a:lnTo>
                  <a:lnTo>
                    <a:pt x="3935612" y="661226"/>
                  </a:lnTo>
                  <a:lnTo>
                    <a:pt x="3943436" y="660287"/>
                  </a:lnTo>
                  <a:lnTo>
                    <a:pt x="3951261" y="659618"/>
                  </a:lnTo>
                  <a:lnTo>
                    <a:pt x="3959085" y="659265"/>
                  </a:lnTo>
                  <a:lnTo>
                    <a:pt x="3966909" y="659254"/>
                  </a:lnTo>
                  <a:lnTo>
                    <a:pt x="3974733" y="659584"/>
                  </a:lnTo>
                  <a:lnTo>
                    <a:pt x="3982558" y="660230"/>
                  </a:lnTo>
                  <a:lnTo>
                    <a:pt x="3990382" y="661144"/>
                  </a:lnTo>
                  <a:lnTo>
                    <a:pt x="3998206" y="662263"/>
                  </a:lnTo>
                </a:path>
              </a:pathLst>
            </a:custGeom>
            <a:ln w="13550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g29"/>
            <p:cNvSpPr/>
            <p:nvPr/>
          </p:nvSpPr>
          <p:spPr>
            <a:xfrm>
              <a:off x="1799718" y="1306869"/>
              <a:ext cx="3998206" cy="305430"/>
            </a:xfrm>
            <a:custGeom>
              <a:avLst/>
              <a:gdLst/>
              <a:ahLst/>
              <a:cxnLst/>
              <a:rect l="0" t="0" r="0" b="0"/>
              <a:pathLst>
                <a:path w="3998206" h="305430">
                  <a:moveTo>
                    <a:pt x="0" y="297422"/>
                  </a:moveTo>
                  <a:lnTo>
                    <a:pt x="7824" y="297004"/>
                  </a:lnTo>
                  <a:lnTo>
                    <a:pt x="15648" y="296623"/>
                  </a:lnTo>
                  <a:lnTo>
                    <a:pt x="23472" y="296285"/>
                  </a:lnTo>
                  <a:lnTo>
                    <a:pt x="31297" y="296001"/>
                  </a:lnTo>
                  <a:lnTo>
                    <a:pt x="39121" y="295776"/>
                  </a:lnTo>
                  <a:lnTo>
                    <a:pt x="46945" y="295609"/>
                  </a:lnTo>
                  <a:lnTo>
                    <a:pt x="54769" y="295503"/>
                  </a:lnTo>
                  <a:lnTo>
                    <a:pt x="62594" y="295458"/>
                  </a:lnTo>
                  <a:lnTo>
                    <a:pt x="70418" y="295476"/>
                  </a:lnTo>
                  <a:lnTo>
                    <a:pt x="78242" y="295556"/>
                  </a:lnTo>
                  <a:lnTo>
                    <a:pt x="86067" y="295702"/>
                  </a:lnTo>
                  <a:lnTo>
                    <a:pt x="93891" y="295911"/>
                  </a:lnTo>
                  <a:lnTo>
                    <a:pt x="101715" y="296172"/>
                  </a:lnTo>
                  <a:lnTo>
                    <a:pt x="109539" y="296483"/>
                  </a:lnTo>
                  <a:lnTo>
                    <a:pt x="117364" y="296836"/>
                  </a:lnTo>
                  <a:lnTo>
                    <a:pt x="125188" y="297228"/>
                  </a:lnTo>
                  <a:lnTo>
                    <a:pt x="133012" y="297652"/>
                  </a:lnTo>
                  <a:lnTo>
                    <a:pt x="140837" y="298104"/>
                  </a:lnTo>
                  <a:lnTo>
                    <a:pt x="148661" y="298576"/>
                  </a:lnTo>
                  <a:lnTo>
                    <a:pt x="156485" y="299058"/>
                  </a:lnTo>
                  <a:lnTo>
                    <a:pt x="164309" y="299545"/>
                  </a:lnTo>
                  <a:lnTo>
                    <a:pt x="172134" y="300031"/>
                  </a:lnTo>
                  <a:lnTo>
                    <a:pt x="179958" y="300511"/>
                  </a:lnTo>
                  <a:lnTo>
                    <a:pt x="187782" y="300979"/>
                  </a:lnTo>
                  <a:lnTo>
                    <a:pt x="195606" y="301430"/>
                  </a:lnTo>
                  <a:lnTo>
                    <a:pt x="203431" y="301858"/>
                  </a:lnTo>
                  <a:lnTo>
                    <a:pt x="211255" y="302263"/>
                  </a:lnTo>
                  <a:lnTo>
                    <a:pt x="219079" y="302641"/>
                  </a:lnTo>
                  <a:lnTo>
                    <a:pt x="226904" y="302992"/>
                  </a:lnTo>
                  <a:lnTo>
                    <a:pt x="234728" y="303314"/>
                  </a:lnTo>
                  <a:lnTo>
                    <a:pt x="242552" y="303606"/>
                  </a:lnTo>
                  <a:lnTo>
                    <a:pt x="250376" y="303866"/>
                  </a:lnTo>
                  <a:lnTo>
                    <a:pt x="258201" y="304093"/>
                  </a:lnTo>
                  <a:lnTo>
                    <a:pt x="266025" y="304292"/>
                  </a:lnTo>
                  <a:lnTo>
                    <a:pt x="273849" y="304464"/>
                  </a:lnTo>
                  <a:lnTo>
                    <a:pt x="281674" y="304609"/>
                  </a:lnTo>
                  <a:lnTo>
                    <a:pt x="289498" y="304729"/>
                  </a:lnTo>
                  <a:lnTo>
                    <a:pt x="297322" y="304825"/>
                  </a:lnTo>
                  <a:lnTo>
                    <a:pt x="305146" y="304896"/>
                  </a:lnTo>
                  <a:lnTo>
                    <a:pt x="312971" y="304942"/>
                  </a:lnTo>
                  <a:lnTo>
                    <a:pt x="320795" y="304967"/>
                  </a:lnTo>
                  <a:lnTo>
                    <a:pt x="328619" y="304972"/>
                  </a:lnTo>
                  <a:lnTo>
                    <a:pt x="336444" y="304956"/>
                  </a:lnTo>
                  <a:lnTo>
                    <a:pt x="344268" y="304920"/>
                  </a:lnTo>
                  <a:lnTo>
                    <a:pt x="352092" y="304863"/>
                  </a:lnTo>
                  <a:lnTo>
                    <a:pt x="359916" y="304783"/>
                  </a:lnTo>
                  <a:lnTo>
                    <a:pt x="367741" y="304680"/>
                  </a:lnTo>
                  <a:lnTo>
                    <a:pt x="375565" y="304555"/>
                  </a:lnTo>
                  <a:lnTo>
                    <a:pt x="383389" y="304408"/>
                  </a:lnTo>
                  <a:lnTo>
                    <a:pt x="391213" y="304237"/>
                  </a:lnTo>
                  <a:lnTo>
                    <a:pt x="399038" y="304042"/>
                  </a:lnTo>
                  <a:lnTo>
                    <a:pt x="406862" y="303824"/>
                  </a:lnTo>
                  <a:lnTo>
                    <a:pt x="414686" y="303579"/>
                  </a:lnTo>
                  <a:lnTo>
                    <a:pt x="422511" y="303308"/>
                  </a:lnTo>
                  <a:lnTo>
                    <a:pt x="430335" y="303014"/>
                  </a:lnTo>
                  <a:lnTo>
                    <a:pt x="438159" y="302697"/>
                  </a:lnTo>
                  <a:lnTo>
                    <a:pt x="445983" y="302358"/>
                  </a:lnTo>
                  <a:lnTo>
                    <a:pt x="453808" y="301998"/>
                  </a:lnTo>
                  <a:lnTo>
                    <a:pt x="461632" y="301620"/>
                  </a:lnTo>
                  <a:lnTo>
                    <a:pt x="469456" y="301222"/>
                  </a:lnTo>
                  <a:lnTo>
                    <a:pt x="477281" y="300809"/>
                  </a:lnTo>
                  <a:lnTo>
                    <a:pt x="485105" y="300384"/>
                  </a:lnTo>
                  <a:lnTo>
                    <a:pt x="492929" y="299950"/>
                  </a:lnTo>
                  <a:lnTo>
                    <a:pt x="500753" y="299509"/>
                  </a:lnTo>
                  <a:lnTo>
                    <a:pt x="508578" y="299063"/>
                  </a:lnTo>
                  <a:lnTo>
                    <a:pt x="516402" y="298617"/>
                  </a:lnTo>
                  <a:lnTo>
                    <a:pt x="524226" y="298172"/>
                  </a:lnTo>
                  <a:lnTo>
                    <a:pt x="532050" y="297734"/>
                  </a:lnTo>
                  <a:lnTo>
                    <a:pt x="539875" y="297305"/>
                  </a:lnTo>
                  <a:lnTo>
                    <a:pt x="547699" y="296889"/>
                  </a:lnTo>
                  <a:lnTo>
                    <a:pt x="555523" y="296487"/>
                  </a:lnTo>
                  <a:lnTo>
                    <a:pt x="563348" y="296104"/>
                  </a:lnTo>
                  <a:lnTo>
                    <a:pt x="571172" y="295741"/>
                  </a:lnTo>
                  <a:lnTo>
                    <a:pt x="578996" y="295405"/>
                  </a:lnTo>
                  <a:lnTo>
                    <a:pt x="586820" y="295099"/>
                  </a:lnTo>
                  <a:lnTo>
                    <a:pt x="594645" y="294821"/>
                  </a:lnTo>
                  <a:lnTo>
                    <a:pt x="602469" y="294574"/>
                  </a:lnTo>
                  <a:lnTo>
                    <a:pt x="610293" y="294359"/>
                  </a:lnTo>
                  <a:lnTo>
                    <a:pt x="618118" y="294175"/>
                  </a:lnTo>
                  <a:lnTo>
                    <a:pt x="625942" y="294024"/>
                  </a:lnTo>
                  <a:lnTo>
                    <a:pt x="633766" y="293906"/>
                  </a:lnTo>
                  <a:lnTo>
                    <a:pt x="641590" y="293821"/>
                  </a:lnTo>
                  <a:lnTo>
                    <a:pt x="649415" y="293762"/>
                  </a:lnTo>
                  <a:lnTo>
                    <a:pt x="657239" y="293727"/>
                  </a:lnTo>
                  <a:lnTo>
                    <a:pt x="665063" y="293712"/>
                  </a:lnTo>
                  <a:lnTo>
                    <a:pt x="672888" y="293714"/>
                  </a:lnTo>
                  <a:lnTo>
                    <a:pt x="680712" y="293729"/>
                  </a:lnTo>
                  <a:lnTo>
                    <a:pt x="688536" y="293754"/>
                  </a:lnTo>
                  <a:lnTo>
                    <a:pt x="696360" y="293782"/>
                  </a:lnTo>
                  <a:lnTo>
                    <a:pt x="704185" y="293810"/>
                  </a:lnTo>
                  <a:lnTo>
                    <a:pt x="712009" y="293833"/>
                  </a:lnTo>
                  <a:lnTo>
                    <a:pt x="719833" y="293850"/>
                  </a:lnTo>
                  <a:lnTo>
                    <a:pt x="727657" y="293856"/>
                  </a:lnTo>
                  <a:lnTo>
                    <a:pt x="735482" y="293851"/>
                  </a:lnTo>
                  <a:lnTo>
                    <a:pt x="743306" y="293832"/>
                  </a:lnTo>
                  <a:lnTo>
                    <a:pt x="751130" y="293796"/>
                  </a:lnTo>
                  <a:lnTo>
                    <a:pt x="758955" y="293747"/>
                  </a:lnTo>
                  <a:lnTo>
                    <a:pt x="766779" y="293683"/>
                  </a:lnTo>
                  <a:lnTo>
                    <a:pt x="774603" y="293608"/>
                  </a:lnTo>
                  <a:lnTo>
                    <a:pt x="782427" y="293521"/>
                  </a:lnTo>
                  <a:lnTo>
                    <a:pt x="790252" y="293426"/>
                  </a:lnTo>
                  <a:lnTo>
                    <a:pt x="798076" y="293323"/>
                  </a:lnTo>
                  <a:lnTo>
                    <a:pt x="805900" y="293217"/>
                  </a:lnTo>
                  <a:lnTo>
                    <a:pt x="813725" y="293111"/>
                  </a:lnTo>
                  <a:lnTo>
                    <a:pt x="821549" y="293008"/>
                  </a:lnTo>
                  <a:lnTo>
                    <a:pt x="829373" y="292911"/>
                  </a:lnTo>
                  <a:lnTo>
                    <a:pt x="837197" y="292821"/>
                  </a:lnTo>
                  <a:lnTo>
                    <a:pt x="845022" y="292742"/>
                  </a:lnTo>
                  <a:lnTo>
                    <a:pt x="852846" y="292676"/>
                  </a:lnTo>
                  <a:lnTo>
                    <a:pt x="860670" y="292626"/>
                  </a:lnTo>
                  <a:lnTo>
                    <a:pt x="868495" y="292590"/>
                  </a:lnTo>
                  <a:lnTo>
                    <a:pt x="876319" y="292570"/>
                  </a:lnTo>
                  <a:lnTo>
                    <a:pt x="884143" y="292563"/>
                  </a:lnTo>
                  <a:lnTo>
                    <a:pt x="891967" y="292570"/>
                  </a:lnTo>
                  <a:lnTo>
                    <a:pt x="899792" y="292589"/>
                  </a:lnTo>
                  <a:lnTo>
                    <a:pt x="907616" y="292617"/>
                  </a:lnTo>
                  <a:lnTo>
                    <a:pt x="915440" y="292652"/>
                  </a:lnTo>
                  <a:lnTo>
                    <a:pt x="923264" y="292690"/>
                  </a:lnTo>
                  <a:lnTo>
                    <a:pt x="931089" y="292727"/>
                  </a:lnTo>
                  <a:lnTo>
                    <a:pt x="938913" y="292760"/>
                  </a:lnTo>
                  <a:lnTo>
                    <a:pt x="946737" y="292785"/>
                  </a:lnTo>
                  <a:lnTo>
                    <a:pt x="954562" y="292801"/>
                  </a:lnTo>
                  <a:lnTo>
                    <a:pt x="962386" y="292800"/>
                  </a:lnTo>
                  <a:lnTo>
                    <a:pt x="970210" y="292781"/>
                  </a:lnTo>
                  <a:lnTo>
                    <a:pt x="978034" y="292741"/>
                  </a:lnTo>
                  <a:lnTo>
                    <a:pt x="985859" y="292678"/>
                  </a:lnTo>
                  <a:lnTo>
                    <a:pt x="993683" y="292590"/>
                  </a:lnTo>
                  <a:lnTo>
                    <a:pt x="1001507" y="292476"/>
                  </a:lnTo>
                  <a:lnTo>
                    <a:pt x="1009332" y="292331"/>
                  </a:lnTo>
                  <a:lnTo>
                    <a:pt x="1017156" y="292153"/>
                  </a:lnTo>
                  <a:lnTo>
                    <a:pt x="1024980" y="291937"/>
                  </a:lnTo>
                  <a:lnTo>
                    <a:pt x="1032804" y="291686"/>
                  </a:lnTo>
                  <a:lnTo>
                    <a:pt x="1040629" y="291398"/>
                  </a:lnTo>
                  <a:lnTo>
                    <a:pt x="1048453" y="291071"/>
                  </a:lnTo>
                  <a:lnTo>
                    <a:pt x="1056277" y="290705"/>
                  </a:lnTo>
                  <a:lnTo>
                    <a:pt x="1064101" y="290298"/>
                  </a:lnTo>
                  <a:lnTo>
                    <a:pt x="1071926" y="289846"/>
                  </a:lnTo>
                  <a:lnTo>
                    <a:pt x="1079750" y="289350"/>
                  </a:lnTo>
                  <a:lnTo>
                    <a:pt x="1087574" y="288814"/>
                  </a:lnTo>
                  <a:lnTo>
                    <a:pt x="1095399" y="288242"/>
                  </a:lnTo>
                  <a:lnTo>
                    <a:pt x="1103223" y="287634"/>
                  </a:lnTo>
                  <a:lnTo>
                    <a:pt x="1111047" y="286996"/>
                  </a:lnTo>
                  <a:lnTo>
                    <a:pt x="1118871" y="286329"/>
                  </a:lnTo>
                  <a:lnTo>
                    <a:pt x="1126696" y="285638"/>
                  </a:lnTo>
                  <a:lnTo>
                    <a:pt x="1134520" y="284929"/>
                  </a:lnTo>
                  <a:lnTo>
                    <a:pt x="1142344" y="284210"/>
                  </a:lnTo>
                  <a:lnTo>
                    <a:pt x="1150169" y="283485"/>
                  </a:lnTo>
                  <a:lnTo>
                    <a:pt x="1157993" y="282759"/>
                  </a:lnTo>
                  <a:lnTo>
                    <a:pt x="1165817" y="282038"/>
                  </a:lnTo>
                  <a:lnTo>
                    <a:pt x="1173641" y="281325"/>
                  </a:lnTo>
                  <a:lnTo>
                    <a:pt x="1181466" y="280627"/>
                  </a:lnTo>
                  <a:lnTo>
                    <a:pt x="1189290" y="279948"/>
                  </a:lnTo>
                  <a:lnTo>
                    <a:pt x="1197114" y="279288"/>
                  </a:lnTo>
                  <a:lnTo>
                    <a:pt x="1204939" y="278650"/>
                  </a:lnTo>
                  <a:lnTo>
                    <a:pt x="1212763" y="278035"/>
                  </a:lnTo>
                  <a:lnTo>
                    <a:pt x="1220587" y="277445"/>
                  </a:lnTo>
                  <a:lnTo>
                    <a:pt x="1228411" y="276881"/>
                  </a:lnTo>
                  <a:lnTo>
                    <a:pt x="1236236" y="276346"/>
                  </a:lnTo>
                  <a:lnTo>
                    <a:pt x="1244060" y="275843"/>
                  </a:lnTo>
                  <a:lnTo>
                    <a:pt x="1251884" y="275370"/>
                  </a:lnTo>
                  <a:lnTo>
                    <a:pt x="1259708" y="274927"/>
                  </a:lnTo>
                  <a:lnTo>
                    <a:pt x="1267533" y="274517"/>
                  </a:lnTo>
                  <a:lnTo>
                    <a:pt x="1275357" y="274140"/>
                  </a:lnTo>
                  <a:lnTo>
                    <a:pt x="1283181" y="273798"/>
                  </a:lnTo>
                  <a:lnTo>
                    <a:pt x="1291006" y="273494"/>
                  </a:lnTo>
                  <a:lnTo>
                    <a:pt x="1298830" y="273230"/>
                  </a:lnTo>
                  <a:lnTo>
                    <a:pt x="1306654" y="273000"/>
                  </a:lnTo>
                  <a:lnTo>
                    <a:pt x="1314478" y="272802"/>
                  </a:lnTo>
                  <a:lnTo>
                    <a:pt x="1322303" y="272634"/>
                  </a:lnTo>
                  <a:lnTo>
                    <a:pt x="1330127" y="272493"/>
                  </a:lnTo>
                  <a:lnTo>
                    <a:pt x="1337951" y="272372"/>
                  </a:lnTo>
                  <a:lnTo>
                    <a:pt x="1345776" y="272267"/>
                  </a:lnTo>
                  <a:lnTo>
                    <a:pt x="1353600" y="272168"/>
                  </a:lnTo>
                  <a:lnTo>
                    <a:pt x="1361424" y="272065"/>
                  </a:lnTo>
                  <a:lnTo>
                    <a:pt x="1369248" y="271950"/>
                  </a:lnTo>
                  <a:lnTo>
                    <a:pt x="1377073" y="271814"/>
                  </a:lnTo>
                  <a:lnTo>
                    <a:pt x="1384897" y="271648"/>
                  </a:lnTo>
                  <a:lnTo>
                    <a:pt x="1392721" y="271445"/>
                  </a:lnTo>
                  <a:lnTo>
                    <a:pt x="1400545" y="271192"/>
                  </a:lnTo>
                  <a:lnTo>
                    <a:pt x="1408370" y="270880"/>
                  </a:lnTo>
                  <a:lnTo>
                    <a:pt x="1416194" y="270509"/>
                  </a:lnTo>
                  <a:lnTo>
                    <a:pt x="1424018" y="270077"/>
                  </a:lnTo>
                  <a:lnTo>
                    <a:pt x="1431843" y="269581"/>
                  </a:lnTo>
                  <a:lnTo>
                    <a:pt x="1439667" y="269020"/>
                  </a:lnTo>
                  <a:lnTo>
                    <a:pt x="1447491" y="268395"/>
                  </a:lnTo>
                  <a:lnTo>
                    <a:pt x="1455315" y="267701"/>
                  </a:lnTo>
                  <a:lnTo>
                    <a:pt x="1463140" y="266941"/>
                  </a:lnTo>
                  <a:lnTo>
                    <a:pt x="1470964" y="266124"/>
                  </a:lnTo>
                  <a:lnTo>
                    <a:pt x="1478788" y="265254"/>
                  </a:lnTo>
                  <a:lnTo>
                    <a:pt x="1486613" y="264332"/>
                  </a:lnTo>
                  <a:lnTo>
                    <a:pt x="1494437" y="263360"/>
                  </a:lnTo>
                  <a:lnTo>
                    <a:pt x="1502261" y="262341"/>
                  </a:lnTo>
                  <a:lnTo>
                    <a:pt x="1510085" y="261268"/>
                  </a:lnTo>
                  <a:lnTo>
                    <a:pt x="1517910" y="260142"/>
                  </a:lnTo>
                  <a:lnTo>
                    <a:pt x="1525734" y="258964"/>
                  </a:lnTo>
                  <a:lnTo>
                    <a:pt x="1533558" y="257729"/>
                  </a:lnTo>
                  <a:lnTo>
                    <a:pt x="1541383" y="256433"/>
                  </a:lnTo>
                  <a:lnTo>
                    <a:pt x="1549207" y="255070"/>
                  </a:lnTo>
                  <a:lnTo>
                    <a:pt x="1557031" y="253633"/>
                  </a:lnTo>
                  <a:lnTo>
                    <a:pt x="1564855" y="252102"/>
                  </a:lnTo>
                  <a:lnTo>
                    <a:pt x="1572680" y="250467"/>
                  </a:lnTo>
                  <a:lnTo>
                    <a:pt x="1580504" y="248726"/>
                  </a:lnTo>
                  <a:lnTo>
                    <a:pt x="1588328" y="246866"/>
                  </a:lnTo>
                  <a:lnTo>
                    <a:pt x="1596152" y="244878"/>
                  </a:lnTo>
                  <a:lnTo>
                    <a:pt x="1603977" y="242748"/>
                  </a:lnTo>
                  <a:lnTo>
                    <a:pt x="1611801" y="240466"/>
                  </a:lnTo>
                  <a:lnTo>
                    <a:pt x="1619625" y="237998"/>
                  </a:lnTo>
                  <a:lnTo>
                    <a:pt x="1627450" y="235329"/>
                  </a:lnTo>
                  <a:lnTo>
                    <a:pt x="1635274" y="232459"/>
                  </a:lnTo>
                  <a:lnTo>
                    <a:pt x="1643098" y="229374"/>
                  </a:lnTo>
                  <a:lnTo>
                    <a:pt x="1650922" y="226061"/>
                  </a:lnTo>
                  <a:lnTo>
                    <a:pt x="1658747" y="222503"/>
                  </a:lnTo>
                  <a:lnTo>
                    <a:pt x="1666571" y="218687"/>
                  </a:lnTo>
                  <a:lnTo>
                    <a:pt x="1674395" y="214568"/>
                  </a:lnTo>
                  <a:lnTo>
                    <a:pt x="1682220" y="210129"/>
                  </a:lnTo>
                  <a:lnTo>
                    <a:pt x="1690044" y="205386"/>
                  </a:lnTo>
                  <a:lnTo>
                    <a:pt x="1697868" y="200328"/>
                  </a:lnTo>
                  <a:lnTo>
                    <a:pt x="1705692" y="194949"/>
                  </a:lnTo>
                  <a:lnTo>
                    <a:pt x="1713517" y="189243"/>
                  </a:lnTo>
                  <a:lnTo>
                    <a:pt x="1721341" y="183208"/>
                  </a:lnTo>
                  <a:lnTo>
                    <a:pt x="1729165" y="176815"/>
                  </a:lnTo>
                  <a:lnTo>
                    <a:pt x="1736990" y="170074"/>
                  </a:lnTo>
                  <a:lnTo>
                    <a:pt x="1744814" y="163031"/>
                  </a:lnTo>
                  <a:lnTo>
                    <a:pt x="1752638" y="155704"/>
                  </a:lnTo>
                  <a:lnTo>
                    <a:pt x="1760462" y="148115"/>
                  </a:lnTo>
                  <a:lnTo>
                    <a:pt x="1768287" y="140292"/>
                  </a:lnTo>
                  <a:lnTo>
                    <a:pt x="1776111" y="132265"/>
                  </a:lnTo>
                  <a:lnTo>
                    <a:pt x="1783935" y="124058"/>
                  </a:lnTo>
                  <a:lnTo>
                    <a:pt x="1791759" y="115728"/>
                  </a:lnTo>
                  <a:lnTo>
                    <a:pt x="1799584" y="107334"/>
                  </a:lnTo>
                  <a:lnTo>
                    <a:pt x="1807408" y="98925"/>
                  </a:lnTo>
                  <a:lnTo>
                    <a:pt x="1815232" y="90548"/>
                  </a:lnTo>
                  <a:lnTo>
                    <a:pt x="1823057" y="82254"/>
                  </a:lnTo>
                  <a:lnTo>
                    <a:pt x="1830881" y="74093"/>
                  </a:lnTo>
                  <a:lnTo>
                    <a:pt x="1838705" y="66141"/>
                  </a:lnTo>
                  <a:lnTo>
                    <a:pt x="1846529" y="58465"/>
                  </a:lnTo>
                  <a:lnTo>
                    <a:pt x="1854354" y="51095"/>
                  </a:lnTo>
                  <a:lnTo>
                    <a:pt x="1862178" y="44075"/>
                  </a:lnTo>
                  <a:lnTo>
                    <a:pt x="1870002" y="37448"/>
                  </a:lnTo>
                  <a:lnTo>
                    <a:pt x="1877827" y="31255"/>
                  </a:lnTo>
                  <a:lnTo>
                    <a:pt x="1885651" y="25531"/>
                  </a:lnTo>
                  <a:lnTo>
                    <a:pt x="1893475" y="20362"/>
                  </a:lnTo>
                  <a:lnTo>
                    <a:pt x="1901299" y="15786"/>
                  </a:lnTo>
                  <a:lnTo>
                    <a:pt x="1909124" y="11769"/>
                  </a:lnTo>
                  <a:lnTo>
                    <a:pt x="1916948" y="8326"/>
                  </a:lnTo>
                  <a:lnTo>
                    <a:pt x="1924772" y="5467"/>
                  </a:lnTo>
                  <a:lnTo>
                    <a:pt x="1932596" y="3193"/>
                  </a:lnTo>
                  <a:lnTo>
                    <a:pt x="1940421" y="1503"/>
                  </a:lnTo>
                  <a:lnTo>
                    <a:pt x="1948245" y="446"/>
                  </a:lnTo>
                  <a:lnTo>
                    <a:pt x="1956069" y="0"/>
                  </a:lnTo>
                  <a:lnTo>
                    <a:pt x="1963894" y="86"/>
                  </a:lnTo>
                  <a:lnTo>
                    <a:pt x="1971718" y="678"/>
                  </a:lnTo>
                  <a:lnTo>
                    <a:pt x="1979542" y="1747"/>
                  </a:lnTo>
                  <a:lnTo>
                    <a:pt x="1987366" y="3262"/>
                  </a:lnTo>
                  <a:lnTo>
                    <a:pt x="1995191" y="5188"/>
                  </a:lnTo>
                  <a:lnTo>
                    <a:pt x="2003015" y="7522"/>
                  </a:lnTo>
                  <a:lnTo>
                    <a:pt x="2010839" y="10213"/>
                  </a:lnTo>
                  <a:lnTo>
                    <a:pt x="2018664" y="13190"/>
                  </a:lnTo>
                  <a:lnTo>
                    <a:pt x="2026488" y="16417"/>
                  </a:lnTo>
                  <a:lnTo>
                    <a:pt x="2034312" y="19861"/>
                  </a:lnTo>
                  <a:lnTo>
                    <a:pt x="2042136" y="23492"/>
                  </a:lnTo>
                  <a:lnTo>
                    <a:pt x="2049961" y="27282"/>
                  </a:lnTo>
                  <a:lnTo>
                    <a:pt x="2057785" y="31213"/>
                  </a:lnTo>
                  <a:lnTo>
                    <a:pt x="2065609" y="35255"/>
                  </a:lnTo>
                  <a:lnTo>
                    <a:pt x="2073434" y="39376"/>
                  </a:lnTo>
                  <a:lnTo>
                    <a:pt x="2081258" y="43561"/>
                  </a:lnTo>
                  <a:lnTo>
                    <a:pt x="2089082" y="47794"/>
                  </a:lnTo>
                  <a:lnTo>
                    <a:pt x="2096906" y="52064"/>
                  </a:lnTo>
                  <a:lnTo>
                    <a:pt x="2104731" y="56360"/>
                  </a:lnTo>
                  <a:lnTo>
                    <a:pt x="2112555" y="60673"/>
                  </a:lnTo>
                  <a:lnTo>
                    <a:pt x="2120379" y="64996"/>
                  </a:lnTo>
                  <a:lnTo>
                    <a:pt x="2128203" y="69323"/>
                  </a:lnTo>
                  <a:lnTo>
                    <a:pt x="2136028" y="73649"/>
                  </a:lnTo>
                  <a:lnTo>
                    <a:pt x="2143852" y="77974"/>
                  </a:lnTo>
                  <a:lnTo>
                    <a:pt x="2151676" y="82297"/>
                  </a:lnTo>
                  <a:lnTo>
                    <a:pt x="2159501" y="86620"/>
                  </a:lnTo>
                  <a:lnTo>
                    <a:pt x="2167325" y="90943"/>
                  </a:lnTo>
                  <a:lnTo>
                    <a:pt x="2175149" y="95273"/>
                  </a:lnTo>
                  <a:lnTo>
                    <a:pt x="2182973" y="99613"/>
                  </a:lnTo>
                  <a:lnTo>
                    <a:pt x="2190798" y="103969"/>
                  </a:lnTo>
                  <a:lnTo>
                    <a:pt x="2198622" y="108345"/>
                  </a:lnTo>
                  <a:lnTo>
                    <a:pt x="2206446" y="112746"/>
                  </a:lnTo>
                  <a:lnTo>
                    <a:pt x="2214271" y="117177"/>
                  </a:lnTo>
                  <a:lnTo>
                    <a:pt x="2222095" y="121645"/>
                  </a:lnTo>
                  <a:lnTo>
                    <a:pt x="2229919" y="126152"/>
                  </a:lnTo>
                  <a:lnTo>
                    <a:pt x="2237743" y="130696"/>
                  </a:lnTo>
                  <a:lnTo>
                    <a:pt x="2245568" y="135275"/>
                  </a:lnTo>
                  <a:lnTo>
                    <a:pt x="2253392" y="139884"/>
                  </a:lnTo>
                  <a:lnTo>
                    <a:pt x="2261216" y="144521"/>
                  </a:lnTo>
                  <a:lnTo>
                    <a:pt x="2269040" y="149178"/>
                  </a:lnTo>
                  <a:lnTo>
                    <a:pt x="2276865" y="153848"/>
                  </a:lnTo>
                  <a:lnTo>
                    <a:pt x="2284689" y="158521"/>
                  </a:lnTo>
                  <a:lnTo>
                    <a:pt x="2292513" y="163185"/>
                  </a:lnTo>
                  <a:lnTo>
                    <a:pt x="2300338" y="167833"/>
                  </a:lnTo>
                  <a:lnTo>
                    <a:pt x="2308162" y="172455"/>
                  </a:lnTo>
                  <a:lnTo>
                    <a:pt x="2315986" y="177044"/>
                  </a:lnTo>
                  <a:lnTo>
                    <a:pt x="2323810" y="181594"/>
                  </a:lnTo>
                  <a:lnTo>
                    <a:pt x="2331635" y="186091"/>
                  </a:lnTo>
                  <a:lnTo>
                    <a:pt x="2339459" y="190530"/>
                  </a:lnTo>
                  <a:lnTo>
                    <a:pt x="2347283" y="194911"/>
                  </a:lnTo>
                  <a:lnTo>
                    <a:pt x="2355108" y="199229"/>
                  </a:lnTo>
                  <a:lnTo>
                    <a:pt x="2362932" y="203481"/>
                  </a:lnTo>
                  <a:lnTo>
                    <a:pt x="2370756" y="207662"/>
                  </a:lnTo>
                  <a:lnTo>
                    <a:pt x="2378580" y="211766"/>
                  </a:lnTo>
                  <a:lnTo>
                    <a:pt x="2386405" y="215779"/>
                  </a:lnTo>
                  <a:lnTo>
                    <a:pt x="2394229" y="219688"/>
                  </a:lnTo>
                  <a:lnTo>
                    <a:pt x="2402053" y="223492"/>
                  </a:lnTo>
                  <a:lnTo>
                    <a:pt x="2409878" y="227176"/>
                  </a:lnTo>
                  <a:lnTo>
                    <a:pt x="2417702" y="230728"/>
                  </a:lnTo>
                  <a:lnTo>
                    <a:pt x="2425526" y="234131"/>
                  </a:lnTo>
                  <a:lnTo>
                    <a:pt x="2433350" y="237367"/>
                  </a:lnTo>
                  <a:lnTo>
                    <a:pt x="2441175" y="240397"/>
                  </a:lnTo>
                  <a:lnTo>
                    <a:pt x="2448999" y="243194"/>
                  </a:lnTo>
                  <a:lnTo>
                    <a:pt x="2456823" y="245759"/>
                  </a:lnTo>
                  <a:lnTo>
                    <a:pt x="2464647" y="248074"/>
                  </a:lnTo>
                  <a:lnTo>
                    <a:pt x="2472472" y="250124"/>
                  </a:lnTo>
                  <a:lnTo>
                    <a:pt x="2480296" y="251895"/>
                  </a:lnTo>
                  <a:lnTo>
                    <a:pt x="2488120" y="253378"/>
                  </a:lnTo>
                  <a:lnTo>
                    <a:pt x="2495945" y="254537"/>
                  </a:lnTo>
                  <a:lnTo>
                    <a:pt x="2503769" y="255371"/>
                  </a:lnTo>
                  <a:lnTo>
                    <a:pt x="2511593" y="255918"/>
                  </a:lnTo>
                  <a:lnTo>
                    <a:pt x="2519417" y="256189"/>
                  </a:lnTo>
                  <a:lnTo>
                    <a:pt x="2527242" y="256204"/>
                  </a:lnTo>
                  <a:lnTo>
                    <a:pt x="2535066" y="255983"/>
                  </a:lnTo>
                  <a:lnTo>
                    <a:pt x="2542890" y="255554"/>
                  </a:lnTo>
                  <a:lnTo>
                    <a:pt x="2550715" y="254936"/>
                  </a:lnTo>
                  <a:lnTo>
                    <a:pt x="2558539" y="254180"/>
                  </a:lnTo>
                  <a:lnTo>
                    <a:pt x="2566363" y="253343"/>
                  </a:lnTo>
                  <a:lnTo>
                    <a:pt x="2574187" y="252467"/>
                  </a:lnTo>
                  <a:lnTo>
                    <a:pt x="2582012" y="251594"/>
                  </a:lnTo>
                  <a:lnTo>
                    <a:pt x="2589836" y="250766"/>
                  </a:lnTo>
                  <a:lnTo>
                    <a:pt x="2597660" y="250023"/>
                  </a:lnTo>
                  <a:lnTo>
                    <a:pt x="2605485" y="249419"/>
                  </a:lnTo>
                  <a:lnTo>
                    <a:pt x="2613309" y="248999"/>
                  </a:lnTo>
                  <a:lnTo>
                    <a:pt x="2621133" y="248776"/>
                  </a:lnTo>
                  <a:lnTo>
                    <a:pt x="2628957" y="248770"/>
                  </a:lnTo>
                  <a:lnTo>
                    <a:pt x="2636782" y="248996"/>
                  </a:lnTo>
                  <a:lnTo>
                    <a:pt x="2644606" y="249460"/>
                  </a:lnTo>
                  <a:lnTo>
                    <a:pt x="2652430" y="250166"/>
                  </a:lnTo>
                  <a:lnTo>
                    <a:pt x="2660254" y="251131"/>
                  </a:lnTo>
                  <a:lnTo>
                    <a:pt x="2668079" y="252338"/>
                  </a:lnTo>
                  <a:lnTo>
                    <a:pt x="2675903" y="253745"/>
                  </a:lnTo>
                  <a:lnTo>
                    <a:pt x="2683727" y="255328"/>
                  </a:lnTo>
                  <a:lnTo>
                    <a:pt x="2691552" y="257059"/>
                  </a:lnTo>
                  <a:lnTo>
                    <a:pt x="2699376" y="258909"/>
                  </a:lnTo>
                  <a:lnTo>
                    <a:pt x="2707200" y="260849"/>
                  </a:lnTo>
                  <a:lnTo>
                    <a:pt x="2715024" y="262846"/>
                  </a:lnTo>
                  <a:lnTo>
                    <a:pt x="2722849" y="264860"/>
                  </a:lnTo>
                  <a:lnTo>
                    <a:pt x="2730673" y="266856"/>
                  </a:lnTo>
                  <a:lnTo>
                    <a:pt x="2738497" y="268808"/>
                  </a:lnTo>
                  <a:lnTo>
                    <a:pt x="2746322" y="270692"/>
                  </a:lnTo>
                  <a:lnTo>
                    <a:pt x="2754146" y="272491"/>
                  </a:lnTo>
                  <a:lnTo>
                    <a:pt x="2761970" y="274187"/>
                  </a:lnTo>
                  <a:lnTo>
                    <a:pt x="2769794" y="275757"/>
                  </a:lnTo>
                  <a:lnTo>
                    <a:pt x="2777619" y="277191"/>
                  </a:lnTo>
                  <a:lnTo>
                    <a:pt x="2785443" y="278500"/>
                  </a:lnTo>
                  <a:lnTo>
                    <a:pt x="2793267" y="279688"/>
                  </a:lnTo>
                  <a:lnTo>
                    <a:pt x="2801091" y="280758"/>
                  </a:lnTo>
                  <a:lnTo>
                    <a:pt x="2808916" y="281720"/>
                  </a:lnTo>
                  <a:lnTo>
                    <a:pt x="2816740" y="282583"/>
                  </a:lnTo>
                  <a:lnTo>
                    <a:pt x="2824564" y="283351"/>
                  </a:lnTo>
                  <a:lnTo>
                    <a:pt x="2832389" y="284041"/>
                  </a:lnTo>
                  <a:lnTo>
                    <a:pt x="2840213" y="284676"/>
                  </a:lnTo>
                  <a:lnTo>
                    <a:pt x="2848037" y="285267"/>
                  </a:lnTo>
                  <a:lnTo>
                    <a:pt x="2855861" y="285828"/>
                  </a:lnTo>
                  <a:lnTo>
                    <a:pt x="2863686" y="286368"/>
                  </a:lnTo>
                  <a:lnTo>
                    <a:pt x="2871510" y="286898"/>
                  </a:lnTo>
                  <a:lnTo>
                    <a:pt x="2879334" y="287428"/>
                  </a:lnTo>
                  <a:lnTo>
                    <a:pt x="2887159" y="287966"/>
                  </a:lnTo>
                  <a:lnTo>
                    <a:pt x="2894983" y="288516"/>
                  </a:lnTo>
                  <a:lnTo>
                    <a:pt x="2902807" y="289082"/>
                  </a:lnTo>
                  <a:lnTo>
                    <a:pt x="2910631" y="289665"/>
                  </a:lnTo>
                  <a:lnTo>
                    <a:pt x="2918456" y="290265"/>
                  </a:lnTo>
                  <a:lnTo>
                    <a:pt x="2926280" y="290882"/>
                  </a:lnTo>
                  <a:lnTo>
                    <a:pt x="2934104" y="291513"/>
                  </a:lnTo>
                  <a:lnTo>
                    <a:pt x="2941929" y="292155"/>
                  </a:lnTo>
                  <a:lnTo>
                    <a:pt x="2949753" y="292801"/>
                  </a:lnTo>
                  <a:lnTo>
                    <a:pt x="2957577" y="293447"/>
                  </a:lnTo>
                  <a:lnTo>
                    <a:pt x="2965401" y="294086"/>
                  </a:lnTo>
                  <a:lnTo>
                    <a:pt x="2973226" y="294714"/>
                  </a:lnTo>
                  <a:lnTo>
                    <a:pt x="2981050" y="295324"/>
                  </a:lnTo>
                  <a:lnTo>
                    <a:pt x="2988874" y="295908"/>
                  </a:lnTo>
                  <a:lnTo>
                    <a:pt x="2996698" y="296459"/>
                  </a:lnTo>
                  <a:lnTo>
                    <a:pt x="3004523" y="296974"/>
                  </a:lnTo>
                  <a:lnTo>
                    <a:pt x="3012347" y="297449"/>
                  </a:lnTo>
                  <a:lnTo>
                    <a:pt x="3020171" y="297882"/>
                  </a:lnTo>
                  <a:lnTo>
                    <a:pt x="3027996" y="298269"/>
                  </a:lnTo>
                  <a:lnTo>
                    <a:pt x="3035820" y="298608"/>
                  </a:lnTo>
                  <a:lnTo>
                    <a:pt x="3043644" y="298896"/>
                  </a:lnTo>
                  <a:lnTo>
                    <a:pt x="3051468" y="299131"/>
                  </a:lnTo>
                  <a:lnTo>
                    <a:pt x="3059293" y="299320"/>
                  </a:lnTo>
                  <a:lnTo>
                    <a:pt x="3067117" y="299467"/>
                  </a:lnTo>
                  <a:lnTo>
                    <a:pt x="3074941" y="299574"/>
                  </a:lnTo>
                  <a:lnTo>
                    <a:pt x="3082766" y="299645"/>
                  </a:lnTo>
                  <a:lnTo>
                    <a:pt x="3090590" y="299683"/>
                  </a:lnTo>
                  <a:lnTo>
                    <a:pt x="3098414" y="299692"/>
                  </a:lnTo>
                  <a:lnTo>
                    <a:pt x="3106238" y="299678"/>
                  </a:lnTo>
                  <a:lnTo>
                    <a:pt x="3114063" y="299646"/>
                  </a:lnTo>
                  <a:lnTo>
                    <a:pt x="3121887" y="299603"/>
                  </a:lnTo>
                  <a:lnTo>
                    <a:pt x="3129711" y="299552"/>
                  </a:lnTo>
                  <a:lnTo>
                    <a:pt x="3137536" y="299496"/>
                  </a:lnTo>
                  <a:lnTo>
                    <a:pt x="3145360" y="299438"/>
                  </a:lnTo>
                  <a:lnTo>
                    <a:pt x="3153184" y="299383"/>
                  </a:lnTo>
                  <a:lnTo>
                    <a:pt x="3161008" y="299332"/>
                  </a:lnTo>
                  <a:lnTo>
                    <a:pt x="3168833" y="299287"/>
                  </a:lnTo>
                  <a:lnTo>
                    <a:pt x="3176657" y="299249"/>
                  </a:lnTo>
                  <a:lnTo>
                    <a:pt x="3184481" y="299218"/>
                  </a:lnTo>
                  <a:lnTo>
                    <a:pt x="3192305" y="299194"/>
                  </a:lnTo>
                  <a:lnTo>
                    <a:pt x="3200130" y="299178"/>
                  </a:lnTo>
                  <a:lnTo>
                    <a:pt x="3207954" y="299167"/>
                  </a:lnTo>
                  <a:lnTo>
                    <a:pt x="3215778" y="299162"/>
                  </a:lnTo>
                  <a:lnTo>
                    <a:pt x="3223603" y="299160"/>
                  </a:lnTo>
                  <a:lnTo>
                    <a:pt x="3231427" y="299158"/>
                  </a:lnTo>
                  <a:lnTo>
                    <a:pt x="3239251" y="299155"/>
                  </a:lnTo>
                  <a:lnTo>
                    <a:pt x="3247075" y="299148"/>
                  </a:lnTo>
                  <a:lnTo>
                    <a:pt x="3254900" y="299135"/>
                  </a:lnTo>
                  <a:lnTo>
                    <a:pt x="3262724" y="299111"/>
                  </a:lnTo>
                  <a:lnTo>
                    <a:pt x="3270548" y="299075"/>
                  </a:lnTo>
                  <a:lnTo>
                    <a:pt x="3278373" y="299024"/>
                  </a:lnTo>
                  <a:lnTo>
                    <a:pt x="3286197" y="298956"/>
                  </a:lnTo>
                  <a:lnTo>
                    <a:pt x="3294021" y="298872"/>
                  </a:lnTo>
                  <a:lnTo>
                    <a:pt x="3301845" y="298770"/>
                  </a:lnTo>
                  <a:lnTo>
                    <a:pt x="3309670" y="298650"/>
                  </a:lnTo>
                  <a:lnTo>
                    <a:pt x="3317494" y="298512"/>
                  </a:lnTo>
                  <a:lnTo>
                    <a:pt x="3325318" y="298359"/>
                  </a:lnTo>
                  <a:lnTo>
                    <a:pt x="3333142" y="298197"/>
                  </a:lnTo>
                  <a:lnTo>
                    <a:pt x="3340967" y="298028"/>
                  </a:lnTo>
                  <a:lnTo>
                    <a:pt x="3348791" y="297859"/>
                  </a:lnTo>
                  <a:lnTo>
                    <a:pt x="3356615" y="297696"/>
                  </a:lnTo>
                  <a:lnTo>
                    <a:pt x="3364440" y="297543"/>
                  </a:lnTo>
                  <a:lnTo>
                    <a:pt x="3372264" y="297410"/>
                  </a:lnTo>
                  <a:lnTo>
                    <a:pt x="3380088" y="297306"/>
                  </a:lnTo>
                  <a:lnTo>
                    <a:pt x="3387912" y="297236"/>
                  </a:lnTo>
                  <a:lnTo>
                    <a:pt x="3395737" y="297203"/>
                  </a:lnTo>
                  <a:lnTo>
                    <a:pt x="3403561" y="297213"/>
                  </a:lnTo>
                  <a:lnTo>
                    <a:pt x="3411385" y="297270"/>
                  </a:lnTo>
                  <a:lnTo>
                    <a:pt x="3419210" y="297375"/>
                  </a:lnTo>
                  <a:lnTo>
                    <a:pt x="3427034" y="297534"/>
                  </a:lnTo>
                  <a:lnTo>
                    <a:pt x="3434858" y="297748"/>
                  </a:lnTo>
                  <a:lnTo>
                    <a:pt x="3442682" y="298009"/>
                  </a:lnTo>
                  <a:lnTo>
                    <a:pt x="3450507" y="298312"/>
                  </a:lnTo>
                  <a:lnTo>
                    <a:pt x="3458331" y="298654"/>
                  </a:lnTo>
                  <a:lnTo>
                    <a:pt x="3466155" y="299029"/>
                  </a:lnTo>
                  <a:lnTo>
                    <a:pt x="3473980" y="299431"/>
                  </a:lnTo>
                  <a:lnTo>
                    <a:pt x="3481804" y="299855"/>
                  </a:lnTo>
                  <a:lnTo>
                    <a:pt x="3489628" y="300291"/>
                  </a:lnTo>
                  <a:lnTo>
                    <a:pt x="3497452" y="300732"/>
                  </a:lnTo>
                  <a:lnTo>
                    <a:pt x="3505277" y="301170"/>
                  </a:lnTo>
                  <a:lnTo>
                    <a:pt x="3513101" y="301599"/>
                  </a:lnTo>
                  <a:lnTo>
                    <a:pt x="3520925" y="302015"/>
                  </a:lnTo>
                  <a:lnTo>
                    <a:pt x="3528749" y="302412"/>
                  </a:lnTo>
                  <a:lnTo>
                    <a:pt x="3536574" y="302785"/>
                  </a:lnTo>
                  <a:lnTo>
                    <a:pt x="3544398" y="303130"/>
                  </a:lnTo>
                  <a:lnTo>
                    <a:pt x="3552222" y="303446"/>
                  </a:lnTo>
                  <a:lnTo>
                    <a:pt x="3560047" y="303735"/>
                  </a:lnTo>
                  <a:lnTo>
                    <a:pt x="3567871" y="303994"/>
                  </a:lnTo>
                  <a:lnTo>
                    <a:pt x="3575695" y="304225"/>
                  </a:lnTo>
                  <a:lnTo>
                    <a:pt x="3583519" y="304429"/>
                  </a:lnTo>
                  <a:lnTo>
                    <a:pt x="3591344" y="304604"/>
                  </a:lnTo>
                  <a:lnTo>
                    <a:pt x="3599168" y="304752"/>
                  </a:lnTo>
                  <a:lnTo>
                    <a:pt x="3606992" y="304879"/>
                  </a:lnTo>
                  <a:lnTo>
                    <a:pt x="3614817" y="304987"/>
                  </a:lnTo>
                  <a:lnTo>
                    <a:pt x="3622641" y="305077"/>
                  </a:lnTo>
                  <a:lnTo>
                    <a:pt x="3630465" y="305151"/>
                  </a:lnTo>
                  <a:lnTo>
                    <a:pt x="3638289" y="305212"/>
                  </a:lnTo>
                  <a:lnTo>
                    <a:pt x="3646114" y="305261"/>
                  </a:lnTo>
                  <a:lnTo>
                    <a:pt x="3653938" y="305299"/>
                  </a:lnTo>
                  <a:lnTo>
                    <a:pt x="3661762" y="305330"/>
                  </a:lnTo>
                  <a:lnTo>
                    <a:pt x="3669586" y="305354"/>
                  </a:lnTo>
                  <a:lnTo>
                    <a:pt x="3677411" y="305373"/>
                  </a:lnTo>
                  <a:lnTo>
                    <a:pt x="3685235" y="305388"/>
                  </a:lnTo>
                  <a:lnTo>
                    <a:pt x="3693059" y="305399"/>
                  </a:lnTo>
                  <a:lnTo>
                    <a:pt x="3700884" y="305408"/>
                  </a:lnTo>
                  <a:lnTo>
                    <a:pt x="3708708" y="305414"/>
                  </a:lnTo>
                  <a:lnTo>
                    <a:pt x="3716532" y="305418"/>
                  </a:lnTo>
                  <a:lnTo>
                    <a:pt x="3724356" y="305422"/>
                  </a:lnTo>
                  <a:lnTo>
                    <a:pt x="3732181" y="305424"/>
                  </a:lnTo>
                  <a:lnTo>
                    <a:pt x="3740005" y="305426"/>
                  </a:lnTo>
                  <a:lnTo>
                    <a:pt x="3747829" y="305427"/>
                  </a:lnTo>
                  <a:lnTo>
                    <a:pt x="3755654" y="305428"/>
                  </a:lnTo>
                  <a:lnTo>
                    <a:pt x="3763478" y="305429"/>
                  </a:lnTo>
                  <a:lnTo>
                    <a:pt x="3771302" y="305429"/>
                  </a:lnTo>
                  <a:lnTo>
                    <a:pt x="3779126" y="305430"/>
                  </a:lnTo>
                  <a:lnTo>
                    <a:pt x="3786951" y="305430"/>
                  </a:lnTo>
                  <a:lnTo>
                    <a:pt x="3794775" y="305430"/>
                  </a:lnTo>
                  <a:lnTo>
                    <a:pt x="3802599" y="305430"/>
                  </a:lnTo>
                  <a:lnTo>
                    <a:pt x="3810424" y="305430"/>
                  </a:lnTo>
                  <a:lnTo>
                    <a:pt x="3818248" y="305430"/>
                  </a:lnTo>
                  <a:lnTo>
                    <a:pt x="3826072" y="305430"/>
                  </a:lnTo>
                  <a:lnTo>
                    <a:pt x="3833896" y="305430"/>
                  </a:lnTo>
                  <a:lnTo>
                    <a:pt x="3841721" y="305430"/>
                  </a:lnTo>
                  <a:lnTo>
                    <a:pt x="3849545" y="305430"/>
                  </a:lnTo>
                  <a:lnTo>
                    <a:pt x="3857369" y="305430"/>
                  </a:lnTo>
                  <a:lnTo>
                    <a:pt x="3865193" y="305430"/>
                  </a:lnTo>
                  <a:lnTo>
                    <a:pt x="3873018" y="305430"/>
                  </a:lnTo>
                  <a:lnTo>
                    <a:pt x="3880842" y="305430"/>
                  </a:lnTo>
                  <a:lnTo>
                    <a:pt x="3888666" y="305430"/>
                  </a:lnTo>
                  <a:lnTo>
                    <a:pt x="3896491" y="305430"/>
                  </a:lnTo>
                  <a:lnTo>
                    <a:pt x="3904315" y="305430"/>
                  </a:lnTo>
                  <a:lnTo>
                    <a:pt x="3912139" y="305430"/>
                  </a:lnTo>
                  <a:lnTo>
                    <a:pt x="3919963" y="305430"/>
                  </a:lnTo>
                  <a:lnTo>
                    <a:pt x="3927788" y="305430"/>
                  </a:lnTo>
                  <a:lnTo>
                    <a:pt x="3935612" y="305430"/>
                  </a:lnTo>
                  <a:lnTo>
                    <a:pt x="3943436" y="305430"/>
                  </a:lnTo>
                  <a:lnTo>
                    <a:pt x="3951261" y="305430"/>
                  </a:lnTo>
                  <a:lnTo>
                    <a:pt x="3959085" y="305430"/>
                  </a:lnTo>
                  <a:lnTo>
                    <a:pt x="3966909" y="305430"/>
                  </a:lnTo>
                  <a:lnTo>
                    <a:pt x="3974733" y="305430"/>
                  </a:lnTo>
                  <a:lnTo>
                    <a:pt x="3982558" y="305430"/>
                  </a:lnTo>
                  <a:lnTo>
                    <a:pt x="3990382" y="305430"/>
                  </a:lnTo>
                  <a:lnTo>
                    <a:pt x="3998206" y="305430"/>
                  </a:lnTo>
                  <a:lnTo>
                    <a:pt x="3990382" y="305430"/>
                  </a:lnTo>
                  <a:lnTo>
                    <a:pt x="3982558" y="305430"/>
                  </a:lnTo>
                  <a:lnTo>
                    <a:pt x="3974733" y="305430"/>
                  </a:lnTo>
                  <a:lnTo>
                    <a:pt x="3966909" y="305430"/>
                  </a:lnTo>
                  <a:lnTo>
                    <a:pt x="3959085" y="305430"/>
                  </a:lnTo>
                  <a:lnTo>
                    <a:pt x="3951261" y="305430"/>
                  </a:lnTo>
                  <a:lnTo>
                    <a:pt x="3943436" y="305430"/>
                  </a:lnTo>
                  <a:lnTo>
                    <a:pt x="3935612" y="305430"/>
                  </a:lnTo>
                  <a:lnTo>
                    <a:pt x="3927788" y="305430"/>
                  </a:lnTo>
                  <a:lnTo>
                    <a:pt x="3919963" y="305430"/>
                  </a:lnTo>
                  <a:lnTo>
                    <a:pt x="3912139" y="305430"/>
                  </a:lnTo>
                  <a:lnTo>
                    <a:pt x="3904315" y="305430"/>
                  </a:lnTo>
                  <a:lnTo>
                    <a:pt x="3896491" y="305430"/>
                  </a:lnTo>
                  <a:lnTo>
                    <a:pt x="3888666" y="305430"/>
                  </a:lnTo>
                  <a:lnTo>
                    <a:pt x="3880842" y="305430"/>
                  </a:lnTo>
                  <a:lnTo>
                    <a:pt x="3873018" y="305430"/>
                  </a:lnTo>
                  <a:lnTo>
                    <a:pt x="3865193" y="305430"/>
                  </a:lnTo>
                  <a:lnTo>
                    <a:pt x="3857369" y="305430"/>
                  </a:lnTo>
                  <a:lnTo>
                    <a:pt x="3849545" y="305430"/>
                  </a:lnTo>
                  <a:lnTo>
                    <a:pt x="3841721" y="305430"/>
                  </a:lnTo>
                  <a:lnTo>
                    <a:pt x="3833896" y="305430"/>
                  </a:lnTo>
                  <a:lnTo>
                    <a:pt x="3826072" y="305430"/>
                  </a:lnTo>
                  <a:lnTo>
                    <a:pt x="3818248" y="305430"/>
                  </a:lnTo>
                  <a:lnTo>
                    <a:pt x="3810424" y="305430"/>
                  </a:lnTo>
                  <a:lnTo>
                    <a:pt x="3802599" y="305430"/>
                  </a:lnTo>
                  <a:lnTo>
                    <a:pt x="3794775" y="305430"/>
                  </a:lnTo>
                  <a:lnTo>
                    <a:pt x="3786951" y="305430"/>
                  </a:lnTo>
                  <a:lnTo>
                    <a:pt x="3779126" y="305430"/>
                  </a:lnTo>
                  <a:lnTo>
                    <a:pt x="3771302" y="305430"/>
                  </a:lnTo>
                  <a:lnTo>
                    <a:pt x="3763478" y="305430"/>
                  </a:lnTo>
                  <a:lnTo>
                    <a:pt x="3755654" y="305430"/>
                  </a:lnTo>
                  <a:lnTo>
                    <a:pt x="3747829" y="305430"/>
                  </a:lnTo>
                  <a:lnTo>
                    <a:pt x="3740005" y="305430"/>
                  </a:lnTo>
                  <a:lnTo>
                    <a:pt x="3732181" y="305430"/>
                  </a:lnTo>
                  <a:lnTo>
                    <a:pt x="3724356" y="305430"/>
                  </a:lnTo>
                  <a:lnTo>
                    <a:pt x="3716532" y="305430"/>
                  </a:lnTo>
                  <a:lnTo>
                    <a:pt x="3708708" y="305430"/>
                  </a:lnTo>
                  <a:lnTo>
                    <a:pt x="3700884" y="305430"/>
                  </a:lnTo>
                  <a:lnTo>
                    <a:pt x="3693059" y="305430"/>
                  </a:lnTo>
                  <a:lnTo>
                    <a:pt x="3685235" y="305430"/>
                  </a:lnTo>
                  <a:lnTo>
                    <a:pt x="3677411" y="305430"/>
                  </a:lnTo>
                  <a:lnTo>
                    <a:pt x="3669586" y="305430"/>
                  </a:lnTo>
                  <a:lnTo>
                    <a:pt x="3661762" y="305430"/>
                  </a:lnTo>
                  <a:lnTo>
                    <a:pt x="3653938" y="305430"/>
                  </a:lnTo>
                  <a:lnTo>
                    <a:pt x="3646114" y="305430"/>
                  </a:lnTo>
                  <a:lnTo>
                    <a:pt x="3638289" y="305430"/>
                  </a:lnTo>
                  <a:lnTo>
                    <a:pt x="3630465" y="305430"/>
                  </a:lnTo>
                  <a:lnTo>
                    <a:pt x="3622641" y="305430"/>
                  </a:lnTo>
                  <a:lnTo>
                    <a:pt x="3614817" y="305430"/>
                  </a:lnTo>
                  <a:lnTo>
                    <a:pt x="3606992" y="305430"/>
                  </a:lnTo>
                  <a:lnTo>
                    <a:pt x="3599168" y="305430"/>
                  </a:lnTo>
                  <a:lnTo>
                    <a:pt x="3591344" y="305430"/>
                  </a:lnTo>
                  <a:lnTo>
                    <a:pt x="3583519" y="305430"/>
                  </a:lnTo>
                  <a:lnTo>
                    <a:pt x="3575695" y="305430"/>
                  </a:lnTo>
                  <a:lnTo>
                    <a:pt x="3567871" y="305430"/>
                  </a:lnTo>
                  <a:lnTo>
                    <a:pt x="3560047" y="305430"/>
                  </a:lnTo>
                  <a:lnTo>
                    <a:pt x="3552222" y="305430"/>
                  </a:lnTo>
                  <a:lnTo>
                    <a:pt x="3544398" y="305430"/>
                  </a:lnTo>
                  <a:lnTo>
                    <a:pt x="3536574" y="305430"/>
                  </a:lnTo>
                  <a:lnTo>
                    <a:pt x="3528749" y="305430"/>
                  </a:lnTo>
                  <a:lnTo>
                    <a:pt x="3520925" y="305430"/>
                  </a:lnTo>
                  <a:lnTo>
                    <a:pt x="3513101" y="305430"/>
                  </a:lnTo>
                  <a:lnTo>
                    <a:pt x="3505277" y="305430"/>
                  </a:lnTo>
                  <a:lnTo>
                    <a:pt x="3497452" y="305430"/>
                  </a:lnTo>
                  <a:lnTo>
                    <a:pt x="3489628" y="305430"/>
                  </a:lnTo>
                  <a:lnTo>
                    <a:pt x="3481804" y="305430"/>
                  </a:lnTo>
                  <a:lnTo>
                    <a:pt x="3473980" y="305430"/>
                  </a:lnTo>
                  <a:lnTo>
                    <a:pt x="3466155" y="305430"/>
                  </a:lnTo>
                  <a:lnTo>
                    <a:pt x="3458331" y="305430"/>
                  </a:lnTo>
                  <a:lnTo>
                    <a:pt x="3450507" y="305430"/>
                  </a:lnTo>
                  <a:lnTo>
                    <a:pt x="3442682" y="305430"/>
                  </a:lnTo>
                  <a:lnTo>
                    <a:pt x="3434858" y="305430"/>
                  </a:lnTo>
                  <a:lnTo>
                    <a:pt x="3427034" y="305430"/>
                  </a:lnTo>
                  <a:lnTo>
                    <a:pt x="3419210" y="305430"/>
                  </a:lnTo>
                  <a:lnTo>
                    <a:pt x="3411385" y="305430"/>
                  </a:lnTo>
                  <a:lnTo>
                    <a:pt x="3403561" y="305430"/>
                  </a:lnTo>
                  <a:lnTo>
                    <a:pt x="3395737" y="305430"/>
                  </a:lnTo>
                  <a:lnTo>
                    <a:pt x="3387912" y="305430"/>
                  </a:lnTo>
                  <a:lnTo>
                    <a:pt x="3380088" y="305430"/>
                  </a:lnTo>
                  <a:lnTo>
                    <a:pt x="3372264" y="305430"/>
                  </a:lnTo>
                  <a:lnTo>
                    <a:pt x="3364440" y="305430"/>
                  </a:lnTo>
                  <a:lnTo>
                    <a:pt x="3356615" y="305430"/>
                  </a:lnTo>
                  <a:lnTo>
                    <a:pt x="3348791" y="305430"/>
                  </a:lnTo>
                  <a:lnTo>
                    <a:pt x="3340967" y="305430"/>
                  </a:lnTo>
                  <a:lnTo>
                    <a:pt x="3333142" y="305430"/>
                  </a:lnTo>
                  <a:lnTo>
                    <a:pt x="3325318" y="305430"/>
                  </a:lnTo>
                  <a:lnTo>
                    <a:pt x="3317494" y="305430"/>
                  </a:lnTo>
                  <a:lnTo>
                    <a:pt x="3309670" y="305430"/>
                  </a:lnTo>
                  <a:lnTo>
                    <a:pt x="3301845" y="305430"/>
                  </a:lnTo>
                  <a:lnTo>
                    <a:pt x="3294021" y="305430"/>
                  </a:lnTo>
                  <a:lnTo>
                    <a:pt x="3286197" y="305430"/>
                  </a:lnTo>
                  <a:lnTo>
                    <a:pt x="3278373" y="305430"/>
                  </a:lnTo>
                  <a:lnTo>
                    <a:pt x="3270548" y="305430"/>
                  </a:lnTo>
                  <a:lnTo>
                    <a:pt x="3262724" y="305430"/>
                  </a:lnTo>
                  <a:lnTo>
                    <a:pt x="3254900" y="305430"/>
                  </a:lnTo>
                  <a:lnTo>
                    <a:pt x="3247075" y="305430"/>
                  </a:lnTo>
                  <a:lnTo>
                    <a:pt x="3239251" y="305430"/>
                  </a:lnTo>
                  <a:lnTo>
                    <a:pt x="3231427" y="305430"/>
                  </a:lnTo>
                  <a:lnTo>
                    <a:pt x="3223603" y="305430"/>
                  </a:lnTo>
                  <a:lnTo>
                    <a:pt x="3215778" y="305430"/>
                  </a:lnTo>
                  <a:lnTo>
                    <a:pt x="3207954" y="305430"/>
                  </a:lnTo>
                  <a:lnTo>
                    <a:pt x="3200130" y="305430"/>
                  </a:lnTo>
                  <a:lnTo>
                    <a:pt x="3192305" y="305430"/>
                  </a:lnTo>
                  <a:lnTo>
                    <a:pt x="3184481" y="305430"/>
                  </a:lnTo>
                  <a:lnTo>
                    <a:pt x="3176657" y="305430"/>
                  </a:lnTo>
                  <a:lnTo>
                    <a:pt x="3168833" y="305430"/>
                  </a:lnTo>
                  <a:lnTo>
                    <a:pt x="3161008" y="305430"/>
                  </a:lnTo>
                  <a:lnTo>
                    <a:pt x="3153184" y="305430"/>
                  </a:lnTo>
                  <a:lnTo>
                    <a:pt x="3145360" y="305430"/>
                  </a:lnTo>
                  <a:lnTo>
                    <a:pt x="3137536" y="305430"/>
                  </a:lnTo>
                  <a:lnTo>
                    <a:pt x="3129711" y="305430"/>
                  </a:lnTo>
                  <a:lnTo>
                    <a:pt x="3121887" y="305430"/>
                  </a:lnTo>
                  <a:lnTo>
                    <a:pt x="3114063" y="305430"/>
                  </a:lnTo>
                  <a:lnTo>
                    <a:pt x="3106238" y="305430"/>
                  </a:lnTo>
                  <a:lnTo>
                    <a:pt x="3098414" y="305430"/>
                  </a:lnTo>
                  <a:lnTo>
                    <a:pt x="3090590" y="305430"/>
                  </a:lnTo>
                  <a:lnTo>
                    <a:pt x="3082766" y="305430"/>
                  </a:lnTo>
                  <a:lnTo>
                    <a:pt x="3074941" y="305430"/>
                  </a:lnTo>
                  <a:lnTo>
                    <a:pt x="3067117" y="305430"/>
                  </a:lnTo>
                  <a:lnTo>
                    <a:pt x="3059293" y="305430"/>
                  </a:lnTo>
                  <a:lnTo>
                    <a:pt x="3051468" y="305430"/>
                  </a:lnTo>
                  <a:lnTo>
                    <a:pt x="3043644" y="305430"/>
                  </a:lnTo>
                  <a:lnTo>
                    <a:pt x="3035820" y="305430"/>
                  </a:lnTo>
                  <a:lnTo>
                    <a:pt x="3027996" y="305430"/>
                  </a:lnTo>
                  <a:lnTo>
                    <a:pt x="3020171" y="305430"/>
                  </a:lnTo>
                  <a:lnTo>
                    <a:pt x="3012347" y="305430"/>
                  </a:lnTo>
                  <a:lnTo>
                    <a:pt x="3004523" y="305430"/>
                  </a:lnTo>
                  <a:lnTo>
                    <a:pt x="2996698" y="305430"/>
                  </a:lnTo>
                  <a:lnTo>
                    <a:pt x="2988874" y="305430"/>
                  </a:lnTo>
                  <a:lnTo>
                    <a:pt x="2981050" y="305430"/>
                  </a:lnTo>
                  <a:lnTo>
                    <a:pt x="2973226" y="305430"/>
                  </a:lnTo>
                  <a:lnTo>
                    <a:pt x="2965401" y="305430"/>
                  </a:lnTo>
                  <a:lnTo>
                    <a:pt x="2957577" y="305430"/>
                  </a:lnTo>
                  <a:lnTo>
                    <a:pt x="2949753" y="305430"/>
                  </a:lnTo>
                  <a:lnTo>
                    <a:pt x="2941929" y="305430"/>
                  </a:lnTo>
                  <a:lnTo>
                    <a:pt x="2934104" y="305430"/>
                  </a:lnTo>
                  <a:lnTo>
                    <a:pt x="2926280" y="305430"/>
                  </a:lnTo>
                  <a:lnTo>
                    <a:pt x="2918456" y="305430"/>
                  </a:lnTo>
                  <a:lnTo>
                    <a:pt x="2910631" y="305430"/>
                  </a:lnTo>
                  <a:lnTo>
                    <a:pt x="2902807" y="305430"/>
                  </a:lnTo>
                  <a:lnTo>
                    <a:pt x="2894983" y="305430"/>
                  </a:lnTo>
                  <a:lnTo>
                    <a:pt x="2887159" y="305430"/>
                  </a:lnTo>
                  <a:lnTo>
                    <a:pt x="2879334" y="305430"/>
                  </a:lnTo>
                  <a:lnTo>
                    <a:pt x="2871510" y="305430"/>
                  </a:lnTo>
                  <a:lnTo>
                    <a:pt x="2863686" y="305430"/>
                  </a:lnTo>
                  <a:lnTo>
                    <a:pt x="2855861" y="305430"/>
                  </a:lnTo>
                  <a:lnTo>
                    <a:pt x="2848037" y="305430"/>
                  </a:lnTo>
                  <a:lnTo>
                    <a:pt x="2840213" y="305430"/>
                  </a:lnTo>
                  <a:lnTo>
                    <a:pt x="2832389" y="305430"/>
                  </a:lnTo>
                  <a:lnTo>
                    <a:pt x="2824564" y="305430"/>
                  </a:lnTo>
                  <a:lnTo>
                    <a:pt x="2816740" y="305430"/>
                  </a:lnTo>
                  <a:lnTo>
                    <a:pt x="2808916" y="305430"/>
                  </a:lnTo>
                  <a:lnTo>
                    <a:pt x="2801091" y="305430"/>
                  </a:lnTo>
                  <a:lnTo>
                    <a:pt x="2793267" y="305430"/>
                  </a:lnTo>
                  <a:lnTo>
                    <a:pt x="2785443" y="305430"/>
                  </a:lnTo>
                  <a:lnTo>
                    <a:pt x="2777619" y="305430"/>
                  </a:lnTo>
                  <a:lnTo>
                    <a:pt x="2769794" y="305430"/>
                  </a:lnTo>
                  <a:lnTo>
                    <a:pt x="2761970" y="305430"/>
                  </a:lnTo>
                  <a:lnTo>
                    <a:pt x="2754146" y="305430"/>
                  </a:lnTo>
                  <a:lnTo>
                    <a:pt x="2746322" y="305430"/>
                  </a:lnTo>
                  <a:lnTo>
                    <a:pt x="2738497" y="305430"/>
                  </a:lnTo>
                  <a:lnTo>
                    <a:pt x="2730673" y="305430"/>
                  </a:lnTo>
                  <a:lnTo>
                    <a:pt x="2722849" y="305430"/>
                  </a:lnTo>
                  <a:lnTo>
                    <a:pt x="2715024" y="305430"/>
                  </a:lnTo>
                  <a:lnTo>
                    <a:pt x="2707200" y="305430"/>
                  </a:lnTo>
                  <a:lnTo>
                    <a:pt x="2699376" y="305430"/>
                  </a:lnTo>
                  <a:lnTo>
                    <a:pt x="2691552" y="305430"/>
                  </a:lnTo>
                  <a:lnTo>
                    <a:pt x="2683727" y="305430"/>
                  </a:lnTo>
                  <a:lnTo>
                    <a:pt x="2675903" y="305430"/>
                  </a:lnTo>
                  <a:lnTo>
                    <a:pt x="2668079" y="305430"/>
                  </a:lnTo>
                  <a:lnTo>
                    <a:pt x="2660254" y="305430"/>
                  </a:lnTo>
                  <a:lnTo>
                    <a:pt x="2652430" y="305430"/>
                  </a:lnTo>
                  <a:lnTo>
                    <a:pt x="2644606" y="305430"/>
                  </a:lnTo>
                  <a:lnTo>
                    <a:pt x="2636782" y="305430"/>
                  </a:lnTo>
                  <a:lnTo>
                    <a:pt x="2628957" y="305430"/>
                  </a:lnTo>
                  <a:lnTo>
                    <a:pt x="2621133" y="305430"/>
                  </a:lnTo>
                  <a:lnTo>
                    <a:pt x="2613309" y="305430"/>
                  </a:lnTo>
                  <a:lnTo>
                    <a:pt x="2605485" y="305430"/>
                  </a:lnTo>
                  <a:lnTo>
                    <a:pt x="2597660" y="305430"/>
                  </a:lnTo>
                  <a:lnTo>
                    <a:pt x="2589836" y="305430"/>
                  </a:lnTo>
                  <a:lnTo>
                    <a:pt x="2582012" y="305430"/>
                  </a:lnTo>
                  <a:lnTo>
                    <a:pt x="2574187" y="305430"/>
                  </a:lnTo>
                  <a:lnTo>
                    <a:pt x="2566363" y="305430"/>
                  </a:lnTo>
                  <a:lnTo>
                    <a:pt x="2558539" y="305430"/>
                  </a:lnTo>
                  <a:lnTo>
                    <a:pt x="2550715" y="305430"/>
                  </a:lnTo>
                  <a:lnTo>
                    <a:pt x="2542890" y="305430"/>
                  </a:lnTo>
                  <a:lnTo>
                    <a:pt x="2535066" y="305430"/>
                  </a:lnTo>
                  <a:lnTo>
                    <a:pt x="2527242" y="305430"/>
                  </a:lnTo>
                  <a:lnTo>
                    <a:pt x="2519417" y="305430"/>
                  </a:lnTo>
                  <a:lnTo>
                    <a:pt x="2511593" y="305430"/>
                  </a:lnTo>
                  <a:lnTo>
                    <a:pt x="2503769" y="305430"/>
                  </a:lnTo>
                  <a:lnTo>
                    <a:pt x="2495945" y="305430"/>
                  </a:lnTo>
                  <a:lnTo>
                    <a:pt x="2488120" y="305430"/>
                  </a:lnTo>
                  <a:lnTo>
                    <a:pt x="2480296" y="305430"/>
                  </a:lnTo>
                  <a:lnTo>
                    <a:pt x="2472472" y="305430"/>
                  </a:lnTo>
                  <a:lnTo>
                    <a:pt x="2464647" y="305430"/>
                  </a:lnTo>
                  <a:lnTo>
                    <a:pt x="2456823" y="305430"/>
                  </a:lnTo>
                  <a:lnTo>
                    <a:pt x="2448999" y="305430"/>
                  </a:lnTo>
                  <a:lnTo>
                    <a:pt x="2441175" y="305430"/>
                  </a:lnTo>
                  <a:lnTo>
                    <a:pt x="2433350" y="305430"/>
                  </a:lnTo>
                  <a:lnTo>
                    <a:pt x="2425526" y="305430"/>
                  </a:lnTo>
                  <a:lnTo>
                    <a:pt x="2417702" y="305430"/>
                  </a:lnTo>
                  <a:lnTo>
                    <a:pt x="2409878" y="305430"/>
                  </a:lnTo>
                  <a:lnTo>
                    <a:pt x="2402053" y="305430"/>
                  </a:lnTo>
                  <a:lnTo>
                    <a:pt x="2394229" y="305430"/>
                  </a:lnTo>
                  <a:lnTo>
                    <a:pt x="2386405" y="305430"/>
                  </a:lnTo>
                  <a:lnTo>
                    <a:pt x="2378580" y="305430"/>
                  </a:lnTo>
                  <a:lnTo>
                    <a:pt x="2370756" y="305430"/>
                  </a:lnTo>
                  <a:lnTo>
                    <a:pt x="2362932" y="305430"/>
                  </a:lnTo>
                  <a:lnTo>
                    <a:pt x="2355108" y="305430"/>
                  </a:lnTo>
                  <a:lnTo>
                    <a:pt x="2347283" y="305430"/>
                  </a:lnTo>
                  <a:lnTo>
                    <a:pt x="2339459" y="305430"/>
                  </a:lnTo>
                  <a:lnTo>
                    <a:pt x="2331635" y="305430"/>
                  </a:lnTo>
                  <a:lnTo>
                    <a:pt x="2323810" y="305430"/>
                  </a:lnTo>
                  <a:lnTo>
                    <a:pt x="2315986" y="305430"/>
                  </a:lnTo>
                  <a:lnTo>
                    <a:pt x="2308162" y="305430"/>
                  </a:lnTo>
                  <a:lnTo>
                    <a:pt x="2300338" y="305430"/>
                  </a:lnTo>
                  <a:lnTo>
                    <a:pt x="2292513" y="305430"/>
                  </a:lnTo>
                  <a:lnTo>
                    <a:pt x="2284689" y="305430"/>
                  </a:lnTo>
                  <a:lnTo>
                    <a:pt x="2276865" y="305430"/>
                  </a:lnTo>
                  <a:lnTo>
                    <a:pt x="2269040" y="305430"/>
                  </a:lnTo>
                  <a:lnTo>
                    <a:pt x="2261216" y="305430"/>
                  </a:lnTo>
                  <a:lnTo>
                    <a:pt x="2253392" y="305430"/>
                  </a:lnTo>
                  <a:lnTo>
                    <a:pt x="2245568" y="305430"/>
                  </a:lnTo>
                  <a:lnTo>
                    <a:pt x="2237743" y="305430"/>
                  </a:lnTo>
                  <a:lnTo>
                    <a:pt x="2229919" y="305430"/>
                  </a:lnTo>
                  <a:lnTo>
                    <a:pt x="2222095" y="305430"/>
                  </a:lnTo>
                  <a:lnTo>
                    <a:pt x="2214271" y="305430"/>
                  </a:lnTo>
                  <a:lnTo>
                    <a:pt x="2206446" y="305430"/>
                  </a:lnTo>
                  <a:lnTo>
                    <a:pt x="2198622" y="305430"/>
                  </a:lnTo>
                  <a:lnTo>
                    <a:pt x="2190798" y="305430"/>
                  </a:lnTo>
                  <a:lnTo>
                    <a:pt x="2182973" y="305430"/>
                  </a:lnTo>
                  <a:lnTo>
                    <a:pt x="2175149" y="305430"/>
                  </a:lnTo>
                  <a:lnTo>
                    <a:pt x="2167325" y="305430"/>
                  </a:lnTo>
                  <a:lnTo>
                    <a:pt x="2159501" y="305430"/>
                  </a:lnTo>
                  <a:lnTo>
                    <a:pt x="2151676" y="305430"/>
                  </a:lnTo>
                  <a:lnTo>
                    <a:pt x="2143852" y="305430"/>
                  </a:lnTo>
                  <a:lnTo>
                    <a:pt x="2136028" y="305430"/>
                  </a:lnTo>
                  <a:lnTo>
                    <a:pt x="2128203" y="305430"/>
                  </a:lnTo>
                  <a:lnTo>
                    <a:pt x="2120379" y="305430"/>
                  </a:lnTo>
                  <a:lnTo>
                    <a:pt x="2112555" y="305430"/>
                  </a:lnTo>
                  <a:lnTo>
                    <a:pt x="2104731" y="305430"/>
                  </a:lnTo>
                  <a:lnTo>
                    <a:pt x="2096906" y="305430"/>
                  </a:lnTo>
                  <a:lnTo>
                    <a:pt x="2089082" y="305430"/>
                  </a:lnTo>
                  <a:lnTo>
                    <a:pt x="2081258" y="305430"/>
                  </a:lnTo>
                  <a:lnTo>
                    <a:pt x="2073434" y="305430"/>
                  </a:lnTo>
                  <a:lnTo>
                    <a:pt x="2065609" y="305430"/>
                  </a:lnTo>
                  <a:lnTo>
                    <a:pt x="2057785" y="305430"/>
                  </a:lnTo>
                  <a:lnTo>
                    <a:pt x="2049961" y="305430"/>
                  </a:lnTo>
                  <a:lnTo>
                    <a:pt x="2042136" y="305430"/>
                  </a:lnTo>
                  <a:lnTo>
                    <a:pt x="2034312" y="305430"/>
                  </a:lnTo>
                  <a:lnTo>
                    <a:pt x="2026488" y="305430"/>
                  </a:lnTo>
                  <a:lnTo>
                    <a:pt x="2018664" y="305430"/>
                  </a:lnTo>
                  <a:lnTo>
                    <a:pt x="2010839" y="305430"/>
                  </a:lnTo>
                  <a:lnTo>
                    <a:pt x="2003015" y="305430"/>
                  </a:lnTo>
                  <a:lnTo>
                    <a:pt x="1995191" y="305430"/>
                  </a:lnTo>
                  <a:lnTo>
                    <a:pt x="1987366" y="305430"/>
                  </a:lnTo>
                  <a:lnTo>
                    <a:pt x="1979542" y="305430"/>
                  </a:lnTo>
                  <a:lnTo>
                    <a:pt x="1971718" y="305430"/>
                  </a:lnTo>
                  <a:lnTo>
                    <a:pt x="1963894" y="305430"/>
                  </a:lnTo>
                  <a:lnTo>
                    <a:pt x="1956069" y="305430"/>
                  </a:lnTo>
                  <a:lnTo>
                    <a:pt x="1948245" y="305430"/>
                  </a:lnTo>
                  <a:lnTo>
                    <a:pt x="1940421" y="305430"/>
                  </a:lnTo>
                  <a:lnTo>
                    <a:pt x="1932596" y="305430"/>
                  </a:lnTo>
                  <a:lnTo>
                    <a:pt x="1924772" y="305430"/>
                  </a:lnTo>
                  <a:lnTo>
                    <a:pt x="1916948" y="305430"/>
                  </a:lnTo>
                  <a:lnTo>
                    <a:pt x="1909124" y="305430"/>
                  </a:lnTo>
                  <a:lnTo>
                    <a:pt x="1901299" y="305430"/>
                  </a:lnTo>
                  <a:lnTo>
                    <a:pt x="1893475" y="305430"/>
                  </a:lnTo>
                  <a:lnTo>
                    <a:pt x="1885651" y="305430"/>
                  </a:lnTo>
                  <a:lnTo>
                    <a:pt x="1877827" y="305430"/>
                  </a:lnTo>
                  <a:lnTo>
                    <a:pt x="1870002" y="305430"/>
                  </a:lnTo>
                  <a:lnTo>
                    <a:pt x="1862178" y="305430"/>
                  </a:lnTo>
                  <a:lnTo>
                    <a:pt x="1854354" y="305430"/>
                  </a:lnTo>
                  <a:lnTo>
                    <a:pt x="1846529" y="305430"/>
                  </a:lnTo>
                  <a:lnTo>
                    <a:pt x="1838705" y="305430"/>
                  </a:lnTo>
                  <a:lnTo>
                    <a:pt x="1830881" y="305430"/>
                  </a:lnTo>
                  <a:lnTo>
                    <a:pt x="1823057" y="305430"/>
                  </a:lnTo>
                  <a:lnTo>
                    <a:pt x="1815232" y="305430"/>
                  </a:lnTo>
                  <a:lnTo>
                    <a:pt x="1807408" y="305430"/>
                  </a:lnTo>
                  <a:lnTo>
                    <a:pt x="1799584" y="305430"/>
                  </a:lnTo>
                  <a:lnTo>
                    <a:pt x="1791759" y="305430"/>
                  </a:lnTo>
                  <a:lnTo>
                    <a:pt x="1783935" y="305430"/>
                  </a:lnTo>
                  <a:lnTo>
                    <a:pt x="1776111" y="305430"/>
                  </a:lnTo>
                  <a:lnTo>
                    <a:pt x="1768287" y="305430"/>
                  </a:lnTo>
                  <a:lnTo>
                    <a:pt x="1760462" y="305430"/>
                  </a:lnTo>
                  <a:lnTo>
                    <a:pt x="1752638" y="305430"/>
                  </a:lnTo>
                  <a:lnTo>
                    <a:pt x="1744814" y="305430"/>
                  </a:lnTo>
                  <a:lnTo>
                    <a:pt x="1736990" y="305430"/>
                  </a:lnTo>
                  <a:lnTo>
                    <a:pt x="1729165" y="305430"/>
                  </a:lnTo>
                  <a:lnTo>
                    <a:pt x="1721341" y="305430"/>
                  </a:lnTo>
                  <a:lnTo>
                    <a:pt x="1713517" y="305430"/>
                  </a:lnTo>
                  <a:lnTo>
                    <a:pt x="1705692" y="305430"/>
                  </a:lnTo>
                  <a:lnTo>
                    <a:pt x="1697868" y="305430"/>
                  </a:lnTo>
                  <a:lnTo>
                    <a:pt x="1690044" y="305430"/>
                  </a:lnTo>
                  <a:lnTo>
                    <a:pt x="1682220" y="305430"/>
                  </a:lnTo>
                  <a:lnTo>
                    <a:pt x="1674395" y="305430"/>
                  </a:lnTo>
                  <a:lnTo>
                    <a:pt x="1666571" y="305430"/>
                  </a:lnTo>
                  <a:lnTo>
                    <a:pt x="1658747" y="305430"/>
                  </a:lnTo>
                  <a:lnTo>
                    <a:pt x="1650922" y="305430"/>
                  </a:lnTo>
                  <a:lnTo>
                    <a:pt x="1643098" y="305430"/>
                  </a:lnTo>
                  <a:lnTo>
                    <a:pt x="1635274" y="305430"/>
                  </a:lnTo>
                  <a:lnTo>
                    <a:pt x="1627450" y="305430"/>
                  </a:lnTo>
                  <a:lnTo>
                    <a:pt x="1619625" y="305430"/>
                  </a:lnTo>
                  <a:lnTo>
                    <a:pt x="1611801" y="305430"/>
                  </a:lnTo>
                  <a:lnTo>
                    <a:pt x="1603977" y="305430"/>
                  </a:lnTo>
                  <a:lnTo>
                    <a:pt x="1596152" y="305430"/>
                  </a:lnTo>
                  <a:lnTo>
                    <a:pt x="1588328" y="305430"/>
                  </a:lnTo>
                  <a:lnTo>
                    <a:pt x="1580504" y="305430"/>
                  </a:lnTo>
                  <a:lnTo>
                    <a:pt x="1572680" y="305430"/>
                  </a:lnTo>
                  <a:lnTo>
                    <a:pt x="1564855" y="305430"/>
                  </a:lnTo>
                  <a:lnTo>
                    <a:pt x="1557031" y="305430"/>
                  </a:lnTo>
                  <a:lnTo>
                    <a:pt x="1549207" y="305430"/>
                  </a:lnTo>
                  <a:lnTo>
                    <a:pt x="1541383" y="305430"/>
                  </a:lnTo>
                  <a:lnTo>
                    <a:pt x="1533558" y="305430"/>
                  </a:lnTo>
                  <a:lnTo>
                    <a:pt x="1525734" y="305430"/>
                  </a:lnTo>
                  <a:lnTo>
                    <a:pt x="1517910" y="305430"/>
                  </a:lnTo>
                  <a:lnTo>
                    <a:pt x="1510085" y="305430"/>
                  </a:lnTo>
                  <a:lnTo>
                    <a:pt x="1502261" y="305430"/>
                  </a:lnTo>
                  <a:lnTo>
                    <a:pt x="1494437" y="305430"/>
                  </a:lnTo>
                  <a:lnTo>
                    <a:pt x="1486613" y="305430"/>
                  </a:lnTo>
                  <a:lnTo>
                    <a:pt x="1478788" y="305430"/>
                  </a:lnTo>
                  <a:lnTo>
                    <a:pt x="1470964" y="305430"/>
                  </a:lnTo>
                  <a:lnTo>
                    <a:pt x="1463140" y="305430"/>
                  </a:lnTo>
                  <a:lnTo>
                    <a:pt x="1455315" y="305430"/>
                  </a:lnTo>
                  <a:lnTo>
                    <a:pt x="1447491" y="305430"/>
                  </a:lnTo>
                  <a:lnTo>
                    <a:pt x="1439667" y="305430"/>
                  </a:lnTo>
                  <a:lnTo>
                    <a:pt x="1431843" y="305430"/>
                  </a:lnTo>
                  <a:lnTo>
                    <a:pt x="1424018" y="305430"/>
                  </a:lnTo>
                  <a:lnTo>
                    <a:pt x="1416194" y="305430"/>
                  </a:lnTo>
                  <a:lnTo>
                    <a:pt x="1408370" y="305430"/>
                  </a:lnTo>
                  <a:lnTo>
                    <a:pt x="1400545" y="305430"/>
                  </a:lnTo>
                  <a:lnTo>
                    <a:pt x="1392721" y="305430"/>
                  </a:lnTo>
                  <a:lnTo>
                    <a:pt x="1384897" y="305430"/>
                  </a:lnTo>
                  <a:lnTo>
                    <a:pt x="1377073" y="305430"/>
                  </a:lnTo>
                  <a:lnTo>
                    <a:pt x="1369248" y="305430"/>
                  </a:lnTo>
                  <a:lnTo>
                    <a:pt x="1361424" y="305430"/>
                  </a:lnTo>
                  <a:lnTo>
                    <a:pt x="1353600" y="305430"/>
                  </a:lnTo>
                  <a:lnTo>
                    <a:pt x="1345776" y="305430"/>
                  </a:lnTo>
                  <a:lnTo>
                    <a:pt x="1337951" y="305430"/>
                  </a:lnTo>
                  <a:lnTo>
                    <a:pt x="1330127" y="305430"/>
                  </a:lnTo>
                  <a:lnTo>
                    <a:pt x="1322303" y="305430"/>
                  </a:lnTo>
                  <a:lnTo>
                    <a:pt x="1314478" y="305430"/>
                  </a:lnTo>
                  <a:lnTo>
                    <a:pt x="1306654" y="305430"/>
                  </a:lnTo>
                  <a:lnTo>
                    <a:pt x="1298830" y="305430"/>
                  </a:lnTo>
                  <a:lnTo>
                    <a:pt x="1291006" y="305430"/>
                  </a:lnTo>
                  <a:lnTo>
                    <a:pt x="1283181" y="305430"/>
                  </a:lnTo>
                  <a:lnTo>
                    <a:pt x="1275357" y="305430"/>
                  </a:lnTo>
                  <a:lnTo>
                    <a:pt x="1267533" y="305430"/>
                  </a:lnTo>
                  <a:lnTo>
                    <a:pt x="1259708" y="305430"/>
                  </a:lnTo>
                  <a:lnTo>
                    <a:pt x="1251884" y="305430"/>
                  </a:lnTo>
                  <a:lnTo>
                    <a:pt x="1244060" y="305430"/>
                  </a:lnTo>
                  <a:lnTo>
                    <a:pt x="1236236" y="305430"/>
                  </a:lnTo>
                  <a:lnTo>
                    <a:pt x="1228411" y="305430"/>
                  </a:lnTo>
                  <a:lnTo>
                    <a:pt x="1220587" y="305430"/>
                  </a:lnTo>
                  <a:lnTo>
                    <a:pt x="1212763" y="305430"/>
                  </a:lnTo>
                  <a:lnTo>
                    <a:pt x="1204939" y="305430"/>
                  </a:lnTo>
                  <a:lnTo>
                    <a:pt x="1197114" y="305430"/>
                  </a:lnTo>
                  <a:lnTo>
                    <a:pt x="1189290" y="305430"/>
                  </a:lnTo>
                  <a:lnTo>
                    <a:pt x="1181466" y="305430"/>
                  </a:lnTo>
                  <a:lnTo>
                    <a:pt x="1173641" y="305430"/>
                  </a:lnTo>
                  <a:lnTo>
                    <a:pt x="1165817" y="305430"/>
                  </a:lnTo>
                  <a:lnTo>
                    <a:pt x="1157993" y="305430"/>
                  </a:lnTo>
                  <a:lnTo>
                    <a:pt x="1150169" y="305430"/>
                  </a:lnTo>
                  <a:lnTo>
                    <a:pt x="1142344" y="305430"/>
                  </a:lnTo>
                  <a:lnTo>
                    <a:pt x="1134520" y="305430"/>
                  </a:lnTo>
                  <a:lnTo>
                    <a:pt x="1126696" y="305430"/>
                  </a:lnTo>
                  <a:lnTo>
                    <a:pt x="1118871" y="305430"/>
                  </a:lnTo>
                  <a:lnTo>
                    <a:pt x="1111047" y="305430"/>
                  </a:lnTo>
                  <a:lnTo>
                    <a:pt x="1103223" y="305430"/>
                  </a:lnTo>
                  <a:lnTo>
                    <a:pt x="1095399" y="305430"/>
                  </a:lnTo>
                  <a:lnTo>
                    <a:pt x="1087574" y="305430"/>
                  </a:lnTo>
                  <a:lnTo>
                    <a:pt x="1079750" y="305430"/>
                  </a:lnTo>
                  <a:lnTo>
                    <a:pt x="1071926" y="305430"/>
                  </a:lnTo>
                  <a:lnTo>
                    <a:pt x="1064101" y="305430"/>
                  </a:lnTo>
                  <a:lnTo>
                    <a:pt x="1056277" y="305430"/>
                  </a:lnTo>
                  <a:lnTo>
                    <a:pt x="1048453" y="305430"/>
                  </a:lnTo>
                  <a:lnTo>
                    <a:pt x="1040629" y="305430"/>
                  </a:lnTo>
                  <a:lnTo>
                    <a:pt x="1032804" y="305430"/>
                  </a:lnTo>
                  <a:lnTo>
                    <a:pt x="1024980" y="305430"/>
                  </a:lnTo>
                  <a:lnTo>
                    <a:pt x="1017156" y="305430"/>
                  </a:lnTo>
                  <a:lnTo>
                    <a:pt x="1009332" y="305430"/>
                  </a:lnTo>
                  <a:lnTo>
                    <a:pt x="1001507" y="305430"/>
                  </a:lnTo>
                  <a:lnTo>
                    <a:pt x="993683" y="305430"/>
                  </a:lnTo>
                  <a:lnTo>
                    <a:pt x="985859" y="305430"/>
                  </a:lnTo>
                  <a:lnTo>
                    <a:pt x="978034" y="305430"/>
                  </a:lnTo>
                  <a:lnTo>
                    <a:pt x="970210" y="305430"/>
                  </a:lnTo>
                  <a:lnTo>
                    <a:pt x="962386" y="305430"/>
                  </a:lnTo>
                  <a:lnTo>
                    <a:pt x="954562" y="305430"/>
                  </a:lnTo>
                  <a:lnTo>
                    <a:pt x="946737" y="305430"/>
                  </a:lnTo>
                  <a:lnTo>
                    <a:pt x="938913" y="305430"/>
                  </a:lnTo>
                  <a:lnTo>
                    <a:pt x="931089" y="305430"/>
                  </a:lnTo>
                  <a:lnTo>
                    <a:pt x="923264" y="305430"/>
                  </a:lnTo>
                  <a:lnTo>
                    <a:pt x="915440" y="305430"/>
                  </a:lnTo>
                  <a:lnTo>
                    <a:pt x="907616" y="305430"/>
                  </a:lnTo>
                  <a:lnTo>
                    <a:pt x="899792" y="305430"/>
                  </a:lnTo>
                  <a:lnTo>
                    <a:pt x="891967" y="305430"/>
                  </a:lnTo>
                  <a:lnTo>
                    <a:pt x="884143" y="305430"/>
                  </a:lnTo>
                  <a:lnTo>
                    <a:pt x="876319" y="305430"/>
                  </a:lnTo>
                  <a:lnTo>
                    <a:pt x="868495" y="305430"/>
                  </a:lnTo>
                  <a:lnTo>
                    <a:pt x="860670" y="305430"/>
                  </a:lnTo>
                  <a:lnTo>
                    <a:pt x="852846" y="305430"/>
                  </a:lnTo>
                  <a:lnTo>
                    <a:pt x="845022" y="305430"/>
                  </a:lnTo>
                  <a:lnTo>
                    <a:pt x="837197" y="305430"/>
                  </a:lnTo>
                  <a:lnTo>
                    <a:pt x="829373" y="305430"/>
                  </a:lnTo>
                  <a:lnTo>
                    <a:pt x="821549" y="305430"/>
                  </a:lnTo>
                  <a:lnTo>
                    <a:pt x="813725" y="305430"/>
                  </a:lnTo>
                  <a:lnTo>
                    <a:pt x="805900" y="305430"/>
                  </a:lnTo>
                  <a:lnTo>
                    <a:pt x="798076" y="305430"/>
                  </a:lnTo>
                  <a:lnTo>
                    <a:pt x="790252" y="305430"/>
                  </a:lnTo>
                  <a:lnTo>
                    <a:pt x="782427" y="305430"/>
                  </a:lnTo>
                  <a:lnTo>
                    <a:pt x="774603" y="305430"/>
                  </a:lnTo>
                  <a:lnTo>
                    <a:pt x="766779" y="305430"/>
                  </a:lnTo>
                  <a:lnTo>
                    <a:pt x="758955" y="305430"/>
                  </a:lnTo>
                  <a:lnTo>
                    <a:pt x="751130" y="305430"/>
                  </a:lnTo>
                  <a:lnTo>
                    <a:pt x="743306" y="305430"/>
                  </a:lnTo>
                  <a:lnTo>
                    <a:pt x="735482" y="305430"/>
                  </a:lnTo>
                  <a:lnTo>
                    <a:pt x="727657" y="305430"/>
                  </a:lnTo>
                  <a:lnTo>
                    <a:pt x="719833" y="305430"/>
                  </a:lnTo>
                  <a:lnTo>
                    <a:pt x="712009" y="305430"/>
                  </a:lnTo>
                  <a:lnTo>
                    <a:pt x="704185" y="305430"/>
                  </a:lnTo>
                  <a:lnTo>
                    <a:pt x="696360" y="305430"/>
                  </a:lnTo>
                  <a:lnTo>
                    <a:pt x="688536" y="305430"/>
                  </a:lnTo>
                  <a:lnTo>
                    <a:pt x="680712" y="305430"/>
                  </a:lnTo>
                  <a:lnTo>
                    <a:pt x="672888" y="305430"/>
                  </a:lnTo>
                  <a:lnTo>
                    <a:pt x="665063" y="305430"/>
                  </a:lnTo>
                  <a:lnTo>
                    <a:pt x="657239" y="305430"/>
                  </a:lnTo>
                  <a:lnTo>
                    <a:pt x="649415" y="305430"/>
                  </a:lnTo>
                  <a:lnTo>
                    <a:pt x="641590" y="305430"/>
                  </a:lnTo>
                  <a:lnTo>
                    <a:pt x="633766" y="305430"/>
                  </a:lnTo>
                  <a:lnTo>
                    <a:pt x="625942" y="305430"/>
                  </a:lnTo>
                  <a:lnTo>
                    <a:pt x="618118" y="305430"/>
                  </a:lnTo>
                  <a:lnTo>
                    <a:pt x="610293" y="305430"/>
                  </a:lnTo>
                  <a:lnTo>
                    <a:pt x="602469" y="305430"/>
                  </a:lnTo>
                  <a:lnTo>
                    <a:pt x="594645" y="305430"/>
                  </a:lnTo>
                  <a:lnTo>
                    <a:pt x="586820" y="305430"/>
                  </a:lnTo>
                  <a:lnTo>
                    <a:pt x="578996" y="305430"/>
                  </a:lnTo>
                  <a:lnTo>
                    <a:pt x="571172" y="305430"/>
                  </a:lnTo>
                  <a:lnTo>
                    <a:pt x="563348" y="305430"/>
                  </a:lnTo>
                  <a:lnTo>
                    <a:pt x="555523" y="305430"/>
                  </a:lnTo>
                  <a:lnTo>
                    <a:pt x="547699" y="305430"/>
                  </a:lnTo>
                  <a:lnTo>
                    <a:pt x="539875" y="305430"/>
                  </a:lnTo>
                  <a:lnTo>
                    <a:pt x="532050" y="305430"/>
                  </a:lnTo>
                  <a:lnTo>
                    <a:pt x="524226" y="305430"/>
                  </a:lnTo>
                  <a:lnTo>
                    <a:pt x="516402" y="305430"/>
                  </a:lnTo>
                  <a:lnTo>
                    <a:pt x="508578" y="305430"/>
                  </a:lnTo>
                  <a:lnTo>
                    <a:pt x="500753" y="305430"/>
                  </a:lnTo>
                  <a:lnTo>
                    <a:pt x="492929" y="305430"/>
                  </a:lnTo>
                  <a:lnTo>
                    <a:pt x="485105" y="305430"/>
                  </a:lnTo>
                  <a:lnTo>
                    <a:pt x="477281" y="305430"/>
                  </a:lnTo>
                  <a:lnTo>
                    <a:pt x="469456" y="305430"/>
                  </a:lnTo>
                  <a:lnTo>
                    <a:pt x="461632" y="305430"/>
                  </a:lnTo>
                  <a:lnTo>
                    <a:pt x="453808" y="305430"/>
                  </a:lnTo>
                  <a:lnTo>
                    <a:pt x="445983" y="305430"/>
                  </a:lnTo>
                  <a:lnTo>
                    <a:pt x="438159" y="305430"/>
                  </a:lnTo>
                  <a:lnTo>
                    <a:pt x="430335" y="305430"/>
                  </a:lnTo>
                  <a:lnTo>
                    <a:pt x="422511" y="305430"/>
                  </a:lnTo>
                  <a:lnTo>
                    <a:pt x="414686" y="305430"/>
                  </a:lnTo>
                  <a:lnTo>
                    <a:pt x="406862" y="305430"/>
                  </a:lnTo>
                  <a:lnTo>
                    <a:pt x="399038" y="305430"/>
                  </a:lnTo>
                  <a:lnTo>
                    <a:pt x="391213" y="305430"/>
                  </a:lnTo>
                  <a:lnTo>
                    <a:pt x="383389" y="305430"/>
                  </a:lnTo>
                  <a:lnTo>
                    <a:pt x="375565" y="305430"/>
                  </a:lnTo>
                  <a:lnTo>
                    <a:pt x="367741" y="305430"/>
                  </a:lnTo>
                  <a:lnTo>
                    <a:pt x="359916" y="305430"/>
                  </a:lnTo>
                  <a:lnTo>
                    <a:pt x="352092" y="305430"/>
                  </a:lnTo>
                  <a:lnTo>
                    <a:pt x="344268" y="305430"/>
                  </a:lnTo>
                  <a:lnTo>
                    <a:pt x="336444" y="305430"/>
                  </a:lnTo>
                  <a:lnTo>
                    <a:pt x="328619" y="305430"/>
                  </a:lnTo>
                  <a:lnTo>
                    <a:pt x="320795" y="305430"/>
                  </a:lnTo>
                  <a:lnTo>
                    <a:pt x="312971" y="305430"/>
                  </a:lnTo>
                  <a:lnTo>
                    <a:pt x="305146" y="305430"/>
                  </a:lnTo>
                  <a:lnTo>
                    <a:pt x="297322" y="305430"/>
                  </a:lnTo>
                  <a:lnTo>
                    <a:pt x="289498" y="305430"/>
                  </a:lnTo>
                  <a:lnTo>
                    <a:pt x="281674" y="305430"/>
                  </a:lnTo>
                  <a:lnTo>
                    <a:pt x="273849" y="305430"/>
                  </a:lnTo>
                  <a:lnTo>
                    <a:pt x="266025" y="305430"/>
                  </a:lnTo>
                  <a:lnTo>
                    <a:pt x="258201" y="305430"/>
                  </a:lnTo>
                  <a:lnTo>
                    <a:pt x="250376" y="305430"/>
                  </a:lnTo>
                  <a:lnTo>
                    <a:pt x="242552" y="305430"/>
                  </a:lnTo>
                  <a:lnTo>
                    <a:pt x="234728" y="305430"/>
                  </a:lnTo>
                  <a:lnTo>
                    <a:pt x="226904" y="305430"/>
                  </a:lnTo>
                  <a:lnTo>
                    <a:pt x="219079" y="305430"/>
                  </a:lnTo>
                  <a:lnTo>
                    <a:pt x="211255" y="305430"/>
                  </a:lnTo>
                  <a:lnTo>
                    <a:pt x="203431" y="305430"/>
                  </a:lnTo>
                  <a:lnTo>
                    <a:pt x="195606" y="305430"/>
                  </a:lnTo>
                  <a:lnTo>
                    <a:pt x="187782" y="305430"/>
                  </a:lnTo>
                  <a:lnTo>
                    <a:pt x="179958" y="305430"/>
                  </a:lnTo>
                  <a:lnTo>
                    <a:pt x="172134" y="305430"/>
                  </a:lnTo>
                  <a:lnTo>
                    <a:pt x="164309" y="305430"/>
                  </a:lnTo>
                  <a:lnTo>
                    <a:pt x="156485" y="305430"/>
                  </a:lnTo>
                  <a:lnTo>
                    <a:pt x="148661" y="305430"/>
                  </a:lnTo>
                  <a:lnTo>
                    <a:pt x="140837" y="305430"/>
                  </a:lnTo>
                  <a:lnTo>
                    <a:pt x="133012" y="305430"/>
                  </a:lnTo>
                  <a:lnTo>
                    <a:pt x="125188" y="305430"/>
                  </a:lnTo>
                  <a:lnTo>
                    <a:pt x="117364" y="305430"/>
                  </a:lnTo>
                  <a:lnTo>
                    <a:pt x="109539" y="305430"/>
                  </a:lnTo>
                  <a:lnTo>
                    <a:pt x="101715" y="305430"/>
                  </a:lnTo>
                  <a:lnTo>
                    <a:pt x="93891" y="305430"/>
                  </a:lnTo>
                  <a:lnTo>
                    <a:pt x="86067" y="305430"/>
                  </a:lnTo>
                  <a:lnTo>
                    <a:pt x="78242" y="305430"/>
                  </a:lnTo>
                  <a:lnTo>
                    <a:pt x="70418" y="305430"/>
                  </a:lnTo>
                  <a:lnTo>
                    <a:pt x="62594" y="305430"/>
                  </a:lnTo>
                  <a:lnTo>
                    <a:pt x="54769" y="305430"/>
                  </a:lnTo>
                  <a:lnTo>
                    <a:pt x="46945" y="305430"/>
                  </a:lnTo>
                  <a:lnTo>
                    <a:pt x="39121" y="305430"/>
                  </a:lnTo>
                  <a:lnTo>
                    <a:pt x="31297" y="305430"/>
                  </a:lnTo>
                  <a:lnTo>
                    <a:pt x="23472" y="305430"/>
                  </a:lnTo>
                  <a:lnTo>
                    <a:pt x="15648" y="305430"/>
                  </a:lnTo>
                  <a:lnTo>
                    <a:pt x="7824" y="305430"/>
                  </a:lnTo>
                  <a:lnTo>
                    <a:pt x="0" y="305430"/>
                  </a:lnTo>
                  <a:close/>
                </a:path>
              </a:pathLst>
            </a:custGeom>
            <a:solidFill>
              <a:srgbClr val="C77CFF">
                <a:alpha val="10196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1799718" y="1306869"/>
              <a:ext cx="3998206" cy="305430"/>
            </a:xfrm>
            <a:custGeom>
              <a:avLst/>
              <a:gdLst/>
              <a:ahLst/>
              <a:cxnLst/>
              <a:rect l="0" t="0" r="0" b="0"/>
              <a:pathLst>
                <a:path w="3998206" h="305430">
                  <a:moveTo>
                    <a:pt x="0" y="297422"/>
                  </a:moveTo>
                  <a:lnTo>
                    <a:pt x="7824" y="297004"/>
                  </a:lnTo>
                  <a:lnTo>
                    <a:pt x="15648" y="296623"/>
                  </a:lnTo>
                  <a:lnTo>
                    <a:pt x="23472" y="296285"/>
                  </a:lnTo>
                  <a:lnTo>
                    <a:pt x="31297" y="296001"/>
                  </a:lnTo>
                  <a:lnTo>
                    <a:pt x="39121" y="295776"/>
                  </a:lnTo>
                  <a:lnTo>
                    <a:pt x="46945" y="295609"/>
                  </a:lnTo>
                  <a:lnTo>
                    <a:pt x="54769" y="295503"/>
                  </a:lnTo>
                  <a:lnTo>
                    <a:pt x="62594" y="295458"/>
                  </a:lnTo>
                  <a:lnTo>
                    <a:pt x="70418" y="295476"/>
                  </a:lnTo>
                  <a:lnTo>
                    <a:pt x="78242" y="295556"/>
                  </a:lnTo>
                  <a:lnTo>
                    <a:pt x="86067" y="295702"/>
                  </a:lnTo>
                  <a:lnTo>
                    <a:pt x="93891" y="295911"/>
                  </a:lnTo>
                  <a:lnTo>
                    <a:pt x="101715" y="296172"/>
                  </a:lnTo>
                  <a:lnTo>
                    <a:pt x="109539" y="296483"/>
                  </a:lnTo>
                  <a:lnTo>
                    <a:pt x="117364" y="296836"/>
                  </a:lnTo>
                  <a:lnTo>
                    <a:pt x="125188" y="297228"/>
                  </a:lnTo>
                  <a:lnTo>
                    <a:pt x="133012" y="297652"/>
                  </a:lnTo>
                  <a:lnTo>
                    <a:pt x="140837" y="298104"/>
                  </a:lnTo>
                  <a:lnTo>
                    <a:pt x="148661" y="298576"/>
                  </a:lnTo>
                  <a:lnTo>
                    <a:pt x="156485" y="299058"/>
                  </a:lnTo>
                  <a:lnTo>
                    <a:pt x="164309" y="299545"/>
                  </a:lnTo>
                  <a:lnTo>
                    <a:pt x="172134" y="300031"/>
                  </a:lnTo>
                  <a:lnTo>
                    <a:pt x="179958" y="300511"/>
                  </a:lnTo>
                  <a:lnTo>
                    <a:pt x="187782" y="300979"/>
                  </a:lnTo>
                  <a:lnTo>
                    <a:pt x="195606" y="301430"/>
                  </a:lnTo>
                  <a:lnTo>
                    <a:pt x="203431" y="301858"/>
                  </a:lnTo>
                  <a:lnTo>
                    <a:pt x="211255" y="302263"/>
                  </a:lnTo>
                  <a:lnTo>
                    <a:pt x="219079" y="302641"/>
                  </a:lnTo>
                  <a:lnTo>
                    <a:pt x="226904" y="302992"/>
                  </a:lnTo>
                  <a:lnTo>
                    <a:pt x="234728" y="303314"/>
                  </a:lnTo>
                  <a:lnTo>
                    <a:pt x="242552" y="303606"/>
                  </a:lnTo>
                  <a:lnTo>
                    <a:pt x="250376" y="303866"/>
                  </a:lnTo>
                  <a:lnTo>
                    <a:pt x="258201" y="304093"/>
                  </a:lnTo>
                  <a:lnTo>
                    <a:pt x="266025" y="304292"/>
                  </a:lnTo>
                  <a:lnTo>
                    <a:pt x="273849" y="304464"/>
                  </a:lnTo>
                  <a:lnTo>
                    <a:pt x="281674" y="304609"/>
                  </a:lnTo>
                  <a:lnTo>
                    <a:pt x="289498" y="304729"/>
                  </a:lnTo>
                  <a:lnTo>
                    <a:pt x="297322" y="304825"/>
                  </a:lnTo>
                  <a:lnTo>
                    <a:pt x="305146" y="304896"/>
                  </a:lnTo>
                  <a:lnTo>
                    <a:pt x="312971" y="304942"/>
                  </a:lnTo>
                  <a:lnTo>
                    <a:pt x="320795" y="304967"/>
                  </a:lnTo>
                  <a:lnTo>
                    <a:pt x="328619" y="304972"/>
                  </a:lnTo>
                  <a:lnTo>
                    <a:pt x="336444" y="304956"/>
                  </a:lnTo>
                  <a:lnTo>
                    <a:pt x="344268" y="304920"/>
                  </a:lnTo>
                  <a:lnTo>
                    <a:pt x="352092" y="304863"/>
                  </a:lnTo>
                  <a:lnTo>
                    <a:pt x="359916" y="304783"/>
                  </a:lnTo>
                  <a:lnTo>
                    <a:pt x="367741" y="304680"/>
                  </a:lnTo>
                  <a:lnTo>
                    <a:pt x="375565" y="304555"/>
                  </a:lnTo>
                  <a:lnTo>
                    <a:pt x="383389" y="304408"/>
                  </a:lnTo>
                  <a:lnTo>
                    <a:pt x="391213" y="304237"/>
                  </a:lnTo>
                  <a:lnTo>
                    <a:pt x="399038" y="304042"/>
                  </a:lnTo>
                  <a:lnTo>
                    <a:pt x="406862" y="303824"/>
                  </a:lnTo>
                  <a:lnTo>
                    <a:pt x="414686" y="303579"/>
                  </a:lnTo>
                  <a:lnTo>
                    <a:pt x="422511" y="303308"/>
                  </a:lnTo>
                  <a:lnTo>
                    <a:pt x="430335" y="303014"/>
                  </a:lnTo>
                  <a:lnTo>
                    <a:pt x="438159" y="302697"/>
                  </a:lnTo>
                  <a:lnTo>
                    <a:pt x="445983" y="302358"/>
                  </a:lnTo>
                  <a:lnTo>
                    <a:pt x="453808" y="301998"/>
                  </a:lnTo>
                  <a:lnTo>
                    <a:pt x="461632" y="301620"/>
                  </a:lnTo>
                  <a:lnTo>
                    <a:pt x="469456" y="301222"/>
                  </a:lnTo>
                  <a:lnTo>
                    <a:pt x="477281" y="300809"/>
                  </a:lnTo>
                  <a:lnTo>
                    <a:pt x="485105" y="300384"/>
                  </a:lnTo>
                  <a:lnTo>
                    <a:pt x="492929" y="299950"/>
                  </a:lnTo>
                  <a:lnTo>
                    <a:pt x="500753" y="299509"/>
                  </a:lnTo>
                  <a:lnTo>
                    <a:pt x="508578" y="299063"/>
                  </a:lnTo>
                  <a:lnTo>
                    <a:pt x="516402" y="298617"/>
                  </a:lnTo>
                  <a:lnTo>
                    <a:pt x="524226" y="298172"/>
                  </a:lnTo>
                  <a:lnTo>
                    <a:pt x="532050" y="297734"/>
                  </a:lnTo>
                  <a:lnTo>
                    <a:pt x="539875" y="297305"/>
                  </a:lnTo>
                  <a:lnTo>
                    <a:pt x="547699" y="296889"/>
                  </a:lnTo>
                  <a:lnTo>
                    <a:pt x="555523" y="296487"/>
                  </a:lnTo>
                  <a:lnTo>
                    <a:pt x="563348" y="296104"/>
                  </a:lnTo>
                  <a:lnTo>
                    <a:pt x="571172" y="295741"/>
                  </a:lnTo>
                  <a:lnTo>
                    <a:pt x="578996" y="295405"/>
                  </a:lnTo>
                  <a:lnTo>
                    <a:pt x="586820" y="295099"/>
                  </a:lnTo>
                  <a:lnTo>
                    <a:pt x="594645" y="294821"/>
                  </a:lnTo>
                  <a:lnTo>
                    <a:pt x="602469" y="294574"/>
                  </a:lnTo>
                  <a:lnTo>
                    <a:pt x="610293" y="294359"/>
                  </a:lnTo>
                  <a:lnTo>
                    <a:pt x="618118" y="294175"/>
                  </a:lnTo>
                  <a:lnTo>
                    <a:pt x="625942" y="294024"/>
                  </a:lnTo>
                  <a:lnTo>
                    <a:pt x="633766" y="293906"/>
                  </a:lnTo>
                  <a:lnTo>
                    <a:pt x="641590" y="293821"/>
                  </a:lnTo>
                  <a:lnTo>
                    <a:pt x="649415" y="293762"/>
                  </a:lnTo>
                  <a:lnTo>
                    <a:pt x="657239" y="293727"/>
                  </a:lnTo>
                  <a:lnTo>
                    <a:pt x="665063" y="293712"/>
                  </a:lnTo>
                  <a:lnTo>
                    <a:pt x="672888" y="293714"/>
                  </a:lnTo>
                  <a:lnTo>
                    <a:pt x="680712" y="293729"/>
                  </a:lnTo>
                  <a:lnTo>
                    <a:pt x="688536" y="293754"/>
                  </a:lnTo>
                  <a:lnTo>
                    <a:pt x="696360" y="293782"/>
                  </a:lnTo>
                  <a:lnTo>
                    <a:pt x="704185" y="293810"/>
                  </a:lnTo>
                  <a:lnTo>
                    <a:pt x="712009" y="293833"/>
                  </a:lnTo>
                  <a:lnTo>
                    <a:pt x="719833" y="293850"/>
                  </a:lnTo>
                  <a:lnTo>
                    <a:pt x="727657" y="293856"/>
                  </a:lnTo>
                  <a:lnTo>
                    <a:pt x="735482" y="293851"/>
                  </a:lnTo>
                  <a:lnTo>
                    <a:pt x="743306" y="293832"/>
                  </a:lnTo>
                  <a:lnTo>
                    <a:pt x="751130" y="293796"/>
                  </a:lnTo>
                  <a:lnTo>
                    <a:pt x="758955" y="293747"/>
                  </a:lnTo>
                  <a:lnTo>
                    <a:pt x="766779" y="293683"/>
                  </a:lnTo>
                  <a:lnTo>
                    <a:pt x="774603" y="293608"/>
                  </a:lnTo>
                  <a:lnTo>
                    <a:pt x="782427" y="293521"/>
                  </a:lnTo>
                  <a:lnTo>
                    <a:pt x="790252" y="293426"/>
                  </a:lnTo>
                  <a:lnTo>
                    <a:pt x="798076" y="293323"/>
                  </a:lnTo>
                  <a:lnTo>
                    <a:pt x="805900" y="293217"/>
                  </a:lnTo>
                  <a:lnTo>
                    <a:pt x="813725" y="293111"/>
                  </a:lnTo>
                  <a:lnTo>
                    <a:pt x="821549" y="293008"/>
                  </a:lnTo>
                  <a:lnTo>
                    <a:pt x="829373" y="292911"/>
                  </a:lnTo>
                  <a:lnTo>
                    <a:pt x="837197" y="292821"/>
                  </a:lnTo>
                  <a:lnTo>
                    <a:pt x="845022" y="292742"/>
                  </a:lnTo>
                  <a:lnTo>
                    <a:pt x="852846" y="292676"/>
                  </a:lnTo>
                  <a:lnTo>
                    <a:pt x="860670" y="292626"/>
                  </a:lnTo>
                  <a:lnTo>
                    <a:pt x="868495" y="292590"/>
                  </a:lnTo>
                  <a:lnTo>
                    <a:pt x="876319" y="292570"/>
                  </a:lnTo>
                  <a:lnTo>
                    <a:pt x="884143" y="292563"/>
                  </a:lnTo>
                  <a:lnTo>
                    <a:pt x="891967" y="292570"/>
                  </a:lnTo>
                  <a:lnTo>
                    <a:pt x="899792" y="292589"/>
                  </a:lnTo>
                  <a:lnTo>
                    <a:pt x="907616" y="292617"/>
                  </a:lnTo>
                  <a:lnTo>
                    <a:pt x="915440" y="292652"/>
                  </a:lnTo>
                  <a:lnTo>
                    <a:pt x="923264" y="292690"/>
                  </a:lnTo>
                  <a:lnTo>
                    <a:pt x="931089" y="292727"/>
                  </a:lnTo>
                  <a:lnTo>
                    <a:pt x="938913" y="292760"/>
                  </a:lnTo>
                  <a:lnTo>
                    <a:pt x="946737" y="292785"/>
                  </a:lnTo>
                  <a:lnTo>
                    <a:pt x="954562" y="292801"/>
                  </a:lnTo>
                  <a:lnTo>
                    <a:pt x="962386" y="292800"/>
                  </a:lnTo>
                  <a:lnTo>
                    <a:pt x="970210" y="292781"/>
                  </a:lnTo>
                  <a:lnTo>
                    <a:pt x="978034" y="292741"/>
                  </a:lnTo>
                  <a:lnTo>
                    <a:pt x="985859" y="292678"/>
                  </a:lnTo>
                  <a:lnTo>
                    <a:pt x="993683" y="292590"/>
                  </a:lnTo>
                  <a:lnTo>
                    <a:pt x="1001507" y="292476"/>
                  </a:lnTo>
                  <a:lnTo>
                    <a:pt x="1009332" y="292331"/>
                  </a:lnTo>
                  <a:lnTo>
                    <a:pt x="1017156" y="292153"/>
                  </a:lnTo>
                  <a:lnTo>
                    <a:pt x="1024980" y="291937"/>
                  </a:lnTo>
                  <a:lnTo>
                    <a:pt x="1032804" y="291686"/>
                  </a:lnTo>
                  <a:lnTo>
                    <a:pt x="1040629" y="291398"/>
                  </a:lnTo>
                  <a:lnTo>
                    <a:pt x="1048453" y="291071"/>
                  </a:lnTo>
                  <a:lnTo>
                    <a:pt x="1056277" y="290705"/>
                  </a:lnTo>
                  <a:lnTo>
                    <a:pt x="1064101" y="290298"/>
                  </a:lnTo>
                  <a:lnTo>
                    <a:pt x="1071926" y="289846"/>
                  </a:lnTo>
                  <a:lnTo>
                    <a:pt x="1079750" y="289350"/>
                  </a:lnTo>
                  <a:lnTo>
                    <a:pt x="1087574" y="288814"/>
                  </a:lnTo>
                  <a:lnTo>
                    <a:pt x="1095399" y="288242"/>
                  </a:lnTo>
                  <a:lnTo>
                    <a:pt x="1103223" y="287634"/>
                  </a:lnTo>
                  <a:lnTo>
                    <a:pt x="1111047" y="286996"/>
                  </a:lnTo>
                  <a:lnTo>
                    <a:pt x="1118871" y="286329"/>
                  </a:lnTo>
                  <a:lnTo>
                    <a:pt x="1126696" y="285638"/>
                  </a:lnTo>
                  <a:lnTo>
                    <a:pt x="1134520" y="284929"/>
                  </a:lnTo>
                  <a:lnTo>
                    <a:pt x="1142344" y="284210"/>
                  </a:lnTo>
                  <a:lnTo>
                    <a:pt x="1150169" y="283485"/>
                  </a:lnTo>
                  <a:lnTo>
                    <a:pt x="1157993" y="282759"/>
                  </a:lnTo>
                  <a:lnTo>
                    <a:pt x="1165817" y="282038"/>
                  </a:lnTo>
                  <a:lnTo>
                    <a:pt x="1173641" y="281325"/>
                  </a:lnTo>
                  <a:lnTo>
                    <a:pt x="1181466" y="280627"/>
                  </a:lnTo>
                  <a:lnTo>
                    <a:pt x="1189290" y="279948"/>
                  </a:lnTo>
                  <a:lnTo>
                    <a:pt x="1197114" y="279288"/>
                  </a:lnTo>
                  <a:lnTo>
                    <a:pt x="1204939" y="278650"/>
                  </a:lnTo>
                  <a:lnTo>
                    <a:pt x="1212763" y="278035"/>
                  </a:lnTo>
                  <a:lnTo>
                    <a:pt x="1220587" y="277445"/>
                  </a:lnTo>
                  <a:lnTo>
                    <a:pt x="1228411" y="276881"/>
                  </a:lnTo>
                  <a:lnTo>
                    <a:pt x="1236236" y="276346"/>
                  </a:lnTo>
                  <a:lnTo>
                    <a:pt x="1244060" y="275843"/>
                  </a:lnTo>
                  <a:lnTo>
                    <a:pt x="1251884" y="275370"/>
                  </a:lnTo>
                  <a:lnTo>
                    <a:pt x="1259708" y="274927"/>
                  </a:lnTo>
                  <a:lnTo>
                    <a:pt x="1267533" y="274517"/>
                  </a:lnTo>
                  <a:lnTo>
                    <a:pt x="1275357" y="274140"/>
                  </a:lnTo>
                  <a:lnTo>
                    <a:pt x="1283181" y="273798"/>
                  </a:lnTo>
                  <a:lnTo>
                    <a:pt x="1291006" y="273494"/>
                  </a:lnTo>
                  <a:lnTo>
                    <a:pt x="1298830" y="273230"/>
                  </a:lnTo>
                  <a:lnTo>
                    <a:pt x="1306654" y="273000"/>
                  </a:lnTo>
                  <a:lnTo>
                    <a:pt x="1314478" y="272802"/>
                  </a:lnTo>
                  <a:lnTo>
                    <a:pt x="1322303" y="272634"/>
                  </a:lnTo>
                  <a:lnTo>
                    <a:pt x="1330127" y="272493"/>
                  </a:lnTo>
                  <a:lnTo>
                    <a:pt x="1337951" y="272372"/>
                  </a:lnTo>
                  <a:lnTo>
                    <a:pt x="1345776" y="272267"/>
                  </a:lnTo>
                  <a:lnTo>
                    <a:pt x="1353600" y="272168"/>
                  </a:lnTo>
                  <a:lnTo>
                    <a:pt x="1361424" y="272065"/>
                  </a:lnTo>
                  <a:lnTo>
                    <a:pt x="1369248" y="271950"/>
                  </a:lnTo>
                  <a:lnTo>
                    <a:pt x="1377073" y="271814"/>
                  </a:lnTo>
                  <a:lnTo>
                    <a:pt x="1384897" y="271648"/>
                  </a:lnTo>
                  <a:lnTo>
                    <a:pt x="1392721" y="271445"/>
                  </a:lnTo>
                  <a:lnTo>
                    <a:pt x="1400545" y="271192"/>
                  </a:lnTo>
                  <a:lnTo>
                    <a:pt x="1408370" y="270880"/>
                  </a:lnTo>
                  <a:lnTo>
                    <a:pt x="1416194" y="270509"/>
                  </a:lnTo>
                  <a:lnTo>
                    <a:pt x="1424018" y="270077"/>
                  </a:lnTo>
                  <a:lnTo>
                    <a:pt x="1431843" y="269581"/>
                  </a:lnTo>
                  <a:lnTo>
                    <a:pt x="1439667" y="269020"/>
                  </a:lnTo>
                  <a:lnTo>
                    <a:pt x="1447491" y="268395"/>
                  </a:lnTo>
                  <a:lnTo>
                    <a:pt x="1455315" y="267701"/>
                  </a:lnTo>
                  <a:lnTo>
                    <a:pt x="1463140" y="266941"/>
                  </a:lnTo>
                  <a:lnTo>
                    <a:pt x="1470964" y="266124"/>
                  </a:lnTo>
                  <a:lnTo>
                    <a:pt x="1478788" y="265254"/>
                  </a:lnTo>
                  <a:lnTo>
                    <a:pt x="1486613" y="264332"/>
                  </a:lnTo>
                  <a:lnTo>
                    <a:pt x="1494437" y="263360"/>
                  </a:lnTo>
                  <a:lnTo>
                    <a:pt x="1502261" y="262341"/>
                  </a:lnTo>
                  <a:lnTo>
                    <a:pt x="1510085" y="261268"/>
                  </a:lnTo>
                  <a:lnTo>
                    <a:pt x="1517910" y="260142"/>
                  </a:lnTo>
                  <a:lnTo>
                    <a:pt x="1525734" y="258964"/>
                  </a:lnTo>
                  <a:lnTo>
                    <a:pt x="1533558" y="257729"/>
                  </a:lnTo>
                  <a:lnTo>
                    <a:pt x="1541383" y="256433"/>
                  </a:lnTo>
                  <a:lnTo>
                    <a:pt x="1549207" y="255070"/>
                  </a:lnTo>
                  <a:lnTo>
                    <a:pt x="1557031" y="253633"/>
                  </a:lnTo>
                  <a:lnTo>
                    <a:pt x="1564855" y="252102"/>
                  </a:lnTo>
                  <a:lnTo>
                    <a:pt x="1572680" y="250467"/>
                  </a:lnTo>
                  <a:lnTo>
                    <a:pt x="1580504" y="248726"/>
                  </a:lnTo>
                  <a:lnTo>
                    <a:pt x="1588328" y="246866"/>
                  </a:lnTo>
                  <a:lnTo>
                    <a:pt x="1596152" y="244878"/>
                  </a:lnTo>
                  <a:lnTo>
                    <a:pt x="1603977" y="242748"/>
                  </a:lnTo>
                  <a:lnTo>
                    <a:pt x="1611801" y="240466"/>
                  </a:lnTo>
                  <a:lnTo>
                    <a:pt x="1619625" y="237998"/>
                  </a:lnTo>
                  <a:lnTo>
                    <a:pt x="1627450" y="235329"/>
                  </a:lnTo>
                  <a:lnTo>
                    <a:pt x="1635274" y="232459"/>
                  </a:lnTo>
                  <a:lnTo>
                    <a:pt x="1643098" y="229374"/>
                  </a:lnTo>
                  <a:lnTo>
                    <a:pt x="1650922" y="226061"/>
                  </a:lnTo>
                  <a:lnTo>
                    <a:pt x="1658747" y="222503"/>
                  </a:lnTo>
                  <a:lnTo>
                    <a:pt x="1666571" y="218687"/>
                  </a:lnTo>
                  <a:lnTo>
                    <a:pt x="1674395" y="214568"/>
                  </a:lnTo>
                  <a:lnTo>
                    <a:pt x="1682220" y="210129"/>
                  </a:lnTo>
                  <a:lnTo>
                    <a:pt x="1690044" y="205386"/>
                  </a:lnTo>
                  <a:lnTo>
                    <a:pt x="1697868" y="200328"/>
                  </a:lnTo>
                  <a:lnTo>
                    <a:pt x="1705692" y="194949"/>
                  </a:lnTo>
                  <a:lnTo>
                    <a:pt x="1713517" y="189243"/>
                  </a:lnTo>
                  <a:lnTo>
                    <a:pt x="1721341" y="183208"/>
                  </a:lnTo>
                  <a:lnTo>
                    <a:pt x="1729165" y="176815"/>
                  </a:lnTo>
                  <a:lnTo>
                    <a:pt x="1736990" y="170074"/>
                  </a:lnTo>
                  <a:lnTo>
                    <a:pt x="1744814" y="163031"/>
                  </a:lnTo>
                  <a:lnTo>
                    <a:pt x="1752638" y="155704"/>
                  </a:lnTo>
                  <a:lnTo>
                    <a:pt x="1760462" y="148115"/>
                  </a:lnTo>
                  <a:lnTo>
                    <a:pt x="1768287" y="140292"/>
                  </a:lnTo>
                  <a:lnTo>
                    <a:pt x="1776111" y="132265"/>
                  </a:lnTo>
                  <a:lnTo>
                    <a:pt x="1783935" y="124058"/>
                  </a:lnTo>
                  <a:lnTo>
                    <a:pt x="1791759" y="115728"/>
                  </a:lnTo>
                  <a:lnTo>
                    <a:pt x="1799584" y="107334"/>
                  </a:lnTo>
                  <a:lnTo>
                    <a:pt x="1807408" y="98925"/>
                  </a:lnTo>
                  <a:lnTo>
                    <a:pt x="1815232" y="90548"/>
                  </a:lnTo>
                  <a:lnTo>
                    <a:pt x="1823057" y="82254"/>
                  </a:lnTo>
                  <a:lnTo>
                    <a:pt x="1830881" y="74093"/>
                  </a:lnTo>
                  <a:lnTo>
                    <a:pt x="1838705" y="66141"/>
                  </a:lnTo>
                  <a:lnTo>
                    <a:pt x="1846529" y="58465"/>
                  </a:lnTo>
                  <a:lnTo>
                    <a:pt x="1854354" y="51095"/>
                  </a:lnTo>
                  <a:lnTo>
                    <a:pt x="1862178" y="44075"/>
                  </a:lnTo>
                  <a:lnTo>
                    <a:pt x="1870002" y="37448"/>
                  </a:lnTo>
                  <a:lnTo>
                    <a:pt x="1877827" y="31255"/>
                  </a:lnTo>
                  <a:lnTo>
                    <a:pt x="1885651" y="25531"/>
                  </a:lnTo>
                  <a:lnTo>
                    <a:pt x="1893475" y="20362"/>
                  </a:lnTo>
                  <a:lnTo>
                    <a:pt x="1901299" y="15786"/>
                  </a:lnTo>
                  <a:lnTo>
                    <a:pt x="1909124" y="11769"/>
                  </a:lnTo>
                  <a:lnTo>
                    <a:pt x="1916948" y="8326"/>
                  </a:lnTo>
                  <a:lnTo>
                    <a:pt x="1924772" y="5467"/>
                  </a:lnTo>
                  <a:lnTo>
                    <a:pt x="1932596" y="3193"/>
                  </a:lnTo>
                  <a:lnTo>
                    <a:pt x="1940421" y="1503"/>
                  </a:lnTo>
                  <a:lnTo>
                    <a:pt x="1948245" y="446"/>
                  </a:lnTo>
                  <a:lnTo>
                    <a:pt x="1956069" y="0"/>
                  </a:lnTo>
                  <a:lnTo>
                    <a:pt x="1963894" y="86"/>
                  </a:lnTo>
                  <a:lnTo>
                    <a:pt x="1971718" y="678"/>
                  </a:lnTo>
                  <a:lnTo>
                    <a:pt x="1979542" y="1747"/>
                  </a:lnTo>
                  <a:lnTo>
                    <a:pt x="1987366" y="3262"/>
                  </a:lnTo>
                  <a:lnTo>
                    <a:pt x="1995191" y="5188"/>
                  </a:lnTo>
                  <a:lnTo>
                    <a:pt x="2003015" y="7522"/>
                  </a:lnTo>
                  <a:lnTo>
                    <a:pt x="2010839" y="10213"/>
                  </a:lnTo>
                  <a:lnTo>
                    <a:pt x="2018664" y="13190"/>
                  </a:lnTo>
                  <a:lnTo>
                    <a:pt x="2026488" y="16417"/>
                  </a:lnTo>
                  <a:lnTo>
                    <a:pt x="2034312" y="19861"/>
                  </a:lnTo>
                  <a:lnTo>
                    <a:pt x="2042136" y="23492"/>
                  </a:lnTo>
                  <a:lnTo>
                    <a:pt x="2049961" y="27282"/>
                  </a:lnTo>
                  <a:lnTo>
                    <a:pt x="2057785" y="31213"/>
                  </a:lnTo>
                  <a:lnTo>
                    <a:pt x="2065609" y="35255"/>
                  </a:lnTo>
                  <a:lnTo>
                    <a:pt x="2073434" y="39376"/>
                  </a:lnTo>
                  <a:lnTo>
                    <a:pt x="2081258" y="43561"/>
                  </a:lnTo>
                  <a:lnTo>
                    <a:pt x="2089082" y="47794"/>
                  </a:lnTo>
                  <a:lnTo>
                    <a:pt x="2096906" y="52064"/>
                  </a:lnTo>
                  <a:lnTo>
                    <a:pt x="2104731" y="56360"/>
                  </a:lnTo>
                  <a:lnTo>
                    <a:pt x="2112555" y="60673"/>
                  </a:lnTo>
                  <a:lnTo>
                    <a:pt x="2120379" y="64996"/>
                  </a:lnTo>
                  <a:lnTo>
                    <a:pt x="2128203" y="69323"/>
                  </a:lnTo>
                  <a:lnTo>
                    <a:pt x="2136028" y="73649"/>
                  </a:lnTo>
                  <a:lnTo>
                    <a:pt x="2143852" y="77974"/>
                  </a:lnTo>
                  <a:lnTo>
                    <a:pt x="2151676" y="82297"/>
                  </a:lnTo>
                  <a:lnTo>
                    <a:pt x="2159501" y="86620"/>
                  </a:lnTo>
                  <a:lnTo>
                    <a:pt x="2167325" y="90943"/>
                  </a:lnTo>
                  <a:lnTo>
                    <a:pt x="2175149" y="95273"/>
                  </a:lnTo>
                  <a:lnTo>
                    <a:pt x="2182973" y="99613"/>
                  </a:lnTo>
                  <a:lnTo>
                    <a:pt x="2190798" y="103969"/>
                  </a:lnTo>
                  <a:lnTo>
                    <a:pt x="2198622" y="108345"/>
                  </a:lnTo>
                  <a:lnTo>
                    <a:pt x="2206446" y="112746"/>
                  </a:lnTo>
                  <a:lnTo>
                    <a:pt x="2214271" y="117177"/>
                  </a:lnTo>
                  <a:lnTo>
                    <a:pt x="2222095" y="121645"/>
                  </a:lnTo>
                  <a:lnTo>
                    <a:pt x="2229919" y="126152"/>
                  </a:lnTo>
                  <a:lnTo>
                    <a:pt x="2237743" y="130696"/>
                  </a:lnTo>
                  <a:lnTo>
                    <a:pt x="2245568" y="135275"/>
                  </a:lnTo>
                  <a:lnTo>
                    <a:pt x="2253392" y="139884"/>
                  </a:lnTo>
                  <a:lnTo>
                    <a:pt x="2261216" y="144521"/>
                  </a:lnTo>
                  <a:lnTo>
                    <a:pt x="2269040" y="149178"/>
                  </a:lnTo>
                  <a:lnTo>
                    <a:pt x="2276865" y="153848"/>
                  </a:lnTo>
                  <a:lnTo>
                    <a:pt x="2284689" y="158521"/>
                  </a:lnTo>
                  <a:lnTo>
                    <a:pt x="2292513" y="163185"/>
                  </a:lnTo>
                  <a:lnTo>
                    <a:pt x="2300338" y="167833"/>
                  </a:lnTo>
                  <a:lnTo>
                    <a:pt x="2308162" y="172455"/>
                  </a:lnTo>
                  <a:lnTo>
                    <a:pt x="2315986" y="177044"/>
                  </a:lnTo>
                  <a:lnTo>
                    <a:pt x="2323810" y="181594"/>
                  </a:lnTo>
                  <a:lnTo>
                    <a:pt x="2331635" y="186091"/>
                  </a:lnTo>
                  <a:lnTo>
                    <a:pt x="2339459" y="190530"/>
                  </a:lnTo>
                  <a:lnTo>
                    <a:pt x="2347283" y="194911"/>
                  </a:lnTo>
                  <a:lnTo>
                    <a:pt x="2355108" y="199229"/>
                  </a:lnTo>
                  <a:lnTo>
                    <a:pt x="2362932" y="203481"/>
                  </a:lnTo>
                  <a:lnTo>
                    <a:pt x="2370756" y="207662"/>
                  </a:lnTo>
                  <a:lnTo>
                    <a:pt x="2378580" y="211766"/>
                  </a:lnTo>
                  <a:lnTo>
                    <a:pt x="2386405" y="215779"/>
                  </a:lnTo>
                  <a:lnTo>
                    <a:pt x="2394229" y="219688"/>
                  </a:lnTo>
                  <a:lnTo>
                    <a:pt x="2402053" y="223492"/>
                  </a:lnTo>
                  <a:lnTo>
                    <a:pt x="2409878" y="227176"/>
                  </a:lnTo>
                  <a:lnTo>
                    <a:pt x="2417702" y="230728"/>
                  </a:lnTo>
                  <a:lnTo>
                    <a:pt x="2425526" y="234131"/>
                  </a:lnTo>
                  <a:lnTo>
                    <a:pt x="2433350" y="237367"/>
                  </a:lnTo>
                  <a:lnTo>
                    <a:pt x="2441175" y="240397"/>
                  </a:lnTo>
                  <a:lnTo>
                    <a:pt x="2448999" y="243194"/>
                  </a:lnTo>
                  <a:lnTo>
                    <a:pt x="2456823" y="245759"/>
                  </a:lnTo>
                  <a:lnTo>
                    <a:pt x="2464647" y="248074"/>
                  </a:lnTo>
                  <a:lnTo>
                    <a:pt x="2472472" y="250124"/>
                  </a:lnTo>
                  <a:lnTo>
                    <a:pt x="2480296" y="251895"/>
                  </a:lnTo>
                  <a:lnTo>
                    <a:pt x="2488120" y="253378"/>
                  </a:lnTo>
                  <a:lnTo>
                    <a:pt x="2495945" y="254537"/>
                  </a:lnTo>
                  <a:lnTo>
                    <a:pt x="2503769" y="255371"/>
                  </a:lnTo>
                  <a:lnTo>
                    <a:pt x="2511593" y="255918"/>
                  </a:lnTo>
                  <a:lnTo>
                    <a:pt x="2519417" y="256189"/>
                  </a:lnTo>
                  <a:lnTo>
                    <a:pt x="2527242" y="256204"/>
                  </a:lnTo>
                  <a:lnTo>
                    <a:pt x="2535066" y="255983"/>
                  </a:lnTo>
                  <a:lnTo>
                    <a:pt x="2542890" y="255554"/>
                  </a:lnTo>
                  <a:lnTo>
                    <a:pt x="2550715" y="254936"/>
                  </a:lnTo>
                  <a:lnTo>
                    <a:pt x="2558539" y="254180"/>
                  </a:lnTo>
                  <a:lnTo>
                    <a:pt x="2566363" y="253343"/>
                  </a:lnTo>
                  <a:lnTo>
                    <a:pt x="2574187" y="252467"/>
                  </a:lnTo>
                  <a:lnTo>
                    <a:pt x="2582012" y="251594"/>
                  </a:lnTo>
                  <a:lnTo>
                    <a:pt x="2589836" y="250766"/>
                  </a:lnTo>
                  <a:lnTo>
                    <a:pt x="2597660" y="250023"/>
                  </a:lnTo>
                  <a:lnTo>
                    <a:pt x="2605485" y="249419"/>
                  </a:lnTo>
                  <a:lnTo>
                    <a:pt x="2613309" y="248999"/>
                  </a:lnTo>
                  <a:lnTo>
                    <a:pt x="2621133" y="248776"/>
                  </a:lnTo>
                  <a:lnTo>
                    <a:pt x="2628957" y="248770"/>
                  </a:lnTo>
                  <a:lnTo>
                    <a:pt x="2636782" y="248996"/>
                  </a:lnTo>
                  <a:lnTo>
                    <a:pt x="2644606" y="249460"/>
                  </a:lnTo>
                  <a:lnTo>
                    <a:pt x="2652430" y="250166"/>
                  </a:lnTo>
                  <a:lnTo>
                    <a:pt x="2660254" y="251131"/>
                  </a:lnTo>
                  <a:lnTo>
                    <a:pt x="2668079" y="252338"/>
                  </a:lnTo>
                  <a:lnTo>
                    <a:pt x="2675903" y="253745"/>
                  </a:lnTo>
                  <a:lnTo>
                    <a:pt x="2683727" y="255328"/>
                  </a:lnTo>
                  <a:lnTo>
                    <a:pt x="2691552" y="257059"/>
                  </a:lnTo>
                  <a:lnTo>
                    <a:pt x="2699376" y="258909"/>
                  </a:lnTo>
                  <a:lnTo>
                    <a:pt x="2707200" y="260849"/>
                  </a:lnTo>
                  <a:lnTo>
                    <a:pt x="2715024" y="262846"/>
                  </a:lnTo>
                  <a:lnTo>
                    <a:pt x="2722849" y="264860"/>
                  </a:lnTo>
                  <a:lnTo>
                    <a:pt x="2730673" y="266856"/>
                  </a:lnTo>
                  <a:lnTo>
                    <a:pt x="2738497" y="268808"/>
                  </a:lnTo>
                  <a:lnTo>
                    <a:pt x="2746322" y="270692"/>
                  </a:lnTo>
                  <a:lnTo>
                    <a:pt x="2754146" y="272491"/>
                  </a:lnTo>
                  <a:lnTo>
                    <a:pt x="2761970" y="274187"/>
                  </a:lnTo>
                  <a:lnTo>
                    <a:pt x="2769794" y="275757"/>
                  </a:lnTo>
                  <a:lnTo>
                    <a:pt x="2777619" y="277191"/>
                  </a:lnTo>
                  <a:lnTo>
                    <a:pt x="2785443" y="278500"/>
                  </a:lnTo>
                  <a:lnTo>
                    <a:pt x="2793267" y="279688"/>
                  </a:lnTo>
                  <a:lnTo>
                    <a:pt x="2801091" y="280758"/>
                  </a:lnTo>
                  <a:lnTo>
                    <a:pt x="2808916" y="281720"/>
                  </a:lnTo>
                  <a:lnTo>
                    <a:pt x="2816740" y="282583"/>
                  </a:lnTo>
                  <a:lnTo>
                    <a:pt x="2824564" y="283351"/>
                  </a:lnTo>
                  <a:lnTo>
                    <a:pt x="2832389" y="284041"/>
                  </a:lnTo>
                  <a:lnTo>
                    <a:pt x="2840213" y="284676"/>
                  </a:lnTo>
                  <a:lnTo>
                    <a:pt x="2848037" y="285267"/>
                  </a:lnTo>
                  <a:lnTo>
                    <a:pt x="2855861" y="285828"/>
                  </a:lnTo>
                  <a:lnTo>
                    <a:pt x="2863686" y="286368"/>
                  </a:lnTo>
                  <a:lnTo>
                    <a:pt x="2871510" y="286898"/>
                  </a:lnTo>
                  <a:lnTo>
                    <a:pt x="2879334" y="287428"/>
                  </a:lnTo>
                  <a:lnTo>
                    <a:pt x="2887159" y="287966"/>
                  </a:lnTo>
                  <a:lnTo>
                    <a:pt x="2894983" y="288516"/>
                  </a:lnTo>
                  <a:lnTo>
                    <a:pt x="2902807" y="289082"/>
                  </a:lnTo>
                  <a:lnTo>
                    <a:pt x="2910631" y="289665"/>
                  </a:lnTo>
                  <a:lnTo>
                    <a:pt x="2918456" y="290265"/>
                  </a:lnTo>
                  <a:lnTo>
                    <a:pt x="2926280" y="290882"/>
                  </a:lnTo>
                  <a:lnTo>
                    <a:pt x="2934104" y="291513"/>
                  </a:lnTo>
                  <a:lnTo>
                    <a:pt x="2941929" y="292155"/>
                  </a:lnTo>
                  <a:lnTo>
                    <a:pt x="2949753" y="292801"/>
                  </a:lnTo>
                  <a:lnTo>
                    <a:pt x="2957577" y="293447"/>
                  </a:lnTo>
                  <a:lnTo>
                    <a:pt x="2965401" y="294086"/>
                  </a:lnTo>
                  <a:lnTo>
                    <a:pt x="2973226" y="294714"/>
                  </a:lnTo>
                  <a:lnTo>
                    <a:pt x="2981050" y="295324"/>
                  </a:lnTo>
                  <a:lnTo>
                    <a:pt x="2988874" y="295908"/>
                  </a:lnTo>
                  <a:lnTo>
                    <a:pt x="2996698" y="296459"/>
                  </a:lnTo>
                  <a:lnTo>
                    <a:pt x="3004523" y="296974"/>
                  </a:lnTo>
                  <a:lnTo>
                    <a:pt x="3012347" y="297449"/>
                  </a:lnTo>
                  <a:lnTo>
                    <a:pt x="3020171" y="297882"/>
                  </a:lnTo>
                  <a:lnTo>
                    <a:pt x="3027996" y="298269"/>
                  </a:lnTo>
                  <a:lnTo>
                    <a:pt x="3035820" y="298608"/>
                  </a:lnTo>
                  <a:lnTo>
                    <a:pt x="3043644" y="298896"/>
                  </a:lnTo>
                  <a:lnTo>
                    <a:pt x="3051468" y="299131"/>
                  </a:lnTo>
                  <a:lnTo>
                    <a:pt x="3059293" y="299320"/>
                  </a:lnTo>
                  <a:lnTo>
                    <a:pt x="3067117" y="299467"/>
                  </a:lnTo>
                  <a:lnTo>
                    <a:pt x="3074941" y="299574"/>
                  </a:lnTo>
                  <a:lnTo>
                    <a:pt x="3082766" y="299645"/>
                  </a:lnTo>
                  <a:lnTo>
                    <a:pt x="3090590" y="299683"/>
                  </a:lnTo>
                  <a:lnTo>
                    <a:pt x="3098414" y="299692"/>
                  </a:lnTo>
                  <a:lnTo>
                    <a:pt x="3106238" y="299678"/>
                  </a:lnTo>
                  <a:lnTo>
                    <a:pt x="3114063" y="299646"/>
                  </a:lnTo>
                  <a:lnTo>
                    <a:pt x="3121887" y="299603"/>
                  </a:lnTo>
                  <a:lnTo>
                    <a:pt x="3129711" y="299552"/>
                  </a:lnTo>
                  <a:lnTo>
                    <a:pt x="3137536" y="299496"/>
                  </a:lnTo>
                  <a:lnTo>
                    <a:pt x="3145360" y="299438"/>
                  </a:lnTo>
                  <a:lnTo>
                    <a:pt x="3153184" y="299383"/>
                  </a:lnTo>
                  <a:lnTo>
                    <a:pt x="3161008" y="299332"/>
                  </a:lnTo>
                  <a:lnTo>
                    <a:pt x="3168833" y="299287"/>
                  </a:lnTo>
                  <a:lnTo>
                    <a:pt x="3176657" y="299249"/>
                  </a:lnTo>
                  <a:lnTo>
                    <a:pt x="3184481" y="299218"/>
                  </a:lnTo>
                  <a:lnTo>
                    <a:pt x="3192305" y="299194"/>
                  </a:lnTo>
                  <a:lnTo>
                    <a:pt x="3200130" y="299178"/>
                  </a:lnTo>
                  <a:lnTo>
                    <a:pt x="3207954" y="299167"/>
                  </a:lnTo>
                  <a:lnTo>
                    <a:pt x="3215778" y="299162"/>
                  </a:lnTo>
                  <a:lnTo>
                    <a:pt x="3223603" y="299160"/>
                  </a:lnTo>
                  <a:lnTo>
                    <a:pt x="3231427" y="299158"/>
                  </a:lnTo>
                  <a:lnTo>
                    <a:pt x="3239251" y="299155"/>
                  </a:lnTo>
                  <a:lnTo>
                    <a:pt x="3247075" y="299148"/>
                  </a:lnTo>
                  <a:lnTo>
                    <a:pt x="3254900" y="299135"/>
                  </a:lnTo>
                  <a:lnTo>
                    <a:pt x="3262724" y="299111"/>
                  </a:lnTo>
                  <a:lnTo>
                    <a:pt x="3270548" y="299075"/>
                  </a:lnTo>
                  <a:lnTo>
                    <a:pt x="3278373" y="299024"/>
                  </a:lnTo>
                  <a:lnTo>
                    <a:pt x="3286197" y="298956"/>
                  </a:lnTo>
                  <a:lnTo>
                    <a:pt x="3294021" y="298872"/>
                  </a:lnTo>
                  <a:lnTo>
                    <a:pt x="3301845" y="298770"/>
                  </a:lnTo>
                  <a:lnTo>
                    <a:pt x="3309670" y="298650"/>
                  </a:lnTo>
                  <a:lnTo>
                    <a:pt x="3317494" y="298512"/>
                  </a:lnTo>
                  <a:lnTo>
                    <a:pt x="3325318" y="298359"/>
                  </a:lnTo>
                  <a:lnTo>
                    <a:pt x="3333142" y="298197"/>
                  </a:lnTo>
                  <a:lnTo>
                    <a:pt x="3340967" y="298028"/>
                  </a:lnTo>
                  <a:lnTo>
                    <a:pt x="3348791" y="297859"/>
                  </a:lnTo>
                  <a:lnTo>
                    <a:pt x="3356615" y="297696"/>
                  </a:lnTo>
                  <a:lnTo>
                    <a:pt x="3364440" y="297543"/>
                  </a:lnTo>
                  <a:lnTo>
                    <a:pt x="3372264" y="297410"/>
                  </a:lnTo>
                  <a:lnTo>
                    <a:pt x="3380088" y="297306"/>
                  </a:lnTo>
                  <a:lnTo>
                    <a:pt x="3387912" y="297236"/>
                  </a:lnTo>
                  <a:lnTo>
                    <a:pt x="3395737" y="297203"/>
                  </a:lnTo>
                  <a:lnTo>
                    <a:pt x="3403561" y="297213"/>
                  </a:lnTo>
                  <a:lnTo>
                    <a:pt x="3411385" y="297270"/>
                  </a:lnTo>
                  <a:lnTo>
                    <a:pt x="3419210" y="297375"/>
                  </a:lnTo>
                  <a:lnTo>
                    <a:pt x="3427034" y="297534"/>
                  </a:lnTo>
                  <a:lnTo>
                    <a:pt x="3434858" y="297748"/>
                  </a:lnTo>
                  <a:lnTo>
                    <a:pt x="3442682" y="298009"/>
                  </a:lnTo>
                  <a:lnTo>
                    <a:pt x="3450507" y="298312"/>
                  </a:lnTo>
                  <a:lnTo>
                    <a:pt x="3458331" y="298654"/>
                  </a:lnTo>
                  <a:lnTo>
                    <a:pt x="3466155" y="299029"/>
                  </a:lnTo>
                  <a:lnTo>
                    <a:pt x="3473980" y="299431"/>
                  </a:lnTo>
                  <a:lnTo>
                    <a:pt x="3481804" y="299855"/>
                  </a:lnTo>
                  <a:lnTo>
                    <a:pt x="3489628" y="300291"/>
                  </a:lnTo>
                  <a:lnTo>
                    <a:pt x="3497452" y="300732"/>
                  </a:lnTo>
                  <a:lnTo>
                    <a:pt x="3505277" y="301170"/>
                  </a:lnTo>
                  <a:lnTo>
                    <a:pt x="3513101" y="301599"/>
                  </a:lnTo>
                  <a:lnTo>
                    <a:pt x="3520925" y="302015"/>
                  </a:lnTo>
                  <a:lnTo>
                    <a:pt x="3528749" y="302412"/>
                  </a:lnTo>
                  <a:lnTo>
                    <a:pt x="3536574" y="302785"/>
                  </a:lnTo>
                  <a:lnTo>
                    <a:pt x="3544398" y="303130"/>
                  </a:lnTo>
                  <a:lnTo>
                    <a:pt x="3552222" y="303446"/>
                  </a:lnTo>
                  <a:lnTo>
                    <a:pt x="3560047" y="303735"/>
                  </a:lnTo>
                  <a:lnTo>
                    <a:pt x="3567871" y="303994"/>
                  </a:lnTo>
                  <a:lnTo>
                    <a:pt x="3575695" y="304225"/>
                  </a:lnTo>
                  <a:lnTo>
                    <a:pt x="3583519" y="304429"/>
                  </a:lnTo>
                  <a:lnTo>
                    <a:pt x="3591344" y="304604"/>
                  </a:lnTo>
                  <a:lnTo>
                    <a:pt x="3599168" y="304752"/>
                  </a:lnTo>
                  <a:lnTo>
                    <a:pt x="3606992" y="304879"/>
                  </a:lnTo>
                  <a:lnTo>
                    <a:pt x="3614817" y="304987"/>
                  </a:lnTo>
                  <a:lnTo>
                    <a:pt x="3622641" y="305077"/>
                  </a:lnTo>
                  <a:lnTo>
                    <a:pt x="3630465" y="305151"/>
                  </a:lnTo>
                  <a:lnTo>
                    <a:pt x="3638289" y="305212"/>
                  </a:lnTo>
                  <a:lnTo>
                    <a:pt x="3646114" y="305261"/>
                  </a:lnTo>
                  <a:lnTo>
                    <a:pt x="3653938" y="305299"/>
                  </a:lnTo>
                  <a:lnTo>
                    <a:pt x="3661762" y="305330"/>
                  </a:lnTo>
                  <a:lnTo>
                    <a:pt x="3669586" y="305354"/>
                  </a:lnTo>
                  <a:lnTo>
                    <a:pt x="3677411" y="305373"/>
                  </a:lnTo>
                  <a:lnTo>
                    <a:pt x="3685235" y="305388"/>
                  </a:lnTo>
                  <a:lnTo>
                    <a:pt x="3693059" y="305399"/>
                  </a:lnTo>
                  <a:lnTo>
                    <a:pt x="3700884" y="305408"/>
                  </a:lnTo>
                  <a:lnTo>
                    <a:pt x="3708708" y="305414"/>
                  </a:lnTo>
                  <a:lnTo>
                    <a:pt x="3716532" y="305418"/>
                  </a:lnTo>
                  <a:lnTo>
                    <a:pt x="3724356" y="305422"/>
                  </a:lnTo>
                  <a:lnTo>
                    <a:pt x="3732181" y="305424"/>
                  </a:lnTo>
                  <a:lnTo>
                    <a:pt x="3740005" y="305426"/>
                  </a:lnTo>
                  <a:lnTo>
                    <a:pt x="3747829" y="305427"/>
                  </a:lnTo>
                  <a:lnTo>
                    <a:pt x="3755654" y="305428"/>
                  </a:lnTo>
                  <a:lnTo>
                    <a:pt x="3763478" y="305429"/>
                  </a:lnTo>
                  <a:lnTo>
                    <a:pt x="3771302" y="305429"/>
                  </a:lnTo>
                  <a:lnTo>
                    <a:pt x="3779126" y="305430"/>
                  </a:lnTo>
                  <a:lnTo>
                    <a:pt x="3786951" y="305430"/>
                  </a:lnTo>
                  <a:lnTo>
                    <a:pt x="3794775" y="305430"/>
                  </a:lnTo>
                  <a:lnTo>
                    <a:pt x="3802599" y="305430"/>
                  </a:lnTo>
                  <a:lnTo>
                    <a:pt x="3810424" y="305430"/>
                  </a:lnTo>
                  <a:lnTo>
                    <a:pt x="3818248" y="305430"/>
                  </a:lnTo>
                  <a:lnTo>
                    <a:pt x="3826072" y="305430"/>
                  </a:lnTo>
                  <a:lnTo>
                    <a:pt x="3833896" y="305430"/>
                  </a:lnTo>
                  <a:lnTo>
                    <a:pt x="3841721" y="305430"/>
                  </a:lnTo>
                  <a:lnTo>
                    <a:pt x="3849545" y="305430"/>
                  </a:lnTo>
                  <a:lnTo>
                    <a:pt x="3857369" y="305430"/>
                  </a:lnTo>
                  <a:lnTo>
                    <a:pt x="3865193" y="305430"/>
                  </a:lnTo>
                  <a:lnTo>
                    <a:pt x="3873018" y="305430"/>
                  </a:lnTo>
                  <a:lnTo>
                    <a:pt x="3880842" y="305430"/>
                  </a:lnTo>
                  <a:lnTo>
                    <a:pt x="3888666" y="305430"/>
                  </a:lnTo>
                  <a:lnTo>
                    <a:pt x="3896491" y="305430"/>
                  </a:lnTo>
                  <a:lnTo>
                    <a:pt x="3904315" y="305430"/>
                  </a:lnTo>
                  <a:lnTo>
                    <a:pt x="3912139" y="305430"/>
                  </a:lnTo>
                  <a:lnTo>
                    <a:pt x="3919963" y="305430"/>
                  </a:lnTo>
                  <a:lnTo>
                    <a:pt x="3927788" y="305430"/>
                  </a:lnTo>
                  <a:lnTo>
                    <a:pt x="3935612" y="305430"/>
                  </a:lnTo>
                  <a:lnTo>
                    <a:pt x="3943436" y="305430"/>
                  </a:lnTo>
                  <a:lnTo>
                    <a:pt x="3951261" y="305430"/>
                  </a:lnTo>
                  <a:lnTo>
                    <a:pt x="3959085" y="305430"/>
                  </a:lnTo>
                  <a:lnTo>
                    <a:pt x="3966909" y="305430"/>
                  </a:lnTo>
                  <a:lnTo>
                    <a:pt x="3974733" y="305430"/>
                  </a:lnTo>
                  <a:lnTo>
                    <a:pt x="3982558" y="305430"/>
                  </a:lnTo>
                  <a:lnTo>
                    <a:pt x="3990382" y="305430"/>
                  </a:lnTo>
                  <a:lnTo>
                    <a:pt x="3998206" y="305430"/>
                  </a:lnTo>
                </a:path>
              </a:pathLst>
            </a:custGeom>
            <a:ln w="13550" cap="flat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rc31"/>
            <p:cNvSpPr/>
            <p:nvPr/>
          </p:nvSpPr>
          <p:spPr>
            <a:xfrm>
              <a:off x="1599808" y="906201"/>
              <a:ext cx="4398027" cy="7397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2199539" y="16459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2999180" y="16459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3798822" y="16459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4598463" y="16459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5398104" y="16459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tx37"/>
            <p:cNvSpPr/>
            <p:nvPr/>
          </p:nvSpPr>
          <p:spPr>
            <a:xfrm>
              <a:off x="2149853" y="1708226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2949494" y="1708226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767744" y="1706862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567385" y="1708226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367027" y="1708226"/>
              <a:ext cx="62155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3045649" y="1826543"/>
              <a:ext cx="1506345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43" name="rc43"/>
            <p:cNvSpPr/>
            <p:nvPr/>
          </p:nvSpPr>
          <p:spPr>
            <a:xfrm>
              <a:off x="1495425" y="2055812"/>
              <a:ext cx="4572000" cy="2438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rc44"/>
            <p:cNvSpPr/>
            <p:nvPr/>
          </p:nvSpPr>
          <p:spPr>
            <a:xfrm>
              <a:off x="1895788" y="2578733"/>
              <a:ext cx="1320956" cy="15055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" name="pl45"/>
            <p:cNvSpPr/>
            <p:nvPr/>
          </p:nvSpPr>
          <p:spPr>
            <a:xfrm>
              <a:off x="1895788" y="3850111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1895788" y="3557373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1895788" y="3264634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1895788" y="2971896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l49"/>
            <p:cNvSpPr/>
            <p:nvPr/>
          </p:nvSpPr>
          <p:spPr>
            <a:xfrm>
              <a:off x="1895788" y="2679157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2070646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l51"/>
            <p:cNvSpPr/>
            <p:nvPr/>
          </p:nvSpPr>
          <p:spPr>
            <a:xfrm>
              <a:off x="2399897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l52"/>
            <p:cNvSpPr/>
            <p:nvPr/>
          </p:nvSpPr>
          <p:spPr>
            <a:xfrm>
              <a:off x="2729149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l53"/>
            <p:cNvSpPr/>
            <p:nvPr/>
          </p:nvSpPr>
          <p:spPr>
            <a:xfrm>
              <a:off x="3058400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1895788" y="3996481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1895788" y="3703742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l56"/>
            <p:cNvSpPr/>
            <p:nvPr/>
          </p:nvSpPr>
          <p:spPr>
            <a:xfrm>
              <a:off x="1895788" y="3411004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1895788" y="3118265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l58"/>
            <p:cNvSpPr/>
            <p:nvPr/>
          </p:nvSpPr>
          <p:spPr>
            <a:xfrm>
              <a:off x="1895788" y="2825526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l59"/>
            <p:cNvSpPr/>
            <p:nvPr/>
          </p:nvSpPr>
          <p:spPr>
            <a:xfrm>
              <a:off x="1906020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l60"/>
            <p:cNvSpPr/>
            <p:nvPr/>
          </p:nvSpPr>
          <p:spPr>
            <a:xfrm>
              <a:off x="2235272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l61"/>
            <p:cNvSpPr/>
            <p:nvPr/>
          </p:nvSpPr>
          <p:spPr>
            <a:xfrm>
              <a:off x="2564523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2893774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g64"/>
            <p:cNvSpPr/>
            <p:nvPr/>
          </p:nvSpPr>
          <p:spPr>
            <a:xfrm>
              <a:off x="1972715" y="2578733"/>
              <a:ext cx="121618" cy="103544"/>
            </a:xfrm>
            <a:custGeom>
              <a:avLst/>
              <a:gdLst/>
              <a:ahLst/>
              <a:cxnLst/>
              <a:rect l="0" t="0" r="0" b="0"/>
              <a:pathLst>
                <a:path w="121618" h="103544">
                  <a:moveTo>
                    <a:pt x="61837" y="0"/>
                  </a:moveTo>
                  <a:lnTo>
                    <a:pt x="121618" y="103544"/>
                  </a:lnTo>
                  <a:lnTo>
                    <a:pt x="0" y="10354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1910680" y="2695994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1921876" y="2663835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rc71"/>
            <p:cNvSpPr/>
            <p:nvPr/>
          </p:nvSpPr>
          <p:spPr>
            <a:xfrm>
              <a:off x="1895788" y="2578733"/>
              <a:ext cx="1320956" cy="150559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rc72"/>
            <p:cNvSpPr/>
            <p:nvPr/>
          </p:nvSpPr>
          <p:spPr>
            <a:xfrm>
              <a:off x="3286334" y="2578733"/>
              <a:ext cx="1320956" cy="15055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3286334" y="3850111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3286334" y="3557373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l75"/>
            <p:cNvSpPr/>
            <p:nvPr/>
          </p:nvSpPr>
          <p:spPr>
            <a:xfrm>
              <a:off x="3286334" y="3264634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3286334" y="2971896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3286334" y="2679157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3461191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l79"/>
            <p:cNvSpPr/>
            <p:nvPr/>
          </p:nvSpPr>
          <p:spPr>
            <a:xfrm>
              <a:off x="3790443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4119694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4448945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3286334" y="3996481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l83"/>
            <p:cNvSpPr/>
            <p:nvPr/>
          </p:nvSpPr>
          <p:spPr>
            <a:xfrm>
              <a:off x="3286334" y="3703742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3286334" y="3411004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3286334" y="3118265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3286334" y="2825526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l87"/>
            <p:cNvSpPr/>
            <p:nvPr/>
          </p:nvSpPr>
          <p:spPr>
            <a:xfrm>
              <a:off x="3296566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3625817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3955068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4284320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3411306" y="2959990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g92"/>
            <p:cNvSpPr/>
            <p:nvPr/>
          </p:nvSpPr>
          <p:spPr>
            <a:xfrm>
              <a:off x="4095452" y="3726390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4" name="pg94"/>
            <p:cNvSpPr/>
            <p:nvPr/>
          </p:nvSpPr>
          <p:spPr>
            <a:xfrm>
              <a:off x="3314774" y="2822837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" name="pg95"/>
            <p:cNvSpPr/>
            <p:nvPr/>
          </p:nvSpPr>
          <p:spPr>
            <a:xfrm>
              <a:off x="3301104" y="2811155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4502095" y="3970735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rc103"/>
            <p:cNvSpPr/>
            <p:nvPr/>
          </p:nvSpPr>
          <p:spPr>
            <a:xfrm>
              <a:off x="3286334" y="2578733"/>
              <a:ext cx="1320956" cy="150559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rc104"/>
            <p:cNvSpPr/>
            <p:nvPr/>
          </p:nvSpPr>
          <p:spPr>
            <a:xfrm>
              <a:off x="4676879" y="2578733"/>
              <a:ext cx="1320956" cy="150559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5" name="pl105"/>
            <p:cNvSpPr/>
            <p:nvPr/>
          </p:nvSpPr>
          <p:spPr>
            <a:xfrm>
              <a:off x="4676879" y="3850111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l106"/>
            <p:cNvSpPr/>
            <p:nvPr/>
          </p:nvSpPr>
          <p:spPr>
            <a:xfrm>
              <a:off x="4676879" y="3557373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l107"/>
            <p:cNvSpPr/>
            <p:nvPr/>
          </p:nvSpPr>
          <p:spPr>
            <a:xfrm>
              <a:off x="4676879" y="3264634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l108"/>
            <p:cNvSpPr/>
            <p:nvPr/>
          </p:nvSpPr>
          <p:spPr>
            <a:xfrm>
              <a:off x="4676879" y="2971896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l109"/>
            <p:cNvSpPr/>
            <p:nvPr/>
          </p:nvSpPr>
          <p:spPr>
            <a:xfrm>
              <a:off x="4676879" y="2679157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l110"/>
            <p:cNvSpPr/>
            <p:nvPr/>
          </p:nvSpPr>
          <p:spPr>
            <a:xfrm>
              <a:off x="4851737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l111"/>
            <p:cNvSpPr/>
            <p:nvPr/>
          </p:nvSpPr>
          <p:spPr>
            <a:xfrm>
              <a:off x="5180988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l112"/>
            <p:cNvSpPr/>
            <p:nvPr/>
          </p:nvSpPr>
          <p:spPr>
            <a:xfrm>
              <a:off x="5510239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l113"/>
            <p:cNvSpPr/>
            <p:nvPr/>
          </p:nvSpPr>
          <p:spPr>
            <a:xfrm>
              <a:off x="5839491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l114"/>
            <p:cNvSpPr/>
            <p:nvPr/>
          </p:nvSpPr>
          <p:spPr>
            <a:xfrm>
              <a:off x="4676879" y="3996481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l115"/>
            <p:cNvSpPr/>
            <p:nvPr/>
          </p:nvSpPr>
          <p:spPr>
            <a:xfrm>
              <a:off x="4676879" y="3703742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4676879" y="3411004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l117"/>
            <p:cNvSpPr/>
            <p:nvPr/>
          </p:nvSpPr>
          <p:spPr>
            <a:xfrm>
              <a:off x="4676879" y="3118265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l118"/>
            <p:cNvSpPr/>
            <p:nvPr/>
          </p:nvSpPr>
          <p:spPr>
            <a:xfrm>
              <a:off x="4676879" y="2825526"/>
              <a:ext cx="1320956" cy="0"/>
            </a:xfrm>
            <a:custGeom>
              <a:avLst/>
              <a:gdLst/>
              <a:ahLst/>
              <a:cxnLst/>
              <a:rect l="0" t="0" r="0" b="0"/>
              <a:pathLst>
                <a:path w="1320956">
                  <a:moveTo>
                    <a:pt x="0" y="0"/>
                  </a:moveTo>
                  <a:lnTo>
                    <a:pt x="1320956" y="0"/>
                  </a:lnTo>
                  <a:lnTo>
                    <a:pt x="1320956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4687111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l120"/>
            <p:cNvSpPr/>
            <p:nvPr/>
          </p:nvSpPr>
          <p:spPr>
            <a:xfrm>
              <a:off x="5016362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l121"/>
            <p:cNvSpPr/>
            <p:nvPr/>
          </p:nvSpPr>
          <p:spPr>
            <a:xfrm>
              <a:off x="5345614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l122"/>
            <p:cNvSpPr/>
            <p:nvPr/>
          </p:nvSpPr>
          <p:spPr>
            <a:xfrm>
              <a:off x="5674865" y="2578733"/>
              <a:ext cx="0" cy="1505590"/>
            </a:xfrm>
            <a:custGeom>
              <a:avLst/>
              <a:gdLst/>
              <a:ahLst/>
              <a:cxnLst/>
              <a:rect l="0" t="0" r="0" b="0"/>
              <a:pathLst>
                <a:path h="1505590">
                  <a:moveTo>
                    <a:pt x="0" y="150559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l123"/>
            <p:cNvSpPr/>
            <p:nvPr/>
          </p:nvSpPr>
          <p:spPr>
            <a:xfrm>
              <a:off x="4755329" y="2945338"/>
              <a:ext cx="127708" cy="0"/>
            </a:xfrm>
            <a:custGeom>
              <a:avLst/>
              <a:gdLst/>
              <a:ahLst/>
              <a:cxnLst/>
              <a:rect l="0" t="0" r="0" b="0"/>
              <a:pathLst>
                <a:path w="127708">
                  <a:moveTo>
                    <a:pt x="0" y="0"/>
                  </a:moveTo>
                  <a:lnTo>
                    <a:pt x="127708" y="0"/>
                  </a:lnTo>
                </a:path>
              </a:pathLst>
            </a:custGeom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l124"/>
            <p:cNvSpPr/>
            <p:nvPr/>
          </p:nvSpPr>
          <p:spPr>
            <a:xfrm>
              <a:off x="4819183" y="2881483"/>
              <a:ext cx="0" cy="127708"/>
            </a:xfrm>
            <a:custGeom>
              <a:avLst/>
              <a:gdLst/>
              <a:ahLst/>
              <a:cxnLst/>
              <a:rect l="0" t="0" r="0" b="0"/>
              <a:pathLst>
                <a:path h="127708">
                  <a:moveTo>
                    <a:pt x="0" y="127708"/>
                  </a:moveTo>
                  <a:lnTo>
                    <a:pt x="0" y="0"/>
                  </a:lnTo>
                </a:path>
              </a:pathLst>
            </a:custGeom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rc126"/>
            <p:cNvSpPr/>
            <p:nvPr/>
          </p:nvSpPr>
          <p:spPr>
            <a:xfrm>
              <a:off x="4676879" y="2578733"/>
              <a:ext cx="1320956" cy="1505590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rc127"/>
            <p:cNvSpPr/>
            <p:nvPr/>
          </p:nvSpPr>
          <p:spPr>
            <a:xfrm>
              <a:off x="1895788" y="2353090"/>
              <a:ext cx="13209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rc129"/>
            <p:cNvSpPr/>
            <p:nvPr/>
          </p:nvSpPr>
          <p:spPr>
            <a:xfrm>
              <a:off x="3286334" y="2353090"/>
              <a:ext cx="13209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rc131"/>
            <p:cNvSpPr/>
            <p:nvPr/>
          </p:nvSpPr>
          <p:spPr>
            <a:xfrm>
              <a:off x="4676879" y="2353090"/>
              <a:ext cx="1320956" cy="22564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l133"/>
            <p:cNvSpPr/>
            <p:nvPr/>
          </p:nvSpPr>
          <p:spPr>
            <a:xfrm>
              <a:off x="1906020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l134"/>
            <p:cNvSpPr/>
            <p:nvPr/>
          </p:nvSpPr>
          <p:spPr>
            <a:xfrm>
              <a:off x="2235272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l135"/>
            <p:cNvSpPr/>
            <p:nvPr/>
          </p:nvSpPr>
          <p:spPr>
            <a:xfrm>
              <a:off x="2564523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l136"/>
            <p:cNvSpPr/>
            <p:nvPr/>
          </p:nvSpPr>
          <p:spPr>
            <a:xfrm>
              <a:off x="2893774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tx137"/>
            <p:cNvSpPr/>
            <p:nvPr/>
          </p:nvSpPr>
          <p:spPr>
            <a:xfrm>
              <a:off x="1828340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2157591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486842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816093" y="4146626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41" name="pl141"/>
            <p:cNvSpPr/>
            <p:nvPr/>
          </p:nvSpPr>
          <p:spPr>
            <a:xfrm>
              <a:off x="3296566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3625817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l143"/>
            <p:cNvSpPr/>
            <p:nvPr/>
          </p:nvSpPr>
          <p:spPr>
            <a:xfrm>
              <a:off x="3955068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4284320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tx145"/>
            <p:cNvSpPr/>
            <p:nvPr/>
          </p:nvSpPr>
          <p:spPr>
            <a:xfrm>
              <a:off x="3218885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3548136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3877388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4206639" y="4146626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49" name="pl149"/>
            <p:cNvSpPr/>
            <p:nvPr/>
          </p:nvSpPr>
          <p:spPr>
            <a:xfrm>
              <a:off x="4687111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l150"/>
            <p:cNvSpPr/>
            <p:nvPr/>
          </p:nvSpPr>
          <p:spPr>
            <a:xfrm>
              <a:off x="5016362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5345614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5674865" y="4084323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tx153"/>
            <p:cNvSpPr/>
            <p:nvPr/>
          </p:nvSpPr>
          <p:spPr>
            <a:xfrm>
              <a:off x="4609430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4938682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2.5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5267933" y="4145262"/>
              <a:ext cx="155361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5.0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5597184" y="4146626"/>
              <a:ext cx="155361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7.5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1733786" y="3956481"/>
              <a:ext cx="99372" cy="8000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1733786" y="3661996"/>
              <a:ext cx="99372" cy="8174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-3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733786" y="3370676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733786" y="3077938"/>
              <a:ext cx="99372" cy="80327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771003" y="2783835"/>
              <a:ext cx="62155" cy="8169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62" name="pl162"/>
            <p:cNvSpPr/>
            <p:nvPr/>
          </p:nvSpPr>
          <p:spPr>
            <a:xfrm>
              <a:off x="1860994" y="399648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1860994" y="370374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l164"/>
            <p:cNvSpPr/>
            <p:nvPr/>
          </p:nvSpPr>
          <p:spPr>
            <a:xfrm>
              <a:off x="1860994" y="3411004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1860994" y="3118265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1860994" y="282552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970696" y="2625525"/>
              <a:ext cx="90303" cy="90303"/>
            </a:xfrm>
            <a:prstGeom prst="ellipse">
              <a:avLst/>
            </a:prstGeom>
            <a:solidFill>
              <a:srgbClr val="C77CFF">
                <a:alpha val="100000"/>
              </a:srgbClr>
            </a:solidFill>
            <a:ln w="9000" cap="rnd">
              <a:solidFill>
                <a:srgbClr val="C77C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g93"/>
            <p:cNvSpPr/>
            <p:nvPr/>
          </p:nvSpPr>
          <p:spPr>
            <a:xfrm>
              <a:off x="3321257" y="2821082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F8766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</p:grpSp>
      <p:sp>
        <p:nvSpPr>
          <p:cNvPr id="170" name="tx101">
            <a:extLst>
              <a:ext uri="{FF2B5EF4-FFF2-40B4-BE49-F238E27FC236}">
                <a16:creationId xmlns:a16="http://schemas.microsoft.com/office/drawing/2014/main" id="{4F3A5EDB-9A2E-9AB4-45B1-C72EC52134AE}"/>
              </a:ext>
            </a:extLst>
          </p:cNvPr>
          <p:cNvSpPr/>
          <p:nvPr/>
        </p:nvSpPr>
        <p:spPr>
          <a:xfrm>
            <a:off x="3680843" y="2732253"/>
            <a:ext cx="841633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pT181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1103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71" name="tx102">
            <a:extLst>
              <a:ext uri="{FF2B5EF4-FFF2-40B4-BE49-F238E27FC236}">
                <a16:creationId xmlns:a16="http://schemas.microsoft.com/office/drawing/2014/main" id="{A9B3278B-9BEE-D340-5617-8107D9589433}"/>
              </a:ext>
            </a:extLst>
          </p:cNvPr>
          <p:cNvSpPr/>
          <p:nvPr/>
        </p:nvSpPr>
        <p:spPr>
          <a:xfrm>
            <a:off x="3680843" y="2584690"/>
            <a:ext cx="841633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pT217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1103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72" name="tx126">
            <a:extLst>
              <a:ext uri="{FF2B5EF4-FFF2-40B4-BE49-F238E27FC236}">
                <a16:creationId xmlns:a16="http://schemas.microsoft.com/office/drawing/2014/main" id="{5FB40A14-F5D0-8EDB-126F-9A0DB9563EB2}"/>
              </a:ext>
            </a:extLst>
          </p:cNvPr>
          <p:cNvSpPr/>
          <p:nvPr/>
        </p:nvSpPr>
        <p:spPr>
          <a:xfrm>
            <a:off x="3308186" y="3579812"/>
            <a:ext cx="971876" cy="12863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pT217</a:t>
            </a:r>
            <a:r>
              <a:rPr lang="en-US" sz="1103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  <a:cs typeface="Arial"/>
              </a:rPr>
              <a:t> [IP-MS]</a:t>
            </a:r>
            <a:endParaRPr sz="1103" dirty="0">
              <a:solidFill>
                <a:schemeClr val="tx1">
                  <a:lumMod val="95000"/>
                  <a:lumOff val="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73" name="tx127">
            <a:extLst>
              <a:ext uri="{FF2B5EF4-FFF2-40B4-BE49-F238E27FC236}">
                <a16:creationId xmlns:a16="http://schemas.microsoft.com/office/drawing/2014/main" id="{FECB98E8-4C3A-65F7-9B07-F283C9B688FF}"/>
              </a:ext>
            </a:extLst>
          </p:cNvPr>
          <p:cNvSpPr/>
          <p:nvPr/>
        </p:nvSpPr>
        <p:spPr>
          <a:xfrm>
            <a:off x="5229225" y="2817812"/>
            <a:ext cx="187098" cy="12822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3" dirty="0">
                <a:solidFill>
                  <a:srgbClr val="007B82">
                    <a:alpha val="100000"/>
                  </a:srgbClr>
                </a:solidFill>
                <a:latin typeface="Arial"/>
                <a:cs typeface="Arial"/>
              </a:rPr>
              <a:t>Amyloid PET</a:t>
            </a:r>
            <a:endParaRPr sz="1103" dirty="0">
              <a:solidFill>
                <a:srgbClr val="007B82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74" name="tx103">
            <a:extLst>
              <a:ext uri="{FF2B5EF4-FFF2-40B4-BE49-F238E27FC236}">
                <a16:creationId xmlns:a16="http://schemas.microsoft.com/office/drawing/2014/main" id="{09465348-5E04-AB5A-7D95-528D5E7D6A63}"/>
              </a:ext>
            </a:extLst>
          </p:cNvPr>
          <p:cNvSpPr/>
          <p:nvPr/>
        </p:nvSpPr>
        <p:spPr>
          <a:xfrm>
            <a:off x="3308186" y="3902231"/>
            <a:ext cx="1190356" cy="12993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latin typeface="Arial"/>
                <a:cs typeface="Arial"/>
              </a:rPr>
              <a:t>pT181</a:t>
            </a:r>
            <a:r>
              <a:rPr lang="en-US" sz="1103" dirty="0">
                <a:latin typeface="Arial"/>
                <a:cs typeface="Arial"/>
              </a:rPr>
              <a:t> [Lumipulse]</a:t>
            </a:r>
            <a:endParaRPr sz="1103" dirty="0">
              <a:latin typeface="Arial"/>
              <a:cs typeface="Arial"/>
            </a:endParaRPr>
          </a:p>
        </p:txBody>
      </p:sp>
      <p:sp>
        <p:nvSpPr>
          <p:cNvPr id="175" name="tx99">
            <a:extLst>
              <a:ext uri="{FF2B5EF4-FFF2-40B4-BE49-F238E27FC236}">
                <a16:creationId xmlns:a16="http://schemas.microsoft.com/office/drawing/2014/main" id="{5F5FCDE4-9CC4-BF04-6B64-6BAD853F2C44}"/>
              </a:ext>
            </a:extLst>
          </p:cNvPr>
          <p:cNvSpPr/>
          <p:nvPr/>
        </p:nvSpPr>
        <p:spPr>
          <a:xfrm>
            <a:off x="3515739" y="3036182"/>
            <a:ext cx="1207957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pT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217 [IP-MS]</a:t>
            </a:r>
            <a:endParaRPr sz="1103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76" name="tx100">
            <a:extLst>
              <a:ext uri="{FF2B5EF4-FFF2-40B4-BE49-F238E27FC236}">
                <a16:creationId xmlns:a16="http://schemas.microsoft.com/office/drawing/2014/main" id="{3940F361-F110-A15D-CAE9-286796CFB4D2}"/>
              </a:ext>
            </a:extLst>
          </p:cNvPr>
          <p:cNvSpPr/>
          <p:nvPr/>
        </p:nvSpPr>
        <p:spPr>
          <a:xfrm>
            <a:off x="3449481" y="2882014"/>
            <a:ext cx="1340425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F8766D"/>
                </a:solidFill>
                <a:latin typeface="Arial"/>
                <a:cs typeface="Arial"/>
              </a:rPr>
              <a:t>pT181</a:t>
            </a:r>
            <a:r>
              <a:rPr lang="en-US" sz="1103" dirty="0">
                <a:solidFill>
                  <a:srgbClr val="F8766D"/>
                </a:solidFill>
                <a:latin typeface="Arial"/>
                <a:cs typeface="Arial"/>
              </a:rPr>
              <a:t> [</a:t>
            </a:r>
            <a:r>
              <a:rPr lang="en-US" sz="1103" dirty="0" err="1">
                <a:solidFill>
                  <a:srgbClr val="F8766D"/>
                </a:solidFill>
                <a:latin typeface="Arial"/>
                <a:cs typeface="Arial"/>
              </a:rPr>
              <a:t>Simoa</a:t>
            </a:r>
            <a:r>
              <a:rPr lang="en-US" sz="1103" dirty="0">
                <a:solidFill>
                  <a:srgbClr val="F8766D"/>
                </a:solidFill>
                <a:latin typeface="Arial"/>
                <a:cs typeface="Arial"/>
              </a:rPr>
              <a:t>]</a:t>
            </a:r>
            <a:endParaRPr sz="1103" dirty="0">
              <a:solidFill>
                <a:srgbClr val="F8766D"/>
              </a:solidFill>
              <a:latin typeface="Arial"/>
              <a:cs typeface="Arial"/>
            </a:endParaRPr>
          </a:p>
        </p:txBody>
      </p:sp>
      <p:sp>
        <p:nvSpPr>
          <p:cNvPr id="177" name="Left Brace 176">
            <a:extLst>
              <a:ext uri="{FF2B5EF4-FFF2-40B4-BE49-F238E27FC236}">
                <a16:creationId xmlns:a16="http://schemas.microsoft.com/office/drawing/2014/main" id="{D9F69578-8EA4-24B7-08B2-5BCD489A0806}"/>
              </a:ext>
            </a:extLst>
          </p:cNvPr>
          <p:cNvSpPr/>
          <p:nvPr/>
        </p:nvSpPr>
        <p:spPr>
          <a:xfrm>
            <a:off x="3552825" y="2604671"/>
            <a:ext cx="83224" cy="517941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8" name="tx69">
            <a:extLst>
              <a:ext uri="{FF2B5EF4-FFF2-40B4-BE49-F238E27FC236}">
                <a16:creationId xmlns:a16="http://schemas.microsoft.com/office/drawing/2014/main" id="{5253D938-10A1-DB34-5CDE-F5BF2D0FD246}"/>
              </a:ext>
            </a:extLst>
          </p:cNvPr>
          <p:cNvSpPr/>
          <p:nvPr/>
        </p:nvSpPr>
        <p:spPr>
          <a:xfrm>
            <a:off x="2113407" y="2756097"/>
            <a:ext cx="1036399" cy="1299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C77CFF"/>
                </a:solidFill>
                <a:latin typeface="Arial"/>
                <a:cs typeface="Arial"/>
              </a:rPr>
              <a:t>pT181</a:t>
            </a:r>
            <a:r>
              <a:rPr lang="en-US" sz="1103" dirty="0">
                <a:solidFill>
                  <a:srgbClr val="C77CFF"/>
                </a:solidFill>
                <a:latin typeface="Arial"/>
                <a:cs typeface="Arial"/>
              </a:rPr>
              <a:t>[IP-MS]</a:t>
            </a:r>
            <a:endParaRPr sz="1103" dirty="0">
              <a:solidFill>
                <a:srgbClr val="C77CFF"/>
              </a:solidFill>
              <a:latin typeface="Arial"/>
              <a:cs typeface="Arial"/>
            </a:endParaRPr>
          </a:p>
        </p:txBody>
      </p:sp>
      <p:sp>
        <p:nvSpPr>
          <p:cNvPr id="179" name="tx70">
            <a:extLst>
              <a:ext uri="{FF2B5EF4-FFF2-40B4-BE49-F238E27FC236}">
                <a16:creationId xmlns:a16="http://schemas.microsoft.com/office/drawing/2014/main" id="{3CEBC051-7EC9-7EAB-94A6-B1FCA3524395}"/>
              </a:ext>
            </a:extLst>
          </p:cNvPr>
          <p:cNvSpPr/>
          <p:nvPr/>
        </p:nvSpPr>
        <p:spPr>
          <a:xfrm>
            <a:off x="1944279" y="3071969"/>
            <a:ext cx="1122041" cy="1299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pT181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[Alamar]</a:t>
            </a:r>
            <a:endParaRPr sz="1103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180" name="tx71">
            <a:extLst>
              <a:ext uri="{FF2B5EF4-FFF2-40B4-BE49-F238E27FC236}">
                <a16:creationId xmlns:a16="http://schemas.microsoft.com/office/drawing/2014/main" id="{B4DC3213-D50B-53C2-0D2E-31C2D7CC1D8A}"/>
              </a:ext>
            </a:extLst>
          </p:cNvPr>
          <p:cNvSpPr/>
          <p:nvPr/>
        </p:nvSpPr>
        <p:spPr>
          <a:xfrm>
            <a:off x="2027765" y="2906248"/>
            <a:ext cx="1122041" cy="1299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latin typeface="Arial"/>
                <a:cs typeface="Arial"/>
              </a:rPr>
              <a:t>pT217</a:t>
            </a:r>
            <a:r>
              <a:rPr lang="en-US" sz="1103" dirty="0">
                <a:latin typeface="Arial"/>
                <a:cs typeface="Arial"/>
              </a:rPr>
              <a:t> [Alamar]</a:t>
            </a:r>
            <a:endParaRPr sz="1103" dirty="0">
              <a:latin typeface="Arial"/>
              <a:cs typeface="Arial"/>
            </a:endParaRPr>
          </a:p>
        </p:txBody>
      </p:sp>
      <p:sp>
        <p:nvSpPr>
          <p:cNvPr id="181" name="tx71">
            <a:extLst>
              <a:ext uri="{FF2B5EF4-FFF2-40B4-BE49-F238E27FC236}">
                <a16:creationId xmlns:a16="http://schemas.microsoft.com/office/drawing/2014/main" id="{DB2384D4-B491-0F87-64F3-B2AE76B7A36C}"/>
              </a:ext>
            </a:extLst>
          </p:cNvPr>
          <p:cNvSpPr/>
          <p:nvPr/>
        </p:nvSpPr>
        <p:spPr>
          <a:xfrm>
            <a:off x="2149854" y="2604841"/>
            <a:ext cx="1036400" cy="128634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pT181</a:t>
            </a:r>
            <a:r>
              <a:rPr lang="en-US" sz="110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[IP-MS]</a:t>
            </a:r>
            <a:endParaRPr sz="1103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9496D653-05DC-1A4A-C8D1-F9C07F148210}"/>
              </a:ext>
            </a:extLst>
          </p:cNvPr>
          <p:cNvCxnSpPr>
            <a:cxnSpLocks/>
          </p:cNvCxnSpPr>
          <p:nvPr/>
        </p:nvCxnSpPr>
        <p:spPr>
          <a:xfrm>
            <a:off x="3488384" y="3037068"/>
            <a:ext cx="89997" cy="26462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31C5069F-257F-B18A-650B-46E6729C204F}"/>
              </a:ext>
            </a:extLst>
          </p:cNvPr>
          <p:cNvCxnSpPr>
            <a:cxnSpLocks/>
          </p:cNvCxnSpPr>
          <p:nvPr/>
        </p:nvCxnSpPr>
        <p:spPr>
          <a:xfrm>
            <a:off x="2070645" y="2647488"/>
            <a:ext cx="119628" cy="19166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855DDB0F-8005-5599-F09A-449AD9A606F1}"/>
              </a:ext>
            </a:extLst>
          </p:cNvPr>
          <p:cNvCxnSpPr>
            <a:cxnSpLocks/>
          </p:cNvCxnSpPr>
          <p:nvPr/>
        </p:nvCxnSpPr>
        <p:spPr>
          <a:xfrm>
            <a:off x="2029955" y="2691653"/>
            <a:ext cx="155091" cy="12267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F75D1A2C-0B43-086B-CFFB-979A9A30B622}"/>
              </a:ext>
            </a:extLst>
          </p:cNvPr>
          <p:cNvCxnSpPr>
            <a:cxnSpLocks/>
          </p:cNvCxnSpPr>
          <p:nvPr/>
        </p:nvCxnSpPr>
        <p:spPr>
          <a:xfrm>
            <a:off x="1955832" y="2786297"/>
            <a:ext cx="50463" cy="30796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79544616-8FB7-0E69-5C80-FE693AF44289}"/>
              </a:ext>
            </a:extLst>
          </p:cNvPr>
          <p:cNvCxnSpPr>
            <a:cxnSpLocks/>
            <a:stCxn id="66" idx="5"/>
          </p:cNvCxnSpPr>
          <p:nvPr/>
        </p:nvCxnSpPr>
        <p:spPr>
          <a:xfrm>
            <a:off x="1998954" y="2740913"/>
            <a:ext cx="114453" cy="20512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tx140">
            <a:extLst>
              <a:ext uri="{FF2B5EF4-FFF2-40B4-BE49-F238E27FC236}">
                <a16:creationId xmlns:a16="http://schemas.microsoft.com/office/drawing/2014/main" id="{1248A099-018E-3EE2-BFA5-1BFCE1719C29}"/>
              </a:ext>
            </a:extLst>
          </p:cNvPr>
          <p:cNvSpPr/>
          <p:nvPr/>
        </p:nvSpPr>
        <p:spPr>
          <a:xfrm>
            <a:off x="1828340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190" name="tx141">
            <a:extLst>
              <a:ext uri="{FF2B5EF4-FFF2-40B4-BE49-F238E27FC236}">
                <a16:creationId xmlns:a16="http://schemas.microsoft.com/office/drawing/2014/main" id="{FE5673F5-F693-69AF-240A-7E2A5E4C6D71}"/>
              </a:ext>
            </a:extLst>
          </p:cNvPr>
          <p:cNvSpPr/>
          <p:nvPr/>
        </p:nvSpPr>
        <p:spPr>
          <a:xfrm>
            <a:off x="2157591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191" name="tx142">
            <a:extLst>
              <a:ext uri="{FF2B5EF4-FFF2-40B4-BE49-F238E27FC236}">
                <a16:creationId xmlns:a16="http://schemas.microsoft.com/office/drawing/2014/main" id="{EF2A080D-1CCB-3A0B-020F-AD715C807DCE}"/>
              </a:ext>
            </a:extLst>
          </p:cNvPr>
          <p:cNvSpPr/>
          <p:nvPr/>
        </p:nvSpPr>
        <p:spPr>
          <a:xfrm>
            <a:off x="2486842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192" name="tx143">
            <a:extLst>
              <a:ext uri="{FF2B5EF4-FFF2-40B4-BE49-F238E27FC236}">
                <a16:creationId xmlns:a16="http://schemas.microsoft.com/office/drawing/2014/main" id="{1BC3A1EB-B867-EC3E-2DAC-17929583DFFF}"/>
              </a:ext>
            </a:extLst>
          </p:cNvPr>
          <p:cNvSpPr/>
          <p:nvPr/>
        </p:nvSpPr>
        <p:spPr>
          <a:xfrm>
            <a:off x="2816093" y="41466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193" name="tx148">
            <a:extLst>
              <a:ext uri="{FF2B5EF4-FFF2-40B4-BE49-F238E27FC236}">
                <a16:creationId xmlns:a16="http://schemas.microsoft.com/office/drawing/2014/main" id="{1564EA12-D74F-E632-3E26-64BA5E0A0670}"/>
              </a:ext>
            </a:extLst>
          </p:cNvPr>
          <p:cNvSpPr/>
          <p:nvPr/>
        </p:nvSpPr>
        <p:spPr>
          <a:xfrm>
            <a:off x="3218885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194" name="tx149">
            <a:extLst>
              <a:ext uri="{FF2B5EF4-FFF2-40B4-BE49-F238E27FC236}">
                <a16:creationId xmlns:a16="http://schemas.microsoft.com/office/drawing/2014/main" id="{A9A68A4B-0F82-78DE-FE18-602F4B14B621}"/>
              </a:ext>
            </a:extLst>
          </p:cNvPr>
          <p:cNvSpPr/>
          <p:nvPr/>
        </p:nvSpPr>
        <p:spPr>
          <a:xfrm>
            <a:off x="3548136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195" name="tx150">
            <a:extLst>
              <a:ext uri="{FF2B5EF4-FFF2-40B4-BE49-F238E27FC236}">
                <a16:creationId xmlns:a16="http://schemas.microsoft.com/office/drawing/2014/main" id="{F72AB77C-C07A-D575-958A-81DCC0E89ADB}"/>
              </a:ext>
            </a:extLst>
          </p:cNvPr>
          <p:cNvSpPr/>
          <p:nvPr/>
        </p:nvSpPr>
        <p:spPr>
          <a:xfrm>
            <a:off x="3877388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196" name="tx151">
            <a:extLst>
              <a:ext uri="{FF2B5EF4-FFF2-40B4-BE49-F238E27FC236}">
                <a16:creationId xmlns:a16="http://schemas.microsoft.com/office/drawing/2014/main" id="{57C6420C-784F-2551-BEB3-E803A20CBBD3}"/>
              </a:ext>
            </a:extLst>
          </p:cNvPr>
          <p:cNvSpPr/>
          <p:nvPr/>
        </p:nvSpPr>
        <p:spPr>
          <a:xfrm>
            <a:off x="4206639" y="41466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197" name="tx156">
            <a:extLst>
              <a:ext uri="{FF2B5EF4-FFF2-40B4-BE49-F238E27FC236}">
                <a16:creationId xmlns:a16="http://schemas.microsoft.com/office/drawing/2014/main" id="{BCB20661-F029-FE56-460E-78218A8214ED}"/>
              </a:ext>
            </a:extLst>
          </p:cNvPr>
          <p:cNvSpPr/>
          <p:nvPr/>
        </p:nvSpPr>
        <p:spPr>
          <a:xfrm>
            <a:off x="4609430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0.0</a:t>
            </a:r>
          </a:p>
        </p:txBody>
      </p:sp>
      <p:sp>
        <p:nvSpPr>
          <p:cNvPr id="198" name="tx157">
            <a:extLst>
              <a:ext uri="{FF2B5EF4-FFF2-40B4-BE49-F238E27FC236}">
                <a16:creationId xmlns:a16="http://schemas.microsoft.com/office/drawing/2014/main" id="{5D66250F-170E-3F08-4682-4C092273B596}"/>
              </a:ext>
            </a:extLst>
          </p:cNvPr>
          <p:cNvSpPr/>
          <p:nvPr/>
        </p:nvSpPr>
        <p:spPr>
          <a:xfrm>
            <a:off x="4938682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2.5</a:t>
            </a:r>
          </a:p>
        </p:txBody>
      </p:sp>
      <p:sp>
        <p:nvSpPr>
          <p:cNvPr id="199" name="tx158">
            <a:extLst>
              <a:ext uri="{FF2B5EF4-FFF2-40B4-BE49-F238E27FC236}">
                <a16:creationId xmlns:a16="http://schemas.microsoft.com/office/drawing/2014/main" id="{F5735C00-1976-ECC5-58B0-B010521FFF35}"/>
              </a:ext>
            </a:extLst>
          </p:cNvPr>
          <p:cNvSpPr/>
          <p:nvPr/>
        </p:nvSpPr>
        <p:spPr>
          <a:xfrm>
            <a:off x="5267933" y="4145262"/>
            <a:ext cx="155361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5.0</a:t>
            </a:r>
          </a:p>
        </p:txBody>
      </p:sp>
      <p:sp>
        <p:nvSpPr>
          <p:cNvPr id="200" name="tx159">
            <a:extLst>
              <a:ext uri="{FF2B5EF4-FFF2-40B4-BE49-F238E27FC236}">
                <a16:creationId xmlns:a16="http://schemas.microsoft.com/office/drawing/2014/main" id="{4D2C0466-00A0-F4EE-1645-2690547DF076}"/>
              </a:ext>
            </a:extLst>
          </p:cNvPr>
          <p:cNvSpPr/>
          <p:nvPr/>
        </p:nvSpPr>
        <p:spPr>
          <a:xfrm>
            <a:off x="5597184" y="4146626"/>
            <a:ext cx="155361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7.5</a:t>
            </a:r>
          </a:p>
        </p:txBody>
      </p:sp>
      <p:sp>
        <p:nvSpPr>
          <p:cNvPr id="201" name="tx160">
            <a:extLst>
              <a:ext uri="{FF2B5EF4-FFF2-40B4-BE49-F238E27FC236}">
                <a16:creationId xmlns:a16="http://schemas.microsoft.com/office/drawing/2014/main" id="{E6F71FBB-1DF5-527B-52A0-72FA80E73079}"/>
              </a:ext>
            </a:extLst>
          </p:cNvPr>
          <p:cNvSpPr/>
          <p:nvPr/>
        </p:nvSpPr>
        <p:spPr>
          <a:xfrm>
            <a:off x="1733786" y="3956481"/>
            <a:ext cx="99372" cy="8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-4</a:t>
            </a:r>
          </a:p>
        </p:txBody>
      </p:sp>
      <p:sp>
        <p:nvSpPr>
          <p:cNvPr id="202" name="tx161">
            <a:extLst>
              <a:ext uri="{FF2B5EF4-FFF2-40B4-BE49-F238E27FC236}">
                <a16:creationId xmlns:a16="http://schemas.microsoft.com/office/drawing/2014/main" id="{D63278D4-CB35-E110-A428-8BDE400C309D}"/>
              </a:ext>
            </a:extLst>
          </p:cNvPr>
          <p:cNvSpPr/>
          <p:nvPr/>
        </p:nvSpPr>
        <p:spPr>
          <a:xfrm>
            <a:off x="1733786" y="3661996"/>
            <a:ext cx="99372" cy="8174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-3</a:t>
            </a:r>
          </a:p>
        </p:txBody>
      </p:sp>
      <p:sp>
        <p:nvSpPr>
          <p:cNvPr id="203" name="tx162">
            <a:extLst>
              <a:ext uri="{FF2B5EF4-FFF2-40B4-BE49-F238E27FC236}">
                <a16:creationId xmlns:a16="http://schemas.microsoft.com/office/drawing/2014/main" id="{4641C2A6-7335-E52A-D855-949C3B147B64}"/>
              </a:ext>
            </a:extLst>
          </p:cNvPr>
          <p:cNvSpPr/>
          <p:nvPr/>
        </p:nvSpPr>
        <p:spPr>
          <a:xfrm>
            <a:off x="1733786" y="3370676"/>
            <a:ext cx="99372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-2</a:t>
            </a:r>
          </a:p>
        </p:txBody>
      </p:sp>
      <p:sp>
        <p:nvSpPr>
          <p:cNvPr id="204" name="tx163">
            <a:extLst>
              <a:ext uri="{FF2B5EF4-FFF2-40B4-BE49-F238E27FC236}">
                <a16:creationId xmlns:a16="http://schemas.microsoft.com/office/drawing/2014/main" id="{892F3D9B-1FCC-3E52-CC2F-203787E76AF8}"/>
              </a:ext>
            </a:extLst>
          </p:cNvPr>
          <p:cNvSpPr/>
          <p:nvPr/>
        </p:nvSpPr>
        <p:spPr>
          <a:xfrm>
            <a:off x="1733786" y="3077938"/>
            <a:ext cx="99372" cy="80327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-1</a:t>
            </a:r>
          </a:p>
        </p:txBody>
      </p:sp>
      <p:sp>
        <p:nvSpPr>
          <p:cNvPr id="205" name="tx164">
            <a:extLst>
              <a:ext uri="{FF2B5EF4-FFF2-40B4-BE49-F238E27FC236}">
                <a16:creationId xmlns:a16="http://schemas.microsoft.com/office/drawing/2014/main" id="{248B5BF1-630E-9562-4DBA-C3666E785C30}"/>
              </a:ext>
            </a:extLst>
          </p:cNvPr>
          <p:cNvSpPr/>
          <p:nvPr/>
        </p:nvSpPr>
        <p:spPr>
          <a:xfrm>
            <a:off x="1771003" y="2783835"/>
            <a:ext cx="62155" cy="8169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880">
                <a:solidFill>
                  <a:srgbClr val="4D4D4D">
                    <a:alpha val="100000"/>
                  </a:srgbClr>
                </a:solidFill>
                <a:latin typeface="Arial"/>
                <a:cs typeface="Arial"/>
              </a:rPr>
              <a:t>0</a:t>
            </a:r>
          </a:p>
        </p:txBody>
      </p:sp>
      <p:sp>
        <p:nvSpPr>
          <p:cNvPr id="206" name="tx130">
            <a:extLst>
              <a:ext uri="{FF2B5EF4-FFF2-40B4-BE49-F238E27FC236}">
                <a16:creationId xmlns:a16="http://schemas.microsoft.com/office/drawing/2014/main" id="{45554F1E-F4E7-3BF5-3CE6-711DC31871E5}"/>
              </a:ext>
            </a:extLst>
          </p:cNvPr>
          <p:cNvSpPr/>
          <p:nvPr/>
        </p:nvSpPr>
        <p:spPr>
          <a:xfrm>
            <a:off x="2220795" y="2401027"/>
            <a:ext cx="670941" cy="1048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Low </a:t>
            </a:r>
            <a:r>
              <a:rPr lang="el-GR" sz="9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</a:t>
            </a:r>
            <a:r>
              <a:rPr lang="en-US" sz="9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 </a:t>
            </a:r>
            <a:r>
              <a:rPr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(-1.</a:t>
            </a: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8</a:t>
            </a:r>
            <a:r>
              <a:rPr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,-0.6</a:t>
            </a: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)</a:t>
            </a:r>
            <a:endParaRPr sz="880" dirty="0">
              <a:solidFill>
                <a:srgbClr val="1A1A1A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07" name="tx132">
            <a:extLst>
              <a:ext uri="{FF2B5EF4-FFF2-40B4-BE49-F238E27FC236}">
                <a16:creationId xmlns:a16="http://schemas.microsoft.com/office/drawing/2014/main" id="{1D929D1B-AF01-6876-20C3-61F8BA318724}"/>
              </a:ext>
            </a:extLst>
          </p:cNvPr>
          <p:cNvSpPr/>
          <p:nvPr/>
        </p:nvSpPr>
        <p:spPr>
          <a:xfrm>
            <a:off x="3648558" y="2401027"/>
            <a:ext cx="596508" cy="1048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Medium </a:t>
            </a:r>
            <a:r>
              <a:rPr lang="el-GR" sz="9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</a:t>
            </a:r>
            <a:r>
              <a:rPr lang="en-US" sz="9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 </a:t>
            </a:r>
            <a:r>
              <a:rPr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(0.5,1.</a:t>
            </a: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8)</a:t>
            </a:r>
            <a:endParaRPr sz="880" dirty="0">
              <a:solidFill>
                <a:srgbClr val="1A1A1A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08" name="tx134">
            <a:extLst>
              <a:ext uri="{FF2B5EF4-FFF2-40B4-BE49-F238E27FC236}">
                <a16:creationId xmlns:a16="http://schemas.microsoft.com/office/drawing/2014/main" id="{2402FE11-14D3-AE0E-EB26-05D04E780002}"/>
              </a:ext>
            </a:extLst>
          </p:cNvPr>
          <p:cNvSpPr/>
          <p:nvPr/>
        </p:nvSpPr>
        <p:spPr>
          <a:xfrm>
            <a:off x="5070181" y="2401027"/>
            <a:ext cx="534352" cy="10488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880"/>
              </a:lnSpc>
            </a:pP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High </a:t>
            </a:r>
            <a:r>
              <a:rPr lang="el-GR" sz="9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α</a:t>
            </a:r>
            <a:r>
              <a:rPr lang="en-US" sz="9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 </a:t>
            </a:r>
            <a:r>
              <a:rPr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(1.7,2.</a:t>
            </a:r>
            <a:r>
              <a:rPr lang="en-US" sz="880" dirty="0">
                <a:solidFill>
                  <a:srgbClr val="1A1A1A">
                    <a:alpha val="100000"/>
                  </a:srgbClr>
                </a:solidFill>
                <a:latin typeface="Arial"/>
                <a:cs typeface="Arial"/>
              </a:rPr>
              <a:t>9)</a:t>
            </a:r>
            <a:endParaRPr sz="880" dirty="0">
              <a:solidFill>
                <a:srgbClr val="1A1A1A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09" name="tx169">
            <a:extLst>
              <a:ext uri="{FF2B5EF4-FFF2-40B4-BE49-F238E27FC236}">
                <a16:creationId xmlns:a16="http://schemas.microsoft.com/office/drawing/2014/main" id="{BD5D4DFD-1D35-3079-71EC-ABA7AAF6929C}"/>
              </a:ext>
            </a:extLst>
          </p:cNvPr>
          <p:cNvSpPr/>
          <p:nvPr/>
        </p:nvSpPr>
        <p:spPr>
          <a:xfrm>
            <a:off x="3733237" y="4292569"/>
            <a:ext cx="427149" cy="10347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lang="el-GR" sz="20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ω</a:t>
            </a:r>
            <a:endParaRPr sz="20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10" name="tx170">
            <a:extLst>
              <a:ext uri="{FF2B5EF4-FFF2-40B4-BE49-F238E27FC236}">
                <a16:creationId xmlns:a16="http://schemas.microsoft.com/office/drawing/2014/main" id="{0FE087EC-E59C-9B1C-371D-F5CBD9EA0584}"/>
              </a:ext>
            </a:extLst>
          </p:cNvPr>
          <p:cNvSpPr/>
          <p:nvPr/>
        </p:nvSpPr>
        <p:spPr>
          <a:xfrm>
            <a:off x="1564570" y="3281528"/>
            <a:ext cx="100886" cy="10000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>
              <a:lnSpc>
                <a:spcPts val="1100"/>
              </a:lnSpc>
            </a:pPr>
            <a:r>
              <a:rPr lang="el-GR" sz="2000" dirty="0">
                <a:solidFill>
                  <a:srgbClr val="1A1A1A">
                    <a:alpha val="100000"/>
                  </a:srgbClr>
                </a:solidFill>
                <a:latin typeface="Georgia" panose="02040502050405020303" pitchFamily="18" charset="0"/>
                <a:cs typeface="Arial"/>
              </a:rPr>
              <a:t>ξ</a:t>
            </a:r>
            <a:endParaRPr sz="20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11" name="tx171">
            <a:extLst>
              <a:ext uri="{FF2B5EF4-FFF2-40B4-BE49-F238E27FC236}">
                <a16:creationId xmlns:a16="http://schemas.microsoft.com/office/drawing/2014/main" id="{237C0358-9FBB-8448-7694-66AADD5F5BE2}"/>
              </a:ext>
            </a:extLst>
          </p:cNvPr>
          <p:cNvSpPr/>
          <p:nvPr/>
        </p:nvSpPr>
        <p:spPr>
          <a:xfrm>
            <a:off x="352425" y="684212"/>
            <a:ext cx="2357601" cy="153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A.</a:t>
            </a:r>
            <a:endParaRPr sz="18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12" name="tx171">
            <a:extLst>
              <a:ext uri="{FF2B5EF4-FFF2-40B4-BE49-F238E27FC236}">
                <a16:creationId xmlns:a16="http://schemas.microsoft.com/office/drawing/2014/main" id="{5A9F17DF-7CA6-61F9-3C0D-483F667A5736}"/>
              </a:ext>
            </a:extLst>
          </p:cNvPr>
          <p:cNvSpPr/>
          <p:nvPr/>
        </p:nvSpPr>
        <p:spPr>
          <a:xfrm>
            <a:off x="352425" y="2208212"/>
            <a:ext cx="2357601" cy="15331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B.</a:t>
            </a:r>
            <a:endParaRPr sz="18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13" name="pl126">
            <a:extLst>
              <a:ext uri="{FF2B5EF4-FFF2-40B4-BE49-F238E27FC236}">
                <a16:creationId xmlns:a16="http://schemas.microsoft.com/office/drawing/2014/main" id="{41EE3049-2581-26FD-97CF-E76B9D9FEEF4}"/>
              </a:ext>
            </a:extLst>
          </p:cNvPr>
          <p:cNvSpPr/>
          <p:nvPr/>
        </p:nvSpPr>
        <p:spPr>
          <a:xfrm>
            <a:off x="5076825" y="4558067"/>
            <a:ext cx="127708" cy="0"/>
          </a:xfrm>
          <a:custGeom>
            <a:avLst/>
            <a:gdLst/>
            <a:ahLst/>
            <a:cxnLst/>
            <a:rect l="0" t="0" r="0" b="0"/>
            <a:pathLst>
              <a:path w="127708">
                <a:moveTo>
                  <a:pt x="0" y="0"/>
                </a:moveTo>
                <a:lnTo>
                  <a:pt x="127708" y="0"/>
                </a:lnTo>
              </a:path>
            </a:pathLst>
          </a:custGeom>
          <a:ln w="9000" cap="rnd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14" name="pg95">
            <a:extLst>
              <a:ext uri="{FF2B5EF4-FFF2-40B4-BE49-F238E27FC236}">
                <a16:creationId xmlns:a16="http://schemas.microsoft.com/office/drawing/2014/main" id="{D00AD784-B3DA-B1B1-1B5D-E78239C92DC2}"/>
              </a:ext>
            </a:extLst>
          </p:cNvPr>
          <p:cNvSpPr/>
          <p:nvPr/>
        </p:nvSpPr>
        <p:spPr>
          <a:xfrm>
            <a:off x="4240286" y="4490632"/>
            <a:ext cx="121618" cy="105324"/>
          </a:xfrm>
          <a:custGeom>
            <a:avLst/>
            <a:gdLst/>
            <a:ahLst/>
            <a:cxnLst/>
            <a:rect l="0" t="0" r="0" b="0"/>
            <a:pathLst>
              <a:path w="121618" h="105324">
                <a:moveTo>
                  <a:pt x="60809" y="0"/>
                </a:moveTo>
                <a:lnTo>
                  <a:pt x="121618" y="105324"/>
                </a:lnTo>
                <a:lnTo>
                  <a:pt x="0" y="105324"/>
                </a:lnTo>
                <a:close/>
              </a:path>
            </a:pathLst>
          </a:custGeom>
          <a:solidFill>
            <a:schemeClr val="tx1"/>
          </a:solidFill>
          <a:ln>
            <a:solidFill>
              <a:schemeClr val="tx1"/>
            </a:solidFill>
          </a:ln>
        </p:spPr>
        <p:txBody>
          <a:bodyPr/>
          <a:lstStyle/>
          <a:p>
            <a:endParaRPr sz="1400"/>
          </a:p>
        </p:txBody>
      </p:sp>
      <p:sp>
        <p:nvSpPr>
          <p:cNvPr id="215" name="pt99">
            <a:extLst>
              <a:ext uri="{FF2B5EF4-FFF2-40B4-BE49-F238E27FC236}">
                <a16:creationId xmlns:a16="http://schemas.microsoft.com/office/drawing/2014/main" id="{2F4031F9-0EDC-9914-BB1C-6F91AC05FD59}"/>
              </a:ext>
            </a:extLst>
          </p:cNvPr>
          <p:cNvSpPr/>
          <p:nvPr/>
        </p:nvSpPr>
        <p:spPr>
          <a:xfrm>
            <a:off x="3650737" y="4490588"/>
            <a:ext cx="90303" cy="90303"/>
          </a:xfrm>
          <a:prstGeom prst="ellipse">
            <a:avLst/>
          </a:prstGeom>
          <a:solidFill>
            <a:schemeClr val="tx1"/>
          </a:solidFill>
          <a:ln w="9000" cap="rnd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  <p:sp>
        <p:nvSpPr>
          <p:cNvPr id="216" name="tx126">
            <a:extLst>
              <a:ext uri="{FF2B5EF4-FFF2-40B4-BE49-F238E27FC236}">
                <a16:creationId xmlns:a16="http://schemas.microsoft.com/office/drawing/2014/main" id="{23625F0A-25DD-05CD-ADCC-B7413FBBE2C2}"/>
              </a:ext>
            </a:extLst>
          </p:cNvPr>
          <p:cNvSpPr/>
          <p:nvPr/>
        </p:nvSpPr>
        <p:spPr>
          <a:xfrm>
            <a:off x="4088554" y="4497307"/>
            <a:ext cx="1207957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</a:t>
            </a:r>
            <a:r>
              <a:rPr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lasma</a:t>
            </a:r>
          </a:p>
        </p:txBody>
      </p:sp>
      <p:sp>
        <p:nvSpPr>
          <p:cNvPr id="217" name="tx126">
            <a:extLst>
              <a:ext uri="{FF2B5EF4-FFF2-40B4-BE49-F238E27FC236}">
                <a16:creationId xmlns:a16="http://schemas.microsoft.com/office/drawing/2014/main" id="{63358484-AEED-7718-E4AD-0FC30FC82B3F}"/>
              </a:ext>
            </a:extLst>
          </p:cNvPr>
          <p:cNvSpPr/>
          <p:nvPr/>
        </p:nvSpPr>
        <p:spPr>
          <a:xfrm>
            <a:off x="3387773" y="4498022"/>
            <a:ext cx="1207957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CSF</a:t>
            </a:r>
            <a:endParaRPr sz="14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18" name="tx126">
            <a:extLst>
              <a:ext uri="{FF2B5EF4-FFF2-40B4-BE49-F238E27FC236}">
                <a16:creationId xmlns:a16="http://schemas.microsoft.com/office/drawing/2014/main" id="{C34044ED-844B-2519-6EA3-3A04F41C1E1B}"/>
              </a:ext>
            </a:extLst>
          </p:cNvPr>
          <p:cNvSpPr/>
          <p:nvPr/>
        </p:nvSpPr>
        <p:spPr>
          <a:xfrm>
            <a:off x="4868992" y="4507709"/>
            <a:ext cx="1207957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PET</a:t>
            </a:r>
            <a:endParaRPr sz="14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19" name="tx126">
            <a:extLst>
              <a:ext uri="{FF2B5EF4-FFF2-40B4-BE49-F238E27FC236}">
                <a16:creationId xmlns:a16="http://schemas.microsoft.com/office/drawing/2014/main" id="{F449B06D-67D1-F8D9-1755-1645A825F127}"/>
              </a:ext>
            </a:extLst>
          </p:cNvPr>
          <p:cNvSpPr/>
          <p:nvPr/>
        </p:nvSpPr>
        <p:spPr>
          <a:xfrm>
            <a:off x="2205798" y="4495652"/>
            <a:ext cx="1207957" cy="12863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>
              <a:lnSpc>
                <a:spcPts val="1103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Biomarker Modality</a:t>
            </a:r>
            <a:endParaRPr sz="14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220" name="pl127">
            <a:extLst>
              <a:ext uri="{FF2B5EF4-FFF2-40B4-BE49-F238E27FC236}">
                <a16:creationId xmlns:a16="http://schemas.microsoft.com/office/drawing/2014/main" id="{9ED1B3E7-3D9E-E4D2-2583-FD2D7EBEFB5A}"/>
              </a:ext>
            </a:extLst>
          </p:cNvPr>
          <p:cNvSpPr/>
          <p:nvPr/>
        </p:nvSpPr>
        <p:spPr>
          <a:xfrm>
            <a:off x="5140679" y="4494212"/>
            <a:ext cx="0" cy="127708"/>
          </a:xfrm>
          <a:custGeom>
            <a:avLst/>
            <a:gdLst/>
            <a:ahLst/>
            <a:cxnLst/>
            <a:rect l="0" t="0" r="0" b="0"/>
            <a:pathLst>
              <a:path h="127708">
                <a:moveTo>
                  <a:pt x="0" y="127708"/>
                </a:moveTo>
                <a:lnTo>
                  <a:pt x="0" y="0"/>
                </a:lnTo>
              </a:path>
            </a:pathLst>
          </a:custGeom>
          <a:ln w="9000" cap="rnd">
            <a:solidFill>
              <a:schemeClr val="tx1"/>
            </a:solidFill>
            <a:prstDash val="solid"/>
            <a:round/>
          </a:ln>
        </p:spPr>
        <p:txBody>
          <a:bodyPr/>
          <a:lstStyle/>
          <a:p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132</Words>
  <Application>Microsoft Office PowerPoint</Application>
  <PresentationFormat>Custom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Georgia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 Wenseleers</dc:creator>
  <cp:lastModifiedBy>Julie Wisch</cp:lastModifiedBy>
  <cp:revision>10</cp:revision>
  <dcterms:created xsi:type="dcterms:W3CDTF">2015-07-14T21:05:00Z</dcterms:created>
  <dcterms:modified xsi:type="dcterms:W3CDTF">2026-02-17T21:28:29Z</dcterms:modified>
</cp:coreProperties>
</file>