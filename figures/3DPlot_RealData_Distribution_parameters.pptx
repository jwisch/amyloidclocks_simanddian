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7562850" cy="5330825"/>
  <p:notesSz cx="6858000" cy="9144000"/>
  <p:defaultTextStyle>
    <a:defPPr>
      <a:defRPr lang="en-US"/>
    </a:defPPr>
    <a:lvl1pPr marL="0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63113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526227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78934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05245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131556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157868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184179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210490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-1325" y="-62"/>
      </p:cViewPr>
      <p:guideLst>
        <p:guide orient="horz" pos="1679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56014"/>
            <a:ext cx="6428422" cy="11426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4428" y="3020801"/>
            <a:ext cx="5293995" cy="136232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631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26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89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52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155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786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417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104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414" y="3425550"/>
            <a:ext cx="6428422" cy="1058761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414" y="2259433"/>
            <a:ext cx="6428422" cy="1166118"/>
          </a:xfrm>
        </p:spPr>
        <p:txBody>
          <a:bodyPr anchor="b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6311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2622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8934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05245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31556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57868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84179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10490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9656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59570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5" y="1193267"/>
            <a:ext cx="3341572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8145" y="1690563"/>
            <a:ext cx="3341572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41824" y="1193267"/>
            <a:ext cx="3342886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41824" y="1690563"/>
            <a:ext cx="3342886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5" y="212246"/>
            <a:ext cx="2488126" cy="903279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6865" y="212248"/>
            <a:ext cx="4227843" cy="454971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8145" y="1115526"/>
            <a:ext cx="2488126" cy="3646433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372" y="3731578"/>
            <a:ext cx="4537710" cy="440534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82372" y="476319"/>
            <a:ext cx="4537710" cy="3198495"/>
          </a:xfrm>
        </p:spPr>
        <p:txBody>
          <a:bodyPr/>
          <a:lstStyle>
            <a:lvl1pPr marL="0" indent="0">
              <a:buNone/>
              <a:defRPr sz="1800"/>
            </a:lvl1pPr>
            <a:lvl2pPr marL="263113" indent="0">
              <a:buNone/>
              <a:defRPr sz="1600"/>
            </a:lvl2pPr>
            <a:lvl3pPr marL="526227" indent="0">
              <a:buNone/>
              <a:defRPr sz="1400"/>
            </a:lvl3pPr>
            <a:lvl4pPr marL="789341" indent="0">
              <a:buNone/>
              <a:defRPr sz="1200"/>
            </a:lvl4pPr>
            <a:lvl5pPr marL="1052454" indent="0">
              <a:buNone/>
              <a:defRPr sz="1200"/>
            </a:lvl5pPr>
            <a:lvl6pPr marL="1315568" indent="0">
              <a:buNone/>
              <a:defRPr sz="1200"/>
            </a:lvl6pPr>
            <a:lvl7pPr marL="1578681" indent="0">
              <a:buNone/>
              <a:defRPr sz="1200"/>
            </a:lvl7pPr>
            <a:lvl8pPr marL="1841794" indent="0">
              <a:buNone/>
              <a:defRPr sz="1200"/>
            </a:lvl8pPr>
            <a:lvl9pPr marL="2104908" indent="0">
              <a:buNone/>
              <a:defRPr sz="1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372" y="4172112"/>
            <a:ext cx="4537710" cy="625631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39989" y="213483"/>
            <a:ext cx="1843445" cy="454847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657" y="213483"/>
            <a:ext cx="5404287" cy="454847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  <a:prstGeom prst="rect">
            <a:avLst/>
          </a:prstGeom>
        </p:spPr>
        <p:txBody>
          <a:bodyPr vert="horz" lIns="52622" tIns="26311" rIns="52622" bIns="2631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3" y="1243861"/>
            <a:ext cx="6806565" cy="3518098"/>
          </a:xfrm>
          <a:prstGeom prst="rect">
            <a:avLst/>
          </a:prstGeom>
        </p:spPr>
        <p:txBody>
          <a:bodyPr vert="horz" lIns="52622" tIns="26311" rIns="52622" bIns="2631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8142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3974" y="4940888"/>
            <a:ext cx="2394903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20043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26227" rtl="0" eaLnBrk="1" latinLnBrk="0" hangingPunct="1">
        <a:spcBef>
          <a:spcPct val="0"/>
        </a:spcBef>
        <a:buNone/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335" indent="-197335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27559" indent="-164446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57784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20897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8401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4712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10238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97335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3646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63113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26227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8934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05245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1556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57868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84179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10490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495425" y="836612"/>
            <a:ext cx="4572000" cy="3657600"/>
            <a:chOff x="1495425" y="836612"/>
            <a:chExt cx="4572000" cy="3657600"/>
          </a:xfrm>
        </p:grpSpPr>
        <p:sp>
          <p:nvSpPr>
            <p:cNvPr id="3" name="rc3"/>
            <p:cNvSpPr/>
            <p:nvPr/>
          </p:nvSpPr>
          <p:spPr>
            <a:xfrm>
              <a:off x="1495425" y="836612"/>
              <a:ext cx="4572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495425" y="836612"/>
              <a:ext cx="457199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895788" y="1131844"/>
              <a:ext cx="1320956" cy="21656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895788" y="3199029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895788" y="2841074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95788" y="2483120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95788" y="2125166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895788" y="1767212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895788" y="1409258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111168" y="1131844"/>
              <a:ext cx="0" cy="2165622"/>
            </a:xfrm>
            <a:custGeom>
              <a:avLst/>
              <a:pathLst>
                <a:path w="0" h="2165622">
                  <a:moveTo>
                    <a:pt x="0" y="21656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409892" y="1131844"/>
              <a:ext cx="0" cy="2165622"/>
            </a:xfrm>
            <a:custGeom>
              <a:avLst/>
              <a:pathLst>
                <a:path w="0" h="2165622">
                  <a:moveTo>
                    <a:pt x="0" y="21656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708616" y="1131844"/>
              <a:ext cx="0" cy="2165622"/>
            </a:xfrm>
            <a:custGeom>
              <a:avLst/>
              <a:pathLst>
                <a:path w="0" h="2165622">
                  <a:moveTo>
                    <a:pt x="0" y="21656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007339" y="1131844"/>
              <a:ext cx="0" cy="2165622"/>
            </a:xfrm>
            <a:custGeom>
              <a:avLst/>
              <a:pathLst>
                <a:path w="0" h="2165622">
                  <a:moveTo>
                    <a:pt x="0" y="21656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895788" y="3020052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895788" y="2662097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895788" y="2304143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895788" y="1946189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895788" y="1588235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895788" y="1230281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961806" y="1131844"/>
              <a:ext cx="0" cy="2165622"/>
            </a:xfrm>
            <a:custGeom>
              <a:avLst/>
              <a:pathLst>
                <a:path w="0" h="2165622">
                  <a:moveTo>
                    <a:pt x="0" y="21656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60530" y="1131844"/>
              <a:ext cx="0" cy="2165622"/>
            </a:xfrm>
            <a:custGeom>
              <a:avLst/>
              <a:pathLst>
                <a:path w="0" h="2165622">
                  <a:moveTo>
                    <a:pt x="0" y="21656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59254" y="1131844"/>
              <a:ext cx="0" cy="2165622"/>
            </a:xfrm>
            <a:custGeom>
              <a:avLst/>
              <a:pathLst>
                <a:path w="0" h="2165622">
                  <a:moveTo>
                    <a:pt x="0" y="21656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857977" y="1131844"/>
              <a:ext cx="0" cy="2165622"/>
            </a:xfrm>
            <a:custGeom>
              <a:avLst/>
              <a:pathLst>
                <a:path w="0" h="2165622">
                  <a:moveTo>
                    <a:pt x="0" y="21656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156701" y="1131844"/>
              <a:ext cx="0" cy="2165622"/>
            </a:xfrm>
            <a:custGeom>
              <a:avLst/>
              <a:pathLst>
                <a:path w="0" h="2165622">
                  <a:moveTo>
                    <a:pt x="0" y="21656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2009047" y="1334543"/>
              <a:ext cx="104670" cy="90647"/>
            </a:xfrm>
            <a:custGeom>
              <a:avLst/>
              <a:pathLst>
                <a:path w="104670" h="90647">
                  <a:moveTo>
                    <a:pt x="52335" y="0"/>
                  </a:moveTo>
                  <a:lnTo>
                    <a:pt x="104670" y="90647"/>
                  </a:lnTo>
                  <a:lnTo>
                    <a:pt x="0" y="90647"/>
                  </a:lnTo>
                  <a:close/>
                </a:path>
              </a:pathLst>
            </a:custGeom>
            <a:solidFill>
              <a:srgbClr val="00BA38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029566" y="1730397"/>
              <a:ext cx="150247" cy="150247"/>
            </a:xfrm>
            <a:prstGeom prst="ellipse">
              <a:avLst/>
            </a:prstGeom>
            <a:solidFill>
              <a:srgbClr val="00BA38">
                <a:alpha val="54901"/>
              </a:srgbClr>
            </a:solidFill>
            <a:ln w="9000" cap="rnd">
              <a:solidFill>
                <a:srgbClr val="00BA38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1898488" y="1536193"/>
              <a:ext cx="226602" cy="196243"/>
            </a:xfrm>
            <a:custGeom>
              <a:avLst/>
              <a:pathLst>
                <a:path w="226602" h="196243">
                  <a:moveTo>
                    <a:pt x="113301" y="0"/>
                  </a:moveTo>
                  <a:lnTo>
                    <a:pt x="226602" y="196243"/>
                  </a:lnTo>
                  <a:lnTo>
                    <a:pt x="0" y="196243"/>
                  </a:lnTo>
                  <a:close/>
                </a:path>
              </a:pathLst>
            </a:custGeom>
            <a:solidFill>
              <a:srgbClr val="F8766D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012656" y="1405428"/>
              <a:ext cx="36101" cy="36101"/>
            </a:xfrm>
            <a:prstGeom prst="ellipse">
              <a:avLst/>
            </a:prstGeom>
            <a:solidFill>
              <a:srgbClr val="F8766D">
                <a:alpha val="54901"/>
              </a:srgbClr>
            </a:solidFill>
            <a:ln w="9000" cap="rnd">
              <a:solidFill>
                <a:srgbClr val="F8766D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923790" y="1563352"/>
              <a:ext cx="213509" cy="184904"/>
            </a:xfrm>
            <a:custGeom>
              <a:avLst/>
              <a:pathLst>
                <a:path w="213509" h="184904">
                  <a:moveTo>
                    <a:pt x="106754" y="0"/>
                  </a:moveTo>
                  <a:lnTo>
                    <a:pt x="213509" y="184904"/>
                  </a:lnTo>
                  <a:lnTo>
                    <a:pt x="0" y="184904"/>
                  </a:lnTo>
                  <a:close/>
                </a:path>
              </a:pathLst>
            </a:custGeom>
            <a:solidFill>
              <a:srgbClr val="F8766D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1953128" y="1589410"/>
              <a:ext cx="147214" cy="147214"/>
            </a:xfrm>
            <a:prstGeom prst="ellipse">
              <a:avLst/>
            </a:prstGeom>
            <a:solidFill>
              <a:srgbClr val="F8766D">
                <a:alpha val="54901"/>
              </a:srgbClr>
            </a:solidFill>
            <a:ln w="9000" cap="rnd">
              <a:solidFill>
                <a:srgbClr val="F8766D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3000750" y="2933188"/>
              <a:ext cx="191552" cy="165889"/>
            </a:xfrm>
            <a:custGeom>
              <a:avLst/>
              <a:pathLst>
                <a:path w="191552" h="165889">
                  <a:moveTo>
                    <a:pt x="95776" y="0"/>
                  </a:moveTo>
                  <a:lnTo>
                    <a:pt x="191552" y="165889"/>
                  </a:lnTo>
                  <a:lnTo>
                    <a:pt x="0" y="165889"/>
                  </a:lnTo>
                  <a:close/>
                </a:path>
              </a:pathLst>
            </a:custGeom>
            <a:solidFill>
              <a:srgbClr val="00BFC4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895788" y="1131844"/>
              <a:ext cx="1320956" cy="21656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286334" y="1131844"/>
              <a:ext cx="1320956" cy="21656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286334" y="3199029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286334" y="2841074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286334" y="2483120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286334" y="2125166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286334" y="1767212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286334" y="1409258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3501714" y="1131844"/>
              <a:ext cx="0" cy="2165622"/>
            </a:xfrm>
            <a:custGeom>
              <a:avLst/>
              <a:pathLst>
                <a:path w="0" h="2165622">
                  <a:moveTo>
                    <a:pt x="0" y="21656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3800437" y="1131844"/>
              <a:ext cx="0" cy="2165622"/>
            </a:xfrm>
            <a:custGeom>
              <a:avLst/>
              <a:pathLst>
                <a:path w="0" h="2165622">
                  <a:moveTo>
                    <a:pt x="0" y="21656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4099161" y="1131844"/>
              <a:ext cx="0" cy="2165622"/>
            </a:xfrm>
            <a:custGeom>
              <a:avLst/>
              <a:pathLst>
                <a:path w="0" h="2165622">
                  <a:moveTo>
                    <a:pt x="0" y="21656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4397885" y="1131844"/>
              <a:ext cx="0" cy="2165622"/>
            </a:xfrm>
            <a:custGeom>
              <a:avLst/>
              <a:pathLst>
                <a:path w="0" h="2165622">
                  <a:moveTo>
                    <a:pt x="0" y="21656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286334" y="3020052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286334" y="2662097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286334" y="2304143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286334" y="1946189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286334" y="1588235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286334" y="1230281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352352" y="1131844"/>
              <a:ext cx="0" cy="2165622"/>
            </a:xfrm>
            <a:custGeom>
              <a:avLst/>
              <a:pathLst>
                <a:path w="0" h="2165622">
                  <a:moveTo>
                    <a:pt x="0" y="21656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651075" y="1131844"/>
              <a:ext cx="0" cy="2165622"/>
            </a:xfrm>
            <a:custGeom>
              <a:avLst/>
              <a:pathLst>
                <a:path w="0" h="2165622">
                  <a:moveTo>
                    <a:pt x="0" y="21656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949799" y="1131844"/>
              <a:ext cx="0" cy="2165622"/>
            </a:xfrm>
            <a:custGeom>
              <a:avLst/>
              <a:pathLst>
                <a:path w="0" h="2165622">
                  <a:moveTo>
                    <a:pt x="0" y="21656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248523" y="1131844"/>
              <a:ext cx="0" cy="2165622"/>
            </a:xfrm>
            <a:custGeom>
              <a:avLst/>
              <a:pathLst>
                <a:path w="0" h="2165622">
                  <a:moveTo>
                    <a:pt x="0" y="21656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4547247" y="1131844"/>
              <a:ext cx="0" cy="2165622"/>
            </a:xfrm>
            <a:custGeom>
              <a:avLst/>
              <a:pathLst>
                <a:path w="0" h="2165622">
                  <a:moveTo>
                    <a:pt x="0" y="21656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3386542" y="1649006"/>
              <a:ext cx="171607" cy="171607"/>
            </a:xfrm>
            <a:custGeom>
              <a:avLst/>
              <a:pathLst>
                <a:path w="171607" h="171607">
                  <a:moveTo>
                    <a:pt x="0" y="171607"/>
                  </a:moveTo>
                  <a:lnTo>
                    <a:pt x="171607" y="171607"/>
                  </a:lnTo>
                  <a:lnTo>
                    <a:pt x="1716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19CF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3321143" y="1478524"/>
              <a:ext cx="108456" cy="108456"/>
            </a:xfrm>
            <a:custGeom>
              <a:avLst/>
              <a:pathLst>
                <a:path w="108456" h="108456">
                  <a:moveTo>
                    <a:pt x="0" y="108456"/>
                  </a:moveTo>
                  <a:lnTo>
                    <a:pt x="108456" y="108456"/>
                  </a:lnTo>
                  <a:lnTo>
                    <a:pt x="1084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19CFF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3286334" y="1131844"/>
              <a:ext cx="1320956" cy="21656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4676879" y="1131844"/>
              <a:ext cx="1320956" cy="21656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4676879" y="3199029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4676879" y="2841074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4676879" y="2483120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4676879" y="2125166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4676879" y="1767212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4676879" y="1409258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892259" y="1131844"/>
              <a:ext cx="0" cy="2165622"/>
            </a:xfrm>
            <a:custGeom>
              <a:avLst/>
              <a:pathLst>
                <a:path w="0" h="2165622">
                  <a:moveTo>
                    <a:pt x="0" y="21656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190983" y="1131844"/>
              <a:ext cx="0" cy="2165622"/>
            </a:xfrm>
            <a:custGeom>
              <a:avLst/>
              <a:pathLst>
                <a:path w="0" h="2165622">
                  <a:moveTo>
                    <a:pt x="0" y="21656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489706" y="1131844"/>
              <a:ext cx="0" cy="2165622"/>
            </a:xfrm>
            <a:custGeom>
              <a:avLst/>
              <a:pathLst>
                <a:path w="0" h="2165622">
                  <a:moveTo>
                    <a:pt x="0" y="21656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788430" y="1131844"/>
              <a:ext cx="0" cy="2165622"/>
            </a:xfrm>
            <a:custGeom>
              <a:avLst/>
              <a:pathLst>
                <a:path w="0" h="2165622">
                  <a:moveTo>
                    <a:pt x="0" y="21656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676879" y="3020052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4676879" y="2662097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676879" y="2304143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676879" y="1946189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4676879" y="1588235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4676879" y="1230281"/>
              <a:ext cx="1320956" cy="0"/>
            </a:xfrm>
            <a:custGeom>
              <a:avLst/>
              <a:pathLst>
                <a:path w="1320956" h="0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4742897" y="1131844"/>
              <a:ext cx="0" cy="2165622"/>
            </a:xfrm>
            <a:custGeom>
              <a:avLst/>
              <a:pathLst>
                <a:path w="0" h="2165622">
                  <a:moveTo>
                    <a:pt x="0" y="21656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041621" y="1131844"/>
              <a:ext cx="0" cy="2165622"/>
            </a:xfrm>
            <a:custGeom>
              <a:avLst/>
              <a:pathLst>
                <a:path w="0" h="2165622">
                  <a:moveTo>
                    <a:pt x="0" y="21656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340345" y="1131844"/>
              <a:ext cx="0" cy="2165622"/>
            </a:xfrm>
            <a:custGeom>
              <a:avLst/>
              <a:pathLst>
                <a:path w="0" h="2165622">
                  <a:moveTo>
                    <a:pt x="0" y="21656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639068" y="1131844"/>
              <a:ext cx="0" cy="2165622"/>
            </a:xfrm>
            <a:custGeom>
              <a:avLst/>
              <a:pathLst>
                <a:path w="0" h="2165622">
                  <a:moveTo>
                    <a:pt x="0" y="21656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937792" y="1131844"/>
              <a:ext cx="0" cy="2165622"/>
            </a:xfrm>
            <a:custGeom>
              <a:avLst/>
              <a:pathLst>
                <a:path w="0" h="2165622">
                  <a:moveTo>
                    <a:pt x="0" y="21656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5447931" y="2700660"/>
              <a:ext cx="149895" cy="149895"/>
            </a:xfrm>
            <a:prstGeom prst="ellipse">
              <a:avLst/>
            </a:prstGeom>
            <a:solidFill>
              <a:srgbClr val="00BA38">
                <a:alpha val="54901"/>
              </a:srgbClr>
            </a:solidFill>
            <a:ln w="9000" cap="rnd">
              <a:solidFill>
                <a:srgbClr val="00BA38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4797536" y="1299655"/>
              <a:ext cx="122082" cy="105726"/>
            </a:xfrm>
            <a:custGeom>
              <a:avLst/>
              <a:pathLst>
                <a:path w="122082" h="105726">
                  <a:moveTo>
                    <a:pt x="61041" y="0"/>
                  </a:moveTo>
                  <a:lnTo>
                    <a:pt x="122082" y="105726"/>
                  </a:lnTo>
                  <a:lnTo>
                    <a:pt x="0" y="105726"/>
                  </a:lnTo>
                  <a:close/>
                </a:path>
              </a:pathLst>
            </a:custGeom>
            <a:solidFill>
              <a:srgbClr val="00BA38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4724595" y="1557759"/>
              <a:ext cx="191915" cy="166203"/>
            </a:xfrm>
            <a:custGeom>
              <a:avLst/>
              <a:pathLst>
                <a:path w="191915" h="166203">
                  <a:moveTo>
                    <a:pt x="95957" y="0"/>
                  </a:moveTo>
                  <a:lnTo>
                    <a:pt x="191915" y="166203"/>
                  </a:lnTo>
                  <a:lnTo>
                    <a:pt x="0" y="166203"/>
                  </a:lnTo>
                  <a:close/>
                </a:path>
              </a:pathLst>
            </a:custGeom>
            <a:solidFill>
              <a:srgbClr val="F564E3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4704881" y="1563352"/>
              <a:ext cx="213509" cy="184904"/>
            </a:xfrm>
            <a:custGeom>
              <a:avLst/>
              <a:pathLst>
                <a:path w="213509" h="184904">
                  <a:moveTo>
                    <a:pt x="106754" y="0"/>
                  </a:moveTo>
                  <a:lnTo>
                    <a:pt x="213509" y="184904"/>
                  </a:lnTo>
                  <a:lnTo>
                    <a:pt x="0" y="184904"/>
                  </a:lnTo>
                  <a:close/>
                </a:path>
              </a:pathLst>
            </a:custGeom>
            <a:solidFill>
              <a:srgbClr val="F8766D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734219" y="1589410"/>
              <a:ext cx="147214" cy="147214"/>
            </a:xfrm>
            <a:prstGeom prst="ellipse">
              <a:avLst/>
            </a:prstGeom>
            <a:solidFill>
              <a:srgbClr val="F8766D">
                <a:alpha val="54901"/>
              </a:srgbClr>
            </a:solidFill>
            <a:ln w="9000" cap="rnd">
              <a:solidFill>
                <a:srgbClr val="F8766D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4695191" y="1541441"/>
              <a:ext cx="153198" cy="153198"/>
            </a:xfrm>
            <a:prstGeom prst="ellipse">
              <a:avLst/>
            </a:prstGeom>
            <a:solidFill>
              <a:srgbClr val="B79F00">
                <a:alpha val="54901"/>
              </a:srgbClr>
            </a:solidFill>
            <a:ln w="9000" cap="rnd">
              <a:solidFill>
                <a:srgbClr val="B79F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4676879" y="1131844"/>
              <a:ext cx="1320956" cy="21656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1895788" y="906201"/>
              <a:ext cx="1320956" cy="22564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tx90"/>
            <p:cNvSpPr/>
            <p:nvPr/>
          </p:nvSpPr>
          <p:spPr>
            <a:xfrm>
              <a:off x="2444506" y="976294"/>
              <a:ext cx="223520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CSF</a:t>
              </a:r>
            </a:p>
          </p:txBody>
        </p:sp>
        <p:sp>
          <p:nvSpPr>
            <p:cNvPr id="91" name="rc91"/>
            <p:cNvSpPr/>
            <p:nvPr/>
          </p:nvSpPr>
          <p:spPr>
            <a:xfrm>
              <a:off x="3286334" y="906201"/>
              <a:ext cx="1320956" cy="22564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tx92"/>
            <p:cNvSpPr/>
            <p:nvPr/>
          </p:nvSpPr>
          <p:spPr>
            <a:xfrm>
              <a:off x="3838135" y="979022"/>
              <a:ext cx="217353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PET</a:t>
              </a:r>
            </a:p>
          </p:txBody>
        </p:sp>
        <p:sp>
          <p:nvSpPr>
            <p:cNvPr id="93" name="rc93"/>
            <p:cNvSpPr/>
            <p:nvPr/>
          </p:nvSpPr>
          <p:spPr>
            <a:xfrm>
              <a:off x="4676879" y="906201"/>
              <a:ext cx="1320956" cy="22564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tx94"/>
            <p:cNvSpPr/>
            <p:nvPr/>
          </p:nvSpPr>
          <p:spPr>
            <a:xfrm>
              <a:off x="5151027" y="977713"/>
              <a:ext cx="372660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Plasma</a:t>
              </a:r>
            </a:p>
          </p:txBody>
        </p:sp>
        <p:sp>
          <p:nvSpPr>
            <p:cNvPr id="95" name="pl95"/>
            <p:cNvSpPr/>
            <p:nvPr/>
          </p:nvSpPr>
          <p:spPr>
            <a:xfrm>
              <a:off x="1961806" y="32974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260530" y="32974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559254" y="32974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857977" y="32974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3156701" y="32974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tx100"/>
            <p:cNvSpPr/>
            <p:nvPr/>
          </p:nvSpPr>
          <p:spPr>
            <a:xfrm>
              <a:off x="1884125" y="3358404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2182849" y="3358404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2481573" y="3358404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2780297" y="3359769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3047943" y="3358404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105" name="pl105"/>
            <p:cNvSpPr/>
            <p:nvPr/>
          </p:nvSpPr>
          <p:spPr>
            <a:xfrm>
              <a:off x="3352352" y="32974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3651075" y="32974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3949799" y="32974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4248523" y="32974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4547247" y="32974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tx110"/>
            <p:cNvSpPr/>
            <p:nvPr/>
          </p:nvSpPr>
          <p:spPr>
            <a:xfrm>
              <a:off x="3274671" y="3358404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3573395" y="3358404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3872118" y="3358404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4170842" y="3359769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4438488" y="3358404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115" name="pl115"/>
            <p:cNvSpPr/>
            <p:nvPr/>
          </p:nvSpPr>
          <p:spPr>
            <a:xfrm>
              <a:off x="4742897" y="32974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041621" y="32974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5340345" y="32974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5639068" y="32974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5937792" y="32974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tx120"/>
            <p:cNvSpPr/>
            <p:nvPr/>
          </p:nvSpPr>
          <p:spPr>
            <a:xfrm>
              <a:off x="4665216" y="3358404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4963940" y="3358404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5262664" y="3358404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5561387" y="3359769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5829033" y="3358404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1733786" y="2980052"/>
              <a:ext cx="99372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-4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1733786" y="2620351"/>
              <a:ext cx="99372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-3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1733786" y="2263816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1733786" y="1905862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1771003" y="1546543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1771003" y="1189953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31" name="pl131"/>
            <p:cNvSpPr/>
            <p:nvPr/>
          </p:nvSpPr>
          <p:spPr>
            <a:xfrm>
              <a:off x="1860994" y="302005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1860994" y="266209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1860994" y="230414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1860994" y="194618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1860994" y="15882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1860994" y="12302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tx137"/>
            <p:cNvSpPr/>
            <p:nvPr/>
          </p:nvSpPr>
          <p:spPr>
            <a:xfrm>
              <a:off x="3733237" y="3505712"/>
              <a:ext cx="427149" cy="1034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omega</a:t>
              </a:r>
            </a:p>
          </p:txBody>
        </p:sp>
        <p:sp>
          <p:nvSpPr>
            <p:cNvPr id="138" name="tx138"/>
            <p:cNvSpPr/>
            <p:nvPr/>
          </p:nvSpPr>
          <p:spPr>
            <a:xfrm rot="-5400000">
              <a:off x="1564570" y="2164655"/>
              <a:ext cx="100886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xi</a:t>
              </a:r>
            </a:p>
          </p:txBody>
        </p:sp>
        <p:sp>
          <p:nvSpPr>
            <p:cNvPr id="139" name="rc139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tx140"/>
            <p:cNvSpPr/>
            <p:nvPr/>
          </p:nvSpPr>
          <p:spPr>
            <a:xfrm>
              <a:off x="-779938" y="3878498"/>
              <a:ext cx="341814" cy="1277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alpha</a:t>
              </a:r>
            </a:p>
          </p:txBody>
        </p:sp>
        <p:sp>
          <p:nvSpPr>
            <p:cNvPr id="141" name="rc141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-292072" y="3931435"/>
              <a:ext cx="49651" cy="49651"/>
            </a:xfrm>
            <a:prstGeom prst="ellipse">
              <a:avLst/>
            </a:prstGeom>
            <a:solidFill>
              <a:srgbClr val="000000">
                <a:alpha val="54901"/>
              </a:srgbClr>
            </a:solidFill>
            <a:ln w="9000" cap="rnd">
              <a:solidFill>
                <a:srgbClr val="0000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tx143"/>
            <p:cNvSpPr/>
            <p:nvPr/>
          </p:nvSpPr>
          <p:spPr>
            <a:xfrm>
              <a:off x="-87929" y="3914569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</a:t>
              </a:r>
            </a:p>
          </p:txBody>
        </p:sp>
        <p:sp>
          <p:nvSpPr>
            <p:cNvPr id="144" name="rc144"/>
            <p:cNvSpPr/>
            <p:nvPr/>
          </p:nvSpPr>
          <p:spPr>
            <a:xfrm>
              <a:off x="1495425" y="3776944"/>
              <a:ext cx="1335917" cy="3586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tx145"/>
            <p:cNvSpPr/>
            <p:nvPr/>
          </p:nvSpPr>
          <p:spPr>
            <a:xfrm>
              <a:off x="352351" y="3876861"/>
              <a:ext cx="465962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Analyte</a:t>
              </a:r>
            </a:p>
          </p:txBody>
        </p:sp>
        <p:sp>
          <p:nvSpPr>
            <p:cNvPr id="146" name="rc146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-2147483648" y="-2147483648"/>
              <a:ext cx="-2147483648" cy="-2147483648"/>
            </a:xfrm>
            <a:custGeom>
              <a:avLst/>
              <a:pathLst>
                <a:path w="-2147483648" h="-2147483648">
                  <a:moveTo>
                    <a:pt x="-2147483648" y="-2147483648"/>
                  </a:move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1495425" y="3846533"/>
              <a:ext cx="1713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1523617" y="3917654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2139333" y="3846533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2224235" y="3931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tx152"/>
            <p:cNvSpPr/>
            <p:nvPr/>
          </p:nvSpPr>
          <p:spPr>
            <a:xfrm>
              <a:off x="1158660" y="3916261"/>
              <a:ext cx="217353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PET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1736369" y="3893723"/>
              <a:ext cx="316889" cy="10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pT181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2428378" y="3893723"/>
              <a:ext cx="316889" cy="10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pT217</a:t>
              </a:r>
            </a:p>
          </p:txBody>
        </p:sp>
        <p:sp>
          <p:nvSpPr>
            <p:cNvPr id="155" name="rc155"/>
            <p:cNvSpPr/>
            <p:nvPr/>
          </p:nvSpPr>
          <p:spPr>
            <a:xfrm>
              <a:off x="2970520" y="3776944"/>
              <a:ext cx="2958155" cy="6476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tx156"/>
            <p:cNvSpPr/>
            <p:nvPr/>
          </p:nvSpPr>
          <p:spPr>
            <a:xfrm>
              <a:off x="3040109" y="4021384"/>
              <a:ext cx="380423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Assay</a:t>
              </a:r>
            </a:p>
          </p:txBody>
        </p:sp>
        <p:sp>
          <p:nvSpPr>
            <p:cNvPr id="157" name="rc157"/>
            <p:cNvSpPr/>
            <p:nvPr/>
          </p:nvSpPr>
          <p:spPr>
            <a:xfrm>
              <a:off x="3490698" y="3846533"/>
              <a:ext cx="219456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3575600" y="3931435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3490698" y="4135578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575600" y="4220480"/>
              <a:ext cx="49651" cy="49651"/>
            </a:xfrm>
            <a:prstGeom prst="ellipse">
              <a:avLst/>
            </a:prstGeom>
            <a:solidFill>
              <a:srgbClr val="B79F00">
                <a:alpha val="100000"/>
              </a:srgbClr>
            </a:solidFill>
            <a:ln w="9000" cap="rnd">
              <a:solidFill>
                <a:srgbClr val="B7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4306532" y="3846533"/>
              <a:ext cx="219456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4391434" y="3931435"/>
              <a:ext cx="49651" cy="49651"/>
            </a:xfrm>
            <a:prstGeom prst="ellipse">
              <a:avLst/>
            </a:prstGeom>
            <a:solidFill>
              <a:srgbClr val="00BA38">
                <a:alpha val="100000"/>
              </a:srgbClr>
            </a:solidFill>
            <a:ln w="9000" cap="rnd">
              <a:solidFill>
                <a:srgbClr val="00BA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4306532" y="4135578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4391434" y="4220480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5227142" y="3846533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5312044" y="3931435"/>
              <a:ext cx="49651" cy="49651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5227142" y="4135578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5312044" y="4220480"/>
              <a:ext cx="49651" cy="49651"/>
            </a:xfrm>
            <a:prstGeom prst="ellipse">
              <a:avLst/>
            </a:prstGeom>
            <a:solidFill>
              <a:srgbClr val="F564E3">
                <a:alpha val="100000"/>
              </a:srgbClr>
            </a:solidFill>
            <a:ln w="9000" cap="rnd">
              <a:solidFill>
                <a:srgbClr val="F564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tx169"/>
            <p:cNvSpPr/>
            <p:nvPr/>
          </p:nvSpPr>
          <p:spPr>
            <a:xfrm>
              <a:off x="3779743" y="3914951"/>
              <a:ext cx="353997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Alamar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3779743" y="4181786"/>
              <a:ext cx="428595" cy="1035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Fujirubio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4595577" y="3913532"/>
              <a:ext cx="273233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IPMS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4595577" y="4183096"/>
              <a:ext cx="509413" cy="1022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Lumiuplse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5516187" y="3916261"/>
              <a:ext cx="217353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PET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5516187" y="4202577"/>
              <a:ext cx="316780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Simoa</a:t>
              </a:r>
            </a:p>
          </p:txBody>
        </p:sp>
        <p:sp>
          <p:nvSpPr>
            <p:cNvPr id="175" name="rc175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tx176"/>
            <p:cNvSpPr/>
            <p:nvPr/>
          </p:nvSpPr>
          <p:spPr>
            <a:xfrm>
              <a:off x="6137443" y="3878498"/>
              <a:ext cx="341814" cy="1277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alpha</a:t>
              </a:r>
            </a:p>
          </p:txBody>
        </p:sp>
        <p:sp>
          <p:nvSpPr>
            <p:cNvPr id="177" name="rc177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6619865" y="3925991"/>
              <a:ext cx="60539" cy="6053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7062918" y="3905636"/>
              <a:ext cx="101250" cy="10125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7514485" y="3893793"/>
              <a:ext cx="124936" cy="124936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7930502" y="3884501"/>
              <a:ext cx="143520" cy="1435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8347904" y="3876594"/>
              <a:ext cx="159333" cy="15933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tx187"/>
            <p:cNvSpPr/>
            <p:nvPr/>
          </p:nvSpPr>
          <p:spPr>
            <a:xfrm>
              <a:off x="6829452" y="3915933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7292861" y="3915933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7756270" y="3914569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8181579" y="3915933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8606888" y="3915933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9</cp:revision>
  <dcterms:created xsi:type="dcterms:W3CDTF">2015-07-14T21:05:00Z</dcterms:created>
  <dcterms:modified xsi:type="dcterms:W3CDTF">2026-05-19T15:13:44Z</dcterms:modified>
</cp:coreProperties>
</file>