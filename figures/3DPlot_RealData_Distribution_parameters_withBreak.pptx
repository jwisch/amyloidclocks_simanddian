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495425" y="836612"/>
            <a:ext cx="4572000" cy="3657600"/>
            <a:chOff x="1495425" y="836612"/>
            <a:chExt cx="4572000" cy="3657600"/>
          </a:xfrm>
        </p:grpSpPr>
        <p:sp>
          <p:nvSpPr>
            <p:cNvPr id="3" name="rc3"/>
            <p:cNvSpPr/>
            <p:nvPr/>
          </p:nvSpPr>
          <p:spPr>
            <a:xfrm>
              <a:off x="1495425" y="836612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495425" y="836612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28383" y="906201"/>
              <a:ext cx="4269452" cy="335505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728383" y="3841872"/>
              <a:ext cx="4269452" cy="0"/>
            </a:xfrm>
            <a:custGeom>
              <a:avLst/>
              <a:pathLst>
                <a:path w="4269452" h="0">
                  <a:moveTo>
                    <a:pt x="0" y="0"/>
                  </a:moveTo>
                  <a:lnTo>
                    <a:pt x="4269452" y="0"/>
                  </a:lnTo>
                  <a:lnTo>
                    <a:pt x="426945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28383" y="3003109"/>
              <a:ext cx="4269452" cy="0"/>
            </a:xfrm>
            <a:custGeom>
              <a:avLst/>
              <a:pathLst>
                <a:path w="4269452" h="0">
                  <a:moveTo>
                    <a:pt x="0" y="0"/>
                  </a:moveTo>
                  <a:lnTo>
                    <a:pt x="4269452" y="0"/>
                  </a:lnTo>
                  <a:lnTo>
                    <a:pt x="426945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28383" y="2164346"/>
              <a:ext cx="4269452" cy="0"/>
            </a:xfrm>
            <a:custGeom>
              <a:avLst/>
              <a:pathLst>
                <a:path w="4269452" h="0">
                  <a:moveTo>
                    <a:pt x="0" y="0"/>
                  </a:moveTo>
                  <a:lnTo>
                    <a:pt x="4269452" y="0"/>
                  </a:lnTo>
                  <a:lnTo>
                    <a:pt x="426945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28383" y="1325583"/>
              <a:ext cx="4269452" cy="0"/>
            </a:xfrm>
            <a:custGeom>
              <a:avLst/>
              <a:pathLst>
                <a:path w="4269452" h="0">
                  <a:moveTo>
                    <a:pt x="0" y="0"/>
                  </a:moveTo>
                  <a:lnTo>
                    <a:pt x="4269452" y="0"/>
                  </a:lnTo>
                  <a:lnTo>
                    <a:pt x="426945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262065" y="906201"/>
              <a:ext cx="0" cy="3355052"/>
            </a:xfrm>
            <a:custGeom>
              <a:avLst/>
              <a:pathLst>
                <a:path w="0" h="3355052">
                  <a:moveTo>
                    <a:pt x="0" y="335505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29428" y="906201"/>
              <a:ext cx="0" cy="3355052"/>
            </a:xfrm>
            <a:custGeom>
              <a:avLst/>
              <a:pathLst>
                <a:path w="0" h="3355052">
                  <a:moveTo>
                    <a:pt x="0" y="335505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6791" y="906201"/>
              <a:ext cx="0" cy="3355052"/>
            </a:xfrm>
            <a:custGeom>
              <a:avLst/>
              <a:pathLst>
                <a:path w="0" h="3355052">
                  <a:moveTo>
                    <a:pt x="0" y="335505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464154" y="906201"/>
              <a:ext cx="0" cy="3355052"/>
            </a:xfrm>
            <a:custGeom>
              <a:avLst/>
              <a:pathLst>
                <a:path w="0" h="3355052">
                  <a:moveTo>
                    <a:pt x="0" y="335505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728383" y="4261253"/>
              <a:ext cx="4269452" cy="0"/>
            </a:xfrm>
            <a:custGeom>
              <a:avLst/>
              <a:pathLst>
                <a:path w="4269452" h="0">
                  <a:moveTo>
                    <a:pt x="0" y="0"/>
                  </a:moveTo>
                  <a:lnTo>
                    <a:pt x="4269452" y="0"/>
                  </a:lnTo>
                  <a:lnTo>
                    <a:pt x="426945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728383" y="3422490"/>
              <a:ext cx="4269452" cy="0"/>
            </a:xfrm>
            <a:custGeom>
              <a:avLst/>
              <a:pathLst>
                <a:path w="4269452" h="0">
                  <a:moveTo>
                    <a:pt x="0" y="0"/>
                  </a:moveTo>
                  <a:lnTo>
                    <a:pt x="4269452" y="0"/>
                  </a:lnTo>
                  <a:lnTo>
                    <a:pt x="426945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728383" y="2583727"/>
              <a:ext cx="4269452" cy="0"/>
            </a:xfrm>
            <a:custGeom>
              <a:avLst/>
              <a:pathLst>
                <a:path w="4269452" h="0">
                  <a:moveTo>
                    <a:pt x="0" y="0"/>
                  </a:moveTo>
                  <a:lnTo>
                    <a:pt x="4269452" y="0"/>
                  </a:lnTo>
                  <a:lnTo>
                    <a:pt x="426945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728383" y="1744964"/>
              <a:ext cx="4269452" cy="0"/>
            </a:xfrm>
            <a:custGeom>
              <a:avLst/>
              <a:pathLst>
                <a:path w="4269452" h="0">
                  <a:moveTo>
                    <a:pt x="0" y="0"/>
                  </a:moveTo>
                  <a:lnTo>
                    <a:pt x="4269452" y="0"/>
                  </a:lnTo>
                  <a:lnTo>
                    <a:pt x="426945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28383" y="906201"/>
              <a:ext cx="4269452" cy="0"/>
            </a:xfrm>
            <a:custGeom>
              <a:avLst/>
              <a:pathLst>
                <a:path w="4269452" h="0">
                  <a:moveTo>
                    <a:pt x="0" y="0"/>
                  </a:moveTo>
                  <a:lnTo>
                    <a:pt x="4269452" y="0"/>
                  </a:lnTo>
                  <a:lnTo>
                    <a:pt x="426945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728383" y="906201"/>
              <a:ext cx="0" cy="3355052"/>
            </a:xfrm>
            <a:custGeom>
              <a:avLst/>
              <a:pathLst>
                <a:path w="0" h="3355052">
                  <a:moveTo>
                    <a:pt x="0" y="335505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95746" y="906201"/>
              <a:ext cx="0" cy="3355052"/>
            </a:xfrm>
            <a:custGeom>
              <a:avLst/>
              <a:pathLst>
                <a:path w="0" h="3355052">
                  <a:moveTo>
                    <a:pt x="0" y="335505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863109" y="906201"/>
              <a:ext cx="0" cy="3355052"/>
            </a:xfrm>
            <a:custGeom>
              <a:avLst/>
              <a:pathLst>
                <a:path w="0" h="3355052">
                  <a:moveTo>
                    <a:pt x="0" y="335505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930472" y="906201"/>
              <a:ext cx="0" cy="3355052"/>
            </a:xfrm>
            <a:custGeom>
              <a:avLst/>
              <a:pathLst>
                <a:path w="0" h="3355052">
                  <a:moveTo>
                    <a:pt x="0" y="335505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997835" y="906201"/>
              <a:ext cx="0" cy="3355052"/>
            </a:xfrm>
            <a:custGeom>
              <a:avLst/>
              <a:pathLst>
                <a:path w="0" h="3355052">
                  <a:moveTo>
                    <a:pt x="0" y="335505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28383" y="906201"/>
              <a:ext cx="4269452" cy="335505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797972" y="975790"/>
              <a:ext cx="4130274" cy="14266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797972" y="2402395"/>
              <a:ext cx="4130274" cy="5503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797972" y="2952716"/>
              <a:ext cx="4130274" cy="12389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060627" y="1201433"/>
              <a:ext cx="1242813" cy="1110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060627" y="217352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060627" y="189578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060627" y="161804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060627" y="134030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263266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4318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825371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6423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060627" y="231239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060627" y="203465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060627" y="175691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060627" y="147917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060627" y="120143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122740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403792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84845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65897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246949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164090" y="1396576"/>
              <a:ext cx="104670" cy="90647"/>
            </a:xfrm>
            <a:custGeom>
              <a:avLst/>
              <a:pathLst>
                <a:path w="104670" h="90647">
                  <a:moveTo>
                    <a:pt x="52335" y="0"/>
                  </a:moveTo>
                  <a:lnTo>
                    <a:pt x="104670" y="90647"/>
                  </a:lnTo>
                  <a:lnTo>
                    <a:pt x="0" y="90647"/>
                  </a:lnTo>
                  <a:close/>
                </a:path>
              </a:pathLst>
            </a:custGeom>
            <a:solidFill>
              <a:srgbClr val="00BA3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182047" y="2018979"/>
              <a:ext cx="150247" cy="150247"/>
            </a:xfrm>
            <a:prstGeom prst="ellipse">
              <a:avLst/>
            </a:prstGeom>
            <a:solidFill>
              <a:srgbClr val="00BA38">
                <a:alpha val="60000"/>
              </a:srgbClr>
            </a:solidFill>
            <a:ln w="9000" cap="rnd">
              <a:solidFill>
                <a:srgbClr val="00BA38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2060627" y="1748349"/>
              <a:ext cx="222439" cy="196243"/>
            </a:xfrm>
            <a:custGeom>
              <a:avLst/>
              <a:pathLst>
                <a:path w="222439" h="196243">
                  <a:moveTo>
                    <a:pt x="109138" y="0"/>
                  </a:moveTo>
                  <a:lnTo>
                    <a:pt x="222439" y="196243"/>
                  </a:lnTo>
                  <a:lnTo>
                    <a:pt x="0" y="196243"/>
                  </a:lnTo>
                  <a:close/>
                </a:path>
              </a:pathLst>
            </a:custGeom>
            <a:solidFill>
              <a:srgbClr val="F8766D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169514" y="1483191"/>
              <a:ext cx="36101" cy="36101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2080657" y="1786322"/>
              <a:ext cx="213509" cy="184904"/>
            </a:xfrm>
            <a:custGeom>
              <a:avLst/>
              <a:pathLst>
                <a:path w="213509" h="184904">
                  <a:moveTo>
                    <a:pt x="106754" y="0"/>
                  </a:moveTo>
                  <a:lnTo>
                    <a:pt x="213509" y="184904"/>
                  </a:lnTo>
                  <a:lnTo>
                    <a:pt x="0" y="184904"/>
                  </a:lnTo>
                  <a:close/>
                </a:path>
              </a:pathLst>
            </a:custGeom>
            <a:solidFill>
              <a:srgbClr val="F8766D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110220" y="1799356"/>
              <a:ext cx="147214" cy="14721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00BFC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060627" y="1201433"/>
              <a:ext cx="1242813" cy="111096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373030" y="1201433"/>
              <a:ext cx="1242813" cy="1110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373030" y="217352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373030" y="189578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73030" y="161804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3030" y="134030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575669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856721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137774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418826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3030" y="231239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3030" y="203465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373030" y="175691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373030" y="147917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373030" y="120143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435143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716195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997247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278300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559352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462235" y="1898568"/>
              <a:ext cx="171607" cy="171607"/>
            </a:xfrm>
            <a:custGeom>
              <a:avLst/>
              <a:pathLst>
                <a:path w="171607" h="171607">
                  <a:moveTo>
                    <a:pt x="0" y="171607"/>
                  </a:moveTo>
                  <a:lnTo>
                    <a:pt x="171607" y="171607"/>
                  </a:lnTo>
                  <a:lnTo>
                    <a:pt x="1716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9C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3402572" y="1616586"/>
              <a:ext cx="108456" cy="108456"/>
            </a:xfrm>
            <a:custGeom>
              <a:avLst/>
              <a:pathLst>
                <a:path w="108456" h="108456">
                  <a:moveTo>
                    <a:pt x="0" y="108456"/>
                  </a:moveTo>
                  <a:lnTo>
                    <a:pt x="108456" y="108456"/>
                  </a:lnTo>
                  <a:lnTo>
                    <a:pt x="1084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9C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3373030" y="1201433"/>
              <a:ext cx="1242813" cy="111096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685433" y="1201433"/>
              <a:ext cx="1242813" cy="1110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685433" y="217352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685433" y="189578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685433" y="161804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685433" y="134030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888072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169124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450176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731229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685433" y="231239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685433" y="203465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685433" y="175691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685433" y="147917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685433" y="120143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747545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028598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309650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590702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871755" y="1201433"/>
              <a:ext cx="0" cy="1110962"/>
            </a:xfrm>
            <a:custGeom>
              <a:avLst/>
              <a:pathLst>
                <a:path w="0" h="1110962">
                  <a:moveTo>
                    <a:pt x="0" y="11109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5406439" y="3524558"/>
              <a:ext cx="149895" cy="149895"/>
            </a:xfrm>
            <a:prstGeom prst="ellipse">
              <a:avLst/>
            </a:prstGeom>
            <a:solidFill>
              <a:srgbClr val="00BA38">
                <a:alpha val="60000"/>
              </a:srgbClr>
            </a:solidFill>
            <a:ln w="9000" cap="rnd">
              <a:solidFill>
                <a:srgbClr val="00BA38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4795341" y="1347984"/>
              <a:ext cx="122082" cy="105726"/>
            </a:xfrm>
            <a:custGeom>
              <a:avLst/>
              <a:pathLst>
                <a:path w="122082" h="105726">
                  <a:moveTo>
                    <a:pt x="61041" y="0"/>
                  </a:moveTo>
                  <a:lnTo>
                    <a:pt x="122082" y="105726"/>
                  </a:lnTo>
                  <a:lnTo>
                    <a:pt x="0" y="105726"/>
                  </a:lnTo>
                  <a:close/>
                </a:path>
              </a:pathLst>
            </a:custGeom>
            <a:solidFill>
              <a:srgbClr val="00BA3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4724649" y="1770764"/>
              <a:ext cx="191915" cy="166203"/>
            </a:xfrm>
            <a:custGeom>
              <a:avLst/>
              <a:pathLst>
                <a:path w="191915" h="166203">
                  <a:moveTo>
                    <a:pt x="95957" y="0"/>
                  </a:moveTo>
                  <a:lnTo>
                    <a:pt x="191915" y="166203"/>
                  </a:lnTo>
                  <a:lnTo>
                    <a:pt x="0" y="166203"/>
                  </a:lnTo>
                  <a:close/>
                </a:path>
              </a:pathLst>
            </a:custGeom>
            <a:solidFill>
              <a:srgbClr val="F564E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4705463" y="1786322"/>
              <a:ext cx="213509" cy="184904"/>
            </a:xfrm>
            <a:custGeom>
              <a:avLst/>
              <a:pathLst>
                <a:path w="213509" h="184904">
                  <a:moveTo>
                    <a:pt x="106754" y="0"/>
                  </a:moveTo>
                  <a:lnTo>
                    <a:pt x="213509" y="184904"/>
                  </a:lnTo>
                  <a:lnTo>
                    <a:pt x="0" y="184904"/>
                  </a:lnTo>
                  <a:close/>
                </a:path>
              </a:pathLst>
            </a:custGeom>
            <a:solidFill>
              <a:srgbClr val="F8766D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735026" y="1799356"/>
              <a:ext cx="147214" cy="14721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698130" y="1726568"/>
              <a:ext cx="153198" cy="153198"/>
            </a:xfrm>
            <a:prstGeom prst="ellipse">
              <a:avLst/>
            </a:prstGeom>
            <a:solidFill>
              <a:srgbClr val="B79F00">
                <a:alpha val="60000"/>
              </a:srgbClr>
            </a:solidFill>
            <a:ln w="9000" cap="rnd">
              <a:solidFill>
                <a:srgbClr val="B79F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4685433" y="1201433"/>
              <a:ext cx="1242813" cy="111096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060627" y="975790"/>
              <a:ext cx="1242813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2570274" y="1045883"/>
              <a:ext cx="223520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CSF</a:t>
              </a:r>
            </a:p>
          </p:txBody>
        </p:sp>
        <p:sp>
          <p:nvSpPr>
            <p:cNvPr id="105" name="rc105"/>
            <p:cNvSpPr/>
            <p:nvPr/>
          </p:nvSpPr>
          <p:spPr>
            <a:xfrm>
              <a:off x="3373030" y="975790"/>
              <a:ext cx="1242813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6"/>
            <p:cNvSpPr/>
            <p:nvPr/>
          </p:nvSpPr>
          <p:spPr>
            <a:xfrm>
              <a:off x="3885760" y="1048611"/>
              <a:ext cx="21735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PET</a:t>
              </a:r>
            </a:p>
          </p:txBody>
        </p:sp>
        <p:sp>
          <p:nvSpPr>
            <p:cNvPr id="107" name="rc107"/>
            <p:cNvSpPr/>
            <p:nvPr/>
          </p:nvSpPr>
          <p:spPr>
            <a:xfrm>
              <a:off x="4685433" y="975790"/>
              <a:ext cx="1242813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5120509" y="1047302"/>
              <a:ext cx="372660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Plasma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1805419" y="2270704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1805419" y="1992963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1842636" y="171522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1842636" y="143748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1842636" y="1159741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14" name="pl114"/>
            <p:cNvSpPr/>
            <p:nvPr/>
          </p:nvSpPr>
          <p:spPr>
            <a:xfrm>
              <a:off x="2025833" y="23123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025833" y="20346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025833" y="17569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025833" y="14791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025833" y="12014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060627" y="2492395"/>
              <a:ext cx="1242813" cy="3703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060627" y="2833481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060627" y="2736028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060627" y="263857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060627" y="2541122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263266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544318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825371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106423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060627" y="278475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060627" y="2687301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060627" y="2589848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060627" y="249239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122740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403792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684845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965897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3246949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00BA3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182047" y="2340678"/>
              <a:ext cx="150247" cy="150247"/>
            </a:xfrm>
            <a:prstGeom prst="ellipse">
              <a:avLst/>
            </a:prstGeom>
            <a:solidFill>
              <a:srgbClr val="00BA38">
                <a:alpha val="60000"/>
              </a:srgbClr>
            </a:solidFill>
            <a:ln w="9000" cap="rnd">
              <a:solidFill>
                <a:srgbClr val="00BA38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F8766D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169514" y="2189730"/>
              <a:ext cx="36101" cy="36101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F8766D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2110220" y="2264602"/>
              <a:ext cx="147214" cy="14721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00BFC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2060627" y="2492395"/>
              <a:ext cx="1242813" cy="37032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3373030" y="2492395"/>
              <a:ext cx="1242813" cy="3703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373030" y="2833481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373030" y="2736028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373030" y="263857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373030" y="2541122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575669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856721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137774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4418826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373030" y="278475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373030" y="2687301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373030" y="2589848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3373030" y="249239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3435143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716195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997247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4278300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4559352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619C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619C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3373030" y="2492395"/>
              <a:ext cx="1242813" cy="37032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4685433" y="2492395"/>
              <a:ext cx="1242813" cy="3703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4685433" y="2833481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4685433" y="2736028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4685433" y="263857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4685433" y="2541122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4888072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5169124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5450176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5731229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4685433" y="278475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4685433" y="2687301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4685433" y="2589848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685433" y="2492395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4747545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5028598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5309650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5590702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5871755" y="2492395"/>
              <a:ext cx="0" cy="370320"/>
            </a:xfrm>
            <a:custGeom>
              <a:avLst/>
              <a:pathLst>
                <a:path w="0" h="370320">
                  <a:moveTo>
                    <a:pt x="0" y="370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406439" y="2869065"/>
              <a:ext cx="149895" cy="149895"/>
            </a:xfrm>
            <a:prstGeom prst="ellipse">
              <a:avLst/>
            </a:prstGeom>
            <a:solidFill>
              <a:srgbClr val="00BA38">
                <a:alpha val="60000"/>
              </a:srgbClr>
            </a:solidFill>
            <a:ln w="9000" cap="rnd">
              <a:solidFill>
                <a:srgbClr val="00BA38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00BA3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F564E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F8766D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735026" y="2264602"/>
              <a:ext cx="147214" cy="14721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698130" y="2237120"/>
              <a:ext cx="153198" cy="153198"/>
            </a:xfrm>
            <a:prstGeom prst="ellipse">
              <a:avLst/>
            </a:prstGeom>
            <a:solidFill>
              <a:srgbClr val="B79F00">
                <a:alpha val="60000"/>
              </a:srgbClr>
            </a:solidFill>
            <a:ln w="9000" cap="rnd">
              <a:solidFill>
                <a:srgbClr val="B79F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4685433" y="2492395"/>
              <a:ext cx="1242813" cy="37032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tx191"/>
            <p:cNvSpPr/>
            <p:nvPr/>
          </p:nvSpPr>
          <p:spPr>
            <a:xfrm>
              <a:off x="1805419" y="2743062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-2.5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805419" y="2645610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-2.0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805419" y="2548157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-1.5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805419" y="2450704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195" name="pl195"/>
            <p:cNvSpPr/>
            <p:nvPr/>
          </p:nvSpPr>
          <p:spPr>
            <a:xfrm>
              <a:off x="2025833" y="27847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2025833" y="26873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2025833" y="25898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2025833" y="24923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2060627" y="3042716"/>
              <a:ext cx="1242813" cy="185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2060627" y="3198946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2060627" y="314108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2060627" y="3083220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2263266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2544318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2825371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106423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2060627" y="3227877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2060627" y="317001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2060627" y="3112152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2060627" y="3054289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2122740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2403792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2684845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2965897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246949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00BA3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182047" y="2702237"/>
              <a:ext cx="150247" cy="150247"/>
            </a:xfrm>
            <a:prstGeom prst="ellipse">
              <a:avLst/>
            </a:prstGeom>
            <a:solidFill>
              <a:srgbClr val="00BA38">
                <a:alpha val="60000"/>
              </a:srgbClr>
            </a:solidFill>
            <a:ln w="9000" cap="rnd">
              <a:solidFill>
                <a:srgbClr val="00BA38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F8766D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2169514" y="2635797"/>
              <a:ext cx="36101" cy="36101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F8766D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2110220" y="2657683"/>
              <a:ext cx="147214" cy="14721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3190334" y="3067093"/>
              <a:ext cx="92828" cy="160783"/>
            </a:xfrm>
            <a:custGeom>
              <a:avLst/>
              <a:pathLst>
                <a:path w="92828" h="160783">
                  <a:moveTo>
                    <a:pt x="0" y="0"/>
                  </a:moveTo>
                  <a:lnTo>
                    <a:pt x="92828" y="160783"/>
                  </a:lnTo>
                  <a:close/>
                </a:path>
              </a:pathLst>
            </a:custGeom>
            <a:solidFill>
              <a:srgbClr val="00BFC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2060627" y="3042716"/>
              <a:ext cx="1242813" cy="18516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3373030" y="3042716"/>
              <a:ext cx="1242813" cy="185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3373030" y="3198946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3373030" y="314108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3373030" y="3083220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3575669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3856721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4137774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4418826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3373030" y="3227877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3373030" y="317001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3373030" y="3112152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3373030" y="3054289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435143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3716195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3997247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4278300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4559352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619C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619C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3373030" y="3042716"/>
              <a:ext cx="1242813" cy="18516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4685433" y="3042716"/>
              <a:ext cx="1242813" cy="185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4685433" y="3198946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4685433" y="3141083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4685433" y="3083220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4888072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5169124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5450176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731229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4685433" y="3227877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4685433" y="3170014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4685433" y="3112152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4685433" y="3054289"/>
              <a:ext cx="1242813" cy="0"/>
            </a:xfrm>
            <a:custGeom>
              <a:avLst/>
              <a:pathLst>
                <a:path w="1242813" h="0">
                  <a:moveTo>
                    <a:pt x="0" y="0"/>
                  </a:moveTo>
                  <a:lnTo>
                    <a:pt x="1242813" y="0"/>
                  </a:lnTo>
                  <a:lnTo>
                    <a:pt x="12428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4747545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5028598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5309650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5590702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5871755" y="3042716"/>
              <a:ext cx="0" cy="185160"/>
            </a:xfrm>
            <a:custGeom>
              <a:avLst/>
              <a:pathLst>
                <a:path w="0" h="185160">
                  <a:moveTo>
                    <a:pt x="0" y="1851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406439" y="3016039"/>
              <a:ext cx="149895" cy="149895"/>
            </a:xfrm>
            <a:prstGeom prst="ellipse">
              <a:avLst/>
            </a:prstGeom>
            <a:solidFill>
              <a:srgbClr val="00BA38">
                <a:alpha val="60000"/>
              </a:srgbClr>
            </a:solidFill>
            <a:ln w="9000" cap="rnd">
              <a:solidFill>
                <a:srgbClr val="00BA38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00BA3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F564E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F8766D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735026" y="2657683"/>
              <a:ext cx="147214" cy="14721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698130" y="2640150"/>
              <a:ext cx="153198" cy="153198"/>
            </a:xfrm>
            <a:prstGeom prst="ellipse">
              <a:avLst/>
            </a:prstGeom>
            <a:solidFill>
              <a:srgbClr val="B79F00">
                <a:alpha val="60000"/>
              </a:srgbClr>
            </a:solidFill>
            <a:ln w="9000" cap="rnd">
              <a:solidFill>
                <a:srgbClr val="B79F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4685433" y="3042716"/>
              <a:ext cx="1242813" cy="18516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2122740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2403792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2684845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2965897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3246949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tx273"/>
            <p:cNvSpPr/>
            <p:nvPr/>
          </p:nvSpPr>
          <p:spPr>
            <a:xfrm>
              <a:off x="2045059" y="328881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2326111" y="328881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2607164" y="328881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2888216" y="3290180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3138191" y="328881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78" name="pl278"/>
            <p:cNvSpPr/>
            <p:nvPr/>
          </p:nvSpPr>
          <p:spPr>
            <a:xfrm>
              <a:off x="3435143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3716195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3997247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4278300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4559352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tx283"/>
            <p:cNvSpPr/>
            <p:nvPr/>
          </p:nvSpPr>
          <p:spPr>
            <a:xfrm>
              <a:off x="3357462" y="328881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3638514" y="328881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3919567" y="328881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4200619" y="3290180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4450594" y="328881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88" name="pl288"/>
            <p:cNvSpPr/>
            <p:nvPr/>
          </p:nvSpPr>
          <p:spPr>
            <a:xfrm>
              <a:off x="4747545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5028598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5309650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5590702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5871755" y="32278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tx293"/>
            <p:cNvSpPr/>
            <p:nvPr/>
          </p:nvSpPr>
          <p:spPr>
            <a:xfrm>
              <a:off x="4669864" y="328881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4950917" y="328881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5231969" y="328881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5513022" y="3290180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5762996" y="328881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1805419" y="3186513"/>
              <a:ext cx="192578" cy="813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-4.5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1805419" y="3128323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-4.0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1805419" y="3070405"/>
              <a:ext cx="192578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-3.5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1805419" y="3012543"/>
              <a:ext cx="192578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-3.0</a:t>
              </a:r>
            </a:p>
          </p:txBody>
        </p:sp>
        <p:sp>
          <p:nvSpPr>
            <p:cNvPr id="302" name="pl302"/>
            <p:cNvSpPr/>
            <p:nvPr/>
          </p:nvSpPr>
          <p:spPr>
            <a:xfrm>
              <a:off x="2025833" y="32278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2025833" y="31700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2025833" y="31121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2025833" y="30542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1495425" y="3543985"/>
              <a:ext cx="817397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tx307"/>
            <p:cNvSpPr/>
            <p:nvPr/>
          </p:nvSpPr>
          <p:spPr>
            <a:xfrm>
              <a:off x="-166168" y="3643902"/>
              <a:ext cx="46596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Analyte</a:t>
              </a:r>
            </a:p>
          </p:txBody>
        </p:sp>
        <p:sp>
          <p:nvSpPr>
            <p:cNvPr id="308" name="rc308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1620813" y="361357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1705715" y="3698476"/>
              <a:ext cx="49651" cy="49651"/>
            </a:xfrm>
            <a:prstGeom prst="ellipse">
              <a:avLst/>
            </a:prstGeom>
            <a:solidFill>
              <a:srgbClr val="000000">
                <a:alpha val="60000"/>
              </a:srgbClr>
            </a:solidFill>
            <a:ln w="9000" cap="rnd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tx314"/>
            <p:cNvSpPr/>
            <p:nvPr/>
          </p:nvSpPr>
          <p:spPr>
            <a:xfrm>
              <a:off x="640140" y="3683302"/>
              <a:ext cx="21735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PET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1217849" y="3660765"/>
              <a:ext cx="316889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pT181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1909858" y="3660765"/>
              <a:ext cx="316889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pT217</a:t>
              </a:r>
            </a:p>
          </p:txBody>
        </p:sp>
        <p:sp>
          <p:nvSpPr>
            <p:cNvPr id="317" name="rc317"/>
            <p:cNvSpPr/>
            <p:nvPr/>
          </p:nvSpPr>
          <p:spPr>
            <a:xfrm>
              <a:off x="2452000" y="3543985"/>
              <a:ext cx="2958155" cy="6476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tx318"/>
            <p:cNvSpPr/>
            <p:nvPr/>
          </p:nvSpPr>
          <p:spPr>
            <a:xfrm>
              <a:off x="2521589" y="3788425"/>
              <a:ext cx="380423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Assay</a:t>
              </a:r>
            </a:p>
          </p:txBody>
        </p:sp>
        <p:sp>
          <p:nvSpPr>
            <p:cNvPr id="319" name="rc319"/>
            <p:cNvSpPr/>
            <p:nvPr/>
          </p:nvSpPr>
          <p:spPr>
            <a:xfrm>
              <a:off x="2972178" y="361357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057080" y="3698476"/>
              <a:ext cx="49651" cy="49651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2972178" y="390261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057080" y="3987521"/>
              <a:ext cx="49651" cy="49651"/>
            </a:xfrm>
            <a:prstGeom prst="ellipse">
              <a:avLst/>
            </a:prstGeom>
            <a:solidFill>
              <a:srgbClr val="B79F00">
                <a:alpha val="60000"/>
              </a:srgbClr>
            </a:solidFill>
            <a:ln w="9000" cap="rnd">
              <a:solidFill>
                <a:srgbClr val="B79F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3788012" y="3613574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872914" y="3698476"/>
              <a:ext cx="49651" cy="49651"/>
            </a:xfrm>
            <a:prstGeom prst="ellipse">
              <a:avLst/>
            </a:prstGeom>
            <a:solidFill>
              <a:srgbClr val="00BA38">
                <a:alpha val="60000"/>
              </a:srgbClr>
            </a:solidFill>
            <a:ln w="9000" cap="rnd">
              <a:solidFill>
                <a:srgbClr val="00BA38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3788012" y="3902619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872914" y="3987521"/>
              <a:ext cx="49651" cy="49651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4708621" y="361357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4793523" y="3698476"/>
              <a:ext cx="49651" cy="49651"/>
            </a:xfrm>
            <a:prstGeom prst="ellipse">
              <a:avLst/>
            </a:prstGeom>
            <a:solidFill>
              <a:srgbClr val="619CFF">
                <a:alpha val="60000"/>
              </a:srgbClr>
            </a:solidFill>
            <a:ln w="9000" cap="rnd">
              <a:solidFill>
                <a:srgbClr val="619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4708621" y="390261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793523" y="3987521"/>
              <a:ext cx="49651" cy="49651"/>
            </a:xfrm>
            <a:prstGeom prst="ellipse">
              <a:avLst/>
            </a:prstGeom>
            <a:solidFill>
              <a:srgbClr val="F564E3">
                <a:alpha val="60000"/>
              </a:srgbClr>
            </a:solidFill>
            <a:ln w="9000" cap="rnd">
              <a:solidFill>
                <a:srgbClr val="F564E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tx331"/>
            <p:cNvSpPr/>
            <p:nvPr/>
          </p:nvSpPr>
          <p:spPr>
            <a:xfrm>
              <a:off x="3261223" y="3681992"/>
              <a:ext cx="35399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</a:t>
              </a:r>
            </a:p>
          </p:txBody>
        </p:sp>
        <p:sp>
          <p:nvSpPr>
            <p:cNvPr id="332" name="tx332"/>
            <p:cNvSpPr/>
            <p:nvPr/>
          </p:nvSpPr>
          <p:spPr>
            <a:xfrm>
              <a:off x="3261223" y="3948827"/>
              <a:ext cx="428595" cy="1035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Fujirubio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4077057" y="3680574"/>
              <a:ext cx="27323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IPMS</a:t>
              </a:r>
            </a:p>
          </p:txBody>
        </p:sp>
        <p:sp>
          <p:nvSpPr>
            <p:cNvPr id="334" name="tx334"/>
            <p:cNvSpPr/>
            <p:nvPr/>
          </p:nvSpPr>
          <p:spPr>
            <a:xfrm>
              <a:off x="4077057" y="3950137"/>
              <a:ext cx="509413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Lumiuplse</a:t>
              </a:r>
            </a:p>
          </p:txBody>
        </p:sp>
        <p:sp>
          <p:nvSpPr>
            <p:cNvPr id="335" name="tx335"/>
            <p:cNvSpPr/>
            <p:nvPr/>
          </p:nvSpPr>
          <p:spPr>
            <a:xfrm>
              <a:off x="4997666" y="3683302"/>
              <a:ext cx="21735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PET</a:t>
              </a:r>
            </a:p>
          </p:txBody>
        </p:sp>
        <p:sp>
          <p:nvSpPr>
            <p:cNvPr id="336" name="tx336"/>
            <p:cNvSpPr/>
            <p:nvPr/>
          </p:nvSpPr>
          <p:spPr>
            <a:xfrm>
              <a:off x="4997666" y="3969619"/>
              <a:ext cx="316780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Simoa</a:t>
              </a:r>
            </a:p>
          </p:txBody>
        </p:sp>
        <p:sp>
          <p:nvSpPr>
            <p:cNvPr id="337" name="rc337"/>
            <p:cNvSpPr/>
            <p:nvPr/>
          </p:nvSpPr>
          <p:spPr>
            <a:xfrm>
              <a:off x="5549334" y="3543985"/>
              <a:ext cx="518090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tx338"/>
            <p:cNvSpPr/>
            <p:nvPr/>
          </p:nvSpPr>
          <p:spPr>
            <a:xfrm>
              <a:off x="5618923" y="3645540"/>
              <a:ext cx="341814" cy="1277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</a:t>
              </a:r>
            </a:p>
          </p:txBody>
        </p:sp>
        <p:sp>
          <p:nvSpPr>
            <p:cNvPr id="339" name="rc339"/>
            <p:cNvSpPr/>
            <p:nvPr/>
          </p:nvSpPr>
          <p:spPr>
            <a:xfrm>
              <a:off x="6021887" y="3613574"/>
              <a:ext cx="45537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6101345" y="3693033"/>
              <a:ext cx="60539" cy="60539"/>
            </a:xfrm>
            <a:prstGeom prst="ellipse">
              <a:avLst/>
            </a:prstGeom>
            <a:solidFill>
              <a:srgbClr val="000000">
                <a:alpha val="60000"/>
              </a:srgbClr>
            </a:solidFill>
            <a:ln w="9000" cap="rnd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6544398" y="3672677"/>
              <a:ext cx="101250" cy="101250"/>
            </a:xfrm>
            <a:prstGeom prst="ellipse">
              <a:avLst/>
            </a:prstGeom>
            <a:solidFill>
              <a:srgbClr val="000000">
                <a:alpha val="60000"/>
              </a:srgbClr>
            </a:solidFill>
            <a:ln w="9000" cap="rnd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6995965" y="3660834"/>
              <a:ext cx="124936" cy="124936"/>
            </a:xfrm>
            <a:prstGeom prst="ellipse">
              <a:avLst/>
            </a:prstGeom>
            <a:solidFill>
              <a:srgbClr val="000000">
                <a:alpha val="60000"/>
              </a:srgbClr>
            </a:solidFill>
            <a:ln w="9000" cap="rnd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411982" y="3651542"/>
              <a:ext cx="143520" cy="143520"/>
            </a:xfrm>
            <a:prstGeom prst="ellipse">
              <a:avLst/>
            </a:prstGeom>
            <a:solidFill>
              <a:srgbClr val="000000">
                <a:alpha val="60000"/>
              </a:srgbClr>
            </a:solidFill>
            <a:ln w="9000" cap="rnd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7829384" y="3643636"/>
              <a:ext cx="159333" cy="159333"/>
            </a:xfrm>
            <a:prstGeom prst="ellipse">
              <a:avLst/>
            </a:prstGeom>
            <a:solidFill>
              <a:srgbClr val="000000">
                <a:alpha val="60000"/>
              </a:srgbClr>
            </a:solidFill>
            <a:ln w="9000" cap="rnd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tx349"/>
            <p:cNvSpPr/>
            <p:nvPr/>
          </p:nvSpPr>
          <p:spPr>
            <a:xfrm>
              <a:off x="6310932" y="368297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6774341" y="368297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7237750" y="368161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7663059" y="368297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8088368" y="368297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3649535" y="4292569"/>
              <a:ext cx="427149" cy="103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</a:t>
              </a:r>
            </a:p>
          </p:txBody>
        </p:sp>
        <p:sp>
          <p:nvSpPr>
            <p:cNvPr id="355" name="tx355"/>
            <p:cNvSpPr/>
            <p:nvPr/>
          </p:nvSpPr>
          <p:spPr>
            <a:xfrm rot="-5400000">
              <a:off x="1564570" y="2533727"/>
              <a:ext cx="100886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9</cp:revision>
  <dcterms:created xsi:type="dcterms:W3CDTF">2015-07-14T21:05:00Z</dcterms:created>
  <dcterms:modified xsi:type="dcterms:W3CDTF">2026-05-19T15:13:47Z</dcterms:modified>
</cp:coreProperties>
</file>