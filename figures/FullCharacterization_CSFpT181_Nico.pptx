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971800" y="1691481"/>
            <a:ext cx="9144000" cy="7315200"/>
            <a:chOff x="2971800" y="1691481"/>
            <a:chExt cx="9144000" cy="7315200"/>
          </a:xfrm>
        </p:grpSpPr>
        <p:sp>
          <p:nvSpPr>
            <p:cNvPr id="3" name="rc3"/>
            <p:cNvSpPr/>
            <p:nvPr/>
          </p:nvSpPr>
          <p:spPr>
            <a:xfrm>
              <a:off x="2971800" y="1691481"/>
              <a:ext cx="91440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971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400738" y="1761070"/>
              <a:ext cx="4073472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400738" y="4739668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400738" y="4175225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00738" y="3610781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00738" y="3046338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400738" y="2481895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400738" y="1917451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24254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55852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6915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400738" y="4457446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400738" y="3893003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400738" y="3328560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00738" y="2764116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400738" y="2199673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8589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89920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1250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561070" y="4616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61070" y="4316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265577" y="4399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561070" y="4471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561070" y="4357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46174" y="4278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561070" y="449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418136" y="4509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561070" y="4458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886607" y="4322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06226" y="4558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948764" y="4497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832478" y="4122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119494" y="4164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61070" y="3594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62927" y="3600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093588" y="3578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61070" y="4367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270250" y="4429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12433" y="4298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146390" y="4275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561070" y="40071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61070" y="4355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124221" y="4281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561070" y="3565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561070" y="4485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68118" y="4438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1070" y="4370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561070" y="4432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120214" y="4386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561070" y="4469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854690" y="4355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115192" y="4375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61070" y="4368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561070" y="4339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561070" y="3066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73385" y="2923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498202" y="3212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61070" y="4548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561070" y="4193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61070" y="3937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353020" y="4555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414428" y="4530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432298" y="4035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152866" y="3485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744393" y="3398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561070" y="3379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61070" y="4011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561070" y="3906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561070" y="4526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561070" y="4412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561070" y="3025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61070" y="2843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449079" y="4347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561070" y="4075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15650" y="4052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366797" y="4033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561070" y="418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886132" y="3981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61070" y="4440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197213" y="4474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561070" y="4307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406622" y="4191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561070" y="4402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422453" y="4202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561070" y="4470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61070" y="4246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561070" y="4366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52900" y="4223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881100" y="4247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399945" y="4220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102943" y="4175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561070" y="4482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35076" y="4425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1070" y="4231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7750" y="434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120933" y="4401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66145" y="4410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399695" y="4348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169924" y="4290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478584" y="443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454386" y="4510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953082" y="4458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6480562" y="4421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561070" y="4392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61070" y="1923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812937" y="1880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863105" y="3194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146635" y="3403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52889" y="3123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61070" y="3552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903496" y="3239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442603" y="3192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036669" y="3545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4285" y="3681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61070" y="4383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99345" y="4549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94325" y="4480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61070" y="4303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124758" y="4348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804077" y="4390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61070" y="3292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41689" y="4421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561070" y="3651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561070" y="4364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115110" y="4308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561070" y="4422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093588" y="4433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61070" y="3095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561070" y="4526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561070" y="4336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477144" y="4422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561070" y="3540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842722" y="3824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561070" y="4251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874946" y="4035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398256" y="4049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6232294" y="3946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135868" y="4484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561070" y="4414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02304" y="4415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561070" y="439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1070" y="4519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25186" y="4484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663526" y="4429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397058" y="4478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561070" y="4614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984082" y="4457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61070" y="4402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351585" y="4502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561070" y="2757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561070" y="4405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627501" y="4382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241836" y="443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561070" y="4552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561070" y="4329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368081" y="4362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886206" y="4165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430238" y="4359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926775" y="4283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61070" y="3776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561070" y="4412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09148" y="4639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561070" y="4283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852889" y="4356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61070" y="4433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561070" y="4461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096016" y="4387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23011" y="3356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090678" y="3553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61070" y="4434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561070" y="2301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839340" y="2325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61070" y="4375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351211" y="4301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561070" y="4382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351846" y="4380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875009" y="4464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398891" y="4491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561070" y="44331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61070" y="4481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998598" y="4373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561070" y="4446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69791" y="4406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45058" y="4321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561070" y="4405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561070" y="4387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561070" y="4450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561070" y="4375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561070" y="4444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351754" y="4440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898664" y="4511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22546" y="4527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6076679" y="4485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4105405" y="3903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61070" y="3268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874824" y="3326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1070" y="3487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891112" y="3742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33886" y="3681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111159" y="4400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61070" y="4398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61070" y="3624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805563" y="3006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35868" y="3108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377660" y="3231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561070" y="3609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27469" y="3559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561070" y="3897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863310" y="3742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561070" y="4557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561070" y="4588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561070" y="3919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103798" y="3744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61070" y="437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822514" y="4377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094307" y="4444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47613" y="4252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900428" y="4365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423443" y="4289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61070" y="4235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561070" y="3936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561070" y="3273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93938" y="2871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561070" y="4128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918001" y="4255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61070" y="4434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8414" y="4503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561070" y="4480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561070" y="4057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828049" y="4268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561070" y="4516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4128065" y="4536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561070" y="443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94213" y="4402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561070" y="3872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843161" y="4053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561070" y="4333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178503" y="4247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561070" y="3864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823894" y="3812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094307" y="3856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879561" y="3706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131278" y="3806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5378107" y="3740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660197" y="3857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5921592" y="3642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6208546" y="3585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561070" y="3425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064803" y="3481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08115" y="3605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875093" y="3627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137035" y="3896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61070" y="4524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89270" y="4616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673490" y="4550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185249" y="4550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1070" y="3273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823731" y="3664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561070" y="4442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56249" y="4006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61070" y="3961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888497" y="3914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351211" y="3689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133993" y="4586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641937" y="4585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165259" y="4474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561070" y="4578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561070" y="448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61070" y="4441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61070" y="4042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056168" y="3911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561070" y="2568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835245" y="3043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91830" y="3117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561070" y="4145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886607" y="4312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424882" y="4494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6014249" y="4462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61070" y="4393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364884" y="4127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561070" y="4527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421734" y="4236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561070" y="4433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29488" y="4443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561070" y="3331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561070" y="4326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61070" y="4457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084233" y="4536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608115" y="4478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72323" y="4496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561070" y="4445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561070" y="4323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561070" y="4543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561070" y="4494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46201" y="4443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561070" y="4452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133886" y="4418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39059" y="4419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5185969" y="4431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561070" y="4113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561070" y="4485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113149" y="4432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561070" y="3869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847478" y="3564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18566" y="3825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385753" y="3782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652012" y="3844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561070" y="3443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561070" y="4368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561070" y="4389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637619" y="4350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1070" y="4488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120214" y="4400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641937" y="4299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1070" y="3626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64306" y="3770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351211" y="3668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561070" y="4447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351931" y="4426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61070" y="4345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61070" y="3832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825742" y="4296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812937" y="3444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073439" y="359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561070" y="4340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381435" y="4332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893084" y="4358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561070" y="4430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196493" y="4530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649133" y="4404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206838" y="4469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561070" y="4601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561070" y="3984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561070" y="4471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200091" y="4485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61070" y="4439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097906" y="4460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561070" y="3868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68514" y="3774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561070" y="4278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331062" y="4186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4899981" y="4408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5685384" y="4527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561070" y="4663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862854" y="3973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561070" y="4528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561070" y="4319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090438" y="4464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879861" y="3811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561070" y="254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561070" y="4085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4094345" y="4150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43290" y="3963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185286" y="3542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561070" y="4493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114457" y="4561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61070" y="4352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141083" y="4360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639778" y="4446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157184" y="4498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3561070" y="4107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833086" y="3741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101057" y="3657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62725" y="3631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4705264" y="3641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561070" y="3215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483621" y="3347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561070" y="4498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180296" y="4603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069744" y="4517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561070" y="4371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3846165" y="4159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074158" y="4350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561070" y="2845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827803" y="2900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561070" y="4557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101903" y="4474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135560" y="3705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561070" y="4224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449079" y="4279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61070" y="4510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922232" y="4486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61070" y="4399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1070" y="4190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705041" y="4053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61070" y="3478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411659" y="3613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693750" y="3649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74781" y="3787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561070" y="429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561070" y="4468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129840" y="4393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629704" y="4389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561070" y="4405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149765" y="4450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4613148" y="452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182418" y="4548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561070" y="4457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561070" y="3958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561070" y="4366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869067" y="4512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141370" y="4457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93696" y="4494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561070" y="3263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452292" y="2705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04212" y="2842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5428095" y="2496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561070" y="4496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61070" y="3274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76485" y="3394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088551" y="3417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561070" y="4332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61070" y="4321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4673431" y="4414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61070" y="4499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561070" y="4447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3561070" y="3125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33806" y="3170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155475" y="3099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84314" y="3860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4962887" y="3665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733329" y="4418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201800" y="4351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561070" y="4380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561070" y="4412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868347" y="4359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230315" y="4364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561070" y="3660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561070" y="4451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561070" y="4107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3878318" y="4066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867860" y="4023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114457" y="4046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561070" y="3994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826609" y="4094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098320" y="4217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324585" y="4173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618190" y="4172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561070" y="4364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61070" y="4306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61070" y="3976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3880" y="3955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105253" y="3868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61070" y="4367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092149" y="4592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561070" y="4466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362006" y="4447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3561070" y="4388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069488" y="4463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703573" y="4375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61070" y="4478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61070" y="4377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4352969" y="4374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951692" y="443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976" y="451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6077894" y="4463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561070" y="3885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838056" y="3791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125184" y="4067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07182" y="4130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561070" y="2958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61070" y="4373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4069654" y="4539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762646" y="4393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561070" y="4382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88551" y="4476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561070" y="4402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34999" y="4334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768983" y="4469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61070" y="4441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104345" y="4606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561070" y="4418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561070" y="4111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561070" y="4462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561070" y="4415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13122" y="4443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58412" y="3784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136765" y="3796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401585" y="4490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569525" y="4584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561070" y="2572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114528" y="2483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376398" y="2639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5022358" y="3090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561070" y="4506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61070" y="382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868318" y="3856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4353020" y="4403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5414428" y="4398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61070" y="4279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61070" y="4542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3561070" y="4357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371628" y="4431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909954" y="4359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398575" y="4343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561070" y="4412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3561070" y="4504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561070" y="4485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111578" y="4538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561070" y="2793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3862111" y="3306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3561070" y="3834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561070" y="3477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561070" y="4406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089569" y="4599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888345" y="4454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5159958" y="3974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561070" y="4568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613872" y="4419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432798" y="4490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61070" y="4491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4331357" y="443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83439" y="4666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895088" y="4490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828613" y="2700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92149" y="2734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0680" y="3197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561070" y="3531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3561070" y="4536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3561070" y="4329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3561070" y="3698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561070" y="3662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310913" y="3763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33302" y="3792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875093" y="3811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390790" y="3870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242818" y="3483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561070" y="4257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355529" y="4602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09175" y="4557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442872" y="4598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4170587" y="4463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4628264" y="4352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57866" y="4480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5670272" y="4284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1070" y="457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1070" y="4615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356646" y="4595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561070" y="3597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863139" y="3757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561070" y="4366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456995" y="4448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29065" y="4439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437835" y="4443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561070" y="4577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561070" y="4532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351469" y="4490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847478" y="2797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118995" y="3299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561070" y="4077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150770" y="3840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936593" y="3557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449681" y="3418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3561070" y="4447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61070" y="4567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878422" y="4455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02721" y="4464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924747" y="4596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3561070" y="4237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561070" y="4389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3561070" y="3715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090709" y="3474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561070" y="4126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561070" y="4385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56995" y="4446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465900" y="4545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561070" y="4223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396673" y="4108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3561070" y="4522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090328" y="4621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618172" y="4552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3561070" y="4429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04915" y="4501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37460" y="4499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561070" y="4459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874104" y="4373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498202" y="4390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5899830" y="4453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6234453" y="4390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561070" y="4032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725413" y="3776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526798" y="4456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561070" y="4016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561070" y="4433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561070" y="4398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417487" y="4308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897472" y="4362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438625" y="4621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6118665" y="4498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561070" y="4334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29569" y="4412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561070" y="4352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55475" y="4449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3561070" y="3949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4092868" y="3919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4448360" y="4460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367043" y="4341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561070" y="4055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561070" y="4294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4100064" y="4440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612433" y="4457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3561070" y="4255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561070" y="4338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160396" y="4305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613152" y="4417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142072" y="4293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3561070" y="3621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891375" y="3844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561070" y="4473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486500" y="4500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561070" y="4546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561070" y="4264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270970" y="4160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623227" y="3992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5147109" y="4074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5650123" y="3848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561070" y="4612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1070" y="4472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420800" y="4553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3561070" y="449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3561070" y="4448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561070" y="4508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4378221" y="3327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5699" y="2448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13152" y="2904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3561070" y="4383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4094534" y="4434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633243" y="4421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5146616" y="4534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561070" y="4548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352650" y="4575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76027" y="4386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6193434" y="4473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401585" y="4425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561070" y="4317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124402" y="4319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632582" y="4260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136291" y="413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4110178" y="3555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4356249" y="3522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3561070" y="4023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38339" y="3731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197483" y="3671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774617" y="3456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4446920" y="4243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561070" y="4421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18774" y="4435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561070" y="3843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155475" y="3780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848804" y="3679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120214" y="3741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125251" y="3356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351211" y="4373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561070" y="2601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561070" y="4056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823011" y="2748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094653" y="3195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367043" y="3465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4668563" y="3886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851076" y="4080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84952" y="4316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4399426" y="4029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4652731" y="3922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402623" y="3465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5907026" y="3326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6229358" y="3571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33086" y="2836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175058" y="2895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437565" y="3041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708862" y="2876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561070" y="4385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374959" y="4368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561070" y="4349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908483" y="4412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561070" y="4245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6448" y="4521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118774" y="4429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391510" y="4407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3830927" y="3776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366323" y="3735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617470" y="3803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561070" y="4401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845652" y="4509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561070" y="4334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4160396" y="4297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572854" y="4369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5142072" y="421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61070" y="2821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561070" y="4413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356394" y="4415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4843576" y="4328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422869" y="4277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5984891" y="4317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3561070" y="3230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832864" y="3297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73385" y="4431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561070" y="4164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749854" y="4179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5161502" y="4252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832172" y="3238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3561070" y="4270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068035" y="4379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3561070" y="4403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3561070" y="4569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084541" y="4460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3561070" y="4318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210166" y="4342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5931493" y="4480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914911" y="4384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561070" y="4409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4981597" y="4409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3561070" y="4333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351211" y="4322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561070" y="4237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561070" y="4384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4068118" y="4407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561070" y="4137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3561070" y="4520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210166" y="4535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216989" y="4515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61070" y="4542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3561070" y="3373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833611" y="3359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561070" y="3742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828768" y="3752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4130249" y="3666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5414088" y="4451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5947744" y="4459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3561070" y="4521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624666" y="4474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147109" y="4490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70991" y="4478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561070" y="3647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3876892" y="3790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561070" y="3181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834525" y="3405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101504" y="3460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61070" y="4078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561070" y="3585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799816" y="3599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127962" y="3423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61070" y="4496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4360566" y="4114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493965" y="3951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180662" y="3325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58488" y="3623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4930504" y="3549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3561070" y="3928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118381" y="4568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3561070" y="4391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094307" y="4399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561070" y="4071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190219" y="4124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3561070" y="4424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5159343" y="4375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149995" y="4454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66323" y="4376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664965" y="4333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5121696" y="4324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561070" y="4256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4351931" y="4314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561070" y="4404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561070" y="3903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561070" y="3674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58273" y="3557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3561070" y="3290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124187" y="3154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622478" y="3247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4920085" y="3244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561070" y="3608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837626" y="3519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561070" y="4424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561070" y="4515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824051" y="4420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102223" y="4483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561070" y="4542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3873355" y="4004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561070" y="4145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4174975" y="4036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561070" y="4472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561070" y="4483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6210705" y="4504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733148" y="4496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561070" y="3966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856947" y="3739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561070" y="4464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4139643" y="4515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124551" y="4461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43290" y="4429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3561070" y="4303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4376583" y="4183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388366" y="4205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61070" y="4438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561070" y="3911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857877" y="3949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561070" y="3261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3878422" y="3121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561070" y="3625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561070" y="3542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872443" y="3524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4170587" y="3770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4679357" y="3791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561070" y="4462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56574" y="4655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609554" y="4315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561070" y="4396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88651" y="4427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561070" y="4460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3561070" y="4535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561070" y="4364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3561070" y="4417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141083" y="4457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4905667" y="4542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561070" y="3486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10310" y="4553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647694" y="449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5175306" y="4600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3561070" y="4494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493696" y="4477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3561070" y="4474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561070" y="4030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220665" y="436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613152" y="4266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5182319" y="4274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3561070" y="4505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561070" y="4212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61070" y="4323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224558" y="4323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58488" y="4122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5688982" y="3970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561070" y="4557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40363" y="4483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561070" y="4369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4935512" y="4305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091555" y="3702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3561070" y="4492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348231" y="4508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561070" y="4560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04443" y="4527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788973" y="4487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5196824" y="4523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561070" y="4497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1070" y="4428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827909" y="4337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61070" y="3825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827359" y="3873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4089300" y="3651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561070" y="4080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3561070" y="4359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0970" y="4396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613152" y="4314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197459" y="4226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15608" y="4298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561070" y="3130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089180" y="4443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561070" y="3527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561070" y="3991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059439" y="3879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561070" y="439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4129569" y="4268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561070" y="4430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467070" y="3880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561070" y="4254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561070" y="4425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084363" y="4314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325779" y="4142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869810" y="4439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5383618" y="4155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910379" y="4325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5429919" y="4377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844600" y="4166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11659" y="4457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561070" y="4490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932933" y="443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561070" y="3334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4091213" y="3264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357688" y="3312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638339" y="3254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876533" y="3302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3561070" y="4080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089799" y="4057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638266" y="4123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1070" y="4397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888497" y="4418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5087381" y="4442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561070" y="4368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875093" y="4158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494024" y="3959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561070" y="4538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4351931" y="4451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61070" y="4466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05902" y="4508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091579" y="4452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561070" y="4417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653451" y="4401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561070" y="3190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817974" y="3432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104766" y="3510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350492" y="3629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657769" y="3903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456995" y="4391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923151" y="4332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5439274" y="4421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4089270" y="3638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356249" y="3680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61070" y="4278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04382" y="4569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618190" y="4390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60062" y="4410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341689" y="4576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561070" y="3634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873347" y="3681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200091" y="3925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561070" y="4296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3561070" y="4497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3561070" y="4315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4096016" y="4391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582928" y="4391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361866" y="4403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561070" y="4423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652012" y="4529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3561070" y="4461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4103088" y="4392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414538" y="4431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226267" y="4312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561070" y="4449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561070" y="4585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3561070" y="4530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135153" y="4461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3561070" y="4493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959006" y="4539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3561070" y="4487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4118774" y="4417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561070" y="4138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4111578" y="4089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4664245" y="3926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561070" y="4543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109911" y="4488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3561070" y="4469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3561070" y="3726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561070" y="4395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088822" y="433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4636900" y="4515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561070" y="3556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3561070" y="4403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3561070" y="452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3561070" y="4551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1689" y="4524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881403" y="4539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5405285" y="4769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5937083" y="4659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561070" y="4449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129569" y="4547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4934822" y="4488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561070" y="3737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089897" y="3340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698695" y="2972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561070" y="4294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141083" y="4384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4663526" y="4429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267286" y="4432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561070" y="4465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4368482" y="4322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4919790" y="4338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5373069" y="4463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6057427" y="4400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3561070" y="4113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3561070" y="3523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3561070" y="3844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3817783" y="3709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4109948" y="3623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4433735" y="3697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4789988" y="3879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4623227" y="4499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5151427" y="4597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3561070" y="4740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3561070" y="4506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3561070" y="4352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3561070" y="4504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3585896" y="4341434"/>
              <a:ext cx="704506" cy="83013"/>
            </a:xfrm>
            <a:custGeom>
              <a:avLst/>
              <a:pathLst>
                <a:path w="704506" h="83013">
                  <a:moveTo>
                    <a:pt x="0" y="0"/>
                  </a:moveTo>
                  <a:lnTo>
                    <a:pt x="704506" y="830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3585896" y="4303137"/>
              <a:ext cx="785103" cy="78909"/>
            </a:xfrm>
            <a:custGeom>
              <a:avLst/>
              <a:pathLst>
                <a:path w="785103" h="78909">
                  <a:moveTo>
                    <a:pt x="0" y="78909"/>
                  </a:moveTo>
                  <a:lnTo>
                    <a:pt x="7851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3585896" y="4520310"/>
              <a:ext cx="857065" cy="13586"/>
            </a:xfrm>
            <a:custGeom>
              <a:avLst/>
              <a:pathLst>
                <a:path w="857065" h="13586">
                  <a:moveTo>
                    <a:pt x="0" y="0"/>
                  </a:moveTo>
                  <a:lnTo>
                    <a:pt x="857065" y="135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3585896" y="4347412"/>
              <a:ext cx="2387693" cy="235595"/>
            </a:xfrm>
            <a:custGeom>
              <a:avLst/>
              <a:pathLst>
                <a:path w="2387693" h="235595">
                  <a:moveTo>
                    <a:pt x="0" y="136373"/>
                  </a:moveTo>
                  <a:lnTo>
                    <a:pt x="1325537" y="0"/>
                  </a:lnTo>
                  <a:lnTo>
                    <a:pt x="2045155" y="235595"/>
                  </a:lnTo>
                  <a:lnTo>
                    <a:pt x="2387693" y="1754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3857304" y="4147569"/>
              <a:ext cx="287015" cy="41264"/>
            </a:xfrm>
            <a:custGeom>
              <a:avLst/>
              <a:pathLst>
                <a:path w="287015" h="41264">
                  <a:moveTo>
                    <a:pt x="0" y="0"/>
                  </a:moveTo>
                  <a:lnTo>
                    <a:pt x="287015" y="412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3585896" y="3603469"/>
              <a:ext cx="532517" cy="22124"/>
            </a:xfrm>
            <a:custGeom>
              <a:avLst/>
              <a:pathLst>
                <a:path w="532517" h="22124">
                  <a:moveTo>
                    <a:pt x="0" y="16303"/>
                  </a:moveTo>
                  <a:lnTo>
                    <a:pt x="301856" y="22124"/>
                  </a:lnTo>
                  <a:lnTo>
                    <a:pt x="5325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3585896" y="4300801"/>
              <a:ext cx="1585319" cy="153540"/>
            </a:xfrm>
            <a:custGeom>
              <a:avLst/>
              <a:pathLst>
                <a:path w="1585319" h="153540">
                  <a:moveTo>
                    <a:pt x="0" y="91323"/>
                  </a:moveTo>
                  <a:lnTo>
                    <a:pt x="709180" y="153540"/>
                  </a:lnTo>
                  <a:lnTo>
                    <a:pt x="1051362" y="22769"/>
                  </a:lnTo>
                  <a:lnTo>
                    <a:pt x="15853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3585896" y="4306195"/>
              <a:ext cx="563150" cy="74344"/>
            </a:xfrm>
            <a:custGeom>
              <a:avLst/>
              <a:pathLst>
                <a:path w="563150" h="74344">
                  <a:moveTo>
                    <a:pt x="0" y="74344"/>
                  </a:moveTo>
                  <a:lnTo>
                    <a:pt x="5631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3585896" y="4463456"/>
              <a:ext cx="507047" cy="47211"/>
            </a:xfrm>
            <a:custGeom>
              <a:avLst/>
              <a:pathLst>
                <a:path w="507047" h="47211">
                  <a:moveTo>
                    <a:pt x="0" y="47211"/>
                  </a:moveTo>
                  <a:lnTo>
                    <a:pt x="5070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3585896" y="4411780"/>
              <a:ext cx="559143" cy="45398"/>
            </a:xfrm>
            <a:custGeom>
              <a:avLst/>
              <a:pathLst>
                <a:path w="559143" h="45398">
                  <a:moveTo>
                    <a:pt x="0" y="45398"/>
                  </a:moveTo>
                  <a:lnTo>
                    <a:pt x="5591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3585896" y="4380367"/>
              <a:ext cx="554121" cy="114433"/>
            </a:xfrm>
            <a:custGeom>
              <a:avLst/>
              <a:pathLst>
                <a:path w="554121" h="114433">
                  <a:moveTo>
                    <a:pt x="0" y="114433"/>
                  </a:moveTo>
                  <a:lnTo>
                    <a:pt x="293620" y="0"/>
                  </a:lnTo>
                  <a:lnTo>
                    <a:pt x="554121" y="203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3585896" y="2948698"/>
              <a:ext cx="937131" cy="288690"/>
            </a:xfrm>
            <a:custGeom>
              <a:avLst/>
              <a:pathLst>
                <a:path w="937131" h="288690">
                  <a:moveTo>
                    <a:pt x="0" y="142382"/>
                  </a:moveTo>
                  <a:lnTo>
                    <a:pt x="312314" y="0"/>
                  </a:lnTo>
                  <a:lnTo>
                    <a:pt x="937131" y="2886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377846" y="4555626"/>
              <a:ext cx="1061407" cy="24881"/>
            </a:xfrm>
            <a:custGeom>
              <a:avLst/>
              <a:pathLst>
                <a:path w="1061407" h="24881">
                  <a:moveTo>
                    <a:pt x="0" y="24881"/>
                  </a:moveTo>
                  <a:lnTo>
                    <a:pt x="10614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457124" y="3423368"/>
              <a:ext cx="1312094" cy="637248"/>
            </a:xfrm>
            <a:custGeom>
              <a:avLst/>
              <a:pathLst>
                <a:path w="1312094" h="637248">
                  <a:moveTo>
                    <a:pt x="0" y="637248"/>
                  </a:moveTo>
                  <a:lnTo>
                    <a:pt x="720568" y="86918"/>
                  </a:lnTo>
                  <a:lnTo>
                    <a:pt x="13120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3585896" y="4057884"/>
              <a:ext cx="805726" cy="42066"/>
            </a:xfrm>
            <a:custGeom>
              <a:avLst/>
              <a:pathLst>
                <a:path w="805726" h="42066">
                  <a:moveTo>
                    <a:pt x="0" y="42066"/>
                  </a:moveTo>
                  <a:lnTo>
                    <a:pt x="554580" y="19912"/>
                  </a:lnTo>
                  <a:lnTo>
                    <a:pt x="8057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3585896" y="4465598"/>
              <a:ext cx="636142" cy="33586"/>
            </a:xfrm>
            <a:custGeom>
              <a:avLst/>
              <a:pathLst>
                <a:path w="636142" h="33586">
                  <a:moveTo>
                    <a:pt x="0" y="0"/>
                  </a:moveTo>
                  <a:lnTo>
                    <a:pt x="636142" y="335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3585896" y="4216369"/>
              <a:ext cx="845551" cy="116260"/>
            </a:xfrm>
            <a:custGeom>
              <a:avLst/>
              <a:pathLst>
                <a:path w="845551" h="116260">
                  <a:moveTo>
                    <a:pt x="0" y="116260"/>
                  </a:moveTo>
                  <a:lnTo>
                    <a:pt x="8455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3585896" y="4227631"/>
              <a:ext cx="861383" cy="199625"/>
            </a:xfrm>
            <a:custGeom>
              <a:avLst/>
              <a:pathLst>
                <a:path w="861383" h="199625">
                  <a:moveTo>
                    <a:pt x="0" y="199625"/>
                  </a:moveTo>
                  <a:lnTo>
                    <a:pt x="8613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3585896" y="4245386"/>
              <a:ext cx="1838874" cy="145505"/>
            </a:xfrm>
            <a:custGeom>
              <a:avLst/>
              <a:pathLst>
                <a:path w="1838874" h="145505">
                  <a:moveTo>
                    <a:pt x="0" y="145505"/>
                  </a:moveTo>
                  <a:lnTo>
                    <a:pt x="791829" y="3132"/>
                  </a:lnTo>
                  <a:lnTo>
                    <a:pt x="1320029" y="26615"/>
                  </a:lnTo>
                  <a:lnTo>
                    <a:pt x="18388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3585896" y="4256471"/>
              <a:ext cx="559863" cy="169382"/>
            </a:xfrm>
            <a:custGeom>
              <a:avLst/>
              <a:pathLst>
                <a:path w="559863" h="169382">
                  <a:moveTo>
                    <a:pt x="0" y="0"/>
                  </a:moveTo>
                  <a:lnTo>
                    <a:pt x="276679" y="117322"/>
                  </a:lnTo>
                  <a:lnTo>
                    <a:pt x="559863" y="1693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90971" y="4373565"/>
              <a:ext cx="533549" cy="61268"/>
            </a:xfrm>
            <a:custGeom>
              <a:avLst/>
              <a:pathLst>
                <a:path w="533549" h="61268">
                  <a:moveTo>
                    <a:pt x="0" y="61268"/>
                  </a:moveTo>
                  <a:lnTo>
                    <a:pt x="5335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194750" y="4315211"/>
              <a:ext cx="308659" cy="141624"/>
            </a:xfrm>
            <a:custGeom>
              <a:avLst/>
              <a:pathLst>
                <a:path w="308659" h="141624">
                  <a:moveTo>
                    <a:pt x="0" y="0"/>
                  </a:moveTo>
                  <a:lnTo>
                    <a:pt x="308659" y="14162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5479212" y="4446639"/>
              <a:ext cx="1026175" cy="88382"/>
            </a:xfrm>
            <a:custGeom>
              <a:avLst/>
              <a:pathLst>
                <a:path w="1026175" h="88382">
                  <a:moveTo>
                    <a:pt x="0" y="88382"/>
                  </a:moveTo>
                  <a:lnTo>
                    <a:pt x="498695" y="36286"/>
                  </a:lnTo>
                  <a:lnTo>
                    <a:pt x="10261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3585896" y="1905530"/>
              <a:ext cx="251866" cy="43179"/>
            </a:xfrm>
            <a:custGeom>
              <a:avLst/>
              <a:pathLst>
                <a:path w="251866" h="43179">
                  <a:moveTo>
                    <a:pt x="0" y="43179"/>
                  </a:moveTo>
                  <a:lnTo>
                    <a:pt x="2518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3887931" y="3219756"/>
              <a:ext cx="283529" cy="208186"/>
            </a:xfrm>
            <a:custGeom>
              <a:avLst/>
              <a:pathLst>
                <a:path w="283529" h="208186">
                  <a:moveTo>
                    <a:pt x="0" y="0"/>
                  </a:moveTo>
                  <a:lnTo>
                    <a:pt x="283529" y="2081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3585896" y="3217490"/>
              <a:ext cx="1783214" cy="489173"/>
            </a:xfrm>
            <a:custGeom>
              <a:avLst/>
              <a:pathLst>
                <a:path w="1783214" h="489173">
                  <a:moveTo>
                    <a:pt x="0" y="359452"/>
                  </a:moveTo>
                  <a:lnTo>
                    <a:pt x="342426" y="46401"/>
                  </a:lnTo>
                  <a:lnTo>
                    <a:pt x="881532" y="0"/>
                  </a:lnTo>
                  <a:lnTo>
                    <a:pt x="1475599" y="353196"/>
                  </a:lnTo>
                  <a:lnTo>
                    <a:pt x="1783214" y="48917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3585896" y="4407827"/>
              <a:ext cx="538274" cy="166321"/>
            </a:xfrm>
            <a:custGeom>
              <a:avLst/>
              <a:pathLst>
                <a:path w="538274" h="166321">
                  <a:moveTo>
                    <a:pt x="0" y="0"/>
                  </a:moveTo>
                  <a:lnTo>
                    <a:pt x="538274" y="1663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3585896" y="4328488"/>
              <a:ext cx="1243007" cy="86658"/>
            </a:xfrm>
            <a:custGeom>
              <a:avLst/>
              <a:pathLst>
                <a:path w="1243007" h="86658">
                  <a:moveTo>
                    <a:pt x="0" y="0"/>
                  </a:moveTo>
                  <a:lnTo>
                    <a:pt x="563687" y="44673"/>
                  </a:lnTo>
                  <a:lnTo>
                    <a:pt x="1243007" y="866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3585896" y="4333714"/>
              <a:ext cx="554039" cy="55593"/>
            </a:xfrm>
            <a:custGeom>
              <a:avLst/>
              <a:pathLst>
                <a:path w="554039" h="55593">
                  <a:moveTo>
                    <a:pt x="0" y="55593"/>
                  </a:moveTo>
                  <a:lnTo>
                    <a:pt x="5540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3585896" y="4446887"/>
              <a:ext cx="532517" cy="11131"/>
            </a:xfrm>
            <a:custGeom>
              <a:avLst/>
              <a:pathLst>
                <a:path w="532517" h="11131">
                  <a:moveTo>
                    <a:pt x="0" y="0"/>
                  </a:moveTo>
                  <a:lnTo>
                    <a:pt x="532517" y="111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3585896" y="4361077"/>
              <a:ext cx="916074" cy="86468"/>
            </a:xfrm>
            <a:custGeom>
              <a:avLst/>
              <a:pathLst>
                <a:path w="916074" h="86468">
                  <a:moveTo>
                    <a:pt x="0" y="0"/>
                  </a:moveTo>
                  <a:lnTo>
                    <a:pt x="916074" y="8646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3585896" y="3565183"/>
              <a:ext cx="281651" cy="283939"/>
            </a:xfrm>
            <a:custGeom>
              <a:avLst/>
              <a:pathLst>
                <a:path w="281651" h="283939">
                  <a:moveTo>
                    <a:pt x="0" y="0"/>
                  </a:moveTo>
                  <a:lnTo>
                    <a:pt x="281651" y="2839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899772" y="3971380"/>
              <a:ext cx="1357347" cy="102447"/>
            </a:xfrm>
            <a:custGeom>
              <a:avLst/>
              <a:pathLst>
                <a:path w="1357347" h="102447">
                  <a:moveTo>
                    <a:pt x="0" y="89405"/>
                  </a:moveTo>
                  <a:lnTo>
                    <a:pt x="523310" y="102447"/>
                  </a:lnTo>
                  <a:lnTo>
                    <a:pt x="13573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3585896" y="4439589"/>
              <a:ext cx="841233" cy="1142"/>
            </a:xfrm>
            <a:custGeom>
              <a:avLst/>
              <a:pathLst>
                <a:path w="841233" h="1142">
                  <a:moveTo>
                    <a:pt x="0" y="0"/>
                  </a:moveTo>
                  <a:lnTo>
                    <a:pt x="841233" y="11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3585896" y="4453886"/>
              <a:ext cx="1102455" cy="90761"/>
            </a:xfrm>
            <a:custGeom>
              <a:avLst/>
              <a:pathLst>
                <a:path w="1102455" h="90761">
                  <a:moveTo>
                    <a:pt x="0" y="90761"/>
                  </a:moveTo>
                  <a:lnTo>
                    <a:pt x="564115" y="55493"/>
                  </a:lnTo>
                  <a:lnTo>
                    <a:pt x="11024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3585896" y="4481964"/>
              <a:ext cx="1423012" cy="157307"/>
            </a:xfrm>
            <a:custGeom>
              <a:avLst/>
              <a:pathLst>
                <a:path w="1423012" h="157307">
                  <a:moveTo>
                    <a:pt x="0" y="157307"/>
                  </a:moveTo>
                  <a:lnTo>
                    <a:pt x="14230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3585896" y="4407576"/>
              <a:ext cx="1066431" cy="22927"/>
            </a:xfrm>
            <a:custGeom>
              <a:avLst/>
              <a:pathLst>
                <a:path w="1066431" h="22927">
                  <a:moveTo>
                    <a:pt x="0" y="22927"/>
                  </a:moveTo>
                  <a:lnTo>
                    <a:pt x="10664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3585896" y="4190602"/>
              <a:ext cx="2365704" cy="196941"/>
            </a:xfrm>
            <a:custGeom>
              <a:avLst/>
              <a:pathLst>
                <a:path w="2365704" h="196941">
                  <a:moveTo>
                    <a:pt x="0" y="163710"/>
                  </a:moveTo>
                  <a:lnTo>
                    <a:pt x="807010" y="196941"/>
                  </a:lnTo>
                  <a:lnTo>
                    <a:pt x="1325136" y="0"/>
                  </a:lnTo>
                  <a:lnTo>
                    <a:pt x="1869167" y="193372"/>
                  </a:lnTo>
                  <a:lnTo>
                    <a:pt x="2365704" y="1177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3585896" y="4437073"/>
              <a:ext cx="548077" cy="226994"/>
            </a:xfrm>
            <a:custGeom>
              <a:avLst/>
              <a:pathLst>
                <a:path w="548077" h="226994">
                  <a:moveTo>
                    <a:pt x="0" y="0"/>
                  </a:moveTo>
                  <a:lnTo>
                    <a:pt x="548077" y="22699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3585896" y="4308573"/>
              <a:ext cx="291819" cy="72490"/>
            </a:xfrm>
            <a:custGeom>
              <a:avLst/>
              <a:pathLst>
                <a:path w="291819" h="72490">
                  <a:moveTo>
                    <a:pt x="0" y="0"/>
                  </a:moveTo>
                  <a:lnTo>
                    <a:pt x="291819" y="724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3585896" y="4412357"/>
              <a:ext cx="534945" cy="73772"/>
            </a:xfrm>
            <a:custGeom>
              <a:avLst/>
              <a:pathLst>
                <a:path w="534945" h="73772">
                  <a:moveTo>
                    <a:pt x="0" y="73772"/>
                  </a:moveTo>
                  <a:lnTo>
                    <a:pt x="5349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3847837" y="3381716"/>
              <a:ext cx="267666" cy="196604"/>
            </a:xfrm>
            <a:custGeom>
              <a:avLst/>
              <a:pathLst>
                <a:path w="267666" h="196604">
                  <a:moveTo>
                    <a:pt x="0" y="0"/>
                  </a:moveTo>
                  <a:lnTo>
                    <a:pt x="267666" y="1966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3585896" y="2326562"/>
              <a:ext cx="278270" cy="23848"/>
            </a:xfrm>
            <a:custGeom>
              <a:avLst/>
              <a:pathLst>
                <a:path w="278270" h="23848">
                  <a:moveTo>
                    <a:pt x="0" y="0"/>
                  </a:moveTo>
                  <a:lnTo>
                    <a:pt x="278270" y="2384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3585896" y="4405341"/>
              <a:ext cx="1837820" cy="111281"/>
            </a:xfrm>
            <a:custGeom>
              <a:avLst/>
              <a:pathLst>
                <a:path w="1837820" h="111281">
                  <a:moveTo>
                    <a:pt x="0" y="1746"/>
                  </a:moveTo>
                  <a:lnTo>
                    <a:pt x="790776" y="0"/>
                  </a:lnTo>
                  <a:lnTo>
                    <a:pt x="1313938" y="84005"/>
                  </a:lnTo>
                  <a:lnTo>
                    <a:pt x="1837820" y="1112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3585896" y="4397944"/>
              <a:ext cx="437528" cy="108108"/>
            </a:xfrm>
            <a:custGeom>
              <a:avLst/>
              <a:pathLst>
                <a:path w="437528" h="108108">
                  <a:moveTo>
                    <a:pt x="0" y="108108"/>
                  </a:moveTo>
                  <a:lnTo>
                    <a:pt x="4375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3585896" y="4431438"/>
              <a:ext cx="508721" cy="39579"/>
            </a:xfrm>
            <a:custGeom>
              <a:avLst/>
              <a:pathLst>
                <a:path w="508721" h="39579">
                  <a:moveTo>
                    <a:pt x="0" y="39579"/>
                  </a:moveTo>
                  <a:lnTo>
                    <a:pt x="5087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3585896" y="4465396"/>
              <a:ext cx="2515609" cy="87248"/>
            </a:xfrm>
            <a:custGeom>
              <a:avLst/>
              <a:pathLst>
                <a:path w="2515609" h="87248">
                  <a:moveTo>
                    <a:pt x="0" y="3776"/>
                  </a:moveTo>
                  <a:lnTo>
                    <a:pt x="790683" y="0"/>
                  </a:lnTo>
                  <a:lnTo>
                    <a:pt x="1337593" y="71269"/>
                  </a:lnTo>
                  <a:lnTo>
                    <a:pt x="1861475" y="87248"/>
                  </a:lnTo>
                  <a:lnTo>
                    <a:pt x="2515609" y="449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3585896" y="3293297"/>
              <a:ext cx="313753" cy="57763"/>
            </a:xfrm>
            <a:custGeom>
              <a:avLst/>
              <a:pathLst>
                <a:path w="313753" h="57763">
                  <a:moveTo>
                    <a:pt x="0" y="0"/>
                  </a:moveTo>
                  <a:lnTo>
                    <a:pt x="313753" y="577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3585896" y="3512252"/>
              <a:ext cx="572816" cy="255064"/>
            </a:xfrm>
            <a:custGeom>
              <a:avLst/>
              <a:pathLst>
                <a:path w="572816" h="255064">
                  <a:moveTo>
                    <a:pt x="0" y="0"/>
                  </a:moveTo>
                  <a:lnTo>
                    <a:pt x="330041" y="255064"/>
                  </a:lnTo>
                  <a:lnTo>
                    <a:pt x="572816" y="1939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3585896" y="3031704"/>
              <a:ext cx="816589" cy="618008"/>
            </a:xfrm>
            <a:custGeom>
              <a:avLst/>
              <a:pathLst>
                <a:path w="816589" h="618008">
                  <a:moveTo>
                    <a:pt x="0" y="618008"/>
                  </a:moveTo>
                  <a:lnTo>
                    <a:pt x="244493" y="0"/>
                  </a:lnTo>
                  <a:lnTo>
                    <a:pt x="574798" y="102117"/>
                  </a:lnTo>
                  <a:lnTo>
                    <a:pt x="816589" y="2242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3585896" y="3584358"/>
              <a:ext cx="266398" cy="49768"/>
            </a:xfrm>
            <a:custGeom>
              <a:avLst/>
              <a:pathLst>
                <a:path w="266398" h="49768">
                  <a:moveTo>
                    <a:pt x="0" y="49768"/>
                  </a:moveTo>
                  <a:lnTo>
                    <a:pt x="2663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3585896" y="3766872"/>
              <a:ext cx="302239" cy="155560"/>
            </a:xfrm>
            <a:custGeom>
              <a:avLst/>
              <a:pathLst>
                <a:path w="302239" h="155560">
                  <a:moveTo>
                    <a:pt x="0" y="155560"/>
                  </a:moveTo>
                  <a:lnTo>
                    <a:pt x="3022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3585896" y="3769316"/>
              <a:ext cx="542727" cy="174982"/>
            </a:xfrm>
            <a:custGeom>
              <a:avLst/>
              <a:pathLst>
                <a:path w="542727" h="174982">
                  <a:moveTo>
                    <a:pt x="0" y="174982"/>
                  </a:moveTo>
                  <a:lnTo>
                    <a:pt x="5427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3585896" y="4277238"/>
              <a:ext cx="1862372" cy="191653"/>
            </a:xfrm>
            <a:custGeom>
              <a:avLst/>
              <a:pathLst>
                <a:path w="1862372" h="191653">
                  <a:moveTo>
                    <a:pt x="0" y="122100"/>
                  </a:moveTo>
                  <a:lnTo>
                    <a:pt x="261443" y="125292"/>
                  </a:lnTo>
                  <a:lnTo>
                    <a:pt x="533237" y="191653"/>
                  </a:lnTo>
                  <a:lnTo>
                    <a:pt x="786542" y="0"/>
                  </a:lnTo>
                  <a:lnTo>
                    <a:pt x="1339357" y="113050"/>
                  </a:lnTo>
                  <a:lnTo>
                    <a:pt x="1862372" y="3717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3585896" y="4153723"/>
              <a:ext cx="356930" cy="126852"/>
            </a:xfrm>
            <a:custGeom>
              <a:avLst/>
              <a:pathLst>
                <a:path w="356930" h="126852">
                  <a:moveTo>
                    <a:pt x="0" y="0"/>
                  </a:moveTo>
                  <a:lnTo>
                    <a:pt x="356930" y="1268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3585896" y="4082071"/>
              <a:ext cx="266978" cy="211500"/>
            </a:xfrm>
            <a:custGeom>
              <a:avLst/>
              <a:pathLst>
                <a:path w="266978" h="211500">
                  <a:moveTo>
                    <a:pt x="0" y="0"/>
                  </a:moveTo>
                  <a:lnTo>
                    <a:pt x="266978" y="2115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3585896" y="4541170"/>
              <a:ext cx="566994" cy="20397"/>
            </a:xfrm>
            <a:custGeom>
              <a:avLst/>
              <a:pathLst>
                <a:path w="566994" h="20397">
                  <a:moveTo>
                    <a:pt x="0" y="0"/>
                  </a:moveTo>
                  <a:lnTo>
                    <a:pt x="566994" y="203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3585896" y="4427819"/>
              <a:ext cx="533142" cy="36032"/>
            </a:xfrm>
            <a:custGeom>
              <a:avLst/>
              <a:pathLst>
                <a:path w="533142" h="36032">
                  <a:moveTo>
                    <a:pt x="0" y="36032"/>
                  </a:moveTo>
                  <a:lnTo>
                    <a:pt x="53314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3585896" y="3896862"/>
              <a:ext cx="282090" cy="181068"/>
            </a:xfrm>
            <a:custGeom>
              <a:avLst/>
              <a:pathLst>
                <a:path w="282090" h="181068">
                  <a:moveTo>
                    <a:pt x="0" y="0"/>
                  </a:moveTo>
                  <a:lnTo>
                    <a:pt x="282090" y="18106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3585896" y="4271902"/>
              <a:ext cx="617432" cy="86508"/>
            </a:xfrm>
            <a:custGeom>
              <a:avLst/>
              <a:pathLst>
                <a:path w="617432" h="86508">
                  <a:moveTo>
                    <a:pt x="0" y="86508"/>
                  </a:moveTo>
                  <a:lnTo>
                    <a:pt x="6174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3585896" y="3610740"/>
              <a:ext cx="2647476" cy="278698"/>
            </a:xfrm>
            <a:custGeom>
              <a:avLst/>
              <a:pathLst>
                <a:path w="2647476" h="278698">
                  <a:moveTo>
                    <a:pt x="0" y="278698"/>
                  </a:moveTo>
                  <a:lnTo>
                    <a:pt x="262823" y="226289"/>
                  </a:lnTo>
                  <a:lnTo>
                    <a:pt x="533237" y="270089"/>
                  </a:lnTo>
                  <a:lnTo>
                    <a:pt x="1318490" y="121006"/>
                  </a:lnTo>
                  <a:lnTo>
                    <a:pt x="1570207" y="220922"/>
                  </a:lnTo>
                  <a:lnTo>
                    <a:pt x="1817036" y="154909"/>
                  </a:lnTo>
                  <a:lnTo>
                    <a:pt x="2099127" y="271161"/>
                  </a:lnTo>
                  <a:lnTo>
                    <a:pt x="2360521" y="56902"/>
                  </a:lnTo>
                  <a:lnTo>
                    <a:pt x="264747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3585896" y="3450166"/>
              <a:ext cx="1575964" cy="471657"/>
            </a:xfrm>
            <a:custGeom>
              <a:avLst/>
              <a:pathLst>
                <a:path w="1575964" h="471657">
                  <a:moveTo>
                    <a:pt x="0" y="0"/>
                  </a:moveTo>
                  <a:lnTo>
                    <a:pt x="503732" y="55988"/>
                  </a:lnTo>
                  <a:lnTo>
                    <a:pt x="1047044" y="179977"/>
                  </a:lnTo>
                  <a:lnTo>
                    <a:pt x="1314023" y="202566"/>
                  </a:lnTo>
                  <a:lnTo>
                    <a:pt x="1575964" y="4716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3585896" y="4549740"/>
              <a:ext cx="1624178" cy="91941"/>
            </a:xfrm>
            <a:custGeom>
              <a:avLst/>
              <a:pathLst>
                <a:path w="1624178" h="91941">
                  <a:moveTo>
                    <a:pt x="0" y="0"/>
                  </a:moveTo>
                  <a:lnTo>
                    <a:pt x="528199" y="91941"/>
                  </a:lnTo>
                  <a:lnTo>
                    <a:pt x="1112420" y="26062"/>
                  </a:lnTo>
                  <a:lnTo>
                    <a:pt x="1624178" y="257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3585896" y="3939179"/>
              <a:ext cx="327426" cy="47281"/>
            </a:xfrm>
            <a:custGeom>
              <a:avLst/>
              <a:pathLst>
                <a:path w="327426" h="47281">
                  <a:moveTo>
                    <a:pt x="0" y="47281"/>
                  </a:moveTo>
                  <a:lnTo>
                    <a:pt x="3274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158819" y="4499322"/>
              <a:ext cx="1031266" cy="111863"/>
            </a:xfrm>
            <a:custGeom>
              <a:avLst/>
              <a:pathLst>
                <a:path w="1031266" h="111863">
                  <a:moveTo>
                    <a:pt x="0" y="111863"/>
                  </a:moveTo>
                  <a:lnTo>
                    <a:pt x="507944" y="110627"/>
                  </a:lnTo>
                  <a:lnTo>
                    <a:pt x="10312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3585896" y="3935934"/>
              <a:ext cx="495097" cy="131006"/>
            </a:xfrm>
            <a:custGeom>
              <a:avLst/>
              <a:pathLst>
                <a:path w="495097" h="131006">
                  <a:moveTo>
                    <a:pt x="0" y="131006"/>
                  </a:moveTo>
                  <a:lnTo>
                    <a:pt x="4950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3585896" y="2593691"/>
              <a:ext cx="530759" cy="549015"/>
            </a:xfrm>
            <a:custGeom>
              <a:avLst/>
              <a:pathLst>
                <a:path w="530759" h="549015">
                  <a:moveTo>
                    <a:pt x="0" y="0"/>
                  </a:moveTo>
                  <a:lnTo>
                    <a:pt x="274174" y="474161"/>
                  </a:lnTo>
                  <a:lnTo>
                    <a:pt x="530759" y="5490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3585896" y="4170188"/>
              <a:ext cx="2453179" cy="349327"/>
            </a:xfrm>
            <a:custGeom>
              <a:avLst/>
              <a:pathLst>
                <a:path w="2453179" h="349327">
                  <a:moveTo>
                    <a:pt x="0" y="0"/>
                  </a:moveTo>
                  <a:lnTo>
                    <a:pt x="1325537" y="167163"/>
                  </a:lnTo>
                  <a:lnTo>
                    <a:pt x="1863811" y="349327"/>
                  </a:lnTo>
                  <a:lnTo>
                    <a:pt x="2453179" y="31697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3585896" y="4152748"/>
              <a:ext cx="803813" cy="265176"/>
            </a:xfrm>
            <a:custGeom>
              <a:avLst/>
              <a:pathLst>
                <a:path w="803813" h="265176">
                  <a:moveTo>
                    <a:pt x="0" y="265176"/>
                  </a:moveTo>
                  <a:lnTo>
                    <a:pt x="8038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3585896" y="4458288"/>
              <a:ext cx="268417" cy="9680"/>
            </a:xfrm>
            <a:custGeom>
              <a:avLst/>
              <a:pathLst>
                <a:path w="268417" h="9680">
                  <a:moveTo>
                    <a:pt x="0" y="0"/>
                  </a:moveTo>
                  <a:lnTo>
                    <a:pt x="268417" y="96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3585896" y="4482663"/>
              <a:ext cx="1711252" cy="78610"/>
            </a:xfrm>
            <a:custGeom>
              <a:avLst/>
              <a:pathLst>
                <a:path w="1711252" h="78610">
                  <a:moveTo>
                    <a:pt x="0" y="0"/>
                  </a:moveTo>
                  <a:lnTo>
                    <a:pt x="523162" y="78610"/>
                  </a:lnTo>
                  <a:lnTo>
                    <a:pt x="1047044" y="20197"/>
                  </a:lnTo>
                  <a:lnTo>
                    <a:pt x="1711252" y="388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3585896" y="4468742"/>
              <a:ext cx="885130" cy="50160"/>
            </a:xfrm>
            <a:custGeom>
              <a:avLst/>
              <a:pathLst>
                <a:path w="885130" h="50160">
                  <a:moveTo>
                    <a:pt x="0" y="50160"/>
                  </a:moveTo>
                  <a:lnTo>
                    <a:pt x="8851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3585896" y="4443087"/>
              <a:ext cx="1624898" cy="34335"/>
            </a:xfrm>
            <a:custGeom>
              <a:avLst/>
              <a:pathLst>
                <a:path w="1624898" h="34335">
                  <a:moveTo>
                    <a:pt x="0" y="34335"/>
                  </a:moveTo>
                  <a:lnTo>
                    <a:pt x="572816" y="0"/>
                  </a:lnTo>
                  <a:lnTo>
                    <a:pt x="1077988" y="1299"/>
                  </a:lnTo>
                  <a:lnTo>
                    <a:pt x="1624898" y="131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3585896" y="4457180"/>
              <a:ext cx="552079" cy="53522"/>
            </a:xfrm>
            <a:custGeom>
              <a:avLst/>
              <a:pathLst>
                <a:path w="552079" h="53522">
                  <a:moveTo>
                    <a:pt x="0" y="53522"/>
                  </a:moveTo>
                  <a:lnTo>
                    <a:pt x="5520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3585896" y="3589492"/>
              <a:ext cx="1090941" cy="305050"/>
            </a:xfrm>
            <a:custGeom>
              <a:avLst/>
              <a:pathLst>
                <a:path w="1090941" h="305050">
                  <a:moveTo>
                    <a:pt x="0" y="305050"/>
                  </a:moveTo>
                  <a:lnTo>
                    <a:pt x="286408" y="0"/>
                  </a:lnTo>
                  <a:lnTo>
                    <a:pt x="557495" y="260441"/>
                  </a:lnTo>
                  <a:lnTo>
                    <a:pt x="824682" y="218275"/>
                  </a:lnTo>
                  <a:lnTo>
                    <a:pt x="1090941" y="2799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3585896" y="4375393"/>
              <a:ext cx="1076549" cy="38796"/>
            </a:xfrm>
            <a:custGeom>
              <a:avLst/>
              <a:pathLst>
                <a:path w="1076549" h="38796">
                  <a:moveTo>
                    <a:pt x="0" y="38796"/>
                  </a:moveTo>
                  <a:lnTo>
                    <a:pt x="10765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3585896" y="4324605"/>
              <a:ext cx="1080866" cy="188479"/>
            </a:xfrm>
            <a:custGeom>
              <a:avLst/>
              <a:pathLst>
                <a:path w="1080866" h="188479">
                  <a:moveTo>
                    <a:pt x="0" y="188479"/>
                  </a:moveTo>
                  <a:lnTo>
                    <a:pt x="559143" y="100950"/>
                  </a:lnTo>
                  <a:lnTo>
                    <a:pt x="10808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3585896" y="3651559"/>
              <a:ext cx="790141" cy="144151"/>
            </a:xfrm>
            <a:custGeom>
              <a:avLst/>
              <a:pathLst>
                <a:path w="790141" h="144151">
                  <a:moveTo>
                    <a:pt x="0" y="0"/>
                  </a:moveTo>
                  <a:lnTo>
                    <a:pt x="503235" y="144151"/>
                  </a:lnTo>
                  <a:lnTo>
                    <a:pt x="790141" y="4215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3837763" y="3469444"/>
              <a:ext cx="260501" cy="154393"/>
            </a:xfrm>
            <a:custGeom>
              <a:avLst/>
              <a:pathLst>
                <a:path w="260501" h="154393">
                  <a:moveTo>
                    <a:pt x="0" y="0"/>
                  </a:moveTo>
                  <a:lnTo>
                    <a:pt x="260501" y="15439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3585896" y="4357393"/>
              <a:ext cx="1332013" cy="26288"/>
            </a:xfrm>
            <a:custGeom>
              <a:avLst/>
              <a:pathLst>
                <a:path w="1332013" h="26288">
                  <a:moveTo>
                    <a:pt x="0" y="8220"/>
                  </a:moveTo>
                  <a:lnTo>
                    <a:pt x="820365" y="0"/>
                  </a:lnTo>
                  <a:lnTo>
                    <a:pt x="1332013" y="262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3585896" y="4429120"/>
              <a:ext cx="1645767" cy="126575"/>
            </a:xfrm>
            <a:custGeom>
              <a:avLst/>
              <a:pathLst>
                <a:path w="1645767" h="126575">
                  <a:moveTo>
                    <a:pt x="0" y="26267"/>
                  </a:moveTo>
                  <a:lnTo>
                    <a:pt x="635423" y="126575"/>
                  </a:lnTo>
                  <a:lnTo>
                    <a:pt x="1088063" y="0"/>
                  </a:lnTo>
                  <a:lnTo>
                    <a:pt x="1645767" y="649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3585896" y="4495976"/>
              <a:ext cx="639021" cy="13856"/>
            </a:xfrm>
            <a:custGeom>
              <a:avLst/>
              <a:pathLst>
                <a:path w="639021" h="13856">
                  <a:moveTo>
                    <a:pt x="0" y="0"/>
                  </a:moveTo>
                  <a:lnTo>
                    <a:pt x="639021" y="1385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3585896" y="4464739"/>
              <a:ext cx="536835" cy="20638"/>
            </a:xfrm>
            <a:custGeom>
              <a:avLst/>
              <a:pathLst>
                <a:path w="536835" h="20638">
                  <a:moveTo>
                    <a:pt x="0" y="0"/>
                  </a:moveTo>
                  <a:lnTo>
                    <a:pt x="536835" y="206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3585896" y="3798920"/>
              <a:ext cx="307444" cy="94407"/>
            </a:xfrm>
            <a:custGeom>
              <a:avLst/>
              <a:pathLst>
                <a:path w="307444" h="94407">
                  <a:moveTo>
                    <a:pt x="0" y="94407"/>
                  </a:moveTo>
                  <a:lnTo>
                    <a:pt x="30744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3585896" y="4210956"/>
              <a:ext cx="2124313" cy="341607"/>
            </a:xfrm>
            <a:custGeom>
              <a:avLst/>
              <a:pathLst>
                <a:path w="2124313" h="341607">
                  <a:moveTo>
                    <a:pt x="0" y="92839"/>
                  </a:moveTo>
                  <a:lnTo>
                    <a:pt x="769991" y="0"/>
                  </a:lnTo>
                  <a:lnTo>
                    <a:pt x="1338911" y="222157"/>
                  </a:lnTo>
                  <a:lnTo>
                    <a:pt x="2124313" y="3416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3585896" y="4344674"/>
              <a:ext cx="529367" cy="144236"/>
            </a:xfrm>
            <a:custGeom>
              <a:avLst/>
              <a:pathLst>
                <a:path w="529367" h="144236">
                  <a:moveTo>
                    <a:pt x="0" y="0"/>
                  </a:moveTo>
                  <a:lnTo>
                    <a:pt x="529367" y="1442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3585896" y="3567268"/>
              <a:ext cx="1624216" cy="608204"/>
            </a:xfrm>
            <a:custGeom>
              <a:avLst/>
              <a:pathLst>
                <a:path w="1624216" h="608204">
                  <a:moveTo>
                    <a:pt x="0" y="542753"/>
                  </a:moveTo>
                  <a:lnTo>
                    <a:pt x="533274" y="608204"/>
                  </a:lnTo>
                  <a:lnTo>
                    <a:pt x="1082219" y="421258"/>
                  </a:lnTo>
                  <a:lnTo>
                    <a:pt x="16242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3585896" y="4377175"/>
              <a:ext cx="1596113" cy="146516"/>
            </a:xfrm>
            <a:custGeom>
              <a:avLst/>
              <a:pathLst>
                <a:path w="1596113" h="146516">
                  <a:moveTo>
                    <a:pt x="0" y="0"/>
                  </a:moveTo>
                  <a:lnTo>
                    <a:pt x="580012" y="8191"/>
                  </a:lnTo>
                  <a:lnTo>
                    <a:pt x="1078708" y="93814"/>
                  </a:lnTo>
                  <a:lnTo>
                    <a:pt x="1596113" y="1465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3585896" y="3656084"/>
              <a:ext cx="1144193" cy="476036"/>
            </a:xfrm>
            <a:custGeom>
              <a:avLst/>
              <a:pathLst>
                <a:path w="1144193" h="476036">
                  <a:moveTo>
                    <a:pt x="0" y="476036"/>
                  </a:moveTo>
                  <a:lnTo>
                    <a:pt x="272015" y="110167"/>
                  </a:lnTo>
                  <a:lnTo>
                    <a:pt x="539987" y="26312"/>
                  </a:lnTo>
                  <a:lnTo>
                    <a:pt x="801654" y="0"/>
                  </a:lnTo>
                  <a:lnTo>
                    <a:pt x="1144193" y="98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3585896" y="3240805"/>
              <a:ext cx="922550" cy="131798"/>
            </a:xfrm>
            <a:custGeom>
              <a:avLst/>
              <a:pathLst>
                <a:path w="922550" h="131798">
                  <a:moveTo>
                    <a:pt x="0" y="0"/>
                  </a:moveTo>
                  <a:lnTo>
                    <a:pt x="922550" y="1317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3585896" y="4523259"/>
              <a:ext cx="1508674" cy="104635"/>
            </a:xfrm>
            <a:custGeom>
              <a:avLst/>
              <a:pathLst>
                <a:path w="1508674" h="104635">
                  <a:moveTo>
                    <a:pt x="0" y="0"/>
                  </a:moveTo>
                  <a:lnTo>
                    <a:pt x="619225" y="104635"/>
                  </a:lnTo>
                  <a:lnTo>
                    <a:pt x="1508674" y="186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3585896" y="4184641"/>
              <a:ext cx="513087" cy="211270"/>
            </a:xfrm>
            <a:custGeom>
              <a:avLst/>
              <a:pathLst>
                <a:path w="513087" h="211270">
                  <a:moveTo>
                    <a:pt x="0" y="211270"/>
                  </a:moveTo>
                  <a:lnTo>
                    <a:pt x="285094" y="0"/>
                  </a:lnTo>
                  <a:lnTo>
                    <a:pt x="513087" y="1907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3585896" y="2870332"/>
              <a:ext cx="266732" cy="55366"/>
            </a:xfrm>
            <a:custGeom>
              <a:avLst/>
              <a:pathLst>
                <a:path w="266732" h="55366">
                  <a:moveTo>
                    <a:pt x="0" y="0"/>
                  </a:moveTo>
                  <a:lnTo>
                    <a:pt x="266732" y="553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3585896" y="4499173"/>
              <a:ext cx="540832" cy="83198"/>
            </a:xfrm>
            <a:custGeom>
              <a:avLst/>
              <a:pathLst>
                <a:path w="540832" h="83198">
                  <a:moveTo>
                    <a:pt x="0" y="83198"/>
                  </a:moveTo>
                  <a:lnTo>
                    <a:pt x="5408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3585896" y="4249334"/>
              <a:ext cx="888009" cy="54590"/>
            </a:xfrm>
            <a:custGeom>
              <a:avLst/>
              <a:pathLst>
                <a:path w="888009" h="54590">
                  <a:moveTo>
                    <a:pt x="0" y="0"/>
                  </a:moveTo>
                  <a:lnTo>
                    <a:pt x="888009" y="545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3585896" y="4511063"/>
              <a:ext cx="361161" cy="24178"/>
            </a:xfrm>
            <a:custGeom>
              <a:avLst/>
              <a:pathLst>
                <a:path w="361161" h="24178">
                  <a:moveTo>
                    <a:pt x="0" y="24178"/>
                  </a:moveTo>
                  <a:lnTo>
                    <a:pt x="36116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3585896" y="4078232"/>
              <a:ext cx="1143971" cy="136762"/>
            </a:xfrm>
            <a:custGeom>
              <a:avLst/>
              <a:pathLst>
                <a:path w="1143971" h="136762">
                  <a:moveTo>
                    <a:pt x="0" y="136762"/>
                  </a:moveTo>
                  <a:lnTo>
                    <a:pt x="114397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3585896" y="3502934"/>
              <a:ext cx="1313710" cy="308955"/>
            </a:xfrm>
            <a:custGeom>
              <a:avLst/>
              <a:pathLst>
                <a:path w="1313710" h="308955">
                  <a:moveTo>
                    <a:pt x="0" y="0"/>
                  </a:moveTo>
                  <a:lnTo>
                    <a:pt x="850589" y="135466"/>
                  </a:lnTo>
                  <a:lnTo>
                    <a:pt x="1132679" y="170895"/>
                  </a:lnTo>
                  <a:lnTo>
                    <a:pt x="1313710" y="30895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3585896" y="4414384"/>
              <a:ext cx="1068633" cy="79055"/>
            </a:xfrm>
            <a:custGeom>
              <a:avLst/>
              <a:pathLst>
                <a:path w="1068633" h="79055">
                  <a:moveTo>
                    <a:pt x="0" y="79055"/>
                  </a:moveTo>
                  <a:lnTo>
                    <a:pt x="568769" y="4061"/>
                  </a:lnTo>
                  <a:lnTo>
                    <a:pt x="106863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3585896" y="4430154"/>
              <a:ext cx="1621347" cy="143389"/>
            </a:xfrm>
            <a:custGeom>
              <a:avLst/>
              <a:pathLst>
                <a:path w="1621347" h="143389">
                  <a:moveTo>
                    <a:pt x="0" y="0"/>
                  </a:moveTo>
                  <a:lnTo>
                    <a:pt x="588695" y="44905"/>
                  </a:lnTo>
                  <a:lnTo>
                    <a:pt x="1052078" y="118163"/>
                  </a:lnTo>
                  <a:lnTo>
                    <a:pt x="1621347" y="1433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3585896" y="4390904"/>
              <a:ext cx="932625" cy="146522"/>
            </a:xfrm>
            <a:custGeom>
              <a:avLst/>
              <a:pathLst>
                <a:path w="932625" h="146522">
                  <a:moveTo>
                    <a:pt x="0" y="0"/>
                  </a:moveTo>
                  <a:lnTo>
                    <a:pt x="307996" y="146522"/>
                  </a:lnTo>
                  <a:lnTo>
                    <a:pt x="580299" y="91362"/>
                  </a:lnTo>
                  <a:lnTo>
                    <a:pt x="932625" y="1284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3585896" y="2521735"/>
              <a:ext cx="1867024" cy="766229"/>
            </a:xfrm>
            <a:custGeom>
              <a:avLst/>
              <a:pathLst>
                <a:path w="1867024" h="766229">
                  <a:moveTo>
                    <a:pt x="0" y="766229"/>
                  </a:moveTo>
                  <a:lnTo>
                    <a:pt x="891221" y="208865"/>
                  </a:lnTo>
                  <a:lnTo>
                    <a:pt x="1343142" y="345122"/>
                  </a:lnTo>
                  <a:lnTo>
                    <a:pt x="18670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3585896" y="3299056"/>
              <a:ext cx="527480" cy="143630"/>
            </a:xfrm>
            <a:custGeom>
              <a:avLst/>
              <a:pathLst>
                <a:path w="527480" h="143630">
                  <a:moveTo>
                    <a:pt x="0" y="0"/>
                  </a:moveTo>
                  <a:lnTo>
                    <a:pt x="315415" y="120453"/>
                  </a:lnTo>
                  <a:lnTo>
                    <a:pt x="527480" y="1436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3585896" y="4346777"/>
              <a:ext cx="1112361" cy="92284"/>
            </a:xfrm>
            <a:custGeom>
              <a:avLst/>
              <a:pathLst>
                <a:path w="1112361" h="92284">
                  <a:moveTo>
                    <a:pt x="0" y="0"/>
                  </a:moveTo>
                  <a:lnTo>
                    <a:pt x="1112361" y="9228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3585896" y="3124266"/>
              <a:ext cx="594404" cy="71327"/>
            </a:xfrm>
            <a:custGeom>
              <a:avLst/>
              <a:pathLst>
                <a:path w="594404" h="71327">
                  <a:moveTo>
                    <a:pt x="0" y="26013"/>
                  </a:moveTo>
                  <a:lnTo>
                    <a:pt x="272735" y="71327"/>
                  </a:lnTo>
                  <a:lnTo>
                    <a:pt x="5944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409140" y="3690103"/>
              <a:ext cx="578573" cy="195293"/>
            </a:xfrm>
            <a:custGeom>
              <a:avLst/>
              <a:pathLst>
                <a:path w="578573" h="195293">
                  <a:moveTo>
                    <a:pt x="0" y="195293"/>
                  </a:moveTo>
                  <a:lnTo>
                    <a:pt x="57857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758155" y="4376346"/>
              <a:ext cx="468471" cy="67037"/>
            </a:xfrm>
            <a:custGeom>
              <a:avLst/>
              <a:pathLst>
                <a:path w="468471" h="67037">
                  <a:moveTo>
                    <a:pt x="0" y="67037"/>
                  </a:moveTo>
                  <a:lnTo>
                    <a:pt x="46847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3585896" y="4384775"/>
              <a:ext cx="669245" cy="52570"/>
            </a:xfrm>
            <a:custGeom>
              <a:avLst/>
              <a:pathLst>
                <a:path w="669245" h="52570">
                  <a:moveTo>
                    <a:pt x="0" y="52570"/>
                  </a:moveTo>
                  <a:lnTo>
                    <a:pt x="307277" y="0"/>
                  </a:lnTo>
                  <a:lnTo>
                    <a:pt x="669245" y="47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3585896" y="4090838"/>
              <a:ext cx="317247" cy="41856"/>
            </a:xfrm>
            <a:custGeom>
              <a:avLst/>
              <a:pathLst>
                <a:path w="317247" h="41856">
                  <a:moveTo>
                    <a:pt x="0" y="41856"/>
                  </a:moveTo>
                  <a:lnTo>
                    <a:pt x="3172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3892686" y="4048235"/>
              <a:ext cx="246597" cy="23281"/>
            </a:xfrm>
            <a:custGeom>
              <a:avLst/>
              <a:pathLst>
                <a:path w="246597" h="23281">
                  <a:moveTo>
                    <a:pt x="0" y="0"/>
                  </a:moveTo>
                  <a:lnTo>
                    <a:pt x="246597" y="232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3585896" y="4019612"/>
              <a:ext cx="1057119" cy="222866"/>
            </a:xfrm>
            <a:custGeom>
              <a:avLst/>
              <a:pathLst>
                <a:path w="1057119" h="222866">
                  <a:moveTo>
                    <a:pt x="0" y="0"/>
                  </a:moveTo>
                  <a:lnTo>
                    <a:pt x="265539" y="99599"/>
                  </a:lnTo>
                  <a:lnTo>
                    <a:pt x="537250" y="222866"/>
                  </a:lnTo>
                  <a:lnTo>
                    <a:pt x="763515" y="178742"/>
                  </a:lnTo>
                  <a:lnTo>
                    <a:pt x="1057119" y="1780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3585896" y="3893732"/>
              <a:ext cx="544182" cy="107421"/>
            </a:xfrm>
            <a:custGeom>
              <a:avLst/>
              <a:pathLst>
                <a:path w="544182" h="107421">
                  <a:moveTo>
                    <a:pt x="0" y="107421"/>
                  </a:moveTo>
                  <a:lnTo>
                    <a:pt x="282810" y="86417"/>
                  </a:lnTo>
                  <a:lnTo>
                    <a:pt x="5441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3585896" y="4392660"/>
              <a:ext cx="531078" cy="224358"/>
            </a:xfrm>
            <a:custGeom>
              <a:avLst/>
              <a:pathLst>
                <a:path w="531078" h="224358">
                  <a:moveTo>
                    <a:pt x="0" y="0"/>
                  </a:moveTo>
                  <a:lnTo>
                    <a:pt x="531078" y="2243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3585896" y="4472508"/>
              <a:ext cx="800935" cy="19292"/>
            </a:xfrm>
            <a:custGeom>
              <a:avLst/>
              <a:pathLst>
                <a:path w="800935" h="19292">
                  <a:moveTo>
                    <a:pt x="0" y="19292"/>
                  </a:moveTo>
                  <a:lnTo>
                    <a:pt x="8009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3585896" y="4400204"/>
              <a:ext cx="1142502" cy="87861"/>
            </a:xfrm>
            <a:custGeom>
              <a:avLst/>
              <a:pathLst>
                <a:path w="1142502" h="87861">
                  <a:moveTo>
                    <a:pt x="0" y="13177"/>
                  </a:moveTo>
                  <a:lnTo>
                    <a:pt x="508418" y="87861"/>
                  </a:lnTo>
                  <a:lnTo>
                    <a:pt x="11425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3585896" y="4398925"/>
              <a:ext cx="2516824" cy="140127"/>
            </a:xfrm>
            <a:custGeom>
              <a:avLst/>
              <a:pathLst>
                <a:path w="2516824" h="140127">
                  <a:moveTo>
                    <a:pt x="0" y="3509"/>
                  </a:moveTo>
                  <a:lnTo>
                    <a:pt x="791898" y="0"/>
                  </a:lnTo>
                  <a:lnTo>
                    <a:pt x="1390621" y="59323"/>
                  </a:lnTo>
                  <a:lnTo>
                    <a:pt x="1833906" y="140127"/>
                  </a:lnTo>
                  <a:lnTo>
                    <a:pt x="2516824" y="894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3585896" y="3816791"/>
              <a:ext cx="846112" cy="338167"/>
            </a:xfrm>
            <a:custGeom>
              <a:avLst/>
              <a:pathLst>
                <a:path w="846112" h="338167">
                  <a:moveTo>
                    <a:pt x="0" y="93773"/>
                  </a:moveTo>
                  <a:lnTo>
                    <a:pt x="276986" y="0"/>
                  </a:lnTo>
                  <a:lnTo>
                    <a:pt x="564114" y="275666"/>
                  </a:lnTo>
                  <a:lnTo>
                    <a:pt x="846112" y="3381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3585896" y="4397963"/>
              <a:ext cx="1201576" cy="166356"/>
            </a:xfrm>
            <a:custGeom>
              <a:avLst/>
              <a:pathLst>
                <a:path w="1201576" h="166356">
                  <a:moveTo>
                    <a:pt x="0" y="0"/>
                  </a:moveTo>
                  <a:lnTo>
                    <a:pt x="508583" y="166356"/>
                  </a:lnTo>
                  <a:lnTo>
                    <a:pt x="1201576" y="206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3585896" y="4407089"/>
              <a:ext cx="527480" cy="94434"/>
            </a:xfrm>
            <a:custGeom>
              <a:avLst/>
              <a:pathLst>
                <a:path w="527480" h="94434">
                  <a:moveTo>
                    <a:pt x="0" y="0"/>
                  </a:moveTo>
                  <a:lnTo>
                    <a:pt x="527480" y="944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3585896" y="4359299"/>
              <a:ext cx="1207912" cy="135193"/>
            </a:xfrm>
            <a:custGeom>
              <a:avLst/>
              <a:pathLst>
                <a:path w="1207912" h="135193">
                  <a:moveTo>
                    <a:pt x="0" y="67607"/>
                  </a:moveTo>
                  <a:lnTo>
                    <a:pt x="573929" y="0"/>
                  </a:lnTo>
                  <a:lnTo>
                    <a:pt x="1207912" y="13519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3585896" y="4466731"/>
              <a:ext cx="543274" cy="164616"/>
            </a:xfrm>
            <a:custGeom>
              <a:avLst/>
              <a:pathLst>
                <a:path w="543274" h="164616">
                  <a:moveTo>
                    <a:pt x="0" y="0"/>
                  </a:moveTo>
                  <a:lnTo>
                    <a:pt x="543274" y="1646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3585896" y="4439929"/>
              <a:ext cx="552051" cy="28592"/>
            </a:xfrm>
            <a:custGeom>
              <a:avLst/>
              <a:pathLst>
                <a:path w="552051" h="28592">
                  <a:moveTo>
                    <a:pt x="0" y="0"/>
                  </a:moveTo>
                  <a:lnTo>
                    <a:pt x="552051" y="285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3983238" y="3809742"/>
              <a:ext cx="178353" cy="11656"/>
            </a:xfrm>
            <a:custGeom>
              <a:avLst/>
              <a:pathLst>
                <a:path w="178353" h="11656">
                  <a:moveTo>
                    <a:pt x="0" y="0"/>
                  </a:moveTo>
                  <a:lnTo>
                    <a:pt x="178353" y="1165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426410" y="4515499"/>
              <a:ext cx="1167940" cy="94074"/>
            </a:xfrm>
            <a:custGeom>
              <a:avLst/>
              <a:pathLst>
                <a:path w="1167940" h="94074">
                  <a:moveTo>
                    <a:pt x="0" y="0"/>
                  </a:moveTo>
                  <a:lnTo>
                    <a:pt x="1167940" y="940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3585896" y="2508050"/>
              <a:ext cx="1461287" cy="607090"/>
            </a:xfrm>
            <a:custGeom>
              <a:avLst/>
              <a:pathLst>
                <a:path w="1461287" h="607090">
                  <a:moveTo>
                    <a:pt x="0" y="88829"/>
                  </a:moveTo>
                  <a:lnTo>
                    <a:pt x="553457" y="0"/>
                  </a:lnTo>
                  <a:lnTo>
                    <a:pt x="815327" y="156655"/>
                  </a:lnTo>
                  <a:lnTo>
                    <a:pt x="1461287" y="6070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3585896" y="3850523"/>
              <a:ext cx="307247" cy="30913"/>
            </a:xfrm>
            <a:custGeom>
              <a:avLst/>
              <a:pathLst>
                <a:path w="307247" h="30913">
                  <a:moveTo>
                    <a:pt x="0" y="0"/>
                  </a:moveTo>
                  <a:lnTo>
                    <a:pt x="307247" y="309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377846" y="4422976"/>
              <a:ext cx="1061407" cy="5628"/>
            </a:xfrm>
            <a:custGeom>
              <a:avLst/>
              <a:pathLst>
                <a:path w="1061407" h="5628">
                  <a:moveTo>
                    <a:pt x="0" y="5628"/>
                  </a:moveTo>
                  <a:lnTo>
                    <a:pt x="10614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3585896" y="4382486"/>
              <a:ext cx="810557" cy="73826"/>
            </a:xfrm>
            <a:custGeom>
              <a:avLst/>
              <a:pathLst>
                <a:path w="810557" h="73826">
                  <a:moveTo>
                    <a:pt x="0" y="0"/>
                  </a:moveTo>
                  <a:lnTo>
                    <a:pt x="810557" y="738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934780" y="4368436"/>
              <a:ext cx="488620" cy="16379"/>
            </a:xfrm>
            <a:custGeom>
              <a:avLst/>
              <a:pathLst>
                <a:path w="488620" h="16379">
                  <a:moveTo>
                    <a:pt x="0" y="16379"/>
                  </a:moveTo>
                  <a:lnTo>
                    <a:pt x="48862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3585896" y="4510590"/>
              <a:ext cx="550508" cy="53074"/>
            </a:xfrm>
            <a:custGeom>
              <a:avLst/>
              <a:pathLst>
                <a:path w="550508" h="53074">
                  <a:moveTo>
                    <a:pt x="0" y="0"/>
                  </a:moveTo>
                  <a:lnTo>
                    <a:pt x="550508" y="530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3585896" y="2817962"/>
              <a:ext cx="301040" cy="513149"/>
            </a:xfrm>
            <a:custGeom>
              <a:avLst/>
              <a:pathLst>
                <a:path w="301040" h="513149">
                  <a:moveTo>
                    <a:pt x="0" y="0"/>
                  </a:moveTo>
                  <a:lnTo>
                    <a:pt x="301040" y="5131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3585896" y="4430917"/>
              <a:ext cx="1327275" cy="193383"/>
            </a:xfrm>
            <a:custGeom>
              <a:avLst/>
              <a:pathLst>
                <a:path w="1327275" h="193383">
                  <a:moveTo>
                    <a:pt x="0" y="0"/>
                  </a:moveTo>
                  <a:lnTo>
                    <a:pt x="528498" y="193383"/>
                  </a:lnTo>
                  <a:lnTo>
                    <a:pt x="1327275" y="486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3585896" y="4444116"/>
              <a:ext cx="1871727" cy="149465"/>
            </a:xfrm>
            <a:custGeom>
              <a:avLst/>
              <a:pathLst>
                <a:path w="1871727" h="149465">
                  <a:moveTo>
                    <a:pt x="0" y="149465"/>
                  </a:moveTo>
                  <a:lnTo>
                    <a:pt x="1052801" y="0"/>
                  </a:lnTo>
                  <a:lnTo>
                    <a:pt x="1871727" y="709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3585896" y="4463838"/>
              <a:ext cx="770286" cy="52876"/>
            </a:xfrm>
            <a:custGeom>
              <a:avLst/>
              <a:pathLst>
                <a:path w="770286" h="52876">
                  <a:moveTo>
                    <a:pt x="0" y="52876"/>
                  </a:moveTo>
                  <a:lnTo>
                    <a:pt x="7702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5408265" y="4515356"/>
              <a:ext cx="511648" cy="175894"/>
            </a:xfrm>
            <a:custGeom>
              <a:avLst/>
              <a:pathLst>
                <a:path w="511648" h="175894">
                  <a:moveTo>
                    <a:pt x="0" y="175894"/>
                  </a:moveTo>
                  <a:lnTo>
                    <a:pt x="5116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3853439" y="2724890"/>
              <a:ext cx="1202067" cy="497652"/>
            </a:xfrm>
            <a:custGeom>
              <a:avLst/>
              <a:pathLst>
                <a:path w="1202067" h="497652">
                  <a:moveTo>
                    <a:pt x="0" y="0"/>
                  </a:moveTo>
                  <a:lnTo>
                    <a:pt x="263535" y="33957"/>
                  </a:lnTo>
                  <a:lnTo>
                    <a:pt x="1202067" y="4976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335739" y="3787849"/>
              <a:ext cx="564180" cy="48126"/>
            </a:xfrm>
            <a:custGeom>
              <a:avLst/>
              <a:pathLst>
                <a:path w="564180" h="48126">
                  <a:moveTo>
                    <a:pt x="0" y="0"/>
                  </a:moveTo>
                  <a:lnTo>
                    <a:pt x="322389" y="29855"/>
                  </a:lnTo>
                  <a:lnTo>
                    <a:pt x="564180" y="481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15616" y="3508703"/>
              <a:ext cx="852028" cy="386687"/>
            </a:xfrm>
            <a:custGeom>
              <a:avLst/>
              <a:pathLst>
                <a:path w="852028" h="386687">
                  <a:moveTo>
                    <a:pt x="0" y="386687"/>
                  </a:moveTo>
                  <a:lnTo>
                    <a:pt x="8520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380355" y="4581867"/>
              <a:ext cx="1087343" cy="45182"/>
            </a:xfrm>
            <a:custGeom>
              <a:avLst/>
              <a:pathLst>
                <a:path w="1087343" h="45182">
                  <a:moveTo>
                    <a:pt x="0" y="45182"/>
                  </a:moveTo>
                  <a:lnTo>
                    <a:pt x="553646" y="0"/>
                  </a:lnTo>
                  <a:lnTo>
                    <a:pt x="1087343" y="410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195413" y="4309063"/>
              <a:ext cx="1499684" cy="196561"/>
            </a:xfrm>
            <a:custGeom>
              <a:avLst/>
              <a:pathLst>
                <a:path w="1499684" h="196561">
                  <a:moveTo>
                    <a:pt x="0" y="179507"/>
                  </a:moveTo>
                  <a:lnTo>
                    <a:pt x="457677" y="68000"/>
                  </a:lnTo>
                  <a:lnTo>
                    <a:pt x="1087278" y="196561"/>
                  </a:lnTo>
                  <a:lnTo>
                    <a:pt x="14996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3585896" y="4620082"/>
              <a:ext cx="795575" cy="20523"/>
            </a:xfrm>
            <a:custGeom>
              <a:avLst/>
              <a:pathLst>
                <a:path w="795575" h="20523">
                  <a:moveTo>
                    <a:pt x="0" y="20523"/>
                  </a:moveTo>
                  <a:lnTo>
                    <a:pt x="7955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3585896" y="3621983"/>
              <a:ext cx="302068" cy="160020"/>
            </a:xfrm>
            <a:custGeom>
              <a:avLst/>
              <a:pathLst>
                <a:path w="302068" h="160020">
                  <a:moveTo>
                    <a:pt x="0" y="0"/>
                  </a:moveTo>
                  <a:lnTo>
                    <a:pt x="302068" y="1600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3585896" y="4390848"/>
              <a:ext cx="1876764" cy="82255"/>
            </a:xfrm>
            <a:custGeom>
              <a:avLst/>
              <a:pathLst>
                <a:path w="1876764" h="82255">
                  <a:moveTo>
                    <a:pt x="0" y="0"/>
                  </a:moveTo>
                  <a:lnTo>
                    <a:pt x="895924" y="82255"/>
                  </a:lnTo>
                  <a:lnTo>
                    <a:pt x="1367994" y="73791"/>
                  </a:lnTo>
                  <a:lnTo>
                    <a:pt x="1876764" y="7769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3585896" y="4515172"/>
              <a:ext cx="790398" cy="42119"/>
            </a:xfrm>
            <a:custGeom>
              <a:avLst/>
              <a:pathLst>
                <a:path w="790398" h="42119">
                  <a:moveTo>
                    <a:pt x="0" y="42119"/>
                  </a:moveTo>
                  <a:lnTo>
                    <a:pt x="7903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3872304" y="2822779"/>
              <a:ext cx="271516" cy="501125"/>
            </a:xfrm>
            <a:custGeom>
              <a:avLst/>
              <a:pathLst>
                <a:path w="271516" h="501125">
                  <a:moveTo>
                    <a:pt x="0" y="0"/>
                  </a:moveTo>
                  <a:lnTo>
                    <a:pt x="271516" y="5011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175596" y="3442939"/>
              <a:ext cx="1298911" cy="422723"/>
            </a:xfrm>
            <a:custGeom>
              <a:avLst/>
              <a:pathLst>
                <a:path w="1298911" h="422723">
                  <a:moveTo>
                    <a:pt x="0" y="422723"/>
                  </a:moveTo>
                  <a:lnTo>
                    <a:pt x="785823" y="139670"/>
                  </a:lnTo>
                  <a:lnTo>
                    <a:pt x="12989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3585896" y="4480301"/>
              <a:ext cx="1363676" cy="140662"/>
            </a:xfrm>
            <a:custGeom>
              <a:avLst/>
              <a:pathLst>
                <a:path w="1363676" h="140662">
                  <a:moveTo>
                    <a:pt x="0" y="112092"/>
                  </a:moveTo>
                  <a:lnTo>
                    <a:pt x="317351" y="0"/>
                  </a:lnTo>
                  <a:lnTo>
                    <a:pt x="841650" y="9001"/>
                  </a:lnTo>
                  <a:lnTo>
                    <a:pt x="1363676" y="1406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3585896" y="3499519"/>
              <a:ext cx="529639" cy="240946"/>
            </a:xfrm>
            <a:custGeom>
              <a:avLst/>
              <a:pathLst>
                <a:path w="529639" h="240946">
                  <a:moveTo>
                    <a:pt x="0" y="240946"/>
                  </a:moveTo>
                  <a:lnTo>
                    <a:pt x="5296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3585896" y="4410254"/>
              <a:ext cx="1904830" cy="160114"/>
            </a:xfrm>
            <a:custGeom>
              <a:avLst/>
              <a:pathLst>
                <a:path w="1904830" h="160114">
                  <a:moveTo>
                    <a:pt x="0" y="0"/>
                  </a:moveTo>
                  <a:lnTo>
                    <a:pt x="895924" y="61401"/>
                  </a:lnTo>
                  <a:lnTo>
                    <a:pt x="1904830" y="16011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3585896" y="4133724"/>
              <a:ext cx="835602" cy="114617"/>
            </a:xfrm>
            <a:custGeom>
              <a:avLst/>
              <a:pathLst>
                <a:path w="835602" h="114617">
                  <a:moveTo>
                    <a:pt x="0" y="114617"/>
                  </a:moveTo>
                  <a:lnTo>
                    <a:pt x="8356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3585896" y="4547485"/>
              <a:ext cx="1057101" cy="98475"/>
            </a:xfrm>
            <a:custGeom>
              <a:avLst/>
              <a:pathLst>
                <a:path w="1057101" h="98475">
                  <a:moveTo>
                    <a:pt x="0" y="0"/>
                  </a:moveTo>
                  <a:lnTo>
                    <a:pt x="529257" y="98475"/>
                  </a:lnTo>
                  <a:lnTo>
                    <a:pt x="1057101" y="294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3585896" y="4453963"/>
              <a:ext cx="1176389" cy="72108"/>
            </a:xfrm>
            <a:custGeom>
              <a:avLst/>
              <a:pathLst>
                <a:path w="1176389" h="72108">
                  <a:moveTo>
                    <a:pt x="0" y="0"/>
                  </a:moveTo>
                  <a:lnTo>
                    <a:pt x="543844" y="72108"/>
                  </a:lnTo>
                  <a:lnTo>
                    <a:pt x="1176389" y="7075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3585896" y="4398703"/>
              <a:ext cx="937131" cy="85937"/>
            </a:xfrm>
            <a:custGeom>
              <a:avLst/>
              <a:pathLst>
                <a:path w="937131" h="85937">
                  <a:moveTo>
                    <a:pt x="0" y="85937"/>
                  </a:moveTo>
                  <a:lnTo>
                    <a:pt x="313034" y="0"/>
                  </a:lnTo>
                  <a:lnTo>
                    <a:pt x="937131" y="166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5924656" y="4415065"/>
              <a:ext cx="334622" cy="63696"/>
            </a:xfrm>
            <a:custGeom>
              <a:avLst/>
              <a:pathLst>
                <a:path w="334622" h="63696">
                  <a:moveTo>
                    <a:pt x="0" y="63696"/>
                  </a:moveTo>
                  <a:lnTo>
                    <a:pt x="3346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3585896" y="3801274"/>
              <a:ext cx="1164342" cy="255878"/>
            </a:xfrm>
            <a:custGeom>
              <a:avLst/>
              <a:pathLst>
                <a:path w="1164342" h="255878">
                  <a:moveTo>
                    <a:pt x="0" y="255878"/>
                  </a:moveTo>
                  <a:lnTo>
                    <a:pt x="116434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3585896" y="4333134"/>
              <a:ext cx="2557594" cy="313645"/>
            </a:xfrm>
            <a:custGeom>
              <a:avLst/>
              <a:pathLst>
                <a:path w="2557594" h="313645">
                  <a:moveTo>
                    <a:pt x="0" y="89886"/>
                  </a:moveTo>
                  <a:lnTo>
                    <a:pt x="856416" y="0"/>
                  </a:lnTo>
                  <a:lnTo>
                    <a:pt x="1336402" y="54253"/>
                  </a:lnTo>
                  <a:lnTo>
                    <a:pt x="1877555" y="313645"/>
                  </a:lnTo>
                  <a:lnTo>
                    <a:pt x="2557594" y="1903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3585896" y="4359372"/>
              <a:ext cx="568498" cy="78162"/>
            </a:xfrm>
            <a:custGeom>
              <a:avLst/>
              <a:pathLst>
                <a:path w="568498" h="78162">
                  <a:moveTo>
                    <a:pt x="0" y="0"/>
                  </a:moveTo>
                  <a:lnTo>
                    <a:pt x="568498" y="781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3585896" y="4377177"/>
              <a:ext cx="594404" cy="96929"/>
            </a:xfrm>
            <a:custGeom>
              <a:avLst/>
              <a:pathLst>
                <a:path w="594404" h="96929">
                  <a:moveTo>
                    <a:pt x="0" y="0"/>
                  </a:moveTo>
                  <a:lnTo>
                    <a:pt x="594404" y="9692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3585896" y="3943972"/>
              <a:ext cx="531798" cy="30317"/>
            </a:xfrm>
            <a:custGeom>
              <a:avLst/>
              <a:pathLst>
                <a:path w="531798" h="30317">
                  <a:moveTo>
                    <a:pt x="0" y="30317"/>
                  </a:moveTo>
                  <a:lnTo>
                    <a:pt x="5317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124890" y="4465177"/>
              <a:ext cx="512368" cy="17180"/>
            </a:xfrm>
            <a:custGeom>
              <a:avLst/>
              <a:pathLst>
                <a:path w="512368" h="17180">
                  <a:moveTo>
                    <a:pt x="0" y="0"/>
                  </a:moveTo>
                  <a:lnTo>
                    <a:pt x="512368" y="171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3585896" y="4318451"/>
              <a:ext cx="1581001" cy="123899"/>
            </a:xfrm>
            <a:custGeom>
              <a:avLst/>
              <a:pathLst>
                <a:path w="1581001" h="123899">
                  <a:moveTo>
                    <a:pt x="0" y="44765"/>
                  </a:moveTo>
                  <a:lnTo>
                    <a:pt x="599326" y="12021"/>
                  </a:lnTo>
                  <a:lnTo>
                    <a:pt x="1052082" y="123899"/>
                  </a:lnTo>
                  <a:lnTo>
                    <a:pt x="15810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3585896" y="3646125"/>
              <a:ext cx="330304" cy="223594"/>
            </a:xfrm>
            <a:custGeom>
              <a:avLst/>
              <a:pathLst>
                <a:path w="330304" h="223594">
                  <a:moveTo>
                    <a:pt x="0" y="0"/>
                  </a:moveTo>
                  <a:lnTo>
                    <a:pt x="330304" y="22359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3585896" y="4498369"/>
              <a:ext cx="925429" cy="26586"/>
            </a:xfrm>
            <a:custGeom>
              <a:avLst/>
              <a:pathLst>
                <a:path w="925429" h="26586">
                  <a:moveTo>
                    <a:pt x="0" y="0"/>
                  </a:moveTo>
                  <a:lnTo>
                    <a:pt x="925429" y="265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3585896" y="3873551"/>
              <a:ext cx="2089052" cy="416058"/>
            </a:xfrm>
            <a:custGeom>
              <a:avLst/>
              <a:pathLst>
                <a:path w="2089052" h="416058">
                  <a:moveTo>
                    <a:pt x="0" y="416058"/>
                  </a:moveTo>
                  <a:lnTo>
                    <a:pt x="709899" y="311382"/>
                  </a:lnTo>
                  <a:lnTo>
                    <a:pt x="1062156" y="143982"/>
                  </a:lnTo>
                  <a:lnTo>
                    <a:pt x="1586039" y="226018"/>
                  </a:lnTo>
                  <a:lnTo>
                    <a:pt x="20890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3585896" y="4497125"/>
              <a:ext cx="859729" cy="81350"/>
            </a:xfrm>
            <a:custGeom>
              <a:avLst/>
              <a:pathLst>
                <a:path w="859729" h="81350">
                  <a:moveTo>
                    <a:pt x="0" y="0"/>
                  </a:moveTo>
                  <a:lnTo>
                    <a:pt x="859729" y="8135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210525" y="2473687"/>
              <a:ext cx="427453" cy="456136"/>
            </a:xfrm>
            <a:custGeom>
              <a:avLst/>
              <a:pathLst>
                <a:path w="427453" h="456136">
                  <a:moveTo>
                    <a:pt x="0" y="0"/>
                  </a:moveTo>
                  <a:lnTo>
                    <a:pt x="427453" y="4561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3585896" y="4408294"/>
              <a:ext cx="1585545" cy="150813"/>
            </a:xfrm>
            <a:custGeom>
              <a:avLst/>
              <a:pathLst>
                <a:path w="1585545" h="150813">
                  <a:moveTo>
                    <a:pt x="0" y="0"/>
                  </a:moveTo>
                  <a:lnTo>
                    <a:pt x="533463" y="51440"/>
                  </a:lnTo>
                  <a:lnTo>
                    <a:pt x="1072172" y="37652"/>
                  </a:lnTo>
                  <a:lnTo>
                    <a:pt x="1585545" y="1508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3585896" y="4411596"/>
              <a:ext cx="1314957" cy="188753"/>
            </a:xfrm>
            <a:custGeom>
              <a:avLst/>
              <a:pathLst>
                <a:path w="1314957" h="188753">
                  <a:moveTo>
                    <a:pt x="0" y="161952"/>
                  </a:moveTo>
                  <a:lnTo>
                    <a:pt x="791580" y="188753"/>
                  </a:lnTo>
                  <a:lnTo>
                    <a:pt x="131495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3585896" y="4160523"/>
              <a:ext cx="1575221" cy="183943"/>
            </a:xfrm>
            <a:custGeom>
              <a:avLst/>
              <a:pathLst>
                <a:path w="1575221" h="183943">
                  <a:moveTo>
                    <a:pt x="0" y="181324"/>
                  </a:moveTo>
                  <a:lnTo>
                    <a:pt x="563331" y="183943"/>
                  </a:lnTo>
                  <a:lnTo>
                    <a:pt x="1071511" y="124367"/>
                  </a:lnTo>
                  <a:lnTo>
                    <a:pt x="15752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135004" y="3547777"/>
              <a:ext cx="246070" cy="33036"/>
            </a:xfrm>
            <a:custGeom>
              <a:avLst/>
              <a:pathLst>
                <a:path w="246070" h="33036">
                  <a:moveTo>
                    <a:pt x="0" y="33036"/>
                  </a:moveTo>
                  <a:lnTo>
                    <a:pt x="2460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3585896" y="3480978"/>
              <a:ext cx="2213546" cy="567823"/>
            </a:xfrm>
            <a:custGeom>
              <a:avLst/>
              <a:pathLst>
                <a:path w="2213546" h="567823">
                  <a:moveTo>
                    <a:pt x="0" y="567823"/>
                  </a:moveTo>
                  <a:lnTo>
                    <a:pt x="1077268" y="274912"/>
                  </a:lnTo>
                  <a:lnTo>
                    <a:pt x="1636412" y="215006"/>
                  </a:lnTo>
                  <a:lnTo>
                    <a:pt x="22135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3585896" y="4446576"/>
              <a:ext cx="557704" cy="14229"/>
            </a:xfrm>
            <a:custGeom>
              <a:avLst/>
              <a:pathLst>
                <a:path w="557704" h="14229">
                  <a:moveTo>
                    <a:pt x="0" y="0"/>
                  </a:moveTo>
                  <a:lnTo>
                    <a:pt x="557704" y="1422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3585896" y="3805716"/>
              <a:ext cx="594404" cy="62233"/>
            </a:xfrm>
            <a:custGeom>
              <a:avLst/>
              <a:pathLst>
                <a:path w="594404" h="62233">
                  <a:moveTo>
                    <a:pt x="0" y="62233"/>
                  </a:moveTo>
                  <a:lnTo>
                    <a:pt x="5944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3873629" y="3704264"/>
              <a:ext cx="271410" cy="61984"/>
            </a:xfrm>
            <a:custGeom>
              <a:avLst/>
              <a:pathLst>
                <a:path w="271410" h="61984">
                  <a:moveTo>
                    <a:pt x="0" y="0"/>
                  </a:moveTo>
                  <a:lnTo>
                    <a:pt x="271410" y="6198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3847837" y="2773233"/>
              <a:ext cx="845551" cy="1138104"/>
            </a:xfrm>
            <a:custGeom>
              <a:avLst/>
              <a:pathLst>
                <a:path w="845551" h="1138104">
                  <a:moveTo>
                    <a:pt x="0" y="0"/>
                  </a:moveTo>
                  <a:lnTo>
                    <a:pt x="271642" y="447371"/>
                  </a:lnTo>
                  <a:lnTo>
                    <a:pt x="544031" y="717518"/>
                  </a:lnTo>
                  <a:lnTo>
                    <a:pt x="845551" y="11381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3875902" y="3351823"/>
              <a:ext cx="2378281" cy="989836"/>
            </a:xfrm>
            <a:custGeom>
              <a:avLst/>
              <a:pathLst>
                <a:path w="2378281" h="989836">
                  <a:moveTo>
                    <a:pt x="0" y="753269"/>
                  </a:moveTo>
                  <a:lnTo>
                    <a:pt x="233875" y="989836"/>
                  </a:lnTo>
                  <a:lnTo>
                    <a:pt x="548349" y="702817"/>
                  </a:lnTo>
                  <a:lnTo>
                    <a:pt x="801654" y="595076"/>
                  </a:lnTo>
                  <a:lnTo>
                    <a:pt x="1551546" y="138860"/>
                  </a:lnTo>
                  <a:lnTo>
                    <a:pt x="2055949" y="0"/>
                  </a:lnTo>
                  <a:lnTo>
                    <a:pt x="2378281" y="2445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3857912" y="2861286"/>
              <a:ext cx="875775" cy="205436"/>
            </a:xfrm>
            <a:custGeom>
              <a:avLst/>
              <a:pathLst>
                <a:path w="875775" h="205436">
                  <a:moveTo>
                    <a:pt x="0" y="0"/>
                  </a:moveTo>
                  <a:lnTo>
                    <a:pt x="341972" y="59438"/>
                  </a:lnTo>
                  <a:lnTo>
                    <a:pt x="604479" y="205436"/>
                  </a:lnTo>
                  <a:lnTo>
                    <a:pt x="875775" y="402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3585896" y="4393170"/>
              <a:ext cx="813888" cy="16959"/>
            </a:xfrm>
            <a:custGeom>
              <a:avLst/>
              <a:pathLst>
                <a:path w="813888" h="16959">
                  <a:moveTo>
                    <a:pt x="0" y="16959"/>
                  </a:moveTo>
                  <a:lnTo>
                    <a:pt x="8138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3585896" y="4374621"/>
              <a:ext cx="347412" cy="62353"/>
            </a:xfrm>
            <a:custGeom>
              <a:avLst/>
              <a:pathLst>
                <a:path w="347412" h="62353">
                  <a:moveTo>
                    <a:pt x="0" y="0"/>
                  </a:moveTo>
                  <a:lnTo>
                    <a:pt x="347412" y="623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3585896" y="4270232"/>
              <a:ext cx="830439" cy="276151"/>
            </a:xfrm>
            <a:custGeom>
              <a:avLst/>
              <a:pathLst>
                <a:path w="830439" h="276151">
                  <a:moveTo>
                    <a:pt x="0" y="0"/>
                  </a:moveTo>
                  <a:lnTo>
                    <a:pt x="275377" y="276151"/>
                  </a:lnTo>
                  <a:lnTo>
                    <a:pt x="557704" y="183989"/>
                  </a:lnTo>
                  <a:lnTo>
                    <a:pt x="830439" y="1624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91149" y="3760768"/>
              <a:ext cx="251146" cy="67725"/>
            </a:xfrm>
            <a:custGeom>
              <a:avLst/>
              <a:pathLst>
                <a:path w="251146" h="67725">
                  <a:moveTo>
                    <a:pt x="0" y="0"/>
                  </a:moveTo>
                  <a:lnTo>
                    <a:pt x="251146" y="677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3585896" y="4425859"/>
              <a:ext cx="284581" cy="108905"/>
            </a:xfrm>
            <a:custGeom>
              <a:avLst/>
              <a:pathLst>
                <a:path w="284581" h="108905">
                  <a:moveTo>
                    <a:pt x="0" y="0"/>
                  </a:moveTo>
                  <a:lnTo>
                    <a:pt x="284581" y="1089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3585896" y="4242443"/>
              <a:ext cx="1581001" cy="151744"/>
            </a:xfrm>
            <a:custGeom>
              <a:avLst/>
              <a:pathLst>
                <a:path w="1581001" h="151744">
                  <a:moveTo>
                    <a:pt x="0" y="116964"/>
                  </a:moveTo>
                  <a:lnTo>
                    <a:pt x="599326" y="79833"/>
                  </a:lnTo>
                  <a:lnTo>
                    <a:pt x="1011783" y="151744"/>
                  </a:lnTo>
                  <a:lnTo>
                    <a:pt x="15810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3585896" y="4302613"/>
              <a:ext cx="2423820" cy="137815"/>
            </a:xfrm>
            <a:custGeom>
              <a:avLst/>
              <a:pathLst>
                <a:path w="2423820" h="137815">
                  <a:moveTo>
                    <a:pt x="0" y="136094"/>
                  </a:moveTo>
                  <a:lnTo>
                    <a:pt x="795323" y="137815"/>
                  </a:lnTo>
                  <a:lnTo>
                    <a:pt x="1282505" y="50588"/>
                  </a:lnTo>
                  <a:lnTo>
                    <a:pt x="1861798" y="0"/>
                  </a:lnTo>
                  <a:lnTo>
                    <a:pt x="2423820" y="398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3585896" y="3255048"/>
              <a:ext cx="271793" cy="67741"/>
            </a:xfrm>
            <a:custGeom>
              <a:avLst/>
              <a:pathLst>
                <a:path w="271793" h="67741">
                  <a:moveTo>
                    <a:pt x="0" y="0"/>
                  </a:moveTo>
                  <a:lnTo>
                    <a:pt x="271793" y="677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3585896" y="4188903"/>
              <a:ext cx="1600431" cy="88705"/>
            </a:xfrm>
            <a:custGeom>
              <a:avLst/>
              <a:pathLst>
                <a:path w="1600431" h="88705">
                  <a:moveTo>
                    <a:pt x="0" y="0"/>
                  </a:moveTo>
                  <a:lnTo>
                    <a:pt x="1188784" y="15485"/>
                  </a:lnTo>
                  <a:lnTo>
                    <a:pt x="1600431" y="887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3585896" y="4295624"/>
              <a:ext cx="506965" cy="108825"/>
            </a:xfrm>
            <a:custGeom>
              <a:avLst/>
              <a:pathLst>
                <a:path w="506965" h="108825">
                  <a:moveTo>
                    <a:pt x="0" y="0"/>
                  </a:moveTo>
                  <a:lnTo>
                    <a:pt x="506965" y="1088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3585896" y="4485146"/>
              <a:ext cx="523471" cy="109006"/>
            </a:xfrm>
            <a:custGeom>
              <a:avLst/>
              <a:pathLst>
                <a:path w="523471" h="109006">
                  <a:moveTo>
                    <a:pt x="0" y="109006"/>
                  </a:moveTo>
                  <a:lnTo>
                    <a:pt x="52347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3585896" y="4343291"/>
              <a:ext cx="649095" cy="23563"/>
            </a:xfrm>
            <a:custGeom>
              <a:avLst/>
              <a:pathLst>
                <a:path w="649095" h="23563">
                  <a:moveTo>
                    <a:pt x="0" y="0"/>
                  </a:moveTo>
                  <a:lnTo>
                    <a:pt x="649095" y="235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3585896" y="4434342"/>
              <a:ext cx="1420526" cy="318"/>
            </a:xfrm>
            <a:custGeom>
              <a:avLst/>
              <a:pathLst>
                <a:path w="1420526" h="318">
                  <a:moveTo>
                    <a:pt x="0" y="0"/>
                  </a:moveTo>
                  <a:lnTo>
                    <a:pt x="1420526" y="3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3585896" y="4347188"/>
              <a:ext cx="790141" cy="11206"/>
            </a:xfrm>
            <a:custGeom>
              <a:avLst/>
              <a:pathLst>
                <a:path w="790141" h="11206">
                  <a:moveTo>
                    <a:pt x="0" y="11206"/>
                  </a:moveTo>
                  <a:lnTo>
                    <a:pt x="7901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3585896" y="4409188"/>
              <a:ext cx="507047" cy="22996"/>
            </a:xfrm>
            <a:custGeom>
              <a:avLst/>
              <a:pathLst>
                <a:path w="507047" h="22996">
                  <a:moveTo>
                    <a:pt x="0" y="0"/>
                  </a:moveTo>
                  <a:lnTo>
                    <a:pt x="507047" y="229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3585896" y="4545010"/>
              <a:ext cx="649095" cy="15438"/>
            </a:xfrm>
            <a:custGeom>
              <a:avLst/>
              <a:pathLst>
                <a:path w="649095" h="15438">
                  <a:moveTo>
                    <a:pt x="0" y="0"/>
                  </a:moveTo>
                  <a:lnTo>
                    <a:pt x="649095" y="154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3585896" y="3384601"/>
              <a:ext cx="272540" cy="13556"/>
            </a:xfrm>
            <a:custGeom>
              <a:avLst/>
              <a:pathLst>
                <a:path w="272540" h="13556">
                  <a:moveTo>
                    <a:pt x="0" y="13556"/>
                  </a:moveTo>
                  <a:lnTo>
                    <a:pt x="2725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3585896" y="3691007"/>
              <a:ext cx="569178" cy="86631"/>
            </a:xfrm>
            <a:custGeom>
              <a:avLst/>
              <a:pathLst>
                <a:path w="569178" h="86631">
                  <a:moveTo>
                    <a:pt x="0" y="76310"/>
                  </a:moveTo>
                  <a:lnTo>
                    <a:pt x="267698" y="86631"/>
                  </a:lnTo>
                  <a:lnTo>
                    <a:pt x="5691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5438914" y="4475978"/>
              <a:ext cx="533656" cy="8720"/>
            </a:xfrm>
            <a:custGeom>
              <a:avLst/>
              <a:pathLst>
                <a:path w="533656" h="8720">
                  <a:moveTo>
                    <a:pt x="0" y="0"/>
                  </a:moveTo>
                  <a:lnTo>
                    <a:pt x="533656" y="87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649492" y="4499173"/>
              <a:ext cx="1046325" cy="16160"/>
            </a:xfrm>
            <a:custGeom>
              <a:avLst/>
              <a:pathLst>
                <a:path w="1046325" h="16160">
                  <a:moveTo>
                    <a:pt x="0" y="0"/>
                  </a:moveTo>
                  <a:lnTo>
                    <a:pt x="522442" y="16160"/>
                  </a:lnTo>
                  <a:lnTo>
                    <a:pt x="1046325" y="44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3585896" y="3672034"/>
              <a:ext cx="315822" cy="143693"/>
            </a:xfrm>
            <a:custGeom>
              <a:avLst/>
              <a:pathLst>
                <a:path w="315822" h="143693">
                  <a:moveTo>
                    <a:pt x="0" y="0"/>
                  </a:moveTo>
                  <a:lnTo>
                    <a:pt x="315822" y="14369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3585896" y="3206656"/>
              <a:ext cx="540433" cy="278413"/>
            </a:xfrm>
            <a:custGeom>
              <a:avLst/>
              <a:pathLst>
                <a:path w="540433" h="278413">
                  <a:moveTo>
                    <a:pt x="0" y="0"/>
                  </a:moveTo>
                  <a:lnTo>
                    <a:pt x="273455" y="223883"/>
                  </a:lnTo>
                  <a:lnTo>
                    <a:pt x="540433" y="2784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3585896" y="3448480"/>
              <a:ext cx="566892" cy="175651"/>
            </a:xfrm>
            <a:custGeom>
              <a:avLst/>
              <a:pathLst>
                <a:path w="566892" h="175651">
                  <a:moveTo>
                    <a:pt x="0" y="161542"/>
                  </a:moveTo>
                  <a:lnTo>
                    <a:pt x="238746" y="175651"/>
                  </a:lnTo>
                  <a:lnTo>
                    <a:pt x="56689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05488" y="3350691"/>
              <a:ext cx="749842" cy="297234"/>
            </a:xfrm>
            <a:custGeom>
              <a:avLst/>
              <a:pathLst>
                <a:path w="749842" h="297234">
                  <a:moveTo>
                    <a:pt x="0" y="0"/>
                  </a:moveTo>
                  <a:lnTo>
                    <a:pt x="477826" y="297234"/>
                  </a:lnTo>
                  <a:lnTo>
                    <a:pt x="749842" y="2239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3585896" y="4416288"/>
              <a:ext cx="533237" cy="7913"/>
            </a:xfrm>
            <a:custGeom>
              <a:avLst/>
              <a:pathLst>
                <a:path w="533237" h="7913">
                  <a:moveTo>
                    <a:pt x="0" y="0"/>
                  </a:moveTo>
                  <a:lnTo>
                    <a:pt x="533237" y="79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3585896" y="4096155"/>
              <a:ext cx="629149" cy="53048"/>
            </a:xfrm>
            <a:custGeom>
              <a:avLst/>
              <a:pathLst>
                <a:path w="629149" h="53048">
                  <a:moveTo>
                    <a:pt x="0" y="0"/>
                  </a:moveTo>
                  <a:lnTo>
                    <a:pt x="629149" y="5304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174821" y="4348964"/>
              <a:ext cx="971701" cy="129882"/>
            </a:xfrm>
            <a:custGeom>
              <a:avLst/>
              <a:pathLst>
                <a:path w="971701" h="129882">
                  <a:moveTo>
                    <a:pt x="0" y="129882"/>
                  </a:moveTo>
                  <a:lnTo>
                    <a:pt x="216327" y="52205"/>
                  </a:lnTo>
                  <a:lnTo>
                    <a:pt x="514969" y="9505"/>
                  </a:lnTo>
                  <a:lnTo>
                    <a:pt x="9717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3585896" y="4281098"/>
              <a:ext cx="790860" cy="58043"/>
            </a:xfrm>
            <a:custGeom>
              <a:avLst/>
              <a:pathLst>
                <a:path w="790860" h="58043">
                  <a:moveTo>
                    <a:pt x="0" y="0"/>
                  </a:moveTo>
                  <a:lnTo>
                    <a:pt x="790860" y="580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3585896" y="3582468"/>
              <a:ext cx="297202" cy="116783"/>
            </a:xfrm>
            <a:custGeom>
              <a:avLst/>
              <a:pathLst>
                <a:path w="297202" h="116783">
                  <a:moveTo>
                    <a:pt x="0" y="116783"/>
                  </a:moveTo>
                  <a:lnTo>
                    <a:pt x="2972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149013" y="3179232"/>
              <a:ext cx="795897" cy="93232"/>
            </a:xfrm>
            <a:custGeom>
              <a:avLst/>
              <a:pathLst>
                <a:path w="795897" h="93232">
                  <a:moveTo>
                    <a:pt x="0" y="0"/>
                  </a:moveTo>
                  <a:lnTo>
                    <a:pt x="498290" y="93232"/>
                  </a:lnTo>
                  <a:lnTo>
                    <a:pt x="795897" y="901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3585896" y="3544017"/>
              <a:ext cx="276555" cy="88861"/>
            </a:xfrm>
            <a:custGeom>
              <a:avLst/>
              <a:pathLst>
                <a:path w="276555" h="88861">
                  <a:moveTo>
                    <a:pt x="0" y="88861"/>
                  </a:moveTo>
                  <a:lnTo>
                    <a:pt x="2765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3585896" y="4445290"/>
              <a:ext cx="541153" cy="94829"/>
            </a:xfrm>
            <a:custGeom>
              <a:avLst/>
              <a:pathLst>
                <a:path w="541153" h="94829">
                  <a:moveTo>
                    <a:pt x="0" y="94829"/>
                  </a:moveTo>
                  <a:lnTo>
                    <a:pt x="262981" y="0"/>
                  </a:lnTo>
                  <a:lnTo>
                    <a:pt x="541153" y="625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3585896" y="4061810"/>
              <a:ext cx="613905" cy="108687"/>
            </a:xfrm>
            <a:custGeom>
              <a:avLst/>
              <a:pathLst>
                <a:path w="613905" h="108687">
                  <a:moveTo>
                    <a:pt x="0" y="108687"/>
                  </a:moveTo>
                  <a:lnTo>
                    <a:pt x="6139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6235531" y="4521601"/>
              <a:ext cx="522442" cy="7758"/>
            </a:xfrm>
            <a:custGeom>
              <a:avLst/>
              <a:pathLst>
                <a:path w="522442" h="7758">
                  <a:moveTo>
                    <a:pt x="0" y="7758"/>
                  </a:moveTo>
                  <a:lnTo>
                    <a:pt x="52244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3585896" y="3764199"/>
              <a:ext cx="295877" cy="226664"/>
            </a:xfrm>
            <a:custGeom>
              <a:avLst/>
              <a:pathLst>
                <a:path w="295877" h="226664">
                  <a:moveTo>
                    <a:pt x="0" y="226664"/>
                  </a:moveTo>
                  <a:lnTo>
                    <a:pt x="2958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3585896" y="4489030"/>
              <a:ext cx="578573" cy="51446"/>
            </a:xfrm>
            <a:custGeom>
              <a:avLst/>
              <a:pathLst>
                <a:path w="578573" h="51446">
                  <a:moveTo>
                    <a:pt x="0" y="0"/>
                  </a:moveTo>
                  <a:lnTo>
                    <a:pt x="578573" y="514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149377" y="4454422"/>
              <a:ext cx="518738" cy="31474"/>
            </a:xfrm>
            <a:custGeom>
              <a:avLst/>
              <a:pathLst>
                <a:path w="518738" h="31474">
                  <a:moveTo>
                    <a:pt x="0" y="31474"/>
                  </a:moveTo>
                  <a:lnTo>
                    <a:pt x="5187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3585896" y="4208599"/>
              <a:ext cx="815512" cy="119966"/>
            </a:xfrm>
            <a:custGeom>
              <a:avLst/>
              <a:pathLst>
                <a:path w="815512" h="119966">
                  <a:moveTo>
                    <a:pt x="0" y="119966"/>
                  </a:moveTo>
                  <a:lnTo>
                    <a:pt x="8155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3585896" y="3936591"/>
              <a:ext cx="296807" cy="37622"/>
            </a:xfrm>
            <a:custGeom>
              <a:avLst/>
              <a:pathLst>
                <a:path w="296807" h="37622">
                  <a:moveTo>
                    <a:pt x="0" y="0"/>
                  </a:moveTo>
                  <a:lnTo>
                    <a:pt x="296807" y="376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3585896" y="3146394"/>
              <a:ext cx="317351" cy="140004"/>
            </a:xfrm>
            <a:custGeom>
              <a:avLst/>
              <a:pathLst>
                <a:path w="317351" h="140004">
                  <a:moveTo>
                    <a:pt x="0" y="140004"/>
                  </a:moveTo>
                  <a:lnTo>
                    <a:pt x="3173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3585896" y="3548923"/>
              <a:ext cx="1118287" cy="267810"/>
            </a:xfrm>
            <a:custGeom>
              <a:avLst/>
              <a:pathLst>
                <a:path w="1118287" h="267810">
                  <a:moveTo>
                    <a:pt x="0" y="18150"/>
                  </a:moveTo>
                  <a:lnTo>
                    <a:pt x="311372" y="0"/>
                  </a:lnTo>
                  <a:lnTo>
                    <a:pt x="609516" y="246403"/>
                  </a:lnTo>
                  <a:lnTo>
                    <a:pt x="1118287" y="2678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3585896" y="4340346"/>
              <a:ext cx="1048484" cy="340368"/>
            </a:xfrm>
            <a:custGeom>
              <a:avLst/>
              <a:pathLst>
                <a:path w="1048484" h="340368">
                  <a:moveTo>
                    <a:pt x="0" y="146743"/>
                  </a:moveTo>
                  <a:lnTo>
                    <a:pt x="595503" y="340368"/>
                  </a:lnTo>
                  <a:lnTo>
                    <a:pt x="10484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3585896" y="4421676"/>
              <a:ext cx="1227580" cy="30901"/>
            </a:xfrm>
            <a:custGeom>
              <a:avLst/>
              <a:pathLst>
                <a:path w="1227580" h="30901">
                  <a:moveTo>
                    <a:pt x="0" y="0"/>
                  </a:moveTo>
                  <a:lnTo>
                    <a:pt x="1227580" y="309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3585896" y="4442074"/>
              <a:ext cx="1344597" cy="125070"/>
            </a:xfrm>
            <a:custGeom>
              <a:avLst/>
              <a:pathLst>
                <a:path w="1344597" h="125070">
                  <a:moveTo>
                    <a:pt x="0" y="0"/>
                  </a:moveTo>
                  <a:lnTo>
                    <a:pt x="580012" y="39933"/>
                  </a:lnTo>
                  <a:lnTo>
                    <a:pt x="1344597" y="12507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135136" y="4516326"/>
              <a:ext cx="1064995" cy="108635"/>
            </a:xfrm>
            <a:custGeom>
              <a:avLst/>
              <a:pathLst>
                <a:path w="1064995" h="108635">
                  <a:moveTo>
                    <a:pt x="0" y="61853"/>
                  </a:moveTo>
                  <a:lnTo>
                    <a:pt x="537383" y="0"/>
                  </a:lnTo>
                  <a:lnTo>
                    <a:pt x="1064995" y="1086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3585896" y="4502244"/>
              <a:ext cx="932625" cy="16747"/>
            </a:xfrm>
            <a:custGeom>
              <a:avLst/>
              <a:pathLst>
                <a:path w="932625" h="16747">
                  <a:moveTo>
                    <a:pt x="0" y="16747"/>
                  </a:moveTo>
                  <a:lnTo>
                    <a:pt x="9326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45491" y="4290928"/>
              <a:ext cx="961654" cy="101170"/>
            </a:xfrm>
            <a:custGeom>
              <a:avLst/>
              <a:pathLst>
                <a:path w="961654" h="101170">
                  <a:moveTo>
                    <a:pt x="0" y="101170"/>
                  </a:moveTo>
                  <a:lnTo>
                    <a:pt x="392486" y="0"/>
                  </a:lnTo>
                  <a:lnTo>
                    <a:pt x="961654" y="886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3585896" y="4146877"/>
              <a:ext cx="1097418" cy="201346"/>
            </a:xfrm>
            <a:custGeom>
              <a:avLst/>
              <a:pathLst>
                <a:path w="1097418" h="201346">
                  <a:moveTo>
                    <a:pt x="0" y="201031"/>
                  </a:moveTo>
                  <a:lnTo>
                    <a:pt x="663488" y="201346"/>
                  </a:lnTo>
                  <a:lnTo>
                    <a:pt x="10974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3585896" y="4507936"/>
              <a:ext cx="579292" cy="74608"/>
            </a:xfrm>
            <a:custGeom>
              <a:avLst/>
              <a:pathLst>
                <a:path w="579292" h="74608">
                  <a:moveTo>
                    <a:pt x="0" y="74608"/>
                  </a:moveTo>
                  <a:lnTo>
                    <a:pt x="57929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3585896" y="4330149"/>
              <a:ext cx="1374441" cy="64483"/>
            </a:xfrm>
            <a:custGeom>
              <a:avLst/>
              <a:pathLst>
                <a:path w="1374441" h="64483">
                  <a:moveTo>
                    <a:pt x="0" y="64483"/>
                  </a:moveTo>
                  <a:lnTo>
                    <a:pt x="13744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3585896" y="4511952"/>
              <a:ext cx="1635753" cy="73261"/>
            </a:xfrm>
            <a:custGeom>
              <a:avLst/>
              <a:pathLst>
                <a:path w="1635753" h="73261">
                  <a:moveTo>
                    <a:pt x="0" y="73261"/>
                  </a:moveTo>
                  <a:lnTo>
                    <a:pt x="543372" y="39927"/>
                  </a:lnTo>
                  <a:lnTo>
                    <a:pt x="1227903" y="0"/>
                  </a:lnTo>
                  <a:lnTo>
                    <a:pt x="1635753" y="3685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3585896" y="4361955"/>
              <a:ext cx="266838" cy="91857"/>
            </a:xfrm>
            <a:custGeom>
              <a:avLst/>
              <a:pathLst>
                <a:path w="266838" h="91857">
                  <a:moveTo>
                    <a:pt x="0" y="91857"/>
                  </a:moveTo>
                  <a:lnTo>
                    <a:pt x="2668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3585896" y="3676550"/>
              <a:ext cx="528229" cy="222129"/>
            </a:xfrm>
            <a:custGeom>
              <a:avLst/>
              <a:pathLst>
                <a:path w="528229" h="222129">
                  <a:moveTo>
                    <a:pt x="0" y="173574"/>
                  </a:moveTo>
                  <a:lnTo>
                    <a:pt x="266288" y="222129"/>
                  </a:lnTo>
                  <a:lnTo>
                    <a:pt x="5282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3585896" y="4251080"/>
              <a:ext cx="2154537" cy="170375"/>
            </a:xfrm>
            <a:custGeom>
              <a:avLst/>
              <a:pathLst>
                <a:path w="2154537" h="170375">
                  <a:moveTo>
                    <a:pt x="0" y="133588"/>
                  </a:moveTo>
                  <a:lnTo>
                    <a:pt x="709899" y="170375"/>
                  </a:lnTo>
                  <a:lnTo>
                    <a:pt x="1052082" y="88699"/>
                  </a:lnTo>
                  <a:lnTo>
                    <a:pt x="1636388" y="0"/>
                  </a:lnTo>
                  <a:lnTo>
                    <a:pt x="2154537" y="719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3585896" y="3904322"/>
              <a:ext cx="498369" cy="112208"/>
            </a:xfrm>
            <a:custGeom>
              <a:avLst/>
              <a:pathLst>
                <a:path w="498369" h="112208">
                  <a:moveTo>
                    <a:pt x="0" y="112208"/>
                  </a:moveTo>
                  <a:lnTo>
                    <a:pt x="4983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3585896" y="3905342"/>
              <a:ext cx="905999" cy="550139"/>
            </a:xfrm>
            <a:custGeom>
              <a:avLst/>
              <a:pathLst>
                <a:path w="905999" h="550139">
                  <a:moveTo>
                    <a:pt x="0" y="550139"/>
                  </a:moveTo>
                  <a:lnTo>
                    <a:pt x="90599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3585896" y="4338926"/>
              <a:ext cx="523292" cy="111586"/>
            </a:xfrm>
            <a:custGeom>
              <a:avLst/>
              <a:pathLst>
                <a:path w="523292" h="111586">
                  <a:moveTo>
                    <a:pt x="0" y="111586"/>
                  </a:moveTo>
                  <a:lnTo>
                    <a:pt x="52329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350605" y="4167458"/>
              <a:ext cx="1584599" cy="296807"/>
            </a:xfrm>
            <a:custGeom>
              <a:avLst/>
              <a:pathLst>
                <a:path w="1584599" h="296807">
                  <a:moveTo>
                    <a:pt x="0" y="0"/>
                  </a:moveTo>
                  <a:lnTo>
                    <a:pt x="544031" y="296807"/>
                  </a:lnTo>
                  <a:lnTo>
                    <a:pt x="1057839" y="12482"/>
                  </a:lnTo>
                  <a:lnTo>
                    <a:pt x="1584599" y="1829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3585896" y="3279107"/>
              <a:ext cx="1315462" cy="80147"/>
            </a:xfrm>
            <a:custGeom>
              <a:avLst/>
              <a:pathLst>
                <a:path w="1315462" h="80147">
                  <a:moveTo>
                    <a:pt x="0" y="80147"/>
                  </a:moveTo>
                  <a:lnTo>
                    <a:pt x="530142" y="10106"/>
                  </a:lnTo>
                  <a:lnTo>
                    <a:pt x="796617" y="58633"/>
                  </a:lnTo>
                  <a:lnTo>
                    <a:pt x="1077268" y="0"/>
                  </a:lnTo>
                  <a:lnTo>
                    <a:pt x="1315462" y="484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3585896" y="4082154"/>
              <a:ext cx="1077196" cy="65992"/>
            </a:xfrm>
            <a:custGeom>
              <a:avLst/>
              <a:pathLst>
                <a:path w="1077196" h="65992">
                  <a:moveTo>
                    <a:pt x="0" y="23452"/>
                  </a:moveTo>
                  <a:lnTo>
                    <a:pt x="528728" y="0"/>
                  </a:lnTo>
                  <a:lnTo>
                    <a:pt x="1077196" y="659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3585896" y="4422229"/>
              <a:ext cx="1526310" cy="44910"/>
            </a:xfrm>
            <a:custGeom>
              <a:avLst/>
              <a:pathLst>
                <a:path w="1526310" h="44910">
                  <a:moveTo>
                    <a:pt x="0" y="0"/>
                  </a:moveTo>
                  <a:lnTo>
                    <a:pt x="327426" y="21351"/>
                  </a:lnTo>
                  <a:lnTo>
                    <a:pt x="1526310" y="449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899919" y="3983985"/>
              <a:ext cx="618930" cy="199275"/>
            </a:xfrm>
            <a:custGeom>
              <a:avLst/>
              <a:pathLst>
                <a:path w="618930" h="199275">
                  <a:moveTo>
                    <a:pt x="0" y="199275"/>
                  </a:moveTo>
                  <a:lnTo>
                    <a:pt x="6189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3585896" y="4476742"/>
              <a:ext cx="790860" cy="86712"/>
            </a:xfrm>
            <a:custGeom>
              <a:avLst/>
              <a:pathLst>
                <a:path w="790860" h="86712">
                  <a:moveTo>
                    <a:pt x="0" y="86712"/>
                  </a:moveTo>
                  <a:lnTo>
                    <a:pt x="7908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3585896" y="4477154"/>
              <a:ext cx="1530508" cy="56268"/>
            </a:xfrm>
            <a:custGeom>
              <a:avLst/>
              <a:pathLst>
                <a:path w="1530508" h="56268">
                  <a:moveTo>
                    <a:pt x="0" y="13968"/>
                  </a:moveTo>
                  <a:lnTo>
                    <a:pt x="844832" y="56268"/>
                  </a:lnTo>
                  <a:lnTo>
                    <a:pt x="153050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3585896" y="3215369"/>
              <a:ext cx="1096698" cy="713051"/>
            </a:xfrm>
            <a:custGeom>
              <a:avLst/>
              <a:pathLst>
                <a:path w="1096698" h="713051">
                  <a:moveTo>
                    <a:pt x="0" y="0"/>
                  </a:moveTo>
                  <a:lnTo>
                    <a:pt x="256903" y="241465"/>
                  </a:lnTo>
                  <a:lnTo>
                    <a:pt x="543695" y="320080"/>
                  </a:lnTo>
                  <a:lnTo>
                    <a:pt x="789421" y="438905"/>
                  </a:lnTo>
                  <a:lnTo>
                    <a:pt x="1096698" y="7130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481821" y="4357253"/>
              <a:ext cx="982279" cy="89012"/>
            </a:xfrm>
            <a:custGeom>
              <a:avLst/>
              <a:pathLst>
                <a:path w="982279" h="89012">
                  <a:moveTo>
                    <a:pt x="0" y="58799"/>
                  </a:moveTo>
                  <a:lnTo>
                    <a:pt x="466155" y="0"/>
                  </a:lnTo>
                  <a:lnTo>
                    <a:pt x="982279" y="890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114096" y="3662905"/>
              <a:ext cx="266978" cy="42216"/>
            </a:xfrm>
            <a:custGeom>
              <a:avLst/>
              <a:pathLst>
                <a:path w="266978" h="42216">
                  <a:moveTo>
                    <a:pt x="0" y="0"/>
                  </a:moveTo>
                  <a:lnTo>
                    <a:pt x="266978" y="422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3585896" y="4303127"/>
              <a:ext cx="1598992" cy="291098"/>
            </a:xfrm>
            <a:custGeom>
              <a:avLst/>
              <a:pathLst>
                <a:path w="1598992" h="291098">
                  <a:moveTo>
                    <a:pt x="0" y="0"/>
                  </a:moveTo>
                  <a:lnTo>
                    <a:pt x="543311" y="291098"/>
                  </a:lnTo>
                  <a:lnTo>
                    <a:pt x="1057119" y="112611"/>
                  </a:lnTo>
                  <a:lnTo>
                    <a:pt x="1598992" y="1321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3585896" y="3658983"/>
              <a:ext cx="639021" cy="291647"/>
            </a:xfrm>
            <a:custGeom>
              <a:avLst/>
              <a:pathLst>
                <a:path w="639021" h="291647">
                  <a:moveTo>
                    <a:pt x="0" y="0"/>
                  </a:moveTo>
                  <a:lnTo>
                    <a:pt x="312277" y="47764"/>
                  </a:lnTo>
                  <a:lnTo>
                    <a:pt x="639021" y="29164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3585896" y="4340617"/>
              <a:ext cx="1021858" cy="75681"/>
            </a:xfrm>
            <a:custGeom>
              <a:avLst/>
              <a:pathLst>
                <a:path w="1021858" h="75681">
                  <a:moveTo>
                    <a:pt x="0" y="0"/>
                  </a:moveTo>
                  <a:lnTo>
                    <a:pt x="534945" y="75416"/>
                  </a:lnTo>
                  <a:lnTo>
                    <a:pt x="1021858" y="756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3585896" y="4448733"/>
              <a:ext cx="1090941" cy="105491"/>
            </a:xfrm>
            <a:custGeom>
              <a:avLst/>
              <a:pathLst>
                <a:path w="1090941" h="105491">
                  <a:moveTo>
                    <a:pt x="0" y="0"/>
                  </a:moveTo>
                  <a:lnTo>
                    <a:pt x="1090941" y="1054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3585896" y="4417296"/>
              <a:ext cx="542018" cy="68852"/>
            </a:xfrm>
            <a:custGeom>
              <a:avLst/>
              <a:pathLst>
                <a:path w="542018" h="68852">
                  <a:moveTo>
                    <a:pt x="0" y="68852"/>
                  </a:moveTo>
                  <a:lnTo>
                    <a:pt x="5420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439364" y="4337478"/>
              <a:ext cx="811729" cy="118391"/>
            </a:xfrm>
            <a:custGeom>
              <a:avLst/>
              <a:pathLst>
                <a:path w="811729" h="118391">
                  <a:moveTo>
                    <a:pt x="0" y="118391"/>
                  </a:moveTo>
                  <a:lnTo>
                    <a:pt x="8117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3585896" y="4486296"/>
              <a:ext cx="574082" cy="69499"/>
            </a:xfrm>
            <a:custGeom>
              <a:avLst/>
              <a:pathLst>
                <a:path w="574082" h="69499">
                  <a:moveTo>
                    <a:pt x="0" y="69499"/>
                  </a:moveTo>
                  <a:lnTo>
                    <a:pt x="5740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3585896" y="4518041"/>
              <a:ext cx="1397935" cy="46054"/>
            </a:xfrm>
            <a:custGeom>
              <a:avLst/>
              <a:pathLst>
                <a:path w="1397935" h="46054">
                  <a:moveTo>
                    <a:pt x="0" y="0"/>
                  </a:moveTo>
                  <a:lnTo>
                    <a:pt x="1397935" y="460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3585896" y="4442532"/>
              <a:ext cx="557704" cy="70203"/>
            </a:xfrm>
            <a:custGeom>
              <a:avLst/>
              <a:pathLst>
                <a:path w="557704" h="70203">
                  <a:moveTo>
                    <a:pt x="0" y="70203"/>
                  </a:moveTo>
                  <a:lnTo>
                    <a:pt x="5577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3585896" y="3951810"/>
              <a:ext cx="1103175" cy="211676"/>
            </a:xfrm>
            <a:custGeom>
              <a:avLst/>
              <a:pathLst>
                <a:path w="1103175" h="211676">
                  <a:moveTo>
                    <a:pt x="0" y="211676"/>
                  </a:moveTo>
                  <a:lnTo>
                    <a:pt x="550508" y="162109"/>
                  </a:lnTo>
                  <a:lnTo>
                    <a:pt x="11031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3585896" y="4513487"/>
              <a:ext cx="548840" cy="54445"/>
            </a:xfrm>
            <a:custGeom>
              <a:avLst/>
              <a:pathLst>
                <a:path w="548840" h="54445">
                  <a:moveTo>
                    <a:pt x="0" y="54445"/>
                  </a:moveTo>
                  <a:lnTo>
                    <a:pt x="5488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3585896" y="4360523"/>
              <a:ext cx="1075829" cy="179376"/>
            </a:xfrm>
            <a:custGeom>
              <a:avLst/>
              <a:pathLst>
                <a:path w="1075829" h="179376">
                  <a:moveTo>
                    <a:pt x="0" y="60179"/>
                  </a:moveTo>
                  <a:lnTo>
                    <a:pt x="527751" y="0"/>
                  </a:lnTo>
                  <a:lnTo>
                    <a:pt x="1075829" y="1793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3585896" y="4549398"/>
              <a:ext cx="2376012" cy="245333"/>
            </a:xfrm>
            <a:custGeom>
              <a:avLst/>
              <a:pathLst>
                <a:path w="2376012" h="245333">
                  <a:moveTo>
                    <a:pt x="0" y="26614"/>
                  </a:moveTo>
                  <a:lnTo>
                    <a:pt x="780618" y="0"/>
                  </a:lnTo>
                  <a:lnTo>
                    <a:pt x="1320332" y="14689"/>
                  </a:lnTo>
                  <a:lnTo>
                    <a:pt x="1844214" y="245333"/>
                  </a:lnTo>
                  <a:lnTo>
                    <a:pt x="2376012" y="13467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3585896" y="4474025"/>
              <a:ext cx="1373751" cy="97855"/>
            </a:xfrm>
            <a:custGeom>
              <a:avLst/>
              <a:pathLst>
                <a:path w="1373751" h="97855">
                  <a:moveTo>
                    <a:pt x="0" y="0"/>
                  </a:moveTo>
                  <a:lnTo>
                    <a:pt x="568498" y="97855"/>
                  </a:lnTo>
                  <a:lnTo>
                    <a:pt x="1373751" y="397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3585896" y="2996923"/>
              <a:ext cx="1137624" cy="765816"/>
            </a:xfrm>
            <a:custGeom>
              <a:avLst/>
              <a:pathLst>
                <a:path w="1137624" h="765816">
                  <a:moveTo>
                    <a:pt x="0" y="765816"/>
                  </a:moveTo>
                  <a:lnTo>
                    <a:pt x="528827" y="368221"/>
                  </a:lnTo>
                  <a:lnTo>
                    <a:pt x="11376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3585896" y="4319756"/>
              <a:ext cx="1706215" cy="137229"/>
            </a:xfrm>
            <a:custGeom>
              <a:avLst/>
              <a:pathLst>
                <a:path w="1706215" h="137229">
                  <a:moveTo>
                    <a:pt x="0" y="0"/>
                  </a:moveTo>
                  <a:lnTo>
                    <a:pt x="580012" y="89471"/>
                  </a:lnTo>
                  <a:lnTo>
                    <a:pt x="1102455" y="134928"/>
                  </a:lnTo>
                  <a:lnTo>
                    <a:pt x="1706215" y="13722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3585896" y="4346941"/>
              <a:ext cx="2496356" cy="143860"/>
            </a:xfrm>
            <a:custGeom>
              <a:avLst/>
              <a:pathLst>
                <a:path w="2496356" h="143860">
                  <a:moveTo>
                    <a:pt x="0" y="143860"/>
                  </a:moveTo>
                  <a:lnTo>
                    <a:pt x="807411" y="0"/>
                  </a:lnTo>
                  <a:lnTo>
                    <a:pt x="1358720" y="16239"/>
                  </a:lnTo>
                  <a:lnTo>
                    <a:pt x="1811999" y="141724"/>
                  </a:lnTo>
                  <a:lnTo>
                    <a:pt x="2496356" y="786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3585896" y="3648238"/>
              <a:ext cx="1228917" cy="255961"/>
            </a:xfrm>
            <a:custGeom>
              <a:avLst/>
              <a:pathLst>
                <a:path w="1228917" h="255961">
                  <a:moveTo>
                    <a:pt x="0" y="221575"/>
                  </a:moveTo>
                  <a:lnTo>
                    <a:pt x="256713" y="86293"/>
                  </a:lnTo>
                  <a:lnTo>
                    <a:pt x="548878" y="0"/>
                  </a:lnTo>
                  <a:lnTo>
                    <a:pt x="872665" y="73599"/>
                  </a:lnTo>
                  <a:lnTo>
                    <a:pt x="1228917" y="2559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648053" y="4524183"/>
              <a:ext cx="528199" cy="98216"/>
            </a:xfrm>
            <a:custGeom>
              <a:avLst/>
              <a:pathLst>
                <a:path w="528199" h="98216">
                  <a:moveTo>
                    <a:pt x="0" y="0"/>
                  </a:moveTo>
                  <a:lnTo>
                    <a:pt x="528199" y="982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rc1246"/>
            <p:cNvSpPr/>
            <p:nvPr/>
          </p:nvSpPr>
          <p:spPr>
            <a:xfrm>
              <a:off x="3400738" y="1761070"/>
              <a:ext cx="4073472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tx1247"/>
            <p:cNvSpPr/>
            <p:nvPr/>
          </p:nvSpPr>
          <p:spPr>
            <a:xfrm>
              <a:off x="3275953" y="44157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248" name="tx1248"/>
            <p:cNvSpPr/>
            <p:nvPr/>
          </p:nvSpPr>
          <p:spPr>
            <a:xfrm>
              <a:off x="3275953" y="3852730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249" name="tx1249"/>
            <p:cNvSpPr/>
            <p:nvPr/>
          </p:nvSpPr>
          <p:spPr>
            <a:xfrm>
              <a:off x="3213797" y="3286868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250" name="tx1250"/>
            <p:cNvSpPr/>
            <p:nvPr/>
          </p:nvSpPr>
          <p:spPr>
            <a:xfrm>
              <a:off x="3213797" y="2722425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251" name="tx1251"/>
            <p:cNvSpPr/>
            <p:nvPr/>
          </p:nvSpPr>
          <p:spPr>
            <a:xfrm>
              <a:off x="3213797" y="215798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252" name="pl1252"/>
            <p:cNvSpPr/>
            <p:nvPr/>
          </p:nvSpPr>
          <p:spPr>
            <a:xfrm>
              <a:off x="3365944" y="44574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3365944" y="389300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3365944" y="33285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3365944" y="27641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3365944" y="21996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3585896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899200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6212503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tx1260"/>
            <p:cNvSpPr/>
            <p:nvPr/>
          </p:nvSpPr>
          <p:spPr>
            <a:xfrm>
              <a:off x="3554818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261" name="tx1261"/>
            <p:cNvSpPr/>
            <p:nvPr/>
          </p:nvSpPr>
          <p:spPr>
            <a:xfrm>
              <a:off x="4868122" y="50015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262" name="tx1262"/>
            <p:cNvSpPr/>
            <p:nvPr/>
          </p:nvSpPr>
          <p:spPr>
            <a:xfrm>
              <a:off x="6150348" y="50001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263" name="tx1263"/>
            <p:cNvSpPr/>
            <p:nvPr/>
          </p:nvSpPr>
          <p:spPr>
            <a:xfrm>
              <a:off x="4816294" y="51475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1264" name="tx1264"/>
            <p:cNvSpPr/>
            <p:nvPr/>
          </p:nvSpPr>
          <p:spPr>
            <a:xfrm rot="-5400000">
              <a:off x="2532384" y="3284579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(Z)</a:t>
              </a:r>
            </a:p>
          </p:txBody>
        </p:sp>
        <p:sp>
          <p:nvSpPr>
            <p:cNvPr id="1265" name="rc1265"/>
            <p:cNvSpPr/>
            <p:nvPr/>
          </p:nvSpPr>
          <p:spPr>
            <a:xfrm>
              <a:off x="7543800" y="1691481"/>
              <a:ext cx="4571999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rc1266"/>
            <p:cNvSpPr/>
            <p:nvPr/>
          </p:nvSpPr>
          <p:spPr>
            <a:xfrm>
              <a:off x="7648183" y="1761070"/>
              <a:ext cx="439802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7648183" y="4278803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7648183" y="3246945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7648183" y="2215087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784809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864773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944737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10247017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1104665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1184630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7648183" y="4794732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7648183" y="3762874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7648183" y="2731016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8247914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904755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9847197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1064683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1144647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rc1284"/>
            <p:cNvSpPr/>
            <p:nvPr/>
          </p:nvSpPr>
          <p:spPr>
            <a:xfrm>
              <a:off x="7848093" y="4639953"/>
              <a:ext cx="137869" cy="154778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85" name="rc1285"/>
            <p:cNvSpPr/>
            <p:nvPr/>
          </p:nvSpPr>
          <p:spPr>
            <a:xfrm>
              <a:off x="7985963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86" name="rc1286"/>
            <p:cNvSpPr/>
            <p:nvPr/>
          </p:nvSpPr>
          <p:spPr>
            <a:xfrm>
              <a:off x="8123832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87" name="rc1287"/>
            <p:cNvSpPr/>
            <p:nvPr/>
          </p:nvSpPr>
          <p:spPr>
            <a:xfrm>
              <a:off x="8261701" y="4743139"/>
              <a:ext cx="137869" cy="51592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88" name="rc1288"/>
            <p:cNvSpPr/>
            <p:nvPr/>
          </p:nvSpPr>
          <p:spPr>
            <a:xfrm>
              <a:off x="8399570" y="4691546"/>
              <a:ext cx="137869" cy="103185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89" name="rc1289"/>
            <p:cNvSpPr/>
            <p:nvPr/>
          </p:nvSpPr>
          <p:spPr>
            <a:xfrm>
              <a:off x="8537439" y="4691546"/>
              <a:ext cx="137869" cy="103185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0" name="rc1290"/>
            <p:cNvSpPr/>
            <p:nvPr/>
          </p:nvSpPr>
          <p:spPr>
            <a:xfrm>
              <a:off x="8675309" y="4691546"/>
              <a:ext cx="137869" cy="103185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1" name="rc1291"/>
            <p:cNvSpPr/>
            <p:nvPr/>
          </p:nvSpPr>
          <p:spPr>
            <a:xfrm>
              <a:off x="8813178" y="4691546"/>
              <a:ext cx="137869" cy="103185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2" name="rc1292"/>
            <p:cNvSpPr/>
            <p:nvPr/>
          </p:nvSpPr>
          <p:spPr>
            <a:xfrm>
              <a:off x="8951047" y="4536768"/>
              <a:ext cx="137869" cy="257964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3" name="rc1293"/>
            <p:cNvSpPr/>
            <p:nvPr/>
          </p:nvSpPr>
          <p:spPr>
            <a:xfrm>
              <a:off x="9088916" y="4485175"/>
              <a:ext cx="137869" cy="30955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4" name="rc1294"/>
            <p:cNvSpPr/>
            <p:nvPr/>
          </p:nvSpPr>
          <p:spPr>
            <a:xfrm>
              <a:off x="9226785" y="4536768"/>
              <a:ext cx="137869" cy="257964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5" name="rc1295"/>
            <p:cNvSpPr/>
            <p:nvPr/>
          </p:nvSpPr>
          <p:spPr>
            <a:xfrm>
              <a:off x="9364655" y="4330396"/>
              <a:ext cx="137869" cy="464336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6" name="rc1296"/>
            <p:cNvSpPr/>
            <p:nvPr/>
          </p:nvSpPr>
          <p:spPr>
            <a:xfrm>
              <a:off x="9502524" y="3866060"/>
              <a:ext cx="137869" cy="928672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7" name="rc1297"/>
            <p:cNvSpPr/>
            <p:nvPr/>
          </p:nvSpPr>
          <p:spPr>
            <a:xfrm>
              <a:off x="9640393" y="2369866"/>
              <a:ext cx="137869" cy="2424865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8" name="rc1298"/>
            <p:cNvSpPr/>
            <p:nvPr/>
          </p:nvSpPr>
          <p:spPr>
            <a:xfrm>
              <a:off x="9778262" y="1905530"/>
              <a:ext cx="137869" cy="288920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99" name="rc1299"/>
            <p:cNvSpPr/>
            <p:nvPr/>
          </p:nvSpPr>
          <p:spPr>
            <a:xfrm>
              <a:off x="9916131" y="2731016"/>
              <a:ext cx="137869" cy="2063715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0" name="rc1300"/>
            <p:cNvSpPr/>
            <p:nvPr/>
          </p:nvSpPr>
          <p:spPr>
            <a:xfrm>
              <a:off x="10054001" y="3453317"/>
              <a:ext cx="137869" cy="1341415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1" name="rc1301"/>
            <p:cNvSpPr/>
            <p:nvPr/>
          </p:nvSpPr>
          <p:spPr>
            <a:xfrm>
              <a:off x="10191870" y="4433582"/>
              <a:ext cx="137869" cy="36115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2" name="rc1302"/>
            <p:cNvSpPr/>
            <p:nvPr/>
          </p:nvSpPr>
          <p:spPr>
            <a:xfrm>
              <a:off x="10329739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3" name="rc1303"/>
            <p:cNvSpPr/>
            <p:nvPr/>
          </p:nvSpPr>
          <p:spPr>
            <a:xfrm>
              <a:off x="10467608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4" name="rc1304"/>
            <p:cNvSpPr/>
            <p:nvPr/>
          </p:nvSpPr>
          <p:spPr>
            <a:xfrm>
              <a:off x="10605477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5" name="rc1305"/>
            <p:cNvSpPr/>
            <p:nvPr/>
          </p:nvSpPr>
          <p:spPr>
            <a:xfrm>
              <a:off x="10743347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6" name="rc1306"/>
            <p:cNvSpPr/>
            <p:nvPr/>
          </p:nvSpPr>
          <p:spPr>
            <a:xfrm>
              <a:off x="10881216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7" name="rc1307"/>
            <p:cNvSpPr/>
            <p:nvPr/>
          </p:nvSpPr>
          <p:spPr>
            <a:xfrm>
              <a:off x="11019085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8" name="rc1308"/>
            <p:cNvSpPr/>
            <p:nvPr/>
          </p:nvSpPr>
          <p:spPr>
            <a:xfrm>
              <a:off x="11156954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09" name="rc1309"/>
            <p:cNvSpPr/>
            <p:nvPr/>
          </p:nvSpPr>
          <p:spPr>
            <a:xfrm>
              <a:off x="11294823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0" name="rc1310"/>
            <p:cNvSpPr/>
            <p:nvPr/>
          </p:nvSpPr>
          <p:spPr>
            <a:xfrm>
              <a:off x="11432693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1" name="rc1311"/>
            <p:cNvSpPr/>
            <p:nvPr/>
          </p:nvSpPr>
          <p:spPr>
            <a:xfrm>
              <a:off x="11570562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2" name="rc1312"/>
            <p:cNvSpPr/>
            <p:nvPr/>
          </p:nvSpPr>
          <p:spPr>
            <a:xfrm>
              <a:off x="11708431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3" name="rc1313"/>
            <p:cNvSpPr/>
            <p:nvPr/>
          </p:nvSpPr>
          <p:spPr>
            <a:xfrm>
              <a:off x="7848093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4" name="rc1314"/>
            <p:cNvSpPr/>
            <p:nvPr/>
          </p:nvSpPr>
          <p:spPr>
            <a:xfrm>
              <a:off x="7985963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5" name="rc1315"/>
            <p:cNvSpPr/>
            <p:nvPr/>
          </p:nvSpPr>
          <p:spPr>
            <a:xfrm>
              <a:off x="8123832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6" name="rc1316"/>
            <p:cNvSpPr/>
            <p:nvPr/>
          </p:nvSpPr>
          <p:spPr>
            <a:xfrm>
              <a:off x="8261701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7" name="rc1317"/>
            <p:cNvSpPr/>
            <p:nvPr/>
          </p:nvSpPr>
          <p:spPr>
            <a:xfrm>
              <a:off x="8399570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8" name="rc1318"/>
            <p:cNvSpPr/>
            <p:nvPr/>
          </p:nvSpPr>
          <p:spPr>
            <a:xfrm>
              <a:off x="8537439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19" name="rc1319"/>
            <p:cNvSpPr/>
            <p:nvPr/>
          </p:nvSpPr>
          <p:spPr>
            <a:xfrm>
              <a:off x="8675309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0" name="rc1320"/>
            <p:cNvSpPr/>
            <p:nvPr/>
          </p:nvSpPr>
          <p:spPr>
            <a:xfrm>
              <a:off x="8813178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1" name="rc1321"/>
            <p:cNvSpPr/>
            <p:nvPr/>
          </p:nvSpPr>
          <p:spPr>
            <a:xfrm>
              <a:off x="8951047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2" name="rc1322"/>
            <p:cNvSpPr/>
            <p:nvPr/>
          </p:nvSpPr>
          <p:spPr>
            <a:xfrm>
              <a:off x="9088916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3" name="rc1323"/>
            <p:cNvSpPr/>
            <p:nvPr/>
          </p:nvSpPr>
          <p:spPr>
            <a:xfrm>
              <a:off x="9226785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4" name="rc1324"/>
            <p:cNvSpPr/>
            <p:nvPr/>
          </p:nvSpPr>
          <p:spPr>
            <a:xfrm>
              <a:off x="9364655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5" name="rc1325"/>
            <p:cNvSpPr/>
            <p:nvPr/>
          </p:nvSpPr>
          <p:spPr>
            <a:xfrm>
              <a:off x="9502524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6" name="rc1326"/>
            <p:cNvSpPr/>
            <p:nvPr/>
          </p:nvSpPr>
          <p:spPr>
            <a:xfrm>
              <a:off x="9640393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7" name="rc1327"/>
            <p:cNvSpPr/>
            <p:nvPr/>
          </p:nvSpPr>
          <p:spPr>
            <a:xfrm>
              <a:off x="9778262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8" name="rc1328"/>
            <p:cNvSpPr/>
            <p:nvPr/>
          </p:nvSpPr>
          <p:spPr>
            <a:xfrm>
              <a:off x="9916131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29" name="rc1329"/>
            <p:cNvSpPr/>
            <p:nvPr/>
          </p:nvSpPr>
          <p:spPr>
            <a:xfrm>
              <a:off x="10054001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0" name="rc1330"/>
            <p:cNvSpPr/>
            <p:nvPr/>
          </p:nvSpPr>
          <p:spPr>
            <a:xfrm>
              <a:off x="10191870" y="4485175"/>
              <a:ext cx="137869" cy="309557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1" name="rc1331"/>
            <p:cNvSpPr/>
            <p:nvPr/>
          </p:nvSpPr>
          <p:spPr>
            <a:xfrm>
              <a:off x="10329739" y="4433582"/>
              <a:ext cx="137869" cy="36115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2" name="rc1332"/>
            <p:cNvSpPr/>
            <p:nvPr/>
          </p:nvSpPr>
          <p:spPr>
            <a:xfrm>
              <a:off x="10467608" y="4278803"/>
              <a:ext cx="137869" cy="515928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3" name="rc1333"/>
            <p:cNvSpPr/>
            <p:nvPr/>
          </p:nvSpPr>
          <p:spPr>
            <a:xfrm>
              <a:off x="10605477" y="4639953"/>
              <a:ext cx="137869" cy="154778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4" name="rc1334"/>
            <p:cNvSpPr/>
            <p:nvPr/>
          </p:nvSpPr>
          <p:spPr>
            <a:xfrm>
              <a:off x="10743347" y="4691546"/>
              <a:ext cx="137869" cy="103185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5" name="rc1335"/>
            <p:cNvSpPr/>
            <p:nvPr/>
          </p:nvSpPr>
          <p:spPr>
            <a:xfrm>
              <a:off x="10881216" y="4743139"/>
              <a:ext cx="137869" cy="51592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6" name="rc1336"/>
            <p:cNvSpPr/>
            <p:nvPr/>
          </p:nvSpPr>
          <p:spPr>
            <a:xfrm>
              <a:off x="11019085" y="4743139"/>
              <a:ext cx="137869" cy="51592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7" name="rc1337"/>
            <p:cNvSpPr/>
            <p:nvPr/>
          </p:nvSpPr>
          <p:spPr>
            <a:xfrm>
              <a:off x="11156954" y="4691546"/>
              <a:ext cx="137869" cy="103185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8" name="rc1338"/>
            <p:cNvSpPr/>
            <p:nvPr/>
          </p:nvSpPr>
          <p:spPr>
            <a:xfrm>
              <a:off x="11294823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39" name="rc1339"/>
            <p:cNvSpPr/>
            <p:nvPr/>
          </p:nvSpPr>
          <p:spPr>
            <a:xfrm>
              <a:off x="11432693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40" name="rc1340"/>
            <p:cNvSpPr/>
            <p:nvPr/>
          </p:nvSpPr>
          <p:spPr>
            <a:xfrm>
              <a:off x="11570562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41" name="rc1341"/>
            <p:cNvSpPr/>
            <p:nvPr/>
          </p:nvSpPr>
          <p:spPr>
            <a:xfrm>
              <a:off x="11708431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1024393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10283612" y="2648468"/>
              <a:ext cx="1023446" cy="790163"/>
            </a:xfrm>
            <a:custGeom>
              <a:avLst/>
              <a:pathLst>
                <a:path w="1023446" h="790163">
                  <a:moveTo>
                    <a:pt x="25236" y="790163"/>
                  </a:moveTo>
                  <a:lnTo>
                    <a:pt x="998209" y="790163"/>
                  </a:lnTo>
                  <a:lnTo>
                    <a:pt x="997193" y="790142"/>
                  </a:lnTo>
                  <a:lnTo>
                    <a:pt x="1001251" y="789979"/>
                  </a:lnTo>
                  <a:lnTo>
                    <a:pt x="1005231" y="789167"/>
                  </a:lnTo>
                  <a:lnTo>
                    <a:pt x="1009028" y="787726"/>
                  </a:lnTo>
                  <a:lnTo>
                    <a:pt x="1012546" y="785696"/>
                  </a:lnTo>
                  <a:lnTo>
                    <a:pt x="1015692" y="783127"/>
                  </a:lnTo>
                  <a:lnTo>
                    <a:pt x="1018385" y="780087"/>
                  </a:lnTo>
                  <a:lnTo>
                    <a:pt x="1020555" y="776654"/>
                  </a:lnTo>
                  <a:lnTo>
                    <a:pt x="1022147" y="772918"/>
                  </a:lnTo>
                  <a:lnTo>
                    <a:pt x="1023119" y="768974"/>
                  </a:lnTo>
                  <a:lnTo>
                    <a:pt x="1023446" y="764926"/>
                  </a:lnTo>
                  <a:lnTo>
                    <a:pt x="1023446" y="25236"/>
                  </a:lnTo>
                  <a:lnTo>
                    <a:pt x="1023119" y="21188"/>
                  </a:lnTo>
                  <a:lnTo>
                    <a:pt x="1022147" y="17245"/>
                  </a:lnTo>
                  <a:lnTo>
                    <a:pt x="1020555" y="13508"/>
                  </a:lnTo>
                  <a:lnTo>
                    <a:pt x="1018385" y="10075"/>
                  </a:lnTo>
                  <a:lnTo>
                    <a:pt x="1015692" y="7035"/>
                  </a:lnTo>
                  <a:lnTo>
                    <a:pt x="1012546" y="4467"/>
                  </a:lnTo>
                  <a:lnTo>
                    <a:pt x="1009028" y="2436"/>
                  </a:lnTo>
                  <a:lnTo>
                    <a:pt x="1005231" y="996"/>
                  </a:lnTo>
                  <a:lnTo>
                    <a:pt x="1001251" y="184"/>
                  </a:lnTo>
                  <a:lnTo>
                    <a:pt x="998209" y="0"/>
                  </a:lnTo>
                  <a:lnTo>
                    <a:pt x="25236" y="0"/>
                  </a:lnTo>
                  <a:lnTo>
                    <a:pt x="28278" y="184"/>
                  </a:lnTo>
                  <a:lnTo>
                    <a:pt x="24220" y="20"/>
                  </a:lnTo>
                  <a:lnTo>
                    <a:pt x="20188" y="510"/>
                  </a:lnTo>
                  <a:lnTo>
                    <a:pt x="16287" y="1639"/>
                  </a:lnTo>
                  <a:lnTo>
                    <a:pt x="12618" y="3381"/>
                  </a:lnTo>
                  <a:lnTo>
                    <a:pt x="9275" y="5688"/>
                  </a:lnTo>
                  <a:lnTo>
                    <a:pt x="6346" y="8501"/>
                  </a:lnTo>
                  <a:lnTo>
                    <a:pt x="3906" y="11748"/>
                  </a:lnTo>
                  <a:lnTo>
                    <a:pt x="2019" y="15344"/>
                  </a:lnTo>
                  <a:lnTo>
                    <a:pt x="733" y="19197"/>
                  </a:lnTo>
                  <a:lnTo>
                    <a:pt x="81" y="23205"/>
                  </a:lnTo>
                  <a:lnTo>
                    <a:pt x="0" y="25236"/>
                  </a:lnTo>
                  <a:lnTo>
                    <a:pt x="0" y="764926"/>
                  </a:lnTo>
                  <a:lnTo>
                    <a:pt x="81" y="762896"/>
                  </a:lnTo>
                  <a:lnTo>
                    <a:pt x="81" y="766957"/>
                  </a:lnTo>
                  <a:lnTo>
                    <a:pt x="733" y="770966"/>
                  </a:lnTo>
                  <a:lnTo>
                    <a:pt x="2019" y="774818"/>
                  </a:lnTo>
                  <a:lnTo>
                    <a:pt x="3906" y="778414"/>
                  </a:lnTo>
                  <a:lnTo>
                    <a:pt x="6346" y="781661"/>
                  </a:lnTo>
                  <a:lnTo>
                    <a:pt x="9275" y="784475"/>
                  </a:lnTo>
                  <a:lnTo>
                    <a:pt x="12618" y="786782"/>
                  </a:lnTo>
                  <a:lnTo>
                    <a:pt x="16287" y="788523"/>
                  </a:lnTo>
                  <a:lnTo>
                    <a:pt x="20188" y="789653"/>
                  </a:lnTo>
                  <a:lnTo>
                    <a:pt x="24220" y="790142"/>
                  </a:lnTo>
                  <a:close/>
                </a:path>
              </a:pathLst>
            </a:custGeom>
            <a:solidFill>
              <a:srgbClr val="FFD700">
                <a:alpha val="100000"/>
              </a:srgbClr>
            </a:solidFill>
            <a:ln w="813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tx1344"/>
            <p:cNvSpPr/>
            <p:nvPr/>
          </p:nvSpPr>
          <p:spPr>
            <a:xfrm>
              <a:off x="10325673" y="2659312"/>
              <a:ext cx="631190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 Z/year</a:t>
              </a:r>
            </a:p>
          </p:txBody>
        </p:sp>
        <p:sp>
          <p:nvSpPr>
            <p:cNvPr id="1345" name="tx1345"/>
            <p:cNvSpPr/>
            <p:nvPr/>
          </p:nvSpPr>
          <p:spPr>
            <a:xfrm>
              <a:off x="10325673" y="2890300"/>
              <a:ext cx="611885" cy="102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xi = 0.529</a:t>
              </a:r>
            </a:p>
          </p:txBody>
        </p:sp>
        <p:sp>
          <p:nvSpPr>
            <p:cNvPr id="1346" name="tx1346"/>
            <p:cNvSpPr/>
            <p:nvPr/>
          </p:nvSpPr>
          <p:spPr>
            <a:xfrm>
              <a:off x="10325673" y="3064399"/>
              <a:ext cx="939324" cy="1302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omega = 0.834</a:t>
              </a:r>
            </a:p>
          </p:txBody>
        </p:sp>
        <p:sp>
          <p:nvSpPr>
            <p:cNvPr id="1347" name="tx1347"/>
            <p:cNvSpPr/>
            <p:nvPr/>
          </p:nvSpPr>
          <p:spPr>
            <a:xfrm>
              <a:off x="10325673" y="3267936"/>
              <a:ext cx="900371" cy="1286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alpha = -1.767</a:t>
              </a:r>
            </a:p>
          </p:txBody>
        </p:sp>
        <p:sp>
          <p:nvSpPr>
            <p:cNvPr id="1348" name="pg1348"/>
            <p:cNvSpPr/>
            <p:nvPr/>
          </p:nvSpPr>
          <p:spPr>
            <a:xfrm>
              <a:off x="7848093" y="2453438"/>
              <a:ext cx="3998206" cy="2341294"/>
            </a:xfrm>
            <a:custGeom>
              <a:avLst/>
              <a:pathLst>
                <a:path w="3998206" h="2341294">
                  <a:moveTo>
                    <a:pt x="0" y="2288376"/>
                  </a:moveTo>
                  <a:lnTo>
                    <a:pt x="7824" y="2287043"/>
                  </a:lnTo>
                  <a:lnTo>
                    <a:pt x="15648" y="2285878"/>
                  </a:lnTo>
                  <a:lnTo>
                    <a:pt x="23472" y="2284867"/>
                  </a:lnTo>
                  <a:lnTo>
                    <a:pt x="31297" y="2284007"/>
                  </a:lnTo>
                  <a:lnTo>
                    <a:pt x="39121" y="2283302"/>
                  </a:lnTo>
                  <a:lnTo>
                    <a:pt x="46945" y="2282759"/>
                  </a:lnTo>
                  <a:lnTo>
                    <a:pt x="54769" y="2282439"/>
                  </a:lnTo>
                  <a:lnTo>
                    <a:pt x="62594" y="2282290"/>
                  </a:lnTo>
                  <a:lnTo>
                    <a:pt x="70418" y="2282311"/>
                  </a:lnTo>
                  <a:lnTo>
                    <a:pt x="78242" y="2282501"/>
                  </a:lnTo>
                  <a:lnTo>
                    <a:pt x="86067" y="2282869"/>
                  </a:lnTo>
                  <a:lnTo>
                    <a:pt x="93891" y="2283447"/>
                  </a:lnTo>
                  <a:lnTo>
                    <a:pt x="101715" y="2284180"/>
                  </a:lnTo>
                  <a:lnTo>
                    <a:pt x="109539" y="2285063"/>
                  </a:lnTo>
                  <a:lnTo>
                    <a:pt x="117364" y="2286089"/>
                  </a:lnTo>
                  <a:lnTo>
                    <a:pt x="125188" y="2287266"/>
                  </a:lnTo>
                  <a:lnTo>
                    <a:pt x="133012" y="2288589"/>
                  </a:lnTo>
                  <a:lnTo>
                    <a:pt x="140837" y="2290018"/>
                  </a:lnTo>
                  <a:lnTo>
                    <a:pt x="148661" y="2291543"/>
                  </a:lnTo>
                  <a:lnTo>
                    <a:pt x="156485" y="2293152"/>
                  </a:lnTo>
                  <a:lnTo>
                    <a:pt x="164309" y="2294845"/>
                  </a:lnTo>
                  <a:lnTo>
                    <a:pt x="172134" y="2296597"/>
                  </a:lnTo>
                  <a:lnTo>
                    <a:pt x="179958" y="2298384"/>
                  </a:lnTo>
                  <a:lnTo>
                    <a:pt x="187782" y="2300195"/>
                  </a:lnTo>
                  <a:lnTo>
                    <a:pt x="195606" y="2302018"/>
                  </a:lnTo>
                  <a:lnTo>
                    <a:pt x="203431" y="2303833"/>
                  </a:lnTo>
                  <a:lnTo>
                    <a:pt x="211255" y="2305621"/>
                  </a:lnTo>
                  <a:lnTo>
                    <a:pt x="219079" y="2307373"/>
                  </a:lnTo>
                  <a:lnTo>
                    <a:pt x="226904" y="2309078"/>
                  </a:lnTo>
                  <a:lnTo>
                    <a:pt x="234728" y="2310724"/>
                  </a:lnTo>
                  <a:lnTo>
                    <a:pt x="242552" y="2312270"/>
                  </a:lnTo>
                  <a:lnTo>
                    <a:pt x="250376" y="2313728"/>
                  </a:lnTo>
                  <a:lnTo>
                    <a:pt x="258201" y="2315090"/>
                  </a:lnTo>
                  <a:lnTo>
                    <a:pt x="266025" y="2316347"/>
                  </a:lnTo>
                  <a:lnTo>
                    <a:pt x="273849" y="2317486"/>
                  </a:lnTo>
                  <a:lnTo>
                    <a:pt x="281674" y="2318467"/>
                  </a:lnTo>
                  <a:lnTo>
                    <a:pt x="289498" y="2319318"/>
                  </a:lnTo>
                  <a:lnTo>
                    <a:pt x="297322" y="2320035"/>
                  </a:lnTo>
                  <a:lnTo>
                    <a:pt x="305146" y="2320614"/>
                  </a:lnTo>
                  <a:lnTo>
                    <a:pt x="312971" y="2321031"/>
                  </a:lnTo>
                  <a:lnTo>
                    <a:pt x="320795" y="2321270"/>
                  </a:lnTo>
                  <a:lnTo>
                    <a:pt x="328619" y="2321360"/>
                  </a:lnTo>
                  <a:lnTo>
                    <a:pt x="336444" y="2321302"/>
                  </a:lnTo>
                  <a:lnTo>
                    <a:pt x="344268" y="2321094"/>
                  </a:lnTo>
                  <a:lnTo>
                    <a:pt x="352092" y="2320705"/>
                  </a:lnTo>
                  <a:lnTo>
                    <a:pt x="359916" y="2320147"/>
                  </a:lnTo>
                  <a:lnTo>
                    <a:pt x="367741" y="2319444"/>
                  </a:lnTo>
                  <a:lnTo>
                    <a:pt x="375565" y="2318598"/>
                  </a:lnTo>
                  <a:lnTo>
                    <a:pt x="383389" y="2317611"/>
                  </a:lnTo>
                  <a:lnTo>
                    <a:pt x="391213" y="2316451"/>
                  </a:lnTo>
                  <a:lnTo>
                    <a:pt x="399038" y="2315152"/>
                  </a:lnTo>
                  <a:lnTo>
                    <a:pt x="406862" y="2313729"/>
                  </a:lnTo>
                  <a:lnTo>
                    <a:pt x="414686" y="2312187"/>
                  </a:lnTo>
                  <a:lnTo>
                    <a:pt x="422511" y="2310532"/>
                  </a:lnTo>
                  <a:lnTo>
                    <a:pt x="430335" y="2308735"/>
                  </a:lnTo>
                  <a:lnTo>
                    <a:pt x="438159" y="2306843"/>
                  </a:lnTo>
                  <a:lnTo>
                    <a:pt x="445983" y="2304865"/>
                  </a:lnTo>
                  <a:lnTo>
                    <a:pt x="453808" y="2302806"/>
                  </a:lnTo>
                  <a:lnTo>
                    <a:pt x="461632" y="2300669"/>
                  </a:lnTo>
                  <a:lnTo>
                    <a:pt x="469456" y="2298455"/>
                  </a:lnTo>
                  <a:lnTo>
                    <a:pt x="477281" y="2296192"/>
                  </a:lnTo>
                  <a:lnTo>
                    <a:pt x="485105" y="2293888"/>
                  </a:lnTo>
                  <a:lnTo>
                    <a:pt x="492929" y="2291551"/>
                  </a:lnTo>
                  <a:lnTo>
                    <a:pt x="500753" y="2289188"/>
                  </a:lnTo>
                  <a:lnTo>
                    <a:pt x="508578" y="2286812"/>
                  </a:lnTo>
                  <a:lnTo>
                    <a:pt x="516402" y="2284436"/>
                  </a:lnTo>
                  <a:lnTo>
                    <a:pt x="524226" y="2282067"/>
                  </a:lnTo>
                  <a:lnTo>
                    <a:pt x="532050" y="2279714"/>
                  </a:lnTo>
                  <a:lnTo>
                    <a:pt x="539875" y="2277391"/>
                  </a:lnTo>
                  <a:lnTo>
                    <a:pt x="547699" y="2275108"/>
                  </a:lnTo>
                  <a:lnTo>
                    <a:pt x="555523" y="2272868"/>
                  </a:lnTo>
                  <a:lnTo>
                    <a:pt x="563348" y="2270676"/>
                  </a:lnTo>
                  <a:lnTo>
                    <a:pt x="571172" y="2268538"/>
                  </a:lnTo>
                  <a:lnTo>
                    <a:pt x="578996" y="2266478"/>
                  </a:lnTo>
                  <a:lnTo>
                    <a:pt x="586820" y="2264490"/>
                  </a:lnTo>
                  <a:lnTo>
                    <a:pt x="594645" y="2262573"/>
                  </a:lnTo>
                  <a:lnTo>
                    <a:pt x="602469" y="2260729"/>
                  </a:lnTo>
                  <a:lnTo>
                    <a:pt x="610293" y="2258960"/>
                  </a:lnTo>
                  <a:lnTo>
                    <a:pt x="618118" y="2257297"/>
                  </a:lnTo>
                  <a:lnTo>
                    <a:pt x="625942" y="2255712"/>
                  </a:lnTo>
                  <a:lnTo>
                    <a:pt x="633766" y="2254206"/>
                  </a:lnTo>
                  <a:lnTo>
                    <a:pt x="641590" y="2252777"/>
                  </a:lnTo>
                  <a:lnTo>
                    <a:pt x="649415" y="2251432"/>
                  </a:lnTo>
                  <a:lnTo>
                    <a:pt x="657239" y="2250183"/>
                  </a:lnTo>
                  <a:lnTo>
                    <a:pt x="665063" y="2249005"/>
                  </a:lnTo>
                  <a:lnTo>
                    <a:pt x="672888" y="2247896"/>
                  </a:lnTo>
                  <a:lnTo>
                    <a:pt x="680712" y="2246854"/>
                  </a:lnTo>
                  <a:lnTo>
                    <a:pt x="688536" y="2245884"/>
                  </a:lnTo>
                  <a:lnTo>
                    <a:pt x="696360" y="2244983"/>
                  </a:lnTo>
                  <a:lnTo>
                    <a:pt x="704185" y="2244137"/>
                  </a:lnTo>
                  <a:lnTo>
                    <a:pt x="712009" y="2243340"/>
                  </a:lnTo>
                  <a:lnTo>
                    <a:pt x="719833" y="2242590"/>
                  </a:lnTo>
                  <a:lnTo>
                    <a:pt x="727657" y="2241891"/>
                  </a:lnTo>
                  <a:lnTo>
                    <a:pt x="735482" y="2241233"/>
                  </a:lnTo>
                  <a:lnTo>
                    <a:pt x="743306" y="2240609"/>
                  </a:lnTo>
                  <a:lnTo>
                    <a:pt x="751130" y="2240014"/>
                  </a:lnTo>
                  <a:lnTo>
                    <a:pt x="758955" y="2239446"/>
                  </a:lnTo>
                  <a:lnTo>
                    <a:pt x="766779" y="2238906"/>
                  </a:lnTo>
                  <a:lnTo>
                    <a:pt x="774603" y="2238386"/>
                  </a:lnTo>
                  <a:lnTo>
                    <a:pt x="782427" y="2237881"/>
                  </a:lnTo>
                  <a:lnTo>
                    <a:pt x="790252" y="2237388"/>
                  </a:lnTo>
                  <a:lnTo>
                    <a:pt x="798076" y="2236906"/>
                  </a:lnTo>
                  <a:lnTo>
                    <a:pt x="805900" y="2236432"/>
                  </a:lnTo>
                  <a:lnTo>
                    <a:pt x="813725" y="2235961"/>
                  </a:lnTo>
                  <a:lnTo>
                    <a:pt x="821549" y="2235490"/>
                  </a:lnTo>
                  <a:lnTo>
                    <a:pt x="829373" y="2235016"/>
                  </a:lnTo>
                  <a:lnTo>
                    <a:pt x="837197" y="2234536"/>
                  </a:lnTo>
                  <a:lnTo>
                    <a:pt x="845022" y="2234044"/>
                  </a:lnTo>
                  <a:lnTo>
                    <a:pt x="852846" y="2233537"/>
                  </a:lnTo>
                  <a:lnTo>
                    <a:pt x="860670" y="2233012"/>
                  </a:lnTo>
                  <a:lnTo>
                    <a:pt x="868495" y="2232465"/>
                  </a:lnTo>
                  <a:lnTo>
                    <a:pt x="876319" y="2231889"/>
                  </a:lnTo>
                  <a:lnTo>
                    <a:pt x="884143" y="2231273"/>
                  </a:lnTo>
                  <a:lnTo>
                    <a:pt x="891967" y="2230618"/>
                  </a:lnTo>
                  <a:lnTo>
                    <a:pt x="899792" y="2229919"/>
                  </a:lnTo>
                  <a:lnTo>
                    <a:pt x="907616" y="2229172"/>
                  </a:lnTo>
                  <a:lnTo>
                    <a:pt x="915440" y="2228357"/>
                  </a:lnTo>
                  <a:lnTo>
                    <a:pt x="923264" y="2227468"/>
                  </a:lnTo>
                  <a:lnTo>
                    <a:pt x="931089" y="2226509"/>
                  </a:lnTo>
                  <a:lnTo>
                    <a:pt x="938913" y="2225472"/>
                  </a:lnTo>
                  <a:lnTo>
                    <a:pt x="946737" y="2224352"/>
                  </a:lnTo>
                  <a:lnTo>
                    <a:pt x="954562" y="2223114"/>
                  </a:lnTo>
                  <a:lnTo>
                    <a:pt x="962386" y="2221769"/>
                  </a:lnTo>
                  <a:lnTo>
                    <a:pt x="970210" y="2220318"/>
                  </a:lnTo>
                  <a:lnTo>
                    <a:pt x="978034" y="2218756"/>
                  </a:lnTo>
                  <a:lnTo>
                    <a:pt x="985859" y="2217076"/>
                  </a:lnTo>
                  <a:lnTo>
                    <a:pt x="993683" y="2215230"/>
                  </a:lnTo>
                  <a:lnTo>
                    <a:pt x="1001507" y="2213255"/>
                  </a:lnTo>
                  <a:lnTo>
                    <a:pt x="1009332" y="2211147"/>
                  </a:lnTo>
                  <a:lnTo>
                    <a:pt x="1017156" y="2208904"/>
                  </a:lnTo>
                  <a:lnTo>
                    <a:pt x="1024980" y="2206513"/>
                  </a:lnTo>
                  <a:lnTo>
                    <a:pt x="1032804" y="2203944"/>
                  </a:lnTo>
                  <a:lnTo>
                    <a:pt x="1040629" y="2201237"/>
                  </a:lnTo>
                  <a:lnTo>
                    <a:pt x="1048453" y="2198391"/>
                  </a:lnTo>
                  <a:lnTo>
                    <a:pt x="1056277" y="2195408"/>
                  </a:lnTo>
                  <a:lnTo>
                    <a:pt x="1064101" y="2192270"/>
                  </a:lnTo>
                  <a:lnTo>
                    <a:pt x="1071926" y="2188977"/>
                  </a:lnTo>
                  <a:lnTo>
                    <a:pt x="1079750" y="2185560"/>
                  </a:lnTo>
                  <a:lnTo>
                    <a:pt x="1087574" y="2182026"/>
                  </a:lnTo>
                  <a:lnTo>
                    <a:pt x="1095399" y="2178379"/>
                  </a:lnTo>
                  <a:lnTo>
                    <a:pt x="1103223" y="2174605"/>
                  </a:lnTo>
                  <a:lnTo>
                    <a:pt x="1111047" y="2170727"/>
                  </a:lnTo>
                  <a:lnTo>
                    <a:pt x="1118871" y="2166767"/>
                  </a:lnTo>
                  <a:lnTo>
                    <a:pt x="1126696" y="2162732"/>
                  </a:lnTo>
                  <a:lnTo>
                    <a:pt x="1134520" y="2158631"/>
                  </a:lnTo>
                  <a:lnTo>
                    <a:pt x="1142344" y="2154462"/>
                  </a:lnTo>
                  <a:lnTo>
                    <a:pt x="1150169" y="2150253"/>
                  </a:lnTo>
                  <a:lnTo>
                    <a:pt x="1157993" y="2146016"/>
                  </a:lnTo>
                  <a:lnTo>
                    <a:pt x="1165817" y="2141759"/>
                  </a:lnTo>
                  <a:lnTo>
                    <a:pt x="1173641" y="2137493"/>
                  </a:lnTo>
                  <a:lnTo>
                    <a:pt x="1181466" y="2133231"/>
                  </a:lnTo>
                  <a:lnTo>
                    <a:pt x="1189290" y="2128985"/>
                  </a:lnTo>
                  <a:lnTo>
                    <a:pt x="1197114" y="2124761"/>
                  </a:lnTo>
                  <a:lnTo>
                    <a:pt x="1204939" y="2120567"/>
                  </a:lnTo>
                  <a:lnTo>
                    <a:pt x="1212763" y="2116413"/>
                  </a:lnTo>
                  <a:lnTo>
                    <a:pt x="1220587" y="2112314"/>
                  </a:lnTo>
                  <a:lnTo>
                    <a:pt x="1228411" y="2108264"/>
                  </a:lnTo>
                  <a:lnTo>
                    <a:pt x="1236236" y="2104266"/>
                  </a:lnTo>
                  <a:lnTo>
                    <a:pt x="1244060" y="2100320"/>
                  </a:lnTo>
                  <a:lnTo>
                    <a:pt x="1251884" y="2096437"/>
                  </a:lnTo>
                  <a:lnTo>
                    <a:pt x="1259708" y="2092615"/>
                  </a:lnTo>
                  <a:lnTo>
                    <a:pt x="1267533" y="2088840"/>
                  </a:lnTo>
                  <a:lnTo>
                    <a:pt x="1275357" y="2085109"/>
                  </a:lnTo>
                  <a:lnTo>
                    <a:pt x="1283181" y="2081415"/>
                  </a:lnTo>
                  <a:lnTo>
                    <a:pt x="1291006" y="2077758"/>
                  </a:lnTo>
                  <a:lnTo>
                    <a:pt x="1298830" y="2074118"/>
                  </a:lnTo>
                  <a:lnTo>
                    <a:pt x="1306654" y="2070483"/>
                  </a:lnTo>
                  <a:lnTo>
                    <a:pt x="1314478" y="2066840"/>
                  </a:lnTo>
                  <a:lnTo>
                    <a:pt x="1322303" y="2063179"/>
                  </a:lnTo>
                  <a:lnTo>
                    <a:pt x="1330127" y="2059467"/>
                  </a:lnTo>
                  <a:lnTo>
                    <a:pt x="1337951" y="2055691"/>
                  </a:lnTo>
                  <a:lnTo>
                    <a:pt x="1345776" y="2051837"/>
                  </a:lnTo>
                  <a:lnTo>
                    <a:pt x="1353600" y="2047887"/>
                  </a:lnTo>
                  <a:lnTo>
                    <a:pt x="1361424" y="2043822"/>
                  </a:lnTo>
                  <a:lnTo>
                    <a:pt x="1369248" y="2039568"/>
                  </a:lnTo>
                  <a:lnTo>
                    <a:pt x="1377073" y="2035142"/>
                  </a:lnTo>
                  <a:lnTo>
                    <a:pt x="1384897" y="2030525"/>
                  </a:lnTo>
                  <a:lnTo>
                    <a:pt x="1392721" y="2025695"/>
                  </a:lnTo>
                  <a:lnTo>
                    <a:pt x="1400545" y="2020607"/>
                  </a:lnTo>
                  <a:lnTo>
                    <a:pt x="1408370" y="2015177"/>
                  </a:lnTo>
                  <a:lnTo>
                    <a:pt x="1416194" y="2009444"/>
                  </a:lnTo>
                  <a:lnTo>
                    <a:pt x="1424018" y="2003384"/>
                  </a:lnTo>
                  <a:lnTo>
                    <a:pt x="1431843" y="1996974"/>
                  </a:lnTo>
                  <a:lnTo>
                    <a:pt x="1439667" y="1990120"/>
                  </a:lnTo>
                  <a:lnTo>
                    <a:pt x="1447491" y="1982764"/>
                  </a:lnTo>
                  <a:lnTo>
                    <a:pt x="1455315" y="1974953"/>
                  </a:lnTo>
                  <a:lnTo>
                    <a:pt x="1463140" y="1966661"/>
                  </a:lnTo>
                  <a:lnTo>
                    <a:pt x="1470964" y="1957859"/>
                  </a:lnTo>
                  <a:lnTo>
                    <a:pt x="1478788" y="1948379"/>
                  </a:lnTo>
                  <a:lnTo>
                    <a:pt x="1486613" y="1938234"/>
                  </a:lnTo>
                  <a:lnTo>
                    <a:pt x="1494437" y="1927458"/>
                  </a:lnTo>
                  <a:lnTo>
                    <a:pt x="1502261" y="1916020"/>
                  </a:lnTo>
                  <a:lnTo>
                    <a:pt x="1510085" y="1903889"/>
                  </a:lnTo>
                  <a:lnTo>
                    <a:pt x="1517910" y="1890785"/>
                  </a:lnTo>
                  <a:lnTo>
                    <a:pt x="1525734" y="1876848"/>
                  </a:lnTo>
                  <a:lnTo>
                    <a:pt x="1533558" y="1862078"/>
                  </a:lnTo>
                  <a:lnTo>
                    <a:pt x="1541383" y="1846440"/>
                  </a:lnTo>
                  <a:lnTo>
                    <a:pt x="1549207" y="1829874"/>
                  </a:lnTo>
                  <a:lnTo>
                    <a:pt x="1557031" y="1812030"/>
                  </a:lnTo>
                  <a:lnTo>
                    <a:pt x="1564855" y="1793171"/>
                  </a:lnTo>
                  <a:lnTo>
                    <a:pt x="1572680" y="1773263"/>
                  </a:lnTo>
                  <a:lnTo>
                    <a:pt x="1580504" y="1752271"/>
                  </a:lnTo>
                  <a:lnTo>
                    <a:pt x="1588328" y="1730048"/>
                  </a:lnTo>
                  <a:lnTo>
                    <a:pt x="1596152" y="1706348"/>
                  </a:lnTo>
                  <a:lnTo>
                    <a:pt x="1603977" y="1681436"/>
                  </a:lnTo>
                  <a:lnTo>
                    <a:pt x="1611801" y="1655285"/>
                  </a:lnTo>
                  <a:lnTo>
                    <a:pt x="1619625" y="1627870"/>
                  </a:lnTo>
                  <a:lnTo>
                    <a:pt x="1627450" y="1598947"/>
                  </a:lnTo>
                  <a:lnTo>
                    <a:pt x="1635274" y="1568463"/>
                  </a:lnTo>
                  <a:lnTo>
                    <a:pt x="1643098" y="1536652"/>
                  </a:lnTo>
                  <a:lnTo>
                    <a:pt x="1650922" y="1503509"/>
                  </a:lnTo>
                  <a:lnTo>
                    <a:pt x="1658747" y="1469034"/>
                  </a:lnTo>
                  <a:lnTo>
                    <a:pt x="1666571" y="1432914"/>
                  </a:lnTo>
                  <a:lnTo>
                    <a:pt x="1674395" y="1395341"/>
                  </a:lnTo>
                  <a:lnTo>
                    <a:pt x="1682220" y="1356495"/>
                  </a:lnTo>
                  <a:lnTo>
                    <a:pt x="1690044" y="1316405"/>
                  </a:lnTo>
                  <a:lnTo>
                    <a:pt x="1697868" y="1275107"/>
                  </a:lnTo>
                  <a:lnTo>
                    <a:pt x="1705692" y="1232308"/>
                  </a:lnTo>
                  <a:lnTo>
                    <a:pt x="1713517" y="1188411"/>
                  </a:lnTo>
                  <a:lnTo>
                    <a:pt x="1721341" y="1143531"/>
                  </a:lnTo>
                  <a:lnTo>
                    <a:pt x="1729165" y="1097741"/>
                  </a:lnTo>
                  <a:lnTo>
                    <a:pt x="1736990" y="1051098"/>
                  </a:lnTo>
                  <a:lnTo>
                    <a:pt x="1744814" y="1003539"/>
                  </a:lnTo>
                  <a:lnTo>
                    <a:pt x="1752638" y="955440"/>
                  </a:lnTo>
                  <a:lnTo>
                    <a:pt x="1760462" y="906908"/>
                  </a:lnTo>
                  <a:lnTo>
                    <a:pt x="1768287" y="858055"/>
                  </a:lnTo>
                  <a:lnTo>
                    <a:pt x="1776111" y="808998"/>
                  </a:lnTo>
                  <a:lnTo>
                    <a:pt x="1783935" y="759949"/>
                  </a:lnTo>
                  <a:lnTo>
                    <a:pt x="1791759" y="711088"/>
                  </a:lnTo>
                  <a:lnTo>
                    <a:pt x="1799584" y="662548"/>
                  </a:lnTo>
                  <a:lnTo>
                    <a:pt x="1807408" y="614464"/>
                  </a:lnTo>
                  <a:lnTo>
                    <a:pt x="1815232" y="567118"/>
                  </a:lnTo>
                  <a:lnTo>
                    <a:pt x="1823057" y="520769"/>
                  </a:lnTo>
                  <a:lnTo>
                    <a:pt x="1830881" y="475435"/>
                  </a:lnTo>
                  <a:lnTo>
                    <a:pt x="1838705" y="431251"/>
                  </a:lnTo>
                  <a:lnTo>
                    <a:pt x="1846529" y="388349"/>
                  </a:lnTo>
                  <a:lnTo>
                    <a:pt x="1854354" y="347264"/>
                  </a:lnTo>
                  <a:lnTo>
                    <a:pt x="1862178" y="308008"/>
                  </a:lnTo>
                  <a:lnTo>
                    <a:pt x="1870002" y="270530"/>
                  </a:lnTo>
                  <a:lnTo>
                    <a:pt x="1877827" y="234936"/>
                  </a:lnTo>
                  <a:lnTo>
                    <a:pt x="1885651" y="201329"/>
                  </a:lnTo>
                  <a:lnTo>
                    <a:pt x="1893475" y="170522"/>
                  </a:lnTo>
                  <a:lnTo>
                    <a:pt x="1901299" y="142047"/>
                  </a:lnTo>
                  <a:lnTo>
                    <a:pt x="1909124" y="115888"/>
                  </a:lnTo>
                  <a:lnTo>
                    <a:pt x="1916948" y="92102"/>
                  </a:lnTo>
                  <a:lnTo>
                    <a:pt x="1924772" y="70827"/>
                  </a:lnTo>
                  <a:lnTo>
                    <a:pt x="1932596" y="52843"/>
                  </a:lnTo>
                  <a:lnTo>
                    <a:pt x="1940421" y="37381"/>
                  </a:lnTo>
                  <a:lnTo>
                    <a:pt x="1948245" y="24450"/>
                  </a:lnTo>
                  <a:lnTo>
                    <a:pt x="1956069" y="14056"/>
                  </a:lnTo>
                  <a:lnTo>
                    <a:pt x="1963894" y="6461"/>
                  </a:lnTo>
                  <a:lnTo>
                    <a:pt x="1971718" y="1998"/>
                  </a:lnTo>
                  <a:lnTo>
                    <a:pt x="1979542" y="0"/>
                  </a:lnTo>
                  <a:lnTo>
                    <a:pt x="1987366" y="426"/>
                  </a:lnTo>
                  <a:lnTo>
                    <a:pt x="1995191" y="3236"/>
                  </a:lnTo>
                  <a:lnTo>
                    <a:pt x="2003015" y="8781"/>
                  </a:lnTo>
                  <a:lnTo>
                    <a:pt x="2010839" y="16955"/>
                  </a:lnTo>
                  <a:lnTo>
                    <a:pt x="2018664" y="27278"/>
                  </a:lnTo>
                  <a:lnTo>
                    <a:pt x="2026488" y="39682"/>
                  </a:lnTo>
                  <a:lnTo>
                    <a:pt x="2034312" y="54098"/>
                  </a:lnTo>
                  <a:lnTo>
                    <a:pt x="2042136" y="70902"/>
                  </a:lnTo>
                  <a:lnTo>
                    <a:pt x="2049961" y="89690"/>
                  </a:lnTo>
                  <a:lnTo>
                    <a:pt x="2057785" y="110182"/>
                  </a:lnTo>
                  <a:lnTo>
                    <a:pt x="2065609" y="132302"/>
                  </a:lnTo>
                  <a:lnTo>
                    <a:pt x="2073434" y="155975"/>
                  </a:lnTo>
                  <a:lnTo>
                    <a:pt x="2081258" y="181554"/>
                  </a:lnTo>
                  <a:lnTo>
                    <a:pt x="2089082" y="208507"/>
                  </a:lnTo>
                  <a:lnTo>
                    <a:pt x="2096906" y="236716"/>
                  </a:lnTo>
                  <a:lnTo>
                    <a:pt x="2104731" y="266115"/>
                  </a:lnTo>
                  <a:lnTo>
                    <a:pt x="2112555" y="296678"/>
                  </a:lnTo>
                  <a:lnTo>
                    <a:pt x="2120379" y="328594"/>
                  </a:lnTo>
                  <a:lnTo>
                    <a:pt x="2128203" y="361453"/>
                  </a:lnTo>
                  <a:lnTo>
                    <a:pt x="2136028" y="395200"/>
                  </a:lnTo>
                  <a:lnTo>
                    <a:pt x="2143852" y="429787"/>
                  </a:lnTo>
                  <a:lnTo>
                    <a:pt x="2151676" y="465245"/>
                  </a:lnTo>
                  <a:lnTo>
                    <a:pt x="2159501" y="501596"/>
                  </a:lnTo>
                  <a:lnTo>
                    <a:pt x="2167325" y="538609"/>
                  </a:lnTo>
                  <a:lnTo>
                    <a:pt x="2175149" y="576246"/>
                  </a:lnTo>
                  <a:lnTo>
                    <a:pt x="2182973" y="614472"/>
                  </a:lnTo>
                  <a:lnTo>
                    <a:pt x="2190798" y="653344"/>
                  </a:lnTo>
                  <a:lnTo>
                    <a:pt x="2198622" y="692797"/>
                  </a:lnTo>
                  <a:lnTo>
                    <a:pt x="2206446" y="732709"/>
                  </a:lnTo>
                  <a:lnTo>
                    <a:pt x="2214271" y="773048"/>
                  </a:lnTo>
                  <a:lnTo>
                    <a:pt x="2222095" y="813784"/>
                  </a:lnTo>
                  <a:lnTo>
                    <a:pt x="2229919" y="854968"/>
                  </a:lnTo>
                  <a:lnTo>
                    <a:pt x="2237743" y="896492"/>
                  </a:lnTo>
                  <a:lnTo>
                    <a:pt x="2245568" y="938287"/>
                  </a:lnTo>
                  <a:lnTo>
                    <a:pt x="2253392" y="980322"/>
                  </a:lnTo>
                  <a:lnTo>
                    <a:pt x="2261216" y="1022562"/>
                  </a:lnTo>
                  <a:lnTo>
                    <a:pt x="2269040" y="1065005"/>
                  </a:lnTo>
                  <a:lnTo>
                    <a:pt x="2276865" y="1107544"/>
                  </a:lnTo>
                  <a:lnTo>
                    <a:pt x="2284689" y="1150133"/>
                  </a:lnTo>
                  <a:lnTo>
                    <a:pt x="2292513" y="1192732"/>
                  </a:lnTo>
                  <a:lnTo>
                    <a:pt x="2300338" y="1235293"/>
                  </a:lnTo>
                  <a:lnTo>
                    <a:pt x="2308162" y="1277712"/>
                  </a:lnTo>
                  <a:lnTo>
                    <a:pt x="2315986" y="1319953"/>
                  </a:lnTo>
                  <a:lnTo>
                    <a:pt x="2323810" y="1361965"/>
                  </a:lnTo>
                  <a:lnTo>
                    <a:pt x="2331635" y="1403699"/>
                  </a:lnTo>
                  <a:lnTo>
                    <a:pt x="2339459" y="1445055"/>
                  </a:lnTo>
                  <a:lnTo>
                    <a:pt x="2347283" y="1485888"/>
                  </a:lnTo>
                  <a:lnTo>
                    <a:pt x="2355108" y="1526228"/>
                  </a:lnTo>
                  <a:lnTo>
                    <a:pt x="2362932" y="1566021"/>
                  </a:lnTo>
                  <a:lnTo>
                    <a:pt x="2370756" y="1605216"/>
                  </a:lnTo>
                  <a:lnTo>
                    <a:pt x="2378580" y="1643621"/>
                  </a:lnTo>
                  <a:lnTo>
                    <a:pt x="2386405" y="1681157"/>
                  </a:lnTo>
                  <a:lnTo>
                    <a:pt x="2394229" y="1717890"/>
                  </a:lnTo>
                  <a:lnTo>
                    <a:pt x="2402053" y="1753774"/>
                  </a:lnTo>
                  <a:lnTo>
                    <a:pt x="2409878" y="1788765"/>
                  </a:lnTo>
                  <a:lnTo>
                    <a:pt x="2417702" y="1822559"/>
                  </a:lnTo>
                  <a:lnTo>
                    <a:pt x="2425526" y="1855248"/>
                  </a:lnTo>
                  <a:lnTo>
                    <a:pt x="2433350" y="1886893"/>
                  </a:lnTo>
                  <a:lnTo>
                    <a:pt x="2441175" y="1917466"/>
                  </a:lnTo>
                  <a:lnTo>
                    <a:pt x="2448999" y="1946941"/>
                  </a:lnTo>
                  <a:lnTo>
                    <a:pt x="2456823" y="1974910"/>
                  </a:lnTo>
                  <a:lnTo>
                    <a:pt x="2464647" y="2001697"/>
                  </a:lnTo>
                  <a:lnTo>
                    <a:pt x="2472472" y="2027321"/>
                  </a:lnTo>
                  <a:lnTo>
                    <a:pt x="2480296" y="2051776"/>
                  </a:lnTo>
                  <a:lnTo>
                    <a:pt x="2488120" y="2075004"/>
                  </a:lnTo>
                  <a:lnTo>
                    <a:pt x="2495945" y="2096701"/>
                  </a:lnTo>
                  <a:lnTo>
                    <a:pt x="2503769" y="2117242"/>
                  </a:lnTo>
                  <a:lnTo>
                    <a:pt x="2511593" y="2136640"/>
                  </a:lnTo>
                  <a:lnTo>
                    <a:pt x="2519417" y="2154911"/>
                  </a:lnTo>
                  <a:lnTo>
                    <a:pt x="2527242" y="2171944"/>
                  </a:lnTo>
                  <a:lnTo>
                    <a:pt x="2535066" y="2187653"/>
                  </a:lnTo>
                  <a:lnTo>
                    <a:pt x="2542890" y="2202328"/>
                  </a:lnTo>
                  <a:lnTo>
                    <a:pt x="2550715" y="2215998"/>
                  </a:lnTo>
                  <a:lnTo>
                    <a:pt x="2558539" y="2228696"/>
                  </a:lnTo>
                  <a:lnTo>
                    <a:pt x="2566363" y="2240283"/>
                  </a:lnTo>
                  <a:lnTo>
                    <a:pt x="2574187" y="2250847"/>
                  </a:lnTo>
                  <a:lnTo>
                    <a:pt x="2582012" y="2260580"/>
                  </a:lnTo>
                  <a:lnTo>
                    <a:pt x="2589836" y="2269518"/>
                  </a:lnTo>
                  <a:lnTo>
                    <a:pt x="2597660" y="2277698"/>
                  </a:lnTo>
                  <a:lnTo>
                    <a:pt x="2605485" y="2284987"/>
                  </a:lnTo>
                  <a:lnTo>
                    <a:pt x="2613309" y="2291568"/>
                  </a:lnTo>
                  <a:lnTo>
                    <a:pt x="2621133" y="2297544"/>
                  </a:lnTo>
                  <a:lnTo>
                    <a:pt x="2628957" y="2302950"/>
                  </a:lnTo>
                  <a:lnTo>
                    <a:pt x="2636782" y="2307822"/>
                  </a:lnTo>
                  <a:lnTo>
                    <a:pt x="2644606" y="2312050"/>
                  </a:lnTo>
                  <a:lnTo>
                    <a:pt x="2652430" y="2315838"/>
                  </a:lnTo>
                  <a:lnTo>
                    <a:pt x="2660254" y="2319227"/>
                  </a:lnTo>
                  <a:lnTo>
                    <a:pt x="2668079" y="2322245"/>
                  </a:lnTo>
                  <a:lnTo>
                    <a:pt x="2675903" y="2324907"/>
                  </a:lnTo>
                  <a:lnTo>
                    <a:pt x="2683727" y="2327180"/>
                  </a:lnTo>
                  <a:lnTo>
                    <a:pt x="2691552" y="2329191"/>
                  </a:lnTo>
                  <a:lnTo>
                    <a:pt x="2699376" y="2330962"/>
                  </a:lnTo>
                  <a:lnTo>
                    <a:pt x="2707200" y="2332515"/>
                  </a:lnTo>
                  <a:lnTo>
                    <a:pt x="2715024" y="2333850"/>
                  </a:lnTo>
                  <a:lnTo>
                    <a:pt x="2722849" y="2334978"/>
                  </a:lnTo>
                  <a:lnTo>
                    <a:pt x="2730673" y="2335961"/>
                  </a:lnTo>
                  <a:lnTo>
                    <a:pt x="2738497" y="2336814"/>
                  </a:lnTo>
                  <a:lnTo>
                    <a:pt x="2746322" y="2337549"/>
                  </a:lnTo>
                  <a:lnTo>
                    <a:pt x="2754146" y="2338163"/>
                  </a:lnTo>
                  <a:lnTo>
                    <a:pt x="2761970" y="2338678"/>
                  </a:lnTo>
                  <a:lnTo>
                    <a:pt x="2769794" y="2339120"/>
                  </a:lnTo>
                  <a:lnTo>
                    <a:pt x="2777619" y="2339497"/>
                  </a:lnTo>
                  <a:lnTo>
                    <a:pt x="2785443" y="2339817"/>
                  </a:lnTo>
                  <a:lnTo>
                    <a:pt x="2793267" y="2340076"/>
                  </a:lnTo>
                  <a:lnTo>
                    <a:pt x="2801091" y="2340293"/>
                  </a:lnTo>
                  <a:lnTo>
                    <a:pt x="2808916" y="2340475"/>
                  </a:lnTo>
                  <a:lnTo>
                    <a:pt x="2816740" y="2340629"/>
                  </a:lnTo>
                  <a:lnTo>
                    <a:pt x="2824564" y="2340756"/>
                  </a:lnTo>
                  <a:lnTo>
                    <a:pt x="2832389" y="2340857"/>
                  </a:lnTo>
                  <a:lnTo>
                    <a:pt x="2840213" y="2340940"/>
                  </a:lnTo>
                  <a:lnTo>
                    <a:pt x="2848037" y="2341009"/>
                  </a:lnTo>
                  <a:lnTo>
                    <a:pt x="2855861" y="2341067"/>
                  </a:lnTo>
                  <a:lnTo>
                    <a:pt x="2863686" y="2341113"/>
                  </a:lnTo>
                  <a:lnTo>
                    <a:pt x="2871510" y="2341149"/>
                  </a:lnTo>
                  <a:lnTo>
                    <a:pt x="2879334" y="2341179"/>
                  </a:lnTo>
                  <a:lnTo>
                    <a:pt x="2887159" y="2341203"/>
                  </a:lnTo>
                  <a:lnTo>
                    <a:pt x="2894983" y="2341222"/>
                  </a:lnTo>
                  <a:lnTo>
                    <a:pt x="2902807" y="2341238"/>
                  </a:lnTo>
                  <a:lnTo>
                    <a:pt x="2910631" y="2341249"/>
                  </a:lnTo>
                  <a:lnTo>
                    <a:pt x="2918456" y="2341259"/>
                  </a:lnTo>
                  <a:lnTo>
                    <a:pt x="2926280" y="2341267"/>
                  </a:lnTo>
                  <a:lnTo>
                    <a:pt x="2934104" y="2341273"/>
                  </a:lnTo>
                  <a:lnTo>
                    <a:pt x="2941929" y="2341278"/>
                  </a:lnTo>
                  <a:lnTo>
                    <a:pt x="2949753" y="2341281"/>
                  </a:lnTo>
                  <a:lnTo>
                    <a:pt x="2957577" y="2341284"/>
                  </a:lnTo>
                  <a:lnTo>
                    <a:pt x="2965401" y="2341286"/>
                  </a:lnTo>
                  <a:lnTo>
                    <a:pt x="2973226" y="2341288"/>
                  </a:lnTo>
                  <a:lnTo>
                    <a:pt x="2981050" y="2341289"/>
                  </a:lnTo>
                  <a:lnTo>
                    <a:pt x="2988874" y="2341290"/>
                  </a:lnTo>
                  <a:lnTo>
                    <a:pt x="2996698" y="2341291"/>
                  </a:lnTo>
                  <a:lnTo>
                    <a:pt x="3004523" y="2341292"/>
                  </a:lnTo>
                  <a:lnTo>
                    <a:pt x="3012347" y="2341292"/>
                  </a:lnTo>
                  <a:lnTo>
                    <a:pt x="3020171" y="2341293"/>
                  </a:lnTo>
                  <a:lnTo>
                    <a:pt x="3027996" y="2341293"/>
                  </a:lnTo>
                  <a:lnTo>
                    <a:pt x="3035820" y="2341293"/>
                  </a:lnTo>
                  <a:lnTo>
                    <a:pt x="3043644" y="2341293"/>
                  </a:lnTo>
                  <a:lnTo>
                    <a:pt x="3051468" y="2341293"/>
                  </a:lnTo>
                  <a:lnTo>
                    <a:pt x="3059293" y="2341293"/>
                  </a:lnTo>
                  <a:lnTo>
                    <a:pt x="3067117" y="2341293"/>
                  </a:lnTo>
                  <a:lnTo>
                    <a:pt x="3074941" y="2341294"/>
                  </a:lnTo>
                  <a:lnTo>
                    <a:pt x="3082766" y="2341294"/>
                  </a:lnTo>
                  <a:lnTo>
                    <a:pt x="3090590" y="2341294"/>
                  </a:lnTo>
                  <a:lnTo>
                    <a:pt x="3098414" y="2341294"/>
                  </a:lnTo>
                  <a:lnTo>
                    <a:pt x="3106238" y="2341294"/>
                  </a:lnTo>
                  <a:lnTo>
                    <a:pt x="3114063" y="2341294"/>
                  </a:lnTo>
                  <a:lnTo>
                    <a:pt x="3121887" y="2341294"/>
                  </a:lnTo>
                  <a:lnTo>
                    <a:pt x="3129711" y="2341294"/>
                  </a:lnTo>
                  <a:lnTo>
                    <a:pt x="3137536" y="2341294"/>
                  </a:lnTo>
                  <a:lnTo>
                    <a:pt x="3145360" y="2341294"/>
                  </a:lnTo>
                  <a:lnTo>
                    <a:pt x="3153184" y="2341294"/>
                  </a:lnTo>
                  <a:lnTo>
                    <a:pt x="3161008" y="2341294"/>
                  </a:lnTo>
                  <a:lnTo>
                    <a:pt x="3168833" y="2341294"/>
                  </a:lnTo>
                  <a:lnTo>
                    <a:pt x="3176657" y="2341294"/>
                  </a:lnTo>
                  <a:lnTo>
                    <a:pt x="3184481" y="2341294"/>
                  </a:lnTo>
                  <a:lnTo>
                    <a:pt x="3192305" y="2341294"/>
                  </a:lnTo>
                  <a:lnTo>
                    <a:pt x="3200130" y="2341294"/>
                  </a:lnTo>
                  <a:lnTo>
                    <a:pt x="3207954" y="2341294"/>
                  </a:lnTo>
                  <a:lnTo>
                    <a:pt x="3215778" y="2341294"/>
                  </a:lnTo>
                  <a:lnTo>
                    <a:pt x="3223603" y="2341294"/>
                  </a:lnTo>
                  <a:lnTo>
                    <a:pt x="3231427" y="2341294"/>
                  </a:lnTo>
                  <a:lnTo>
                    <a:pt x="3239251" y="2341294"/>
                  </a:lnTo>
                  <a:lnTo>
                    <a:pt x="3247075" y="2341294"/>
                  </a:lnTo>
                  <a:lnTo>
                    <a:pt x="3254900" y="2341294"/>
                  </a:lnTo>
                  <a:lnTo>
                    <a:pt x="3262724" y="2341294"/>
                  </a:lnTo>
                  <a:lnTo>
                    <a:pt x="3270548" y="2341294"/>
                  </a:lnTo>
                  <a:lnTo>
                    <a:pt x="3278373" y="2341294"/>
                  </a:lnTo>
                  <a:lnTo>
                    <a:pt x="3286197" y="2341294"/>
                  </a:lnTo>
                  <a:lnTo>
                    <a:pt x="3294021" y="2341294"/>
                  </a:lnTo>
                  <a:lnTo>
                    <a:pt x="3301845" y="2341294"/>
                  </a:lnTo>
                  <a:lnTo>
                    <a:pt x="3309670" y="2341294"/>
                  </a:lnTo>
                  <a:lnTo>
                    <a:pt x="3317494" y="2341294"/>
                  </a:lnTo>
                  <a:lnTo>
                    <a:pt x="3325318" y="2341294"/>
                  </a:lnTo>
                  <a:lnTo>
                    <a:pt x="3333142" y="2341294"/>
                  </a:lnTo>
                  <a:lnTo>
                    <a:pt x="3340967" y="2341294"/>
                  </a:lnTo>
                  <a:lnTo>
                    <a:pt x="3348791" y="2341294"/>
                  </a:lnTo>
                  <a:lnTo>
                    <a:pt x="3356615" y="2341294"/>
                  </a:lnTo>
                  <a:lnTo>
                    <a:pt x="3364440" y="2341294"/>
                  </a:lnTo>
                  <a:lnTo>
                    <a:pt x="3372264" y="2341294"/>
                  </a:lnTo>
                  <a:lnTo>
                    <a:pt x="3380088" y="2341294"/>
                  </a:lnTo>
                  <a:lnTo>
                    <a:pt x="3387912" y="2341294"/>
                  </a:lnTo>
                  <a:lnTo>
                    <a:pt x="3395737" y="2341294"/>
                  </a:lnTo>
                  <a:lnTo>
                    <a:pt x="3403561" y="2341294"/>
                  </a:lnTo>
                  <a:lnTo>
                    <a:pt x="3411385" y="2341294"/>
                  </a:lnTo>
                  <a:lnTo>
                    <a:pt x="3419210" y="2341294"/>
                  </a:lnTo>
                  <a:lnTo>
                    <a:pt x="3427034" y="2341294"/>
                  </a:lnTo>
                  <a:lnTo>
                    <a:pt x="3434858" y="2341294"/>
                  </a:lnTo>
                  <a:lnTo>
                    <a:pt x="3442682" y="2341294"/>
                  </a:lnTo>
                  <a:lnTo>
                    <a:pt x="3450507" y="2341294"/>
                  </a:lnTo>
                  <a:lnTo>
                    <a:pt x="3458331" y="2341294"/>
                  </a:lnTo>
                  <a:lnTo>
                    <a:pt x="3466155" y="2341294"/>
                  </a:lnTo>
                  <a:lnTo>
                    <a:pt x="3473980" y="2341294"/>
                  </a:lnTo>
                  <a:lnTo>
                    <a:pt x="3481804" y="2341294"/>
                  </a:lnTo>
                  <a:lnTo>
                    <a:pt x="3489628" y="2341294"/>
                  </a:lnTo>
                  <a:lnTo>
                    <a:pt x="3497452" y="2341294"/>
                  </a:lnTo>
                  <a:lnTo>
                    <a:pt x="3505277" y="2341294"/>
                  </a:lnTo>
                  <a:lnTo>
                    <a:pt x="3513101" y="2341294"/>
                  </a:lnTo>
                  <a:lnTo>
                    <a:pt x="3520925" y="2341294"/>
                  </a:lnTo>
                  <a:lnTo>
                    <a:pt x="3528749" y="2341294"/>
                  </a:lnTo>
                  <a:lnTo>
                    <a:pt x="3536574" y="2341294"/>
                  </a:lnTo>
                  <a:lnTo>
                    <a:pt x="3544398" y="2341294"/>
                  </a:lnTo>
                  <a:lnTo>
                    <a:pt x="3552222" y="2341294"/>
                  </a:lnTo>
                  <a:lnTo>
                    <a:pt x="3560047" y="2341294"/>
                  </a:lnTo>
                  <a:lnTo>
                    <a:pt x="3567871" y="2341294"/>
                  </a:lnTo>
                  <a:lnTo>
                    <a:pt x="3575695" y="2341294"/>
                  </a:lnTo>
                  <a:lnTo>
                    <a:pt x="3583519" y="2341294"/>
                  </a:lnTo>
                  <a:lnTo>
                    <a:pt x="3591344" y="2341294"/>
                  </a:lnTo>
                  <a:lnTo>
                    <a:pt x="3599168" y="2341294"/>
                  </a:lnTo>
                  <a:lnTo>
                    <a:pt x="3606992" y="2341294"/>
                  </a:lnTo>
                  <a:lnTo>
                    <a:pt x="3614817" y="2341294"/>
                  </a:lnTo>
                  <a:lnTo>
                    <a:pt x="3622641" y="2341294"/>
                  </a:lnTo>
                  <a:lnTo>
                    <a:pt x="3630465" y="2341294"/>
                  </a:lnTo>
                  <a:lnTo>
                    <a:pt x="3638289" y="2341294"/>
                  </a:lnTo>
                  <a:lnTo>
                    <a:pt x="3646114" y="2341294"/>
                  </a:lnTo>
                  <a:lnTo>
                    <a:pt x="3653938" y="2341294"/>
                  </a:lnTo>
                  <a:lnTo>
                    <a:pt x="3661762" y="2341294"/>
                  </a:lnTo>
                  <a:lnTo>
                    <a:pt x="3669586" y="2341294"/>
                  </a:lnTo>
                  <a:lnTo>
                    <a:pt x="3677411" y="2341294"/>
                  </a:lnTo>
                  <a:lnTo>
                    <a:pt x="3685235" y="2341294"/>
                  </a:lnTo>
                  <a:lnTo>
                    <a:pt x="3693059" y="2341294"/>
                  </a:lnTo>
                  <a:lnTo>
                    <a:pt x="3700884" y="2341294"/>
                  </a:lnTo>
                  <a:lnTo>
                    <a:pt x="3708708" y="2341294"/>
                  </a:lnTo>
                  <a:lnTo>
                    <a:pt x="3716532" y="2341294"/>
                  </a:lnTo>
                  <a:lnTo>
                    <a:pt x="3724356" y="2341294"/>
                  </a:lnTo>
                  <a:lnTo>
                    <a:pt x="3732181" y="2341294"/>
                  </a:lnTo>
                  <a:lnTo>
                    <a:pt x="3740005" y="2341294"/>
                  </a:lnTo>
                  <a:lnTo>
                    <a:pt x="3747829" y="2341294"/>
                  </a:lnTo>
                  <a:lnTo>
                    <a:pt x="3755654" y="2341294"/>
                  </a:lnTo>
                  <a:lnTo>
                    <a:pt x="3763478" y="2341294"/>
                  </a:lnTo>
                  <a:lnTo>
                    <a:pt x="3771302" y="2341294"/>
                  </a:lnTo>
                  <a:lnTo>
                    <a:pt x="3779126" y="2341294"/>
                  </a:lnTo>
                  <a:lnTo>
                    <a:pt x="3786951" y="2341294"/>
                  </a:lnTo>
                  <a:lnTo>
                    <a:pt x="3794775" y="2341294"/>
                  </a:lnTo>
                  <a:lnTo>
                    <a:pt x="3802599" y="2341294"/>
                  </a:lnTo>
                  <a:lnTo>
                    <a:pt x="3810424" y="2341294"/>
                  </a:lnTo>
                  <a:lnTo>
                    <a:pt x="3818248" y="2341294"/>
                  </a:lnTo>
                  <a:lnTo>
                    <a:pt x="3826072" y="2341294"/>
                  </a:lnTo>
                  <a:lnTo>
                    <a:pt x="3833896" y="2341294"/>
                  </a:lnTo>
                  <a:lnTo>
                    <a:pt x="3841721" y="2341294"/>
                  </a:lnTo>
                  <a:lnTo>
                    <a:pt x="3849545" y="2341294"/>
                  </a:lnTo>
                  <a:lnTo>
                    <a:pt x="3857369" y="2341294"/>
                  </a:lnTo>
                  <a:lnTo>
                    <a:pt x="3865193" y="2341294"/>
                  </a:lnTo>
                  <a:lnTo>
                    <a:pt x="3873018" y="2341294"/>
                  </a:lnTo>
                  <a:lnTo>
                    <a:pt x="3880842" y="2341294"/>
                  </a:lnTo>
                  <a:lnTo>
                    <a:pt x="3888666" y="2341294"/>
                  </a:lnTo>
                  <a:lnTo>
                    <a:pt x="3896491" y="2341294"/>
                  </a:lnTo>
                  <a:lnTo>
                    <a:pt x="3904315" y="2341294"/>
                  </a:lnTo>
                  <a:lnTo>
                    <a:pt x="3912139" y="2341294"/>
                  </a:lnTo>
                  <a:lnTo>
                    <a:pt x="3919963" y="2341294"/>
                  </a:lnTo>
                  <a:lnTo>
                    <a:pt x="3927788" y="2341294"/>
                  </a:lnTo>
                  <a:lnTo>
                    <a:pt x="3935612" y="2341294"/>
                  </a:lnTo>
                  <a:lnTo>
                    <a:pt x="3943436" y="2341294"/>
                  </a:lnTo>
                  <a:lnTo>
                    <a:pt x="3951261" y="2341294"/>
                  </a:lnTo>
                  <a:lnTo>
                    <a:pt x="3959085" y="2341294"/>
                  </a:lnTo>
                  <a:lnTo>
                    <a:pt x="3966909" y="2341294"/>
                  </a:lnTo>
                  <a:lnTo>
                    <a:pt x="3974733" y="2341294"/>
                  </a:lnTo>
                  <a:lnTo>
                    <a:pt x="3982558" y="2341294"/>
                  </a:lnTo>
                  <a:lnTo>
                    <a:pt x="3990382" y="2341294"/>
                  </a:lnTo>
                  <a:lnTo>
                    <a:pt x="3998206" y="2341294"/>
                  </a:lnTo>
                  <a:lnTo>
                    <a:pt x="3990382" y="2341294"/>
                  </a:lnTo>
                  <a:lnTo>
                    <a:pt x="3982558" y="2341294"/>
                  </a:lnTo>
                  <a:lnTo>
                    <a:pt x="3974733" y="2341294"/>
                  </a:lnTo>
                  <a:lnTo>
                    <a:pt x="3966909" y="2341294"/>
                  </a:lnTo>
                  <a:lnTo>
                    <a:pt x="3959085" y="2341294"/>
                  </a:lnTo>
                  <a:lnTo>
                    <a:pt x="3951261" y="2341294"/>
                  </a:lnTo>
                  <a:lnTo>
                    <a:pt x="3943436" y="2341294"/>
                  </a:lnTo>
                  <a:lnTo>
                    <a:pt x="3935612" y="2341294"/>
                  </a:lnTo>
                  <a:lnTo>
                    <a:pt x="3927788" y="2341294"/>
                  </a:lnTo>
                  <a:lnTo>
                    <a:pt x="3919963" y="2341294"/>
                  </a:lnTo>
                  <a:lnTo>
                    <a:pt x="3912139" y="2341294"/>
                  </a:lnTo>
                  <a:lnTo>
                    <a:pt x="3904315" y="2341294"/>
                  </a:lnTo>
                  <a:lnTo>
                    <a:pt x="3896491" y="2341294"/>
                  </a:lnTo>
                  <a:lnTo>
                    <a:pt x="3888666" y="2341294"/>
                  </a:lnTo>
                  <a:lnTo>
                    <a:pt x="3880842" y="2341294"/>
                  </a:lnTo>
                  <a:lnTo>
                    <a:pt x="3873018" y="2341294"/>
                  </a:lnTo>
                  <a:lnTo>
                    <a:pt x="3865193" y="2341294"/>
                  </a:lnTo>
                  <a:lnTo>
                    <a:pt x="3857369" y="2341294"/>
                  </a:lnTo>
                  <a:lnTo>
                    <a:pt x="3849545" y="2341294"/>
                  </a:lnTo>
                  <a:lnTo>
                    <a:pt x="3841721" y="2341294"/>
                  </a:lnTo>
                  <a:lnTo>
                    <a:pt x="3833896" y="2341294"/>
                  </a:lnTo>
                  <a:lnTo>
                    <a:pt x="3826072" y="2341294"/>
                  </a:lnTo>
                  <a:lnTo>
                    <a:pt x="3818248" y="2341294"/>
                  </a:lnTo>
                  <a:lnTo>
                    <a:pt x="3810424" y="2341294"/>
                  </a:lnTo>
                  <a:lnTo>
                    <a:pt x="3802599" y="2341294"/>
                  </a:lnTo>
                  <a:lnTo>
                    <a:pt x="3794775" y="2341294"/>
                  </a:lnTo>
                  <a:lnTo>
                    <a:pt x="3786951" y="2341294"/>
                  </a:lnTo>
                  <a:lnTo>
                    <a:pt x="3779126" y="2341294"/>
                  </a:lnTo>
                  <a:lnTo>
                    <a:pt x="3771302" y="2341294"/>
                  </a:lnTo>
                  <a:lnTo>
                    <a:pt x="3763478" y="2341294"/>
                  </a:lnTo>
                  <a:lnTo>
                    <a:pt x="3755654" y="2341294"/>
                  </a:lnTo>
                  <a:lnTo>
                    <a:pt x="3747829" y="2341294"/>
                  </a:lnTo>
                  <a:lnTo>
                    <a:pt x="3740005" y="2341294"/>
                  </a:lnTo>
                  <a:lnTo>
                    <a:pt x="3732181" y="2341294"/>
                  </a:lnTo>
                  <a:lnTo>
                    <a:pt x="3724356" y="2341294"/>
                  </a:lnTo>
                  <a:lnTo>
                    <a:pt x="3716532" y="2341294"/>
                  </a:lnTo>
                  <a:lnTo>
                    <a:pt x="3708708" y="2341294"/>
                  </a:lnTo>
                  <a:lnTo>
                    <a:pt x="3700884" y="2341294"/>
                  </a:lnTo>
                  <a:lnTo>
                    <a:pt x="3693059" y="2341294"/>
                  </a:lnTo>
                  <a:lnTo>
                    <a:pt x="3685235" y="2341294"/>
                  </a:lnTo>
                  <a:lnTo>
                    <a:pt x="3677411" y="2341294"/>
                  </a:lnTo>
                  <a:lnTo>
                    <a:pt x="3669586" y="2341294"/>
                  </a:lnTo>
                  <a:lnTo>
                    <a:pt x="3661762" y="2341294"/>
                  </a:lnTo>
                  <a:lnTo>
                    <a:pt x="3653938" y="2341294"/>
                  </a:lnTo>
                  <a:lnTo>
                    <a:pt x="3646114" y="2341294"/>
                  </a:lnTo>
                  <a:lnTo>
                    <a:pt x="3638289" y="2341294"/>
                  </a:lnTo>
                  <a:lnTo>
                    <a:pt x="3630465" y="2341294"/>
                  </a:lnTo>
                  <a:lnTo>
                    <a:pt x="3622641" y="2341294"/>
                  </a:lnTo>
                  <a:lnTo>
                    <a:pt x="3614817" y="2341294"/>
                  </a:lnTo>
                  <a:lnTo>
                    <a:pt x="3606992" y="2341294"/>
                  </a:lnTo>
                  <a:lnTo>
                    <a:pt x="3599168" y="2341294"/>
                  </a:lnTo>
                  <a:lnTo>
                    <a:pt x="3591344" y="2341294"/>
                  </a:lnTo>
                  <a:lnTo>
                    <a:pt x="3583519" y="2341294"/>
                  </a:lnTo>
                  <a:lnTo>
                    <a:pt x="3575695" y="2341294"/>
                  </a:lnTo>
                  <a:lnTo>
                    <a:pt x="3567871" y="2341294"/>
                  </a:lnTo>
                  <a:lnTo>
                    <a:pt x="3560047" y="2341294"/>
                  </a:lnTo>
                  <a:lnTo>
                    <a:pt x="3552222" y="2341294"/>
                  </a:lnTo>
                  <a:lnTo>
                    <a:pt x="3544398" y="2341294"/>
                  </a:lnTo>
                  <a:lnTo>
                    <a:pt x="3536574" y="2341294"/>
                  </a:lnTo>
                  <a:lnTo>
                    <a:pt x="3528749" y="2341294"/>
                  </a:lnTo>
                  <a:lnTo>
                    <a:pt x="3520925" y="2341294"/>
                  </a:lnTo>
                  <a:lnTo>
                    <a:pt x="3513101" y="2341294"/>
                  </a:lnTo>
                  <a:lnTo>
                    <a:pt x="3505277" y="2341294"/>
                  </a:lnTo>
                  <a:lnTo>
                    <a:pt x="3497452" y="2341294"/>
                  </a:lnTo>
                  <a:lnTo>
                    <a:pt x="3489628" y="2341294"/>
                  </a:lnTo>
                  <a:lnTo>
                    <a:pt x="3481804" y="2341294"/>
                  </a:lnTo>
                  <a:lnTo>
                    <a:pt x="3473980" y="2341294"/>
                  </a:lnTo>
                  <a:lnTo>
                    <a:pt x="3466155" y="2341294"/>
                  </a:lnTo>
                  <a:lnTo>
                    <a:pt x="3458331" y="2341294"/>
                  </a:lnTo>
                  <a:lnTo>
                    <a:pt x="3450507" y="2341294"/>
                  </a:lnTo>
                  <a:lnTo>
                    <a:pt x="3442682" y="2341294"/>
                  </a:lnTo>
                  <a:lnTo>
                    <a:pt x="3434858" y="2341294"/>
                  </a:lnTo>
                  <a:lnTo>
                    <a:pt x="3427034" y="2341294"/>
                  </a:lnTo>
                  <a:lnTo>
                    <a:pt x="3419210" y="2341294"/>
                  </a:lnTo>
                  <a:lnTo>
                    <a:pt x="3411385" y="2341294"/>
                  </a:lnTo>
                  <a:lnTo>
                    <a:pt x="3403561" y="2341294"/>
                  </a:lnTo>
                  <a:lnTo>
                    <a:pt x="3395737" y="2341294"/>
                  </a:lnTo>
                  <a:lnTo>
                    <a:pt x="3387912" y="2341294"/>
                  </a:lnTo>
                  <a:lnTo>
                    <a:pt x="3380088" y="2341294"/>
                  </a:lnTo>
                  <a:lnTo>
                    <a:pt x="3372264" y="2341294"/>
                  </a:lnTo>
                  <a:lnTo>
                    <a:pt x="3364440" y="2341294"/>
                  </a:lnTo>
                  <a:lnTo>
                    <a:pt x="3356615" y="2341294"/>
                  </a:lnTo>
                  <a:lnTo>
                    <a:pt x="3348791" y="2341294"/>
                  </a:lnTo>
                  <a:lnTo>
                    <a:pt x="3340967" y="2341294"/>
                  </a:lnTo>
                  <a:lnTo>
                    <a:pt x="3333142" y="2341294"/>
                  </a:lnTo>
                  <a:lnTo>
                    <a:pt x="3325318" y="2341294"/>
                  </a:lnTo>
                  <a:lnTo>
                    <a:pt x="3317494" y="2341294"/>
                  </a:lnTo>
                  <a:lnTo>
                    <a:pt x="3309670" y="2341294"/>
                  </a:lnTo>
                  <a:lnTo>
                    <a:pt x="3301845" y="2341294"/>
                  </a:lnTo>
                  <a:lnTo>
                    <a:pt x="3294021" y="2341294"/>
                  </a:lnTo>
                  <a:lnTo>
                    <a:pt x="3286197" y="2341294"/>
                  </a:lnTo>
                  <a:lnTo>
                    <a:pt x="3278373" y="2341294"/>
                  </a:lnTo>
                  <a:lnTo>
                    <a:pt x="3270548" y="2341294"/>
                  </a:lnTo>
                  <a:lnTo>
                    <a:pt x="3262724" y="2341294"/>
                  </a:lnTo>
                  <a:lnTo>
                    <a:pt x="3254900" y="2341294"/>
                  </a:lnTo>
                  <a:lnTo>
                    <a:pt x="3247075" y="2341294"/>
                  </a:lnTo>
                  <a:lnTo>
                    <a:pt x="3239251" y="2341294"/>
                  </a:lnTo>
                  <a:lnTo>
                    <a:pt x="3231427" y="2341294"/>
                  </a:lnTo>
                  <a:lnTo>
                    <a:pt x="3223603" y="2341294"/>
                  </a:lnTo>
                  <a:lnTo>
                    <a:pt x="3215778" y="2341294"/>
                  </a:lnTo>
                  <a:lnTo>
                    <a:pt x="3207954" y="2341294"/>
                  </a:lnTo>
                  <a:lnTo>
                    <a:pt x="3200130" y="2341294"/>
                  </a:lnTo>
                  <a:lnTo>
                    <a:pt x="3192305" y="2341294"/>
                  </a:lnTo>
                  <a:lnTo>
                    <a:pt x="3184481" y="2341294"/>
                  </a:lnTo>
                  <a:lnTo>
                    <a:pt x="3176657" y="2341294"/>
                  </a:lnTo>
                  <a:lnTo>
                    <a:pt x="3168833" y="2341294"/>
                  </a:lnTo>
                  <a:lnTo>
                    <a:pt x="3161008" y="2341294"/>
                  </a:lnTo>
                  <a:lnTo>
                    <a:pt x="3153184" y="2341294"/>
                  </a:lnTo>
                  <a:lnTo>
                    <a:pt x="3145360" y="2341294"/>
                  </a:lnTo>
                  <a:lnTo>
                    <a:pt x="3137536" y="2341294"/>
                  </a:lnTo>
                  <a:lnTo>
                    <a:pt x="3129711" y="2341294"/>
                  </a:lnTo>
                  <a:lnTo>
                    <a:pt x="3121887" y="2341294"/>
                  </a:lnTo>
                  <a:lnTo>
                    <a:pt x="3114063" y="2341294"/>
                  </a:lnTo>
                  <a:lnTo>
                    <a:pt x="3106238" y="2341294"/>
                  </a:lnTo>
                  <a:lnTo>
                    <a:pt x="3098414" y="2341294"/>
                  </a:lnTo>
                  <a:lnTo>
                    <a:pt x="3090590" y="2341294"/>
                  </a:lnTo>
                  <a:lnTo>
                    <a:pt x="3082766" y="2341294"/>
                  </a:lnTo>
                  <a:lnTo>
                    <a:pt x="3074941" y="2341294"/>
                  </a:lnTo>
                  <a:lnTo>
                    <a:pt x="3067117" y="2341294"/>
                  </a:lnTo>
                  <a:lnTo>
                    <a:pt x="3059293" y="2341294"/>
                  </a:lnTo>
                  <a:lnTo>
                    <a:pt x="3051468" y="2341294"/>
                  </a:lnTo>
                  <a:lnTo>
                    <a:pt x="3043644" y="2341294"/>
                  </a:lnTo>
                  <a:lnTo>
                    <a:pt x="3035820" y="2341294"/>
                  </a:lnTo>
                  <a:lnTo>
                    <a:pt x="3027996" y="2341294"/>
                  </a:lnTo>
                  <a:lnTo>
                    <a:pt x="3020171" y="2341294"/>
                  </a:lnTo>
                  <a:lnTo>
                    <a:pt x="3012347" y="2341294"/>
                  </a:lnTo>
                  <a:lnTo>
                    <a:pt x="3004523" y="2341294"/>
                  </a:lnTo>
                  <a:lnTo>
                    <a:pt x="2996698" y="2341294"/>
                  </a:lnTo>
                  <a:lnTo>
                    <a:pt x="2988874" y="2341294"/>
                  </a:lnTo>
                  <a:lnTo>
                    <a:pt x="2981050" y="2341294"/>
                  </a:lnTo>
                  <a:lnTo>
                    <a:pt x="2973226" y="2341294"/>
                  </a:lnTo>
                  <a:lnTo>
                    <a:pt x="2965401" y="2341294"/>
                  </a:lnTo>
                  <a:lnTo>
                    <a:pt x="2957577" y="2341294"/>
                  </a:lnTo>
                  <a:lnTo>
                    <a:pt x="2949753" y="2341294"/>
                  </a:lnTo>
                  <a:lnTo>
                    <a:pt x="2941929" y="2341294"/>
                  </a:lnTo>
                  <a:lnTo>
                    <a:pt x="2934104" y="2341294"/>
                  </a:lnTo>
                  <a:lnTo>
                    <a:pt x="2926280" y="2341294"/>
                  </a:lnTo>
                  <a:lnTo>
                    <a:pt x="2918456" y="2341294"/>
                  </a:lnTo>
                  <a:lnTo>
                    <a:pt x="2910631" y="2341294"/>
                  </a:lnTo>
                  <a:lnTo>
                    <a:pt x="2902807" y="2341294"/>
                  </a:lnTo>
                  <a:lnTo>
                    <a:pt x="2894983" y="2341294"/>
                  </a:lnTo>
                  <a:lnTo>
                    <a:pt x="2887159" y="2341294"/>
                  </a:lnTo>
                  <a:lnTo>
                    <a:pt x="2879334" y="2341294"/>
                  </a:lnTo>
                  <a:lnTo>
                    <a:pt x="2871510" y="2341294"/>
                  </a:lnTo>
                  <a:lnTo>
                    <a:pt x="2863686" y="2341294"/>
                  </a:lnTo>
                  <a:lnTo>
                    <a:pt x="2855861" y="2341294"/>
                  </a:lnTo>
                  <a:lnTo>
                    <a:pt x="2848037" y="2341294"/>
                  </a:lnTo>
                  <a:lnTo>
                    <a:pt x="2840213" y="2341294"/>
                  </a:lnTo>
                  <a:lnTo>
                    <a:pt x="2832389" y="2341294"/>
                  </a:lnTo>
                  <a:lnTo>
                    <a:pt x="2824564" y="2341294"/>
                  </a:lnTo>
                  <a:lnTo>
                    <a:pt x="2816740" y="2341294"/>
                  </a:lnTo>
                  <a:lnTo>
                    <a:pt x="2808916" y="2341294"/>
                  </a:lnTo>
                  <a:lnTo>
                    <a:pt x="2801091" y="2341294"/>
                  </a:lnTo>
                  <a:lnTo>
                    <a:pt x="2793267" y="2341294"/>
                  </a:lnTo>
                  <a:lnTo>
                    <a:pt x="2785443" y="2341294"/>
                  </a:lnTo>
                  <a:lnTo>
                    <a:pt x="2777619" y="2341294"/>
                  </a:lnTo>
                  <a:lnTo>
                    <a:pt x="2769794" y="2341294"/>
                  </a:lnTo>
                  <a:lnTo>
                    <a:pt x="2761970" y="2341294"/>
                  </a:lnTo>
                  <a:lnTo>
                    <a:pt x="2754146" y="2341294"/>
                  </a:lnTo>
                  <a:lnTo>
                    <a:pt x="2746322" y="2341294"/>
                  </a:lnTo>
                  <a:lnTo>
                    <a:pt x="2738497" y="2341294"/>
                  </a:lnTo>
                  <a:lnTo>
                    <a:pt x="2730673" y="2341294"/>
                  </a:lnTo>
                  <a:lnTo>
                    <a:pt x="2722849" y="2341294"/>
                  </a:lnTo>
                  <a:lnTo>
                    <a:pt x="2715024" y="2341294"/>
                  </a:lnTo>
                  <a:lnTo>
                    <a:pt x="2707200" y="2341294"/>
                  </a:lnTo>
                  <a:lnTo>
                    <a:pt x="2699376" y="2341294"/>
                  </a:lnTo>
                  <a:lnTo>
                    <a:pt x="2691552" y="2341294"/>
                  </a:lnTo>
                  <a:lnTo>
                    <a:pt x="2683727" y="2341294"/>
                  </a:lnTo>
                  <a:lnTo>
                    <a:pt x="2675903" y="2341294"/>
                  </a:lnTo>
                  <a:lnTo>
                    <a:pt x="2668079" y="2341294"/>
                  </a:lnTo>
                  <a:lnTo>
                    <a:pt x="2660254" y="2341294"/>
                  </a:lnTo>
                  <a:lnTo>
                    <a:pt x="2652430" y="2341294"/>
                  </a:lnTo>
                  <a:lnTo>
                    <a:pt x="2644606" y="2341294"/>
                  </a:lnTo>
                  <a:lnTo>
                    <a:pt x="2636782" y="2341294"/>
                  </a:lnTo>
                  <a:lnTo>
                    <a:pt x="2628957" y="2341294"/>
                  </a:lnTo>
                  <a:lnTo>
                    <a:pt x="2621133" y="2341294"/>
                  </a:lnTo>
                  <a:lnTo>
                    <a:pt x="2613309" y="2341294"/>
                  </a:lnTo>
                  <a:lnTo>
                    <a:pt x="2605485" y="2341294"/>
                  </a:lnTo>
                  <a:lnTo>
                    <a:pt x="2597660" y="2341294"/>
                  </a:lnTo>
                  <a:lnTo>
                    <a:pt x="2589836" y="2341294"/>
                  </a:lnTo>
                  <a:lnTo>
                    <a:pt x="2582012" y="2341294"/>
                  </a:lnTo>
                  <a:lnTo>
                    <a:pt x="2574187" y="2341294"/>
                  </a:lnTo>
                  <a:lnTo>
                    <a:pt x="2566363" y="2341294"/>
                  </a:lnTo>
                  <a:lnTo>
                    <a:pt x="2558539" y="2341294"/>
                  </a:lnTo>
                  <a:lnTo>
                    <a:pt x="2550715" y="2341294"/>
                  </a:lnTo>
                  <a:lnTo>
                    <a:pt x="2542890" y="2341294"/>
                  </a:lnTo>
                  <a:lnTo>
                    <a:pt x="2535066" y="2341294"/>
                  </a:lnTo>
                  <a:lnTo>
                    <a:pt x="2527242" y="2341294"/>
                  </a:lnTo>
                  <a:lnTo>
                    <a:pt x="2519417" y="2341294"/>
                  </a:lnTo>
                  <a:lnTo>
                    <a:pt x="2511593" y="2341294"/>
                  </a:lnTo>
                  <a:lnTo>
                    <a:pt x="2503769" y="2341294"/>
                  </a:lnTo>
                  <a:lnTo>
                    <a:pt x="2495945" y="2341294"/>
                  </a:lnTo>
                  <a:lnTo>
                    <a:pt x="2488120" y="2341294"/>
                  </a:lnTo>
                  <a:lnTo>
                    <a:pt x="2480296" y="2341294"/>
                  </a:lnTo>
                  <a:lnTo>
                    <a:pt x="2472472" y="2341294"/>
                  </a:lnTo>
                  <a:lnTo>
                    <a:pt x="2464647" y="2341294"/>
                  </a:lnTo>
                  <a:lnTo>
                    <a:pt x="2456823" y="2341294"/>
                  </a:lnTo>
                  <a:lnTo>
                    <a:pt x="2448999" y="2341294"/>
                  </a:lnTo>
                  <a:lnTo>
                    <a:pt x="2441175" y="2341294"/>
                  </a:lnTo>
                  <a:lnTo>
                    <a:pt x="2433350" y="2341294"/>
                  </a:lnTo>
                  <a:lnTo>
                    <a:pt x="2425526" y="2341294"/>
                  </a:lnTo>
                  <a:lnTo>
                    <a:pt x="2417702" y="2341294"/>
                  </a:lnTo>
                  <a:lnTo>
                    <a:pt x="2409878" y="2341294"/>
                  </a:lnTo>
                  <a:lnTo>
                    <a:pt x="2402053" y="2341294"/>
                  </a:lnTo>
                  <a:lnTo>
                    <a:pt x="2394229" y="2341294"/>
                  </a:lnTo>
                  <a:lnTo>
                    <a:pt x="2386405" y="2341294"/>
                  </a:lnTo>
                  <a:lnTo>
                    <a:pt x="2378580" y="2341294"/>
                  </a:lnTo>
                  <a:lnTo>
                    <a:pt x="2370756" y="2341294"/>
                  </a:lnTo>
                  <a:lnTo>
                    <a:pt x="2362932" y="2341294"/>
                  </a:lnTo>
                  <a:lnTo>
                    <a:pt x="2355108" y="2341294"/>
                  </a:lnTo>
                  <a:lnTo>
                    <a:pt x="2347283" y="2341294"/>
                  </a:lnTo>
                  <a:lnTo>
                    <a:pt x="2339459" y="2341294"/>
                  </a:lnTo>
                  <a:lnTo>
                    <a:pt x="2331635" y="2341294"/>
                  </a:lnTo>
                  <a:lnTo>
                    <a:pt x="2323810" y="2341294"/>
                  </a:lnTo>
                  <a:lnTo>
                    <a:pt x="2315986" y="2341294"/>
                  </a:lnTo>
                  <a:lnTo>
                    <a:pt x="2308162" y="2341294"/>
                  </a:lnTo>
                  <a:lnTo>
                    <a:pt x="2300338" y="2341294"/>
                  </a:lnTo>
                  <a:lnTo>
                    <a:pt x="2292513" y="2341294"/>
                  </a:lnTo>
                  <a:lnTo>
                    <a:pt x="2284689" y="2341294"/>
                  </a:lnTo>
                  <a:lnTo>
                    <a:pt x="2276865" y="2341294"/>
                  </a:lnTo>
                  <a:lnTo>
                    <a:pt x="2269040" y="2341294"/>
                  </a:lnTo>
                  <a:lnTo>
                    <a:pt x="2261216" y="2341294"/>
                  </a:lnTo>
                  <a:lnTo>
                    <a:pt x="2253392" y="2341294"/>
                  </a:lnTo>
                  <a:lnTo>
                    <a:pt x="2245568" y="2341294"/>
                  </a:lnTo>
                  <a:lnTo>
                    <a:pt x="2237743" y="2341294"/>
                  </a:lnTo>
                  <a:lnTo>
                    <a:pt x="2229919" y="2341294"/>
                  </a:lnTo>
                  <a:lnTo>
                    <a:pt x="2222095" y="2341294"/>
                  </a:lnTo>
                  <a:lnTo>
                    <a:pt x="2214271" y="2341294"/>
                  </a:lnTo>
                  <a:lnTo>
                    <a:pt x="2206446" y="2341294"/>
                  </a:lnTo>
                  <a:lnTo>
                    <a:pt x="2198622" y="2341294"/>
                  </a:lnTo>
                  <a:lnTo>
                    <a:pt x="2190798" y="2341294"/>
                  </a:lnTo>
                  <a:lnTo>
                    <a:pt x="2182973" y="2341294"/>
                  </a:lnTo>
                  <a:lnTo>
                    <a:pt x="2175149" y="2341294"/>
                  </a:lnTo>
                  <a:lnTo>
                    <a:pt x="2167325" y="2341294"/>
                  </a:lnTo>
                  <a:lnTo>
                    <a:pt x="2159501" y="2341294"/>
                  </a:lnTo>
                  <a:lnTo>
                    <a:pt x="2151676" y="2341294"/>
                  </a:lnTo>
                  <a:lnTo>
                    <a:pt x="2143852" y="2341294"/>
                  </a:lnTo>
                  <a:lnTo>
                    <a:pt x="2136028" y="2341294"/>
                  </a:lnTo>
                  <a:lnTo>
                    <a:pt x="2128203" y="2341294"/>
                  </a:lnTo>
                  <a:lnTo>
                    <a:pt x="2120379" y="2341294"/>
                  </a:lnTo>
                  <a:lnTo>
                    <a:pt x="2112555" y="2341294"/>
                  </a:lnTo>
                  <a:lnTo>
                    <a:pt x="2104731" y="2341294"/>
                  </a:lnTo>
                  <a:lnTo>
                    <a:pt x="2096906" y="2341294"/>
                  </a:lnTo>
                  <a:lnTo>
                    <a:pt x="2089082" y="2341294"/>
                  </a:lnTo>
                  <a:lnTo>
                    <a:pt x="2081258" y="2341294"/>
                  </a:lnTo>
                  <a:lnTo>
                    <a:pt x="2073434" y="2341294"/>
                  </a:lnTo>
                  <a:lnTo>
                    <a:pt x="2065609" y="2341294"/>
                  </a:lnTo>
                  <a:lnTo>
                    <a:pt x="2057785" y="2341294"/>
                  </a:lnTo>
                  <a:lnTo>
                    <a:pt x="2049961" y="2341294"/>
                  </a:lnTo>
                  <a:lnTo>
                    <a:pt x="2042136" y="2341294"/>
                  </a:lnTo>
                  <a:lnTo>
                    <a:pt x="2034312" y="2341294"/>
                  </a:lnTo>
                  <a:lnTo>
                    <a:pt x="2026488" y="2341294"/>
                  </a:lnTo>
                  <a:lnTo>
                    <a:pt x="2018664" y="2341294"/>
                  </a:lnTo>
                  <a:lnTo>
                    <a:pt x="2010839" y="2341294"/>
                  </a:lnTo>
                  <a:lnTo>
                    <a:pt x="2003015" y="2341294"/>
                  </a:lnTo>
                  <a:lnTo>
                    <a:pt x="1995191" y="2341294"/>
                  </a:lnTo>
                  <a:lnTo>
                    <a:pt x="1987366" y="2341294"/>
                  </a:lnTo>
                  <a:lnTo>
                    <a:pt x="1979542" y="2341294"/>
                  </a:lnTo>
                  <a:lnTo>
                    <a:pt x="1971718" y="2341294"/>
                  </a:lnTo>
                  <a:lnTo>
                    <a:pt x="1963894" y="2341294"/>
                  </a:lnTo>
                  <a:lnTo>
                    <a:pt x="1956069" y="2341294"/>
                  </a:lnTo>
                  <a:lnTo>
                    <a:pt x="1948245" y="2341294"/>
                  </a:lnTo>
                  <a:lnTo>
                    <a:pt x="1940421" y="2341294"/>
                  </a:lnTo>
                  <a:lnTo>
                    <a:pt x="1932596" y="2341294"/>
                  </a:lnTo>
                  <a:lnTo>
                    <a:pt x="1924772" y="2341294"/>
                  </a:lnTo>
                  <a:lnTo>
                    <a:pt x="1916948" y="2341294"/>
                  </a:lnTo>
                  <a:lnTo>
                    <a:pt x="1909124" y="2341294"/>
                  </a:lnTo>
                  <a:lnTo>
                    <a:pt x="1901299" y="2341294"/>
                  </a:lnTo>
                  <a:lnTo>
                    <a:pt x="1893475" y="2341294"/>
                  </a:lnTo>
                  <a:lnTo>
                    <a:pt x="1885651" y="2341294"/>
                  </a:lnTo>
                  <a:lnTo>
                    <a:pt x="1877827" y="2341294"/>
                  </a:lnTo>
                  <a:lnTo>
                    <a:pt x="1870002" y="2341294"/>
                  </a:lnTo>
                  <a:lnTo>
                    <a:pt x="1862178" y="2341294"/>
                  </a:lnTo>
                  <a:lnTo>
                    <a:pt x="1854354" y="2341294"/>
                  </a:lnTo>
                  <a:lnTo>
                    <a:pt x="1846529" y="2341294"/>
                  </a:lnTo>
                  <a:lnTo>
                    <a:pt x="1838705" y="2341294"/>
                  </a:lnTo>
                  <a:lnTo>
                    <a:pt x="1830881" y="2341294"/>
                  </a:lnTo>
                  <a:lnTo>
                    <a:pt x="1823057" y="2341294"/>
                  </a:lnTo>
                  <a:lnTo>
                    <a:pt x="1815232" y="2341294"/>
                  </a:lnTo>
                  <a:lnTo>
                    <a:pt x="1807408" y="2341294"/>
                  </a:lnTo>
                  <a:lnTo>
                    <a:pt x="1799584" y="2341294"/>
                  </a:lnTo>
                  <a:lnTo>
                    <a:pt x="1791759" y="2341294"/>
                  </a:lnTo>
                  <a:lnTo>
                    <a:pt x="1783935" y="2341294"/>
                  </a:lnTo>
                  <a:lnTo>
                    <a:pt x="1776111" y="2341294"/>
                  </a:lnTo>
                  <a:lnTo>
                    <a:pt x="1768287" y="2341294"/>
                  </a:lnTo>
                  <a:lnTo>
                    <a:pt x="1760462" y="2341294"/>
                  </a:lnTo>
                  <a:lnTo>
                    <a:pt x="1752638" y="2341294"/>
                  </a:lnTo>
                  <a:lnTo>
                    <a:pt x="1744814" y="2341294"/>
                  </a:lnTo>
                  <a:lnTo>
                    <a:pt x="1736990" y="2341294"/>
                  </a:lnTo>
                  <a:lnTo>
                    <a:pt x="1729165" y="2341294"/>
                  </a:lnTo>
                  <a:lnTo>
                    <a:pt x="1721341" y="2341294"/>
                  </a:lnTo>
                  <a:lnTo>
                    <a:pt x="1713517" y="2341294"/>
                  </a:lnTo>
                  <a:lnTo>
                    <a:pt x="1705692" y="2341294"/>
                  </a:lnTo>
                  <a:lnTo>
                    <a:pt x="1697868" y="2341294"/>
                  </a:lnTo>
                  <a:lnTo>
                    <a:pt x="1690044" y="2341294"/>
                  </a:lnTo>
                  <a:lnTo>
                    <a:pt x="1682220" y="2341294"/>
                  </a:lnTo>
                  <a:lnTo>
                    <a:pt x="1674395" y="2341294"/>
                  </a:lnTo>
                  <a:lnTo>
                    <a:pt x="1666571" y="2341294"/>
                  </a:lnTo>
                  <a:lnTo>
                    <a:pt x="1658747" y="2341294"/>
                  </a:lnTo>
                  <a:lnTo>
                    <a:pt x="1650922" y="2341294"/>
                  </a:lnTo>
                  <a:lnTo>
                    <a:pt x="1643098" y="2341294"/>
                  </a:lnTo>
                  <a:lnTo>
                    <a:pt x="1635274" y="2341294"/>
                  </a:lnTo>
                  <a:lnTo>
                    <a:pt x="1627450" y="2341294"/>
                  </a:lnTo>
                  <a:lnTo>
                    <a:pt x="1619625" y="2341294"/>
                  </a:lnTo>
                  <a:lnTo>
                    <a:pt x="1611801" y="2341294"/>
                  </a:lnTo>
                  <a:lnTo>
                    <a:pt x="1603977" y="2341294"/>
                  </a:lnTo>
                  <a:lnTo>
                    <a:pt x="1596152" y="2341294"/>
                  </a:lnTo>
                  <a:lnTo>
                    <a:pt x="1588328" y="2341294"/>
                  </a:lnTo>
                  <a:lnTo>
                    <a:pt x="1580504" y="2341294"/>
                  </a:lnTo>
                  <a:lnTo>
                    <a:pt x="1572680" y="2341294"/>
                  </a:lnTo>
                  <a:lnTo>
                    <a:pt x="1564855" y="2341294"/>
                  </a:lnTo>
                  <a:lnTo>
                    <a:pt x="1557031" y="2341294"/>
                  </a:lnTo>
                  <a:lnTo>
                    <a:pt x="1549207" y="2341294"/>
                  </a:lnTo>
                  <a:lnTo>
                    <a:pt x="1541383" y="2341294"/>
                  </a:lnTo>
                  <a:lnTo>
                    <a:pt x="1533558" y="2341294"/>
                  </a:lnTo>
                  <a:lnTo>
                    <a:pt x="1525734" y="2341294"/>
                  </a:lnTo>
                  <a:lnTo>
                    <a:pt x="1517910" y="2341294"/>
                  </a:lnTo>
                  <a:lnTo>
                    <a:pt x="1510085" y="2341294"/>
                  </a:lnTo>
                  <a:lnTo>
                    <a:pt x="1502261" y="2341294"/>
                  </a:lnTo>
                  <a:lnTo>
                    <a:pt x="1494437" y="2341294"/>
                  </a:lnTo>
                  <a:lnTo>
                    <a:pt x="1486613" y="2341294"/>
                  </a:lnTo>
                  <a:lnTo>
                    <a:pt x="1478788" y="2341294"/>
                  </a:lnTo>
                  <a:lnTo>
                    <a:pt x="1470964" y="2341294"/>
                  </a:lnTo>
                  <a:lnTo>
                    <a:pt x="1463140" y="2341294"/>
                  </a:lnTo>
                  <a:lnTo>
                    <a:pt x="1455315" y="2341294"/>
                  </a:lnTo>
                  <a:lnTo>
                    <a:pt x="1447491" y="2341294"/>
                  </a:lnTo>
                  <a:lnTo>
                    <a:pt x="1439667" y="2341294"/>
                  </a:lnTo>
                  <a:lnTo>
                    <a:pt x="1431843" y="2341294"/>
                  </a:lnTo>
                  <a:lnTo>
                    <a:pt x="1424018" y="2341294"/>
                  </a:lnTo>
                  <a:lnTo>
                    <a:pt x="1416194" y="2341294"/>
                  </a:lnTo>
                  <a:lnTo>
                    <a:pt x="1408370" y="2341294"/>
                  </a:lnTo>
                  <a:lnTo>
                    <a:pt x="1400545" y="2341294"/>
                  </a:lnTo>
                  <a:lnTo>
                    <a:pt x="1392721" y="2341294"/>
                  </a:lnTo>
                  <a:lnTo>
                    <a:pt x="1384897" y="2341294"/>
                  </a:lnTo>
                  <a:lnTo>
                    <a:pt x="1377073" y="2341294"/>
                  </a:lnTo>
                  <a:lnTo>
                    <a:pt x="1369248" y="2341294"/>
                  </a:lnTo>
                  <a:lnTo>
                    <a:pt x="1361424" y="2341294"/>
                  </a:lnTo>
                  <a:lnTo>
                    <a:pt x="1353600" y="2341294"/>
                  </a:lnTo>
                  <a:lnTo>
                    <a:pt x="1345776" y="2341294"/>
                  </a:lnTo>
                  <a:lnTo>
                    <a:pt x="1337951" y="2341294"/>
                  </a:lnTo>
                  <a:lnTo>
                    <a:pt x="1330127" y="2341294"/>
                  </a:lnTo>
                  <a:lnTo>
                    <a:pt x="1322303" y="2341294"/>
                  </a:lnTo>
                  <a:lnTo>
                    <a:pt x="1314478" y="2341294"/>
                  </a:lnTo>
                  <a:lnTo>
                    <a:pt x="1306654" y="2341294"/>
                  </a:lnTo>
                  <a:lnTo>
                    <a:pt x="1298830" y="2341294"/>
                  </a:lnTo>
                  <a:lnTo>
                    <a:pt x="1291006" y="2341294"/>
                  </a:lnTo>
                  <a:lnTo>
                    <a:pt x="1283181" y="2341294"/>
                  </a:lnTo>
                  <a:lnTo>
                    <a:pt x="1275357" y="2341294"/>
                  </a:lnTo>
                  <a:lnTo>
                    <a:pt x="1267533" y="2341294"/>
                  </a:lnTo>
                  <a:lnTo>
                    <a:pt x="1259708" y="2341294"/>
                  </a:lnTo>
                  <a:lnTo>
                    <a:pt x="1251884" y="2341294"/>
                  </a:lnTo>
                  <a:lnTo>
                    <a:pt x="1244060" y="2341294"/>
                  </a:lnTo>
                  <a:lnTo>
                    <a:pt x="1236236" y="2341294"/>
                  </a:lnTo>
                  <a:lnTo>
                    <a:pt x="1228411" y="2341294"/>
                  </a:lnTo>
                  <a:lnTo>
                    <a:pt x="1220587" y="2341294"/>
                  </a:lnTo>
                  <a:lnTo>
                    <a:pt x="1212763" y="2341294"/>
                  </a:lnTo>
                  <a:lnTo>
                    <a:pt x="1204939" y="2341294"/>
                  </a:lnTo>
                  <a:lnTo>
                    <a:pt x="1197114" y="2341294"/>
                  </a:lnTo>
                  <a:lnTo>
                    <a:pt x="1189290" y="2341294"/>
                  </a:lnTo>
                  <a:lnTo>
                    <a:pt x="1181466" y="2341294"/>
                  </a:lnTo>
                  <a:lnTo>
                    <a:pt x="1173641" y="2341294"/>
                  </a:lnTo>
                  <a:lnTo>
                    <a:pt x="1165817" y="2341294"/>
                  </a:lnTo>
                  <a:lnTo>
                    <a:pt x="1157993" y="2341294"/>
                  </a:lnTo>
                  <a:lnTo>
                    <a:pt x="1150169" y="2341294"/>
                  </a:lnTo>
                  <a:lnTo>
                    <a:pt x="1142344" y="2341294"/>
                  </a:lnTo>
                  <a:lnTo>
                    <a:pt x="1134520" y="2341294"/>
                  </a:lnTo>
                  <a:lnTo>
                    <a:pt x="1126696" y="2341294"/>
                  </a:lnTo>
                  <a:lnTo>
                    <a:pt x="1118871" y="2341294"/>
                  </a:lnTo>
                  <a:lnTo>
                    <a:pt x="1111047" y="2341294"/>
                  </a:lnTo>
                  <a:lnTo>
                    <a:pt x="1103223" y="2341294"/>
                  </a:lnTo>
                  <a:lnTo>
                    <a:pt x="1095399" y="2341294"/>
                  </a:lnTo>
                  <a:lnTo>
                    <a:pt x="1087574" y="2341294"/>
                  </a:lnTo>
                  <a:lnTo>
                    <a:pt x="1079750" y="2341294"/>
                  </a:lnTo>
                  <a:lnTo>
                    <a:pt x="1071926" y="2341294"/>
                  </a:lnTo>
                  <a:lnTo>
                    <a:pt x="1064101" y="2341294"/>
                  </a:lnTo>
                  <a:lnTo>
                    <a:pt x="1056277" y="2341294"/>
                  </a:lnTo>
                  <a:lnTo>
                    <a:pt x="1048453" y="2341294"/>
                  </a:lnTo>
                  <a:lnTo>
                    <a:pt x="1040629" y="2341294"/>
                  </a:lnTo>
                  <a:lnTo>
                    <a:pt x="1032804" y="2341294"/>
                  </a:lnTo>
                  <a:lnTo>
                    <a:pt x="1024980" y="2341294"/>
                  </a:lnTo>
                  <a:lnTo>
                    <a:pt x="1017156" y="2341294"/>
                  </a:lnTo>
                  <a:lnTo>
                    <a:pt x="1009332" y="2341294"/>
                  </a:lnTo>
                  <a:lnTo>
                    <a:pt x="1001507" y="2341294"/>
                  </a:lnTo>
                  <a:lnTo>
                    <a:pt x="993683" y="2341294"/>
                  </a:lnTo>
                  <a:lnTo>
                    <a:pt x="985859" y="2341294"/>
                  </a:lnTo>
                  <a:lnTo>
                    <a:pt x="978034" y="2341294"/>
                  </a:lnTo>
                  <a:lnTo>
                    <a:pt x="970210" y="2341294"/>
                  </a:lnTo>
                  <a:lnTo>
                    <a:pt x="962386" y="2341294"/>
                  </a:lnTo>
                  <a:lnTo>
                    <a:pt x="954562" y="2341294"/>
                  </a:lnTo>
                  <a:lnTo>
                    <a:pt x="946737" y="2341294"/>
                  </a:lnTo>
                  <a:lnTo>
                    <a:pt x="938913" y="2341294"/>
                  </a:lnTo>
                  <a:lnTo>
                    <a:pt x="931089" y="2341294"/>
                  </a:lnTo>
                  <a:lnTo>
                    <a:pt x="923264" y="2341294"/>
                  </a:lnTo>
                  <a:lnTo>
                    <a:pt x="915440" y="2341294"/>
                  </a:lnTo>
                  <a:lnTo>
                    <a:pt x="907616" y="2341294"/>
                  </a:lnTo>
                  <a:lnTo>
                    <a:pt x="899792" y="2341294"/>
                  </a:lnTo>
                  <a:lnTo>
                    <a:pt x="891967" y="2341294"/>
                  </a:lnTo>
                  <a:lnTo>
                    <a:pt x="884143" y="2341294"/>
                  </a:lnTo>
                  <a:lnTo>
                    <a:pt x="876319" y="2341294"/>
                  </a:lnTo>
                  <a:lnTo>
                    <a:pt x="868495" y="2341294"/>
                  </a:lnTo>
                  <a:lnTo>
                    <a:pt x="860670" y="2341294"/>
                  </a:lnTo>
                  <a:lnTo>
                    <a:pt x="852846" y="2341294"/>
                  </a:lnTo>
                  <a:lnTo>
                    <a:pt x="845022" y="2341294"/>
                  </a:lnTo>
                  <a:lnTo>
                    <a:pt x="837197" y="2341294"/>
                  </a:lnTo>
                  <a:lnTo>
                    <a:pt x="829373" y="2341294"/>
                  </a:lnTo>
                  <a:lnTo>
                    <a:pt x="821549" y="2341294"/>
                  </a:lnTo>
                  <a:lnTo>
                    <a:pt x="813725" y="2341294"/>
                  </a:lnTo>
                  <a:lnTo>
                    <a:pt x="805900" y="2341294"/>
                  </a:lnTo>
                  <a:lnTo>
                    <a:pt x="798076" y="2341294"/>
                  </a:lnTo>
                  <a:lnTo>
                    <a:pt x="790252" y="2341294"/>
                  </a:lnTo>
                  <a:lnTo>
                    <a:pt x="782427" y="2341294"/>
                  </a:lnTo>
                  <a:lnTo>
                    <a:pt x="774603" y="2341294"/>
                  </a:lnTo>
                  <a:lnTo>
                    <a:pt x="766779" y="2341294"/>
                  </a:lnTo>
                  <a:lnTo>
                    <a:pt x="758955" y="2341294"/>
                  </a:lnTo>
                  <a:lnTo>
                    <a:pt x="751130" y="2341294"/>
                  </a:lnTo>
                  <a:lnTo>
                    <a:pt x="743306" y="2341294"/>
                  </a:lnTo>
                  <a:lnTo>
                    <a:pt x="735482" y="2341294"/>
                  </a:lnTo>
                  <a:lnTo>
                    <a:pt x="727657" y="2341294"/>
                  </a:lnTo>
                  <a:lnTo>
                    <a:pt x="719833" y="2341294"/>
                  </a:lnTo>
                  <a:lnTo>
                    <a:pt x="712009" y="2341294"/>
                  </a:lnTo>
                  <a:lnTo>
                    <a:pt x="704185" y="2341294"/>
                  </a:lnTo>
                  <a:lnTo>
                    <a:pt x="696360" y="2341294"/>
                  </a:lnTo>
                  <a:lnTo>
                    <a:pt x="688536" y="2341294"/>
                  </a:lnTo>
                  <a:lnTo>
                    <a:pt x="680712" y="2341294"/>
                  </a:lnTo>
                  <a:lnTo>
                    <a:pt x="672888" y="2341294"/>
                  </a:lnTo>
                  <a:lnTo>
                    <a:pt x="665063" y="2341294"/>
                  </a:lnTo>
                  <a:lnTo>
                    <a:pt x="657239" y="2341294"/>
                  </a:lnTo>
                  <a:lnTo>
                    <a:pt x="649415" y="2341294"/>
                  </a:lnTo>
                  <a:lnTo>
                    <a:pt x="641590" y="2341294"/>
                  </a:lnTo>
                  <a:lnTo>
                    <a:pt x="633766" y="2341294"/>
                  </a:lnTo>
                  <a:lnTo>
                    <a:pt x="625942" y="2341294"/>
                  </a:lnTo>
                  <a:lnTo>
                    <a:pt x="618118" y="2341294"/>
                  </a:lnTo>
                  <a:lnTo>
                    <a:pt x="610293" y="2341294"/>
                  </a:lnTo>
                  <a:lnTo>
                    <a:pt x="602469" y="2341294"/>
                  </a:lnTo>
                  <a:lnTo>
                    <a:pt x="594645" y="2341294"/>
                  </a:lnTo>
                  <a:lnTo>
                    <a:pt x="586820" y="2341294"/>
                  </a:lnTo>
                  <a:lnTo>
                    <a:pt x="578996" y="2341294"/>
                  </a:lnTo>
                  <a:lnTo>
                    <a:pt x="571172" y="2341294"/>
                  </a:lnTo>
                  <a:lnTo>
                    <a:pt x="563348" y="2341294"/>
                  </a:lnTo>
                  <a:lnTo>
                    <a:pt x="555523" y="2341294"/>
                  </a:lnTo>
                  <a:lnTo>
                    <a:pt x="547699" y="2341294"/>
                  </a:lnTo>
                  <a:lnTo>
                    <a:pt x="539875" y="2341294"/>
                  </a:lnTo>
                  <a:lnTo>
                    <a:pt x="532050" y="2341294"/>
                  </a:lnTo>
                  <a:lnTo>
                    <a:pt x="524226" y="2341294"/>
                  </a:lnTo>
                  <a:lnTo>
                    <a:pt x="516402" y="2341294"/>
                  </a:lnTo>
                  <a:lnTo>
                    <a:pt x="508578" y="2341294"/>
                  </a:lnTo>
                  <a:lnTo>
                    <a:pt x="500753" y="2341294"/>
                  </a:lnTo>
                  <a:lnTo>
                    <a:pt x="492929" y="2341294"/>
                  </a:lnTo>
                  <a:lnTo>
                    <a:pt x="485105" y="2341294"/>
                  </a:lnTo>
                  <a:lnTo>
                    <a:pt x="477281" y="2341294"/>
                  </a:lnTo>
                  <a:lnTo>
                    <a:pt x="469456" y="2341294"/>
                  </a:lnTo>
                  <a:lnTo>
                    <a:pt x="461632" y="2341294"/>
                  </a:lnTo>
                  <a:lnTo>
                    <a:pt x="453808" y="2341294"/>
                  </a:lnTo>
                  <a:lnTo>
                    <a:pt x="445983" y="2341294"/>
                  </a:lnTo>
                  <a:lnTo>
                    <a:pt x="438159" y="2341294"/>
                  </a:lnTo>
                  <a:lnTo>
                    <a:pt x="430335" y="2341294"/>
                  </a:lnTo>
                  <a:lnTo>
                    <a:pt x="422511" y="2341294"/>
                  </a:lnTo>
                  <a:lnTo>
                    <a:pt x="414686" y="2341294"/>
                  </a:lnTo>
                  <a:lnTo>
                    <a:pt x="406862" y="2341294"/>
                  </a:lnTo>
                  <a:lnTo>
                    <a:pt x="399038" y="2341294"/>
                  </a:lnTo>
                  <a:lnTo>
                    <a:pt x="391213" y="2341294"/>
                  </a:lnTo>
                  <a:lnTo>
                    <a:pt x="383389" y="2341294"/>
                  </a:lnTo>
                  <a:lnTo>
                    <a:pt x="375565" y="2341294"/>
                  </a:lnTo>
                  <a:lnTo>
                    <a:pt x="367741" y="2341294"/>
                  </a:lnTo>
                  <a:lnTo>
                    <a:pt x="359916" y="2341294"/>
                  </a:lnTo>
                  <a:lnTo>
                    <a:pt x="352092" y="2341294"/>
                  </a:lnTo>
                  <a:lnTo>
                    <a:pt x="344268" y="2341294"/>
                  </a:lnTo>
                  <a:lnTo>
                    <a:pt x="336444" y="2341294"/>
                  </a:lnTo>
                  <a:lnTo>
                    <a:pt x="328619" y="2341294"/>
                  </a:lnTo>
                  <a:lnTo>
                    <a:pt x="320795" y="2341294"/>
                  </a:lnTo>
                  <a:lnTo>
                    <a:pt x="312971" y="2341294"/>
                  </a:lnTo>
                  <a:lnTo>
                    <a:pt x="305146" y="2341294"/>
                  </a:lnTo>
                  <a:lnTo>
                    <a:pt x="297322" y="2341294"/>
                  </a:lnTo>
                  <a:lnTo>
                    <a:pt x="289498" y="2341294"/>
                  </a:lnTo>
                  <a:lnTo>
                    <a:pt x="281674" y="2341294"/>
                  </a:lnTo>
                  <a:lnTo>
                    <a:pt x="273849" y="2341294"/>
                  </a:lnTo>
                  <a:lnTo>
                    <a:pt x="266025" y="2341294"/>
                  </a:lnTo>
                  <a:lnTo>
                    <a:pt x="258201" y="2341294"/>
                  </a:lnTo>
                  <a:lnTo>
                    <a:pt x="250376" y="2341294"/>
                  </a:lnTo>
                  <a:lnTo>
                    <a:pt x="242552" y="2341294"/>
                  </a:lnTo>
                  <a:lnTo>
                    <a:pt x="234728" y="2341294"/>
                  </a:lnTo>
                  <a:lnTo>
                    <a:pt x="226904" y="2341294"/>
                  </a:lnTo>
                  <a:lnTo>
                    <a:pt x="219079" y="2341294"/>
                  </a:lnTo>
                  <a:lnTo>
                    <a:pt x="211255" y="2341294"/>
                  </a:lnTo>
                  <a:lnTo>
                    <a:pt x="203431" y="2341294"/>
                  </a:lnTo>
                  <a:lnTo>
                    <a:pt x="195606" y="2341294"/>
                  </a:lnTo>
                  <a:lnTo>
                    <a:pt x="187782" y="2341294"/>
                  </a:lnTo>
                  <a:lnTo>
                    <a:pt x="179958" y="2341294"/>
                  </a:lnTo>
                  <a:lnTo>
                    <a:pt x="172134" y="2341294"/>
                  </a:lnTo>
                  <a:lnTo>
                    <a:pt x="164309" y="2341294"/>
                  </a:lnTo>
                  <a:lnTo>
                    <a:pt x="156485" y="2341294"/>
                  </a:lnTo>
                  <a:lnTo>
                    <a:pt x="148661" y="2341294"/>
                  </a:lnTo>
                  <a:lnTo>
                    <a:pt x="140837" y="2341294"/>
                  </a:lnTo>
                  <a:lnTo>
                    <a:pt x="133012" y="2341294"/>
                  </a:lnTo>
                  <a:lnTo>
                    <a:pt x="125188" y="2341294"/>
                  </a:lnTo>
                  <a:lnTo>
                    <a:pt x="117364" y="2341294"/>
                  </a:lnTo>
                  <a:lnTo>
                    <a:pt x="109539" y="2341294"/>
                  </a:lnTo>
                  <a:lnTo>
                    <a:pt x="101715" y="2341294"/>
                  </a:lnTo>
                  <a:lnTo>
                    <a:pt x="93891" y="2341294"/>
                  </a:lnTo>
                  <a:lnTo>
                    <a:pt x="86067" y="2341294"/>
                  </a:lnTo>
                  <a:lnTo>
                    <a:pt x="78242" y="2341294"/>
                  </a:lnTo>
                  <a:lnTo>
                    <a:pt x="70418" y="2341294"/>
                  </a:lnTo>
                  <a:lnTo>
                    <a:pt x="62594" y="2341294"/>
                  </a:lnTo>
                  <a:lnTo>
                    <a:pt x="54769" y="2341294"/>
                  </a:lnTo>
                  <a:lnTo>
                    <a:pt x="46945" y="2341294"/>
                  </a:lnTo>
                  <a:lnTo>
                    <a:pt x="39121" y="2341294"/>
                  </a:lnTo>
                  <a:lnTo>
                    <a:pt x="31297" y="2341294"/>
                  </a:lnTo>
                  <a:lnTo>
                    <a:pt x="23472" y="2341294"/>
                  </a:lnTo>
                  <a:lnTo>
                    <a:pt x="15648" y="2341294"/>
                  </a:lnTo>
                  <a:lnTo>
                    <a:pt x="7824" y="2341294"/>
                  </a:lnTo>
                  <a:lnTo>
                    <a:pt x="0" y="234129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7848093" y="2453438"/>
              <a:ext cx="3998206" cy="2341294"/>
            </a:xfrm>
            <a:custGeom>
              <a:avLst/>
              <a:pathLst>
                <a:path w="3998206" h="2341294">
                  <a:moveTo>
                    <a:pt x="0" y="2288376"/>
                  </a:moveTo>
                  <a:lnTo>
                    <a:pt x="7824" y="2287043"/>
                  </a:lnTo>
                  <a:lnTo>
                    <a:pt x="15648" y="2285878"/>
                  </a:lnTo>
                  <a:lnTo>
                    <a:pt x="23472" y="2284867"/>
                  </a:lnTo>
                  <a:lnTo>
                    <a:pt x="31297" y="2284007"/>
                  </a:lnTo>
                  <a:lnTo>
                    <a:pt x="39121" y="2283302"/>
                  </a:lnTo>
                  <a:lnTo>
                    <a:pt x="46945" y="2282759"/>
                  </a:lnTo>
                  <a:lnTo>
                    <a:pt x="54769" y="2282439"/>
                  </a:lnTo>
                  <a:lnTo>
                    <a:pt x="62594" y="2282290"/>
                  </a:lnTo>
                  <a:lnTo>
                    <a:pt x="70418" y="2282311"/>
                  </a:lnTo>
                  <a:lnTo>
                    <a:pt x="78242" y="2282501"/>
                  </a:lnTo>
                  <a:lnTo>
                    <a:pt x="86067" y="2282869"/>
                  </a:lnTo>
                  <a:lnTo>
                    <a:pt x="93891" y="2283447"/>
                  </a:lnTo>
                  <a:lnTo>
                    <a:pt x="101715" y="2284180"/>
                  </a:lnTo>
                  <a:lnTo>
                    <a:pt x="109539" y="2285063"/>
                  </a:lnTo>
                  <a:lnTo>
                    <a:pt x="117364" y="2286089"/>
                  </a:lnTo>
                  <a:lnTo>
                    <a:pt x="125188" y="2287266"/>
                  </a:lnTo>
                  <a:lnTo>
                    <a:pt x="133012" y="2288589"/>
                  </a:lnTo>
                  <a:lnTo>
                    <a:pt x="140837" y="2290018"/>
                  </a:lnTo>
                  <a:lnTo>
                    <a:pt x="148661" y="2291543"/>
                  </a:lnTo>
                  <a:lnTo>
                    <a:pt x="156485" y="2293152"/>
                  </a:lnTo>
                  <a:lnTo>
                    <a:pt x="164309" y="2294845"/>
                  </a:lnTo>
                  <a:lnTo>
                    <a:pt x="172134" y="2296597"/>
                  </a:lnTo>
                  <a:lnTo>
                    <a:pt x="179958" y="2298384"/>
                  </a:lnTo>
                  <a:lnTo>
                    <a:pt x="187782" y="2300195"/>
                  </a:lnTo>
                  <a:lnTo>
                    <a:pt x="195606" y="2302018"/>
                  </a:lnTo>
                  <a:lnTo>
                    <a:pt x="203431" y="2303833"/>
                  </a:lnTo>
                  <a:lnTo>
                    <a:pt x="211255" y="2305621"/>
                  </a:lnTo>
                  <a:lnTo>
                    <a:pt x="219079" y="2307373"/>
                  </a:lnTo>
                  <a:lnTo>
                    <a:pt x="226904" y="2309078"/>
                  </a:lnTo>
                  <a:lnTo>
                    <a:pt x="234728" y="2310724"/>
                  </a:lnTo>
                  <a:lnTo>
                    <a:pt x="242552" y="2312270"/>
                  </a:lnTo>
                  <a:lnTo>
                    <a:pt x="250376" y="2313728"/>
                  </a:lnTo>
                  <a:lnTo>
                    <a:pt x="258201" y="2315090"/>
                  </a:lnTo>
                  <a:lnTo>
                    <a:pt x="266025" y="2316347"/>
                  </a:lnTo>
                  <a:lnTo>
                    <a:pt x="273849" y="2317486"/>
                  </a:lnTo>
                  <a:lnTo>
                    <a:pt x="281674" y="2318467"/>
                  </a:lnTo>
                  <a:lnTo>
                    <a:pt x="289498" y="2319318"/>
                  </a:lnTo>
                  <a:lnTo>
                    <a:pt x="297322" y="2320035"/>
                  </a:lnTo>
                  <a:lnTo>
                    <a:pt x="305146" y="2320614"/>
                  </a:lnTo>
                  <a:lnTo>
                    <a:pt x="312971" y="2321031"/>
                  </a:lnTo>
                  <a:lnTo>
                    <a:pt x="320795" y="2321270"/>
                  </a:lnTo>
                  <a:lnTo>
                    <a:pt x="328619" y="2321360"/>
                  </a:lnTo>
                  <a:lnTo>
                    <a:pt x="336444" y="2321302"/>
                  </a:lnTo>
                  <a:lnTo>
                    <a:pt x="344268" y="2321094"/>
                  </a:lnTo>
                  <a:lnTo>
                    <a:pt x="352092" y="2320705"/>
                  </a:lnTo>
                  <a:lnTo>
                    <a:pt x="359916" y="2320147"/>
                  </a:lnTo>
                  <a:lnTo>
                    <a:pt x="367741" y="2319444"/>
                  </a:lnTo>
                  <a:lnTo>
                    <a:pt x="375565" y="2318598"/>
                  </a:lnTo>
                  <a:lnTo>
                    <a:pt x="383389" y="2317611"/>
                  </a:lnTo>
                  <a:lnTo>
                    <a:pt x="391213" y="2316451"/>
                  </a:lnTo>
                  <a:lnTo>
                    <a:pt x="399038" y="2315152"/>
                  </a:lnTo>
                  <a:lnTo>
                    <a:pt x="406862" y="2313729"/>
                  </a:lnTo>
                  <a:lnTo>
                    <a:pt x="414686" y="2312187"/>
                  </a:lnTo>
                  <a:lnTo>
                    <a:pt x="422511" y="2310532"/>
                  </a:lnTo>
                  <a:lnTo>
                    <a:pt x="430335" y="2308735"/>
                  </a:lnTo>
                  <a:lnTo>
                    <a:pt x="438159" y="2306843"/>
                  </a:lnTo>
                  <a:lnTo>
                    <a:pt x="445983" y="2304865"/>
                  </a:lnTo>
                  <a:lnTo>
                    <a:pt x="453808" y="2302806"/>
                  </a:lnTo>
                  <a:lnTo>
                    <a:pt x="461632" y="2300669"/>
                  </a:lnTo>
                  <a:lnTo>
                    <a:pt x="469456" y="2298455"/>
                  </a:lnTo>
                  <a:lnTo>
                    <a:pt x="477281" y="2296192"/>
                  </a:lnTo>
                  <a:lnTo>
                    <a:pt x="485105" y="2293888"/>
                  </a:lnTo>
                  <a:lnTo>
                    <a:pt x="492929" y="2291551"/>
                  </a:lnTo>
                  <a:lnTo>
                    <a:pt x="500753" y="2289188"/>
                  </a:lnTo>
                  <a:lnTo>
                    <a:pt x="508578" y="2286812"/>
                  </a:lnTo>
                  <a:lnTo>
                    <a:pt x="516402" y="2284436"/>
                  </a:lnTo>
                  <a:lnTo>
                    <a:pt x="524226" y="2282067"/>
                  </a:lnTo>
                  <a:lnTo>
                    <a:pt x="532050" y="2279714"/>
                  </a:lnTo>
                  <a:lnTo>
                    <a:pt x="539875" y="2277391"/>
                  </a:lnTo>
                  <a:lnTo>
                    <a:pt x="547699" y="2275108"/>
                  </a:lnTo>
                  <a:lnTo>
                    <a:pt x="555523" y="2272868"/>
                  </a:lnTo>
                  <a:lnTo>
                    <a:pt x="563348" y="2270676"/>
                  </a:lnTo>
                  <a:lnTo>
                    <a:pt x="571172" y="2268538"/>
                  </a:lnTo>
                  <a:lnTo>
                    <a:pt x="578996" y="2266478"/>
                  </a:lnTo>
                  <a:lnTo>
                    <a:pt x="586820" y="2264490"/>
                  </a:lnTo>
                  <a:lnTo>
                    <a:pt x="594645" y="2262573"/>
                  </a:lnTo>
                  <a:lnTo>
                    <a:pt x="602469" y="2260729"/>
                  </a:lnTo>
                  <a:lnTo>
                    <a:pt x="610293" y="2258960"/>
                  </a:lnTo>
                  <a:lnTo>
                    <a:pt x="618118" y="2257297"/>
                  </a:lnTo>
                  <a:lnTo>
                    <a:pt x="625942" y="2255712"/>
                  </a:lnTo>
                  <a:lnTo>
                    <a:pt x="633766" y="2254206"/>
                  </a:lnTo>
                  <a:lnTo>
                    <a:pt x="641590" y="2252777"/>
                  </a:lnTo>
                  <a:lnTo>
                    <a:pt x="649415" y="2251432"/>
                  </a:lnTo>
                  <a:lnTo>
                    <a:pt x="657239" y="2250183"/>
                  </a:lnTo>
                  <a:lnTo>
                    <a:pt x="665063" y="2249005"/>
                  </a:lnTo>
                  <a:lnTo>
                    <a:pt x="672888" y="2247896"/>
                  </a:lnTo>
                  <a:lnTo>
                    <a:pt x="680712" y="2246854"/>
                  </a:lnTo>
                  <a:lnTo>
                    <a:pt x="688536" y="2245884"/>
                  </a:lnTo>
                  <a:lnTo>
                    <a:pt x="696360" y="2244983"/>
                  </a:lnTo>
                  <a:lnTo>
                    <a:pt x="704185" y="2244137"/>
                  </a:lnTo>
                  <a:lnTo>
                    <a:pt x="712009" y="2243340"/>
                  </a:lnTo>
                  <a:lnTo>
                    <a:pt x="719833" y="2242590"/>
                  </a:lnTo>
                  <a:lnTo>
                    <a:pt x="727657" y="2241891"/>
                  </a:lnTo>
                  <a:lnTo>
                    <a:pt x="735482" y="2241233"/>
                  </a:lnTo>
                  <a:lnTo>
                    <a:pt x="743306" y="2240609"/>
                  </a:lnTo>
                  <a:lnTo>
                    <a:pt x="751130" y="2240014"/>
                  </a:lnTo>
                  <a:lnTo>
                    <a:pt x="758955" y="2239446"/>
                  </a:lnTo>
                  <a:lnTo>
                    <a:pt x="766779" y="2238906"/>
                  </a:lnTo>
                  <a:lnTo>
                    <a:pt x="774603" y="2238386"/>
                  </a:lnTo>
                  <a:lnTo>
                    <a:pt x="782427" y="2237881"/>
                  </a:lnTo>
                  <a:lnTo>
                    <a:pt x="790252" y="2237388"/>
                  </a:lnTo>
                  <a:lnTo>
                    <a:pt x="798076" y="2236906"/>
                  </a:lnTo>
                  <a:lnTo>
                    <a:pt x="805900" y="2236432"/>
                  </a:lnTo>
                  <a:lnTo>
                    <a:pt x="813725" y="2235961"/>
                  </a:lnTo>
                  <a:lnTo>
                    <a:pt x="821549" y="2235490"/>
                  </a:lnTo>
                  <a:lnTo>
                    <a:pt x="829373" y="2235016"/>
                  </a:lnTo>
                  <a:lnTo>
                    <a:pt x="837197" y="2234536"/>
                  </a:lnTo>
                  <a:lnTo>
                    <a:pt x="845022" y="2234044"/>
                  </a:lnTo>
                  <a:lnTo>
                    <a:pt x="852846" y="2233537"/>
                  </a:lnTo>
                  <a:lnTo>
                    <a:pt x="860670" y="2233012"/>
                  </a:lnTo>
                  <a:lnTo>
                    <a:pt x="868495" y="2232465"/>
                  </a:lnTo>
                  <a:lnTo>
                    <a:pt x="876319" y="2231889"/>
                  </a:lnTo>
                  <a:lnTo>
                    <a:pt x="884143" y="2231273"/>
                  </a:lnTo>
                  <a:lnTo>
                    <a:pt x="891967" y="2230618"/>
                  </a:lnTo>
                  <a:lnTo>
                    <a:pt x="899792" y="2229919"/>
                  </a:lnTo>
                  <a:lnTo>
                    <a:pt x="907616" y="2229172"/>
                  </a:lnTo>
                  <a:lnTo>
                    <a:pt x="915440" y="2228357"/>
                  </a:lnTo>
                  <a:lnTo>
                    <a:pt x="923264" y="2227468"/>
                  </a:lnTo>
                  <a:lnTo>
                    <a:pt x="931089" y="2226509"/>
                  </a:lnTo>
                  <a:lnTo>
                    <a:pt x="938913" y="2225472"/>
                  </a:lnTo>
                  <a:lnTo>
                    <a:pt x="946737" y="2224352"/>
                  </a:lnTo>
                  <a:lnTo>
                    <a:pt x="954562" y="2223114"/>
                  </a:lnTo>
                  <a:lnTo>
                    <a:pt x="962386" y="2221769"/>
                  </a:lnTo>
                  <a:lnTo>
                    <a:pt x="970210" y="2220318"/>
                  </a:lnTo>
                  <a:lnTo>
                    <a:pt x="978034" y="2218756"/>
                  </a:lnTo>
                  <a:lnTo>
                    <a:pt x="985859" y="2217076"/>
                  </a:lnTo>
                  <a:lnTo>
                    <a:pt x="993683" y="2215230"/>
                  </a:lnTo>
                  <a:lnTo>
                    <a:pt x="1001507" y="2213255"/>
                  </a:lnTo>
                  <a:lnTo>
                    <a:pt x="1009332" y="2211147"/>
                  </a:lnTo>
                  <a:lnTo>
                    <a:pt x="1017156" y="2208904"/>
                  </a:lnTo>
                  <a:lnTo>
                    <a:pt x="1024980" y="2206513"/>
                  </a:lnTo>
                  <a:lnTo>
                    <a:pt x="1032804" y="2203944"/>
                  </a:lnTo>
                  <a:lnTo>
                    <a:pt x="1040629" y="2201237"/>
                  </a:lnTo>
                  <a:lnTo>
                    <a:pt x="1048453" y="2198391"/>
                  </a:lnTo>
                  <a:lnTo>
                    <a:pt x="1056277" y="2195408"/>
                  </a:lnTo>
                  <a:lnTo>
                    <a:pt x="1064101" y="2192270"/>
                  </a:lnTo>
                  <a:lnTo>
                    <a:pt x="1071926" y="2188977"/>
                  </a:lnTo>
                  <a:lnTo>
                    <a:pt x="1079750" y="2185560"/>
                  </a:lnTo>
                  <a:lnTo>
                    <a:pt x="1087574" y="2182026"/>
                  </a:lnTo>
                  <a:lnTo>
                    <a:pt x="1095399" y="2178379"/>
                  </a:lnTo>
                  <a:lnTo>
                    <a:pt x="1103223" y="2174605"/>
                  </a:lnTo>
                  <a:lnTo>
                    <a:pt x="1111047" y="2170727"/>
                  </a:lnTo>
                  <a:lnTo>
                    <a:pt x="1118871" y="2166767"/>
                  </a:lnTo>
                  <a:lnTo>
                    <a:pt x="1126696" y="2162732"/>
                  </a:lnTo>
                  <a:lnTo>
                    <a:pt x="1134520" y="2158631"/>
                  </a:lnTo>
                  <a:lnTo>
                    <a:pt x="1142344" y="2154462"/>
                  </a:lnTo>
                  <a:lnTo>
                    <a:pt x="1150169" y="2150253"/>
                  </a:lnTo>
                  <a:lnTo>
                    <a:pt x="1157993" y="2146016"/>
                  </a:lnTo>
                  <a:lnTo>
                    <a:pt x="1165817" y="2141759"/>
                  </a:lnTo>
                  <a:lnTo>
                    <a:pt x="1173641" y="2137493"/>
                  </a:lnTo>
                  <a:lnTo>
                    <a:pt x="1181466" y="2133231"/>
                  </a:lnTo>
                  <a:lnTo>
                    <a:pt x="1189290" y="2128985"/>
                  </a:lnTo>
                  <a:lnTo>
                    <a:pt x="1197114" y="2124761"/>
                  </a:lnTo>
                  <a:lnTo>
                    <a:pt x="1204939" y="2120567"/>
                  </a:lnTo>
                  <a:lnTo>
                    <a:pt x="1212763" y="2116413"/>
                  </a:lnTo>
                  <a:lnTo>
                    <a:pt x="1220587" y="2112314"/>
                  </a:lnTo>
                  <a:lnTo>
                    <a:pt x="1228411" y="2108264"/>
                  </a:lnTo>
                  <a:lnTo>
                    <a:pt x="1236236" y="2104266"/>
                  </a:lnTo>
                  <a:lnTo>
                    <a:pt x="1244060" y="2100320"/>
                  </a:lnTo>
                  <a:lnTo>
                    <a:pt x="1251884" y="2096437"/>
                  </a:lnTo>
                  <a:lnTo>
                    <a:pt x="1259708" y="2092615"/>
                  </a:lnTo>
                  <a:lnTo>
                    <a:pt x="1267533" y="2088840"/>
                  </a:lnTo>
                  <a:lnTo>
                    <a:pt x="1275357" y="2085109"/>
                  </a:lnTo>
                  <a:lnTo>
                    <a:pt x="1283181" y="2081415"/>
                  </a:lnTo>
                  <a:lnTo>
                    <a:pt x="1291006" y="2077758"/>
                  </a:lnTo>
                  <a:lnTo>
                    <a:pt x="1298830" y="2074118"/>
                  </a:lnTo>
                  <a:lnTo>
                    <a:pt x="1306654" y="2070483"/>
                  </a:lnTo>
                  <a:lnTo>
                    <a:pt x="1314478" y="2066840"/>
                  </a:lnTo>
                  <a:lnTo>
                    <a:pt x="1322303" y="2063179"/>
                  </a:lnTo>
                  <a:lnTo>
                    <a:pt x="1330127" y="2059467"/>
                  </a:lnTo>
                  <a:lnTo>
                    <a:pt x="1337951" y="2055691"/>
                  </a:lnTo>
                  <a:lnTo>
                    <a:pt x="1345776" y="2051837"/>
                  </a:lnTo>
                  <a:lnTo>
                    <a:pt x="1353600" y="2047887"/>
                  </a:lnTo>
                  <a:lnTo>
                    <a:pt x="1361424" y="2043822"/>
                  </a:lnTo>
                  <a:lnTo>
                    <a:pt x="1369248" y="2039568"/>
                  </a:lnTo>
                  <a:lnTo>
                    <a:pt x="1377073" y="2035142"/>
                  </a:lnTo>
                  <a:lnTo>
                    <a:pt x="1384897" y="2030525"/>
                  </a:lnTo>
                  <a:lnTo>
                    <a:pt x="1392721" y="2025695"/>
                  </a:lnTo>
                  <a:lnTo>
                    <a:pt x="1400545" y="2020607"/>
                  </a:lnTo>
                  <a:lnTo>
                    <a:pt x="1408370" y="2015177"/>
                  </a:lnTo>
                  <a:lnTo>
                    <a:pt x="1416194" y="2009444"/>
                  </a:lnTo>
                  <a:lnTo>
                    <a:pt x="1424018" y="2003384"/>
                  </a:lnTo>
                  <a:lnTo>
                    <a:pt x="1431843" y="1996974"/>
                  </a:lnTo>
                  <a:lnTo>
                    <a:pt x="1439667" y="1990120"/>
                  </a:lnTo>
                  <a:lnTo>
                    <a:pt x="1447491" y="1982764"/>
                  </a:lnTo>
                  <a:lnTo>
                    <a:pt x="1455315" y="1974953"/>
                  </a:lnTo>
                  <a:lnTo>
                    <a:pt x="1463140" y="1966661"/>
                  </a:lnTo>
                  <a:lnTo>
                    <a:pt x="1470964" y="1957859"/>
                  </a:lnTo>
                  <a:lnTo>
                    <a:pt x="1478788" y="1948379"/>
                  </a:lnTo>
                  <a:lnTo>
                    <a:pt x="1486613" y="1938234"/>
                  </a:lnTo>
                  <a:lnTo>
                    <a:pt x="1494437" y="1927458"/>
                  </a:lnTo>
                  <a:lnTo>
                    <a:pt x="1502261" y="1916020"/>
                  </a:lnTo>
                  <a:lnTo>
                    <a:pt x="1510085" y="1903889"/>
                  </a:lnTo>
                  <a:lnTo>
                    <a:pt x="1517910" y="1890785"/>
                  </a:lnTo>
                  <a:lnTo>
                    <a:pt x="1525734" y="1876848"/>
                  </a:lnTo>
                  <a:lnTo>
                    <a:pt x="1533558" y="1862078"/>
                  </a:lnTo>
                  <a:lnTo>
                    <a:pt x="1541383" y="1846440"/>
                  </a:lnTo>
                  <a:lnTo>
                    <a:pt x="1549207" y="1829874"/>
                  </a:lnTo>
                  <a:lnTo>
                    <a:pt x="1557031" y="1812030"/>
                  </a:lnTo>
                  <a:lnTo>
                    <a:pt x="1564855" y="1793171"/>
                  </a:lnTo>
                  <a:lnTo>
                    <a:pt x="1572680" y="1773263"/>
                  </a:lnTo>
                  <a:lnTo>
                    <a:pt x="1580504" y="1752271"/>
                  </a:lnTo>
                  <a:lnTo>
                    <a:pt x="1588328" y="1730048"/>
                  </a:lnTo>
                  <a:lnTo>
                    <a:pt x="1596152" y="1706348"/>
                  </a:lnTo>
                  <a:lnTo>
                    <a:pt x="1603977" y="1681436"/>
                  </a:lnTo>
                  <a:lnTo>
                    <a:pt x="1611801" y="1655285"/>
                  </a:lnTo>
                  <a:lnTo>
                    <a:pt x="1619625" y="1627870"/>
                  </a:lnTo>
                  <a:lnTo>
                    <a:pt x="1627450" y="1598947"/>
                  </a:lnTo>
                  <a:lnTo>
                    <a:pt x="1635274" y="1568463"/>
                  </a:lnTo>
                  <a:lnTo>
                    <a:pt x="1643098" y="1536652"/>
                  </a:lnTo>
                  <a:lnTo>
                    <a:pt x="1650922" y="1503509"/>
                  </a:lnTo>
                  <a:lnTo>
                    <a:pt x="1658747" y="1469034"/>
                  </a:lnTo>
                  <a:lnTo>
                    <a:pt x="1666571" y="1432914"/>
                  </a:lnTo>
                  <a:lnTo>
                    <a:pt x="1674395" y="1395341"/>
                  </a:lnTo>
                  <a:lnTo>
                    <a:pt x="1682220" y="1356495"/>
                  </a:lnTo>
                  <a:lnTo>
                    <a:pt x="1690044" y="1316405"/>
                  </a:lnTo>
                  <a:lnTo>
                    <a:pt x="1697868" y="1275107"/>
                  </a:lnTo>
                  <a:lnTo>
                    <a:pt x="1705692" y="1232308"/>
                  </a:lnTo>
                  <a:lnTo>
                    <a:pt x="1713517" y="1188411"/>
                  </a:lnTo>
                  <a:lnTo>
                    <a:pt x="1721341" y="1143531"/>
                  </a:lnTo>
                  <a:lnTo>
                    <a:pt x="1729165" y="1097741"/>
                  </a:lnTo>
                  <a:lnTo>
                    <a:pt x="1736990" y="1051098"/>
                  </a:lnTo>
                  <a:lnTo>
                    <a:pt x="1744814" y="1003539"/>
                  </a:lnTo>
                  <a:lnTo>
                    <a:pt x="1752638" y="955440"/>
                  </a:lnTo>
                  <a:lnTo>
                    <a:pt x="1760462" y="906908"/>
                  </a:lnTo>
                  <a:lnTo>
                    <a:pt x="1768287" y="858055"/>
                  </a:lnTo>
                  <a:lnTo>
                    <a:pt x="1776111" y="808998"/>
                  </a:lnTo>
                  <a:lnTo>
                    <a:pt x="1783935" y="759949"/>
                  </a:lnTo>
                  <a:lnTo>
                    <a:pt x="1791759" y="711088"/>
                  </a:lnTo>
                  <a:lnTo>
                    <a:pt x="1799584" y="662548"/>
                  </a:lnTo>
                  <a:lnTo>
                    <a:pt x="1807408" y="614464"/>
                  </a:lnTo>
                  <a:lnTo>
                    <a:pt x="1815232" y="567118"/>
                  </a:lnTo>
                  <a:lnTo>
                    <a:pt x="1823057" y="520769"/>
                  </a:lnTo>
                  <a:lnTo>
                    <a:pt x="1830881" y="475435"/>
                  </a:lnTo>
                  <a:lnTo>
                    <a:pt x="1838705" y="431251"/>
                  </a:lnTo>
                  <a:lnTo>
                    <a:pt x="1846529" y="388349"/>
                  </a:lnTo>
                  <a:lnTo>
                    <a:pt x="1854354" y="347264"/>
                  </a:lnTo>
                  <a:lnTo>
                    <a:pt x="1862178" y="308008"/>
                  </a:lnTo>
                  <a:lnTo>
                    <a:pt x="1870002" y="270530"/>
                  </a:lnTo>
                  <a:lnTo>
                    <a:pt x="1877827" y="234936"/>
                  </a:lnTo>
                  <a:lnTo>
                    <a:pt x="1885651" y="201329"/>
                  </a:lnTo>
                  <a:lnTo>
                    <a:pt x="1893475" y="170522"/>
                  </a:lnTo>
                  <a:lnTo>
                    <a:pt x="1901299" y="142047"/>
                  </a:lnTo>
                  <a:lnTo>
                    <a:pt x="1909124" y="115888"/>
                  </a:lnTo>
                  <a:lnTo>
                    <a:pt x="1916948" y="92102"/>
                  </a:lnTo>
                  <a:lnTo>
                    <a:pt x="1924772" y="70827"/>
                  </a:lnTo>
                  <a:lnTo>
                    <a:pt x="1932596" y="52843"/>
                  </a:lnTo>
                  <a:lnTo>
                    <a:pt x="1940421" y="37381"/>
                  </a:lnTo>
                  <a:lnTo>
                    <a:pt x="1948245" y="24450"/>
                  </a:lnTo>
                  <a:lnTo>
                    <a:pt x="1956069" y="14056"/>
                  </a:lnTo>
                  <a:lnTo>
                    <a:pt x="1963894" y="6461"/>
                  </a:lnTo>
                  <a:lnTo>
                    <a:pt x="1971718" y="1998"/>
                  </a:lnTo>
                  <a:lnTo>
                    <a:pt x="1979542" y="0"/>
                  </a:lnTo>
                  <a:lnTo>
                    <a:pt x="1987366" y="426"/>
                  </a:lnTo>
                  <a:lnTo>
                    <a:pt x="1995191" y="3236"/>
                  </a:lnTo>
                  <a:lnTo>
                    <a:pt x="2003015" y="8781"/>
                  </a:lnTo>
                  <a:lnTo>
                    <a:pt x="2010839" y="16955"/>
                  </a:lnTo>
                  <a:lnTo>
                    <a:pt x="2018664" y="27278"/>
                  </a:lnTo>
                  <a:lnTo>
                    <a:pt x="2026488" y="39682"/>
                  </a:lnTo>
                  <a:lnTo>
                    <a:pt x="2034312" y="54098"/>
                  </a:lnTo>
                  <a:lnTo>
                    <a:pt x="2042136" y="70902"/>
                  </a:lnTo>
                  <a:lnTo>
                    <a:pt x="2049961" y="89690"/>
                  </a:lnTo>
                  <a:lnTo>
                    <a:pt x="2057785" y="110182"/>
                  </a:lnTo>
                  <a:lnTo>
                    <a:pt x="2065609" y="132302"/>
                  </a:lnTo>
                  <a:lnTo>
                    <a:pt x="2073434" y="155975"/>
                  </a:lnTo>
                  <a:lnTo>
                    <a:pt x="2081258" y="181554"/>
                  </a:lnTo>
                  <a:lnTo>
                    <a:pt x="2089082" y="208507"/>
                  </a:lnTo>
                  <a:lnTo>
                    <a:pt x="2096906" y="236716"/>
                  </a:lnTo>
                  <a:lnTo>
                    <a:pt x="2104731" y="266115"/>
                  </a:lnTo>
                  <a:lnTo>
                    <a:pt x="2112555" y="296678"/>
                  </a:lnTo>
                  <a:lnTo>
                    <a:pt x="2120379" y="328594"/>
                  </a:lnTo>
                  <a:lnTo>
                    <a:pt x="2128203" y="361453"/>
                  </a:lnTo>
                  <a:lnTo>
                    <a:pt x="2136028" y="395200"/>
                  </a:lnTo>
                  <a:lnTo>
                    <a:pt x="2143852" y="429787"/>
                  </a:lnTo>
                  <a:lnTo>
                    <a:pt x="2151676" y="465245"/>
                  </a:lnTo>
                  <a:lnTo>
                    <a:pt x="2159501" y="501596"/>
                  </a:lnTo>
                  <a:lnTo>
                    <a:pt x="2167325" y="538609"/>
                  </a:lnTo>
                  <a:lnTo>
                    <a:pt x="2175149" y="576246"/>
                  </a:lnTo>
                  <a:lnTo>
                    <a:pt x="2182973" y="614472"/>
                  </a:lnTo>
                  <a:lnTo>
                    <a:pt x="2190798" y="653344"/>
                  </a:lnTo>
                  <a:lnTo>
                    <a:pt x="2198622" y="692797"/>
                  </a:lnTo>
                  <a:lnTo>
                    <a:pt x="2206446" y="732709"/>
                  </a:lnTo>
                  <a:lnTo>
                    <a:pt x="2214271" y="773048"/>
                  </a:lnTo>
                  <a:lnTo>
                    <a:pt x="2222095" y="813784"/>
                  </a:lnTo>
                  <a:lnTo>
                    <a:pt x="2229919" y="854968"/>
                  </a:lnTo>
                  <a:lnTo>
                    <a:pt x="2237743" y="896492"/>
                  </a:lnTo>
                  <a:lnTo>
                    <a:pt x="2245568" y="938287"/>
                  </a:lnTo>
                  <a:lnTo>
                    <a:pt x="2253392" y="980322"/>
                  </a:lnTo>
                  <a:lnTo>
                    <a:pt x="2261216" y="1022562"/>
                  </a:lnTo>
                  <a:lnTo>
                    <a:pt x="2269040" y="1065005"/>
                  </a:lnTo>
                  <a:lnTo>
                    <a:pt x="2276865" y="1107544"/>
                  </a:lnTo>
                  <a:lnTo>
                    <a:pt x="2284689" y="1150133"/>
                  </a:lnTo>
                  <a:lnTo>
                    <a:pt x="2292513" y="1192732"/>
                  </a:lnTo>
                  <a:lnTo>
                    <a:pt x="2300338" y="1235293"/>
                  </a:lnTo>
                  <a:lnTo>
                    <a:pt x="2308162" y="1277712"/>
                  </a:lnTo>
                  <a:lnTo>
                    <a:pt x="2315986" y="1319953"/>
                  </a:lnTo>
                  <a:lnTo>
                    <a:pt x="2323810" y="1361965"/>
                  </a:lnTo>
                  <a:lnTo>
                    <a:pt x="2331635" y="1403699"/>
                  </a:lnTo>
                  <a:lnTo>
                    <a:pt x="2339459" y="1445055"/>
                  </a:lnTo>
                  <a:lnTo>
                    <a:pt x="2347283" y="1485888"/>
                  </a:lnTo>
                  <a:lnTo>
                    <a:pt x="2355108" y="1526228"/>
                  </a:lnTo>
                  <a:lnTo>
                    <a:pt x="2362932" y="1566021"/>
                  </a:lnTo>
                  <a:lnTo>
                    <a:pt x="2370756" y="1605216"/>
                  </a:lnTo>
                  <a:lnTo>
                    <a:pt x="2378580" y="1643621"/>
                  </a:lnTo>
                  <a:lnTo>
                    <a:pt x="2386405" y="1681157"/>
                  </a:lnTo>
                  <a:lnTo>
                    <a:pt x="2394229" y="1717890"/>
                  </a:lnTo>
                  <a:lnTo>
                    <a:pt x="2402053" y="1753774"/>
                  </a:lnTo>
                  <a:lnTo>
                    <a:pt x="2409878" y="1788765"/>
                  </a:lnTo>
                  <a:lnTo>
                    <a:pt x="2417702" y="1822559"/>
                  </a:lnTo>
                  <a:lnTo>
                    <a:pt x="2425526" y="1855248"/>
                  </a:lnTo>
                  <a:lnTo>
                    <a:pt x="2433350" y="1886893"/>
                  </a:lnTo>
                  <a:lnTo>
                    <a:pt x="2441175" y="1917466"/>
                  </a:lnTo>
                  <a:lnTo>
                    <a:pt x="2448999" y="1946941"/>
                  </a:lnTo>
                  <a:lnTo>
                    <a:pt x="2456823" y="1974910"/>
                  </a:lnTo>
                  <a:lnTo>
                    <a:pt x="2464647" y="2001697"/>
                  </a:lnTo>
                  <a:lnTo>
                    <a:pt x="2472472" y="2027321"/>
                  </a:lnTo>
                  <a:lnTo>
                    <a:pt x="2480296" y="2051776"/>
                  </a:lnTo>
                  <a:lnTo>
                    <a:pt x="2488120" y="2075004"/>
                  </a:lnTo>
                  <a:lnTo>
                    <a:pt x="2495945" y="2096701"/>
                  </a:lnTo>
                  <a:lnTo>
                    <a:pt x="2503769" y="2117242"/>
                  </a:lnTo>
                  <a:lnTo>
                    <a:pt x="2511593" y="2136640"/>
                  </a:lnTo>
                  <a:lnTo>
                    <a:pt x="2519417" y="2154911"/>
                  </a:lnTo>
                  <a:lnTo>
                    <a:pt x="2527242" y="2171944"/>
                  </a:lnTo>
                  <a:lnTo>
                    <a:pt x="2535066" y="2187653"/>
                  </a:lnTo>
                  <a:lnTo>
                    <a:pt x="2542890" y="2202328"/>
                  </a:lnTo>
                  <a:lnTo>
                    <a:pt x="2550715" y="2215998"/>
                  </a:lnTo>
                  <a:lnTo>
                    <a:pt x="2558539" y="2228696"/>
                  </a:lnTo>
                  <a:lnTo>
                    <a:pt x="2566363" y="2240283"/>
                  </a:lnTo>
                  <a:lnTo>
                    <a:pt x="2574187" y="2250847"/>
                  </a:lnTo>
                  <a:lnTo>
                    <a:pt x="2582012" y="2260580"/>
                  </a:lnTo>
                  <a:lnTo>
                    <a:pt x="2589836" y="2269518"/>
                  </a:lnTo>
                  <a:lnTo>
                    <a:pt x="2597660" y="2277698"/>
                  </a:lnTo>
                  <a:lnTo>
                    <a:pt x="2605485" y="2284987"/>
                  </a:lnTo>
                  <a:lnTo>
                    <a:pt x="2613309" y="2291568"/>
                  </a:lnTo>
                  <a:lnTo>
                    <a:pt x="2621133" y="2297544"/>
                  </a:lnTo>
                  <a:lnTo>
                    <a:pt x="2628957" y="2302950"/>
                  </a:lnTo>
                  <a:lnTo>
                    <a:pt x="2636782" y="2307822"/>
                  </a:lnTo>
                  <a:lnTo>
                    <a:pt x="2644606" y="2312050"/>
                  </a:lnTo>
                  <a:lnTo>
                    <a:pt x="2652430" y="2315838"/>
                  </a:lnTo>
                  <a:lnTo>
                    <a:pt x="2660254" y="2319227"/>
                  </a:lnTo>
                  <a:lnTo>
                    <a:pt x="2668079" y="2322245"/>
                  </a:lnTo>
                  <a:lnTo>
                    <a:pt x="2675903" y="2324907"/>
                  </a:lnTo>
                  <a:lnTo>
                    <a:pt x="2683727" y="2327180"/>
                  </a:lnTo>
                  <a:lnTo>
                    <a:pt x="2691552" y="2329191"/>
                  </a:lnTo>
                  <a:lnTo>
                    <a:pt x="2699376" y="2330962"/>
                  </a:lnTo>
                  <a:lnTo>
                    <a:pt x="2707200" y="2332515"/>
                  </a:lnTo>
                  <a:lnTo>
                    <a:pt x="2715024" y="2333850"/>
                  </a:lnTo>
                  <a:lnTo>
                    <a:pt x="2722849" y="2334978"/>
                  </a:lnTo>
                  <a:lnTo>
                    <a:pt x="2730673" y="2335961"/>
                  </a:lnTo>
                  <a:lnTo>
                    <a:pt x="2738497" y="2336814"/>
                  </a:lnTo>
                  <a:lnTo>
                    <a:pt x="2746322" y="2337549"/>
                  </a:lnTo>
                  <a:lnTo>
                    <a:pt x="2754146" y="2338163"/>
                  </a:lnTo>
                  <a:lnTo>
                    <a:pt x="2761970" y="2338678"/>
                  </a:lnTo>
                  <a:lnTo>
                    <a:pt x="2769794" y="2339120"/>
                  </a:lnTo>
                  <a:lnTo>
                    <a:pt x="2777619" y="2339497"/>
                  </a:lnTo>
                  <a:lnTo>
                    <a:pt x="2785443" y="2339817"/>
                  </a:lnTo>
                  <a:lnTo>
                    <a:pt x="2793267" y="2340076"/>
                  </a:lnTo>
                  <a:lnTo>
                    <a:pt x="2801091" y="2340293"/>
                  </a:lnTo>
                  <a:lnTo>
                    <a:pt x="2808916" y="2340475"/>
                  </a:lnTo>
                  <a:lnTo>
                    <a:pt x="2816740" y="2340629"/>
                  </a:lnTo>
                  <a:lnTo>
                    <a:pt x="2824564" y="2340756"/>
                  </a:lnTo>
                  <a:lnTo>
                    <a:pt x="2832389" y="2340857"/>
                  </a:lnTo>
                  <a:lnTo>
                    <a:pt x="2840213" y="2340940"/>
                  </a:lnTo>
                  <a:lnTo>
                    <a:pt x="2848037" y="2341009"/>
                  </a:lnTo>
                  <a:lnTo>
                    <a:pt x="2855861" y="2341067"/>
                  </a:lnTo>
                  <a:lnTo>
                    <a:pt x="2863686" y="2341113"/>
                  </a:lnTo>
                  <a:lnTo>
                    <a:pt x="2871510" y="2341149"/>
                  </a:lnTo>
                  <a:lnTo>
                    <a:pt x="2879334" y="2341179"/>
                  </a:lnTo>
                  <a:lnTo>
                    <a:pt x="2887159" y="2341203"/>
                  </a:lnTo>
                  <a:lnTo>
                    <a:pt x="2894983" y="2341222"/>
                  </a:lnTo>
                  <a:lnTo>
                    <a:pt x="2902807" y="2341238"/>
                  </a:lnTo>
                  <a:lnTo>
                    <a:pt x="2910631" y="2341249"/>
                  </a:lnTo>
                  <a:lnTo>
                    <a:pt x="2918456" y="2341259"/>
                  </a:lnTo>
                  <a:lnTo>
                    <a:pt x="2926280" y="2341267"/>
                  </a:lnTo>
                  <a:lnTo>
                    <a:pt x="2934104" y="2341273"/>
                  </a:lnTo>
                  <a:lnTo>
                    <a:pt x="2941929" y="2341278"/>
                  </a:lnTo>
                  <a:lnTo>
                    <a:pt x="2949753" y="2341281"/>
                  </a:lnTo>
                  <a:lnTo>
                    <a:pt x="2957577" y="2341284"/>
                  </a:lnTo>
                  <a:lnTo>
                    <a:pt x="2965401" y="2341286"/>
                  </a:lnTo>
                  <a:lnTo>
                    <a:pt x="2973226" y="2341288"/>
                  </a:lnTo>
                  <a:lnTo>
                    <a:pt x="2981050" y="2341289"/>
                  </a:lnTo>
                  <a:lnTo>
                    <a:pt x="2988874" y="2341290"/>
                  </a:lnTo>
                  <a:lnTo>
                    <a:pt x="2996698" y="2341291"/>
                  </a:lnTo>
                  <a:lnTo>
                    <a:pt x="3004523" y="2341292"/>
                  </a:lnTo>
                  <a:lnTo>
                    <a:pt x="3012347" y="2341292"/>
                  </a:lnTo>
                  <a:lnTo>
                    <a:pt x="3020171" y="2341293"/>
                  </a:lnTo>
                  <a:lnTo>
                    <a:pt x="3027996" y="2341293"/>
                  </a:lnTo>
                  <a:lnTo>
                    <a:pt x="3035820" y="2341293"/>
                  </a:lnTo>
                  <a:lnTo>
                    <a:pt x="3043644" y="2341293"/>
                  </a:lnTo>
                  <a:lnTo>
                    <a:pt x="3051468" y="2341293"/>
                  </a:lnTo>
                  <a:lnTo>
                    <a:pt x="3059293" y="2341293"/>
                  </a:lnTo>
                  <a:lnTo>
                    <a:pt x="3067117" y="2341293"/>
                  </a:lnTo>
                  <a:lnTo>
                    <a:pt x="3074941" y="2341294"/>
                  </a:lnTo>
                  <a:lnTo>
                    <a:pt x="3082766" y="2341294"/>
                  </a:lnTo>
                  <a:lnTo>
                    <a:pt x="3090590" y="2341294"/>
                  </a:lnTo>
                  <a:lnTo>
                    <a:pt x="3098414" y="2341294"/>
                  </a:lnTo>
                  <a:lnTo>
                    <a:pt x="3106238" y="2341294"/>
                  </a:lnTo>
                  <a:lnTo>
                    <a:pt x="3114063" y="2341294"/>
                  </a:lnTo>
                  <a:lnTo>
                    <a:pt x="3121887" y="2341294"/>
                  </a:lnTo>
                  <a:lnTo>
                    <a:pt x="3129711" y="2341294"/>
                  </a:lnTo>
                  <a:lnTo>
                    <a:pt x="3137536" y="2341294"/>
                  </a:lnTo>
                  <a:lnTo>
                    <a:pt x="3145360" y="2341294"/>
                  </a:lnTo>
                  <a:lnTo>
                    <a:pt x="3153184" y="2341294"/>
                  </a:lnTo>
                  <a:lnTo>
                    <a:pt x="3161008" y="2341294"/>
                  </a:lnTo>
                  <a:lnTo>
                    <a:pt x="3168833" y="2341294"/>
                  </a:lnTo>
                  <a:lnTo>
                    <a:pt x="3176657" y="2341294"/>
                  </a:lnTo>
                  <a:lnTo>
                    <a:pt x="3184481" y="2341294"/>
                  </a:lnTo>
                  <a:lnTo>
                    <a:pt x="3192305" y="2341294"/>
                  </a:lnTo>
                  <a:lnTo>
                    <a:pt x="3200130" y="2341294"/>
                  </a:lnTo>
                  <a:lnTo>
                    <a:pt x="3207954" y="2341294"/>
                  </a:lnTo>
                  <a:lnTo>
                    <a:pt x="3215778" y="2341294"/>
                  </a:lnTo>
                  <a:lnTo>
                    <a:pt x="3223603" y="2341294"/>
                  </a:lnTo>
                  <a:lnTo>
                    <a:pt x="3231427" y="2341294"/>
                  </a:lnTo>
                  <a:lnTo>
                    <a:pt x="3239251" y="2341294"/>
                  </a:lnTo>
                  <a:lnTo>
                    <a:pt x="3247075" y="2341294"/>
                  </a:lnTo>
                  <a:lnTo>
                    <a:pt x="3254900" y="2341294"/>
                  </a:lnTo>
                  <a:lnTo>
                    <a:pt x="3262724" y="2341294"/>
                  </a:lnTo>
                  <a:lnTo>
                    <a:pt x="3270548" y="2341294"/>
                  </a:lnTo>
                  <a:lnTo>
                    <a:pt x="3278373" y="2341294"/>
                  </a:lnTo>
                  <a:lnTo>
                    <a:pt x="3286197" y="2341294"/>
                  </a:lnTo>
                  <a:lnTo>
                    <a:pt x="3294021" y="2341294"/>
                  </a:lnTo>
                  <a:lnTo>
                    <a:pt x="3301845" y="2341294"/>
                  </a:lnTo>
                  <a:lnTo>
                    <a:pt x="3309670" y="2341294"/>
                  </a:lnTo>
                  <a:lnTo>
                    <a:pt x="3317494" y="2341294"/>
                  </a:lnTo>
                  <a:lnTo>
                    <a:pt x="3325318" y="2341294"/>
                  </a:lnTo>
                  <a:lnTo>
                    <a:pt x="3333142" y="2341294"/>
                  </a:lnTo>
                  <a:lnTo>
                    <a:pt x="3340967" y="2341294"/>
                  </a:lnTo>
                  <a:lnTo>
                    <a:pt x="3348791" y="2341294"/>
                  </a:lnTo>
                  <a:lnTo>
                    <a:pt x="3356615" y="2341294"/>
                  </a:lnTo>
                  <a:lnTo>
                    <a:pt x="3364440" y="2341294"/>
                  </a:lnTo>
                  <a:lnTo>
                    <a:pt x="3372264" y="2341294"/>
                  </a:lnTo>
                  <a:lnTo>
                    <a:pt x="3380088" y="2341294"/>
                  </a:lnTo>
                  <a:lnTo>
                    <a:pt x="3387912" y="2341294"/>
                  </a:lnTo>
                  <a:lnTo>
                    <a:pt x="3395737" y="2341294"/>
                  </a:lnTo>
                  <a:lnTo>
                    <a:pt x="3403561" y="2341294"/>
                  </a:lnTo>
                  <a:lnTo>
                    <a:pt x="3411385" y="2341294"/>
                  </a:lnTo>
                  <a:lnTo>
                    <a:pt x="3419210" y="2341294"/>
                  </a:lnTo>
                  <a:lnTo>
                    <a:pt x="3427034" y="2341294"/>
                  </a:lnTo>
                  <a:lnTo>
                    <a:pt x="3434858" y="2341294"/>
                  </a:lnTo>
                  <a:lnTo>
                    <a:pt x="3442682" y="2341294"/>
                  </a:lnTo>
                  <a:lnTo>
                    <a:pt x="3450507" y="2341294"/>
                  </a:lnTo>
                  <a:lnTo>
                    <a:pt x="3458331" y="2341294"/>
                  </a:lnTo>
                  <a:lnTo>
                    <a:pt x="3466155" y="2341294"/>
                  </a:lnTo>
                  <a:lnTo>
                    <a:pt x="3473980" y="2341294"/>
                  </a:lnTo>
                  <a:lnTo>
                    <a:pt x="3481804" y="2341294"/>
                  </a:lnTo>
                  <a:lnTo>
                    <a:pt x="3489628" y="2341294"/>
                  </a:lnTo>
                  <a:lnTo>
                    <a:pt x="3497452" y="2341294"/>
                  </a:lnTo>
                  <a:lnTo>
                    <a:pt x="3505277" y="2341294"/>
                  </a:lnTo>
                  <a:lnTo>
                    <a:pt x="3513101" y="2341294"/>
                  </a:lnTo>
                  <a:lnTo>
                    <a:pt x="3520925" y="2341294"/>
                  </a:lnTo>
                  <a:lnTo>
                    <a:pt x="3528749" y="2341294"/>
                  </a:lnTo>
                  <a:lnTo>
                    <a:pt x="3536574" y="2341294"/>
                  </a:lnTo>
                  <a:lnTo>
                    <a:pt x="3544398" y="2341294"/>
                  </a:lnTo>
                  <a:lnTo>
                    <a:pt x="3552222" y="2341294"/>
                  </a:lnTo>
                  <a:lnTo>
                    <a:pt x="3560047" y="2341294"/>
                  </a:lnTo>
                  <a:lnTo>
                    <a:pt x="3567871" y="2341294"/>
                  </a:lnTo>
                  <a:lnTo>
                    <a:pt x="3575695" y="2341294"/>
                  </a:lnTo>
                  <a:lnTo>
                    <a:pt x="3583519" y="2341294"/>
                  </a:lnTo>
                  <a:lnTo>
                    <a:pt x="3591344" y="2341294"/>
                  </a:lnTo>
                  <a:lnTo>
                    <a:pt x="3599168" y="2341294"/>
                  </a:lnTo>
                  <a:lnTo>
                    <a:pt x="3606992" y="2341294"/>
                  </a:lnTo>
                  <a:lnTo>
                    <a:pt x="3614817" y="2341294"/>
                  </a:lnTo>
                  <a:lnTo>
                    <a:pt x="3622641" y="2341294"/>
                  </a:lnTo>
                  <a:lnTo>
                    <a:pt x="3630465" y="2341294"/>
                  </a:lnTo>
                  <a:lnTo>
                    <a:pt x="3638289" y="2341294"/>
                  </a:lnTo>
                  <a:lnTo>
                    <a:pt x="3646114" y="2341294"/>
                  </a:lnTo>
                  <a:lnTo>
                    <a:pt x="3653938" y="2341294"/>
                  </a:lnTo>
                  <a:lnTo>
                    <a:pt x="3661762" y="2341294"/>
                  </a:lnTo>
                  <a:lnTo>
                    <a:pt x="3669586" y="2341294"/>
                  </a:lnTo>
                  <a:lnTo>
                    <a:pt x="3677411" y="2341294"/>
                  </a:lnTo>
                  <a:lnTo>
                    <a:pt x="3685235" y="2341294"/>
                  </a:lnTo>
                  <a:lnTo>
                    <a:pt x="3693059" y="2341294"/>
                  </a:lnTo>
                  <a:lnTo>
                    <a:pt x="3700884" y="2341294"/>
                  </a:lnTo>
                  <a:lnTo>
                    <a:pt x="3708708" y="2341294"/>
                  </a:lnTo>
                  <a:lnTo>
                    <a:pt x="3716532" y="2341294"/>
                  </a:lnTo>
                  <a:lnTo>
                    <a:pt x="3724356" y="2341294"/>
                  </a:lnTo>
                  <a:lnTo>
                    <a:pt x="3732181" y="2341294"/>
                  </a:lnTo>
                  <a:lnTo>
                    <a:pt x="3740005" y="2341294"/>
                  </a:lnTo>
                  <a:lnTo>
                    <a:pt x="3747829" y="2341294"/>
                  </a:lnTo>
                  <a:lnTo>
                    <a:pt x="3755654" y="2341294"/>
                  </a:lnTo>
                  <a:lnTo>
                    <a:pt x="3763478" y="2341294"/>
                  </a:lnTo>
                  <a:lnTo>
                    <a:pt x="3771302" y="2341294"/>
                  </a:lnTo>
                  <a:lnTo>
                    <a:pt x="3779126" y="2341294"/>
                  </a:lnTo>
                  <a:lnTo>
                    <a:pt x="3786951" y="2341294"/>
                  </a:lnTo>
                  <a:lnTo>
                    <a:pt x="3794775" y="2341294"/>
                  </a:lnTo>
                  <a:lnTo>
                    <a:pt x="3802599" y="2341294"/>
                  </a:lnTo>
                  <a:lnTo>
                    <a:pt x="3810424" y="2341294"/>
                  </a:lnTo>
                  <a:lnTo>
                    <a:pt x="3818248" y="2341294"/>
                  </a:lnTo>
                  <a:lnTo>
                    <a:pt x="3826072" y="2341294"/>
                  </a:lnTo>
                  <a:lnTo>
                    <a:pt x="3833896" y="2341294"/>
                  </a:lnTo>
                  <a:lnTo>
                    <a:pt x="3841721" y="2341294"/>
                  </a:lnTo>
                  <a:lnTo>
                    <a:pt x="3849545" y="2341294"/>
                  </a:lnTo>
                  <a:lnTo>
                    <a:pt x="3857369" y="2341294"/>
                  </a:lnTo>
                  <a:lnTo>
                    <a:pt x="3865193" y="2341294"/>
                  </a:lnTo>
                  <a:lnTo>
                    <a:pt x="3873018" y="2341294"/>
                  </a:lnTo>
                  <a:lnTo>
                    <a:pt x="3880842" y="2341294"/>
                  </a:lnTo>
                  <a:lnTo>
                    <a:pt x="3888666" y="2341294"/>
                  </a:lnTo>
                  <a:lnTo>
                    <a:pt x="3896491" y="2341294"/>
                  </a:lnTo>
                  <a:lnTo>
                    <a:pt x="3904315" y="2341294"/>
                  </a:lnTo>
                  <a:lnTo>
                    <a:pt x="3912139" y="2341294"/>
                  </a:lnTo>
                  <a:lnTo>
                    <a:pt x="3919963" y="2341294"/>
                  </a:lnTo>
                  <a:lnTo>
                    <a:pt x="3927788" y="2341294"/>
                  </a:lnTo>
                  <a:lnTo>
                    <a:pt x="3935612" y="2341294"/>
                  </a:lnTo>
                  <a:lnTo>
                    <a:pt x="3943436" y="2341294"/>
                  </a:lnTo>
                  <a:lnTo>
                    <a:pt x="3951261" y="2341294"/>
                  </a:lnTo>
                  <a:lnTo>
                    <a:pt x="3959085" y="2341294"/>
                  </a:lnTo>
                  <a:lnTo>
                    <a:pt x="3966909" y="2341294"/>
                  </a:lnTo>
                  <a:lnTo>
                    <a:pt x="3974733" y="2341294"/>
                  </a:lnTo>
                  <a:lnTo>
                    <a:pt x="3982558" y="2341294"/>
                  </a:lnTo>
                  <a:lnTo>
                    <a:pt x="3990382" y="2341294"/>
                  </a:lnTo>
                  <a:lnTo>
                    <a:pt x="3998206" y="23412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7848093" y="4459814"/>
              <a:ext cx="3998206" cy="334918"/>
            </a:xfrm>
            <a:custGeom>
              <a:avLst/>
              <a:pathLst>
                <a:path w="3998206" h="334918">
                  <a:moveTo>
                    <a:pt x="0" y="334918"/>
                  </a:moveTo>
                  <a:lnTo>
                    <a:pt x="7824" y="334918"/>
                  </a:lnTo>
                  <a:lnTo>
                    <a:pt x="15648" y="334918"/>
                  </a:lnTo>
                  <a:lnTo>
                    <a:pt x="23472" y="334918"/>
                  </a:lnTo>
                  <a:lnTo>
                    <a:pt x="31297" y="334918"/>
                  </a:lnTo>
                  <a:lnTo>
                    <a:pt x="39121" y="334918"/>
                  </a:lnTo>
                  <a:lnTo>
                    <a:pt x="46945" y="334918"/>
                  </a:lnTo>
                  <a:lnTo>
                    <a:pt x="54769" y="334918"/>
                  </a:lnTo>
                  <a:lnTo>
                    <a:pt x="62594" y="334918"/>
                  </a:lnTo>
                  <a:lnTo>
                    <a:pt x="70418" y="334918"/>
                  </a:lnTo>
                  <a:lnTo>
                    <a:pt x="78242" y="334918"/>
                  </a:lnTo>
                  <a:lnTo>
                    <a:pt x="86067" y="334918"/>
                  </a:lnTo>
                  <a:lnTo>
                    <a:pt x="93891" y="334918"/>
                  </a:lnTo>
                  <a:lnTo>
                    <a:pt x="101715" y="334918"/>
                  </a:lnTo>
                  <a:lnTo>
                    <a:pt x="109539" y="334918"/>
                  </a:lnTo>
                  <a:lnTo>
                    <a:pt x="117364" y="334918"/>
                  </a:lnTo>
                  <a:lnTo>
                    <a:pt x="125188" y="334918"/>
                  </a:lnTo>
                  <a:lnTo>
                    <a:pt x="133012" y="334918"/>
                  </a:lnTo>
                  <a:lnTo>
                    <a:pt x="140837" y="334918"/>
                  </a:lnTo>
                  <a:lnTo>
                    <a:pt x="148661" y="334918"/>
                  </a:lnTo>
                  <a:lnTo>
                    <a:pt x="156485" y="334918"/>
                  </a:lnTo>
                  <a:lnTo>
                    <a:pt x="164309" y="334918"/>
                  </a:lnTo>
                  <a:lnTo>
                    <a:pt x="172134" y="334918"/>
                  </a:lnTo>
                  <a:lnTo>
                    <a:pt x="179958" y="334918"/>
                  </a:lnTo>
                  <a:lnTo>
                    <a:pt x="187782" y="334918"/>
                  </a:lnTo>
                  <a:lnTo>
                    <a:pt x="195606" y="334918"/>
                  </a:lnTo>
                  <a:lnTo>
                    <a:pt x="203431" y="334918"/>
                  </a:lnTo>
                  <a:lnTo>
                    <a:pt x="211255" y="334918"/>
                  </a:lnTo>
                  <a:lnTo>
                    <a:pt x="219079" y="334918"/>
                  </a:lnTo>
                  <a:lnTo>
                    <a:pt x="226904" y="334918"/>
                  </a:lnTo>
                  <a:lnTo>
                    <a:pt x="234728" y="334918"/>
                  </a:lnTo>
                  <a:lnTo>
                    <a:pt x="242552" y="334918"/>
                  </a:lnTo>
                  <a:lnTo>
                    <a:pt x="250376" y="334918"/>
                  </a:lnTo>
                  <a:lnTo>
                    <a:pt x="258201" y="334918"/>
                  </a:lnTo>
                  <a:lnTo>
                    <a:pt x="266025" y="334918"/>
                  </a:lnTo>
                  <a:lnTo>
                    <a:pt x="273849" y="334918"/>
                  </a:lnTo>
                  <a:lnTo>
                    <a:pt x="281674" y="334918"/>
                  </a:lnTo>
                  <a:lnTo>
                    <a:pt x="289498" y="334918"/>
                  </a:lnTo>
                  <a:lnTo>
                    <a:pt x="297322" y="334918"/>
                  </a:lnTo>
                  <a:lnTo>
                    <a:pt x="305146" y="334918"/>
                  </a:lnTo>
                  <a:lnTo>
                    <a:pt x="312971" y="334918"/>
                  </a:lnTo>
                  <a:lnTo>
                    <a:pt x="320795" y="334918"/>
                  </a:lnTo>
                  <a:lnTo>
                    <a:pt x="328619" y="334918"/>
                  </a:lnTo>
                  <a:lnTo>
                    <a:pt x="336444" y="334918"/>
                  </a:lnTo>
                  <a:lnTo>
                    <a:pt x="344268" y="334918"/>
                  </a:lnTo>
                  <a:lnTo>
                    <a:pt x="352092" y="334918"/>
                  </a:lnTo>
                  <a:lnTo>
                    <a:pt x="359916" y="334918"/>
                  </a:lnTo>
                  <a:lnTo>
                    <a:pt x="367741" y="334918"/>
                  </a:lnTo>
                  <a:lnTo>
                    <a:pt x="375565" y="334918"/>
                  </a:lnTo>
                  <a:lnTo>
                    <a:pt x="383389" y="334918"/>
                  </a:lnTo>
                  <a:lnTo>
                    <a:pt x="391213" y="334918"/>
                  </a:lnTo>
                  <a:lnTo>
                    <a:pt x="399038" y="334918"/>
                  </a:lnTo>
                  <a:lnTo>
                    <a:pt x="406862" y="334918"/>
                  </a:lnTo>
                  <a:lnTo>
                    <a:pt x="414686" y="334918"/>
                  </a:lnTo>
                  <a:lnTo>
                    <a:pt x="422511" y="334918"/>
                  </a:lnTo>
                  <a:lnTo>
                    <a:pt x="430335" y="334918"/>
                  </a:lnTo>
                  <a:lnTo>
                    <a:pt x="438159" y="334918"/>
                  </a:lnTo>
                  <a:lnTo>
                    <a:pt x="445983" y="334918"/>
                  </a:lnTo>
                  <a:lnTo>
                    <a:pt x="453808" y="334918"/>
                  </a:lnTo>
                  <a:lnTo>
                    <a:pt x="461632" y="334918"/>
                  </a:lnTo>
                  <a:lnTo>
                    <a:pt x="469456" y="334918"/>
                  </a:lnTo>
                  <a:lnTo>
                    <a:pt x="477281" y="334918"/>
                  </a:lnTo>
                  <a:lnTo>
                    <a:pt x="485105" y="334918"/>
                  </a:lnTo>
                  <a:lnTo>
                    <a:pt x="492929" y="334918"/>
                  </a:lnTo>
                  <a:lnTo>
                    <a:pt x="500753" y="334918"/>
                  </a:lnTo>
                  <a:lnTo>
                    <a:pt x="508578" y="334918"/>
                  </a:lnTo>
                  <a:lnTo>
                    <a:pt x="516402" y="334918"/>
                  </a:lnTo>
                  <a:lnTo>
                    <a:pt x="524226" y="334918"/>
                  </a:lnTo>
                  <a:lnTo>
                    <a:pt x="532050" y="334918"/>
                  </a:lnTo>
                  <a:lnTo>
                    <a:pt x="539875" y="334918"/>
                  </a:lnTo>
                  <a:lnTo>
                    <a:pt x="547699" y="334918"/>
                  </a:lnTo>
                  <a:lnTo>
                    <a:pt x="555523" y="334918"/>
                  </a:lnTo>
                  <a:lnTo>
                    <a:pt x="563348" y="334918"/>
                  </a:lnTo>
                  <a:lnTo>
                    <a:pt x="571172" y="334918"/>
                  </a:lnTo>
                  <a:lnTo>
                    <a:pt x="578996" y="334918"/>
                  </a:lnTo>
                  <a:lnTo>
                    <a:pt x="586820" y="334918"/>
                  </a:lnTo>
                  <a:lnTo>
                    <a:pt x="594645" y="334918"/>
                  </a:lnTo>
                  <a:lnTo>
                    <a:pt x="602469" y="334918"/>
                  </a:lnTo>
                  <a:lnTo>
                    <a:pt x="610293" y="334918"/>
                  </a:lnTo>
                  <a:lnTo>
                    <a:pt x="618118" y="334918"/>
                  </a:lnTo>
                  <a:lnTo>
                    <a:pt x="625942" y="334918"/>
                  </a:lnTo>
                  <a:lnTo>
                    <a:pt x="633766" y="334918"/>
                  </a:lnTo>
                  <a:lnTo>
                    <a:pt x="641590" y="334918"/>
                  </a:lnTo>
                  <a:lnTo>
                    <a:pt x="649415" y="334918"/>
                  </a:lnTo>
                  <a:lnTo>
                    <a:pt x="657239" y="334918"/>
                  </a:lnTo>
                  <a:lnTo>
                    <a:pt x="665063" y="334918"/>
                  </a:lnTo>
                  <a:lnTo>
                    <a:pt x="672888" y="334918"/>
                  </a:lnTo>
                  <a:lnTo>
                    <a:pt x="680712" y="334918"/>
                  </a:lnTo>
                  <a:lnTo>
                    <a:pt x="688536" y="334918"/>
                  </a:lnTo>
                  <a:lnTo>
                    <a:pt x="696360" y="334918"/>
                  </a:lnTo>
                  <a:lnTo>
                    <a:pt x="704185" y="334918"/>
                  </a:lnTo>
                  <a:lnTo>
                    <a:pt x="712009" y="334918"/>
                  </a:lnTo>
                  <a:lnTo>
                    <a:pt x="719833" y="334918"/>
                  </a:lnTo>
                  <a:lnTo>
                    <a:pt x="727657" y="334918"/>
                  </a:lnTo>
                  <a:lnTo>
                    <a:pt x="735482" y="334918"/>
                  </a:lnTo>
                  <a:lnTo>
                    <a:pt x="743306" y="334918"/>
                  </a:lnTo>
                  <a:lnTo>
                    <a:pt x="751130" y="334918"/>
                  </a:lnTo>
                  <a:lnTo>
                    <a:pt x="758955" y="334918"/>
                  </a:lnTo>
                  <a:lnTo>
                    <a:pt x="766779" y="334918"/>
                  </a:lnTo>
                  <a:lnTo>
                    <a:pt x="774603" y="334918"/>
                  </a:lnTo>
                  <a:lnTo>
                    <a:pt x="782427" y="334918"/>
                  </a:lnTo>
                  <a:lnTo>
                    <a:pt x="790252" y="334918"/>
                  </a:lnTo>
                  <a:lnTo>
                    <a:pt x="798076" y="334918"/>
                  </a:lnTo>
                  <a:lnTo>
                    <a:pt x="805900" y="334918"/>
                  </a:lnTo>
                  <a:lnTo>
                    <a:pt x="813725" y="334918"/>
                  </a:lnTo>
                  <a:lnTo>
                    <a:pt x="821549" y="334918"/>
                  </a:lnTo>
                  <a:lnTo>
                    <a:pt x="829373" y="334918"/>
                  </a:lnTo>
                  <a:lnTo>
                    <a:pt x="837197" y="334918"/>
                  </a:lnTo>
                  <a:lnTo>
                    <a:pt x="845022" y="334918"/>
                  </a:lnTo>
                  <a:lnTo>
                    <a:pt x="852846" y="334918"/>
                  </a:lnTo>
                  <a:lnTo>
                    <a:pt x="860670" y="334918"/>
                  </a:lnTo>
                  <a:lnTo>
                    <a:pt x="868495" y="334918"/>
                  </a:lnTo>
                  <a:lnTo>
                    <a:pt x="876319" y="334918"/>
                  </a:lnTo>
                  <a:lnTo>
                    <a:pt x="884143" y="334918"/>
                  </a:lnTo>
                  <a:lnTo>
                    <a:pt x="891967" y="334918"/>
                  </a:lnTo>
                  <a:lnTo>
                    <a:pt x="899792" y="334918"/>
                  </a:lnTo>
                  <a:lnTo>
                    <a:pt x="907616" y="334918"/>
                  </a:lnTo>
                  <a:lnTo>
                    <a:pt x="915440" y="334918"/>
                  </a:lnTo>
                  <a:lnTo>
                    <a:pt x="923264" y="334918"/>
                  </a:lnTo>
                  <a:lnTo>
                    <a:pt x="931089" y="334918"/>
                  </a:lnTo>
                  <a:lnTo>
                    <a:pt x="938913" y="334918"/>
                  </a:lnTo>
                  <a:lnTo>
                    <a:pt x="946737" y="334918"/>
                  </a:lnTo>
                  <a:lnTo>
                    <a:pt x="954562" y="334918"/>
                  </a:lnTo>
                  <a:lnTo>
                    <a:pt x="962386" y="334918"/>
                  </a:lnTo>
                  <a:lnTo>
                    <a:pt x="970210" y="334918"/>
                  </a:lnTo>
                  <a:lnTo>
                    <a:pt x="978034" y="334918"/>
                  </a:lnTo>
                  <a:lnTo>
                    <a:pt x="985859" y="334918"/>
                  </a:lnTo>
                  <a:lnTo>
                    <a:pt x="993683" y="334918"/>
                  </a:lnTo>
                  <a:lnTo>
                    <a:pt x="1001507" y="334918"/>
                  </a:lnTo>
                  <a:lnTo>
                    <a:pt x="1009332" y="334918"/>
                  </a:lnTo>
                  <a:lnTo>
                    <a:pt x="1017156" y="334918"/>
                  </a:lnTo>
                  <a:lnTo>
                    <a:pt x="1024980" y="334918"/>
                  </a:lnTo>
                  <a:lnTo>
                    <a:pt x="1032804" y="334918"/>
                  </a:lnTo>
                  <a:lnTo>
                    <a:pt x="1040629" y="334918"/>
                  </a:lnTo>
                  <a:lnTo>
                    <a:pt x="1048453" y="334918"/>
                  </a:lnTo>
                  <a:lnTo>
                    <a:pt x="1056277" y="334918"/>
                  </a:lnTo>
                  <a:lnTo>
                    <a:pt x="1064101" y="334918"/>
                  </a:lnTo>
                  <a:lnTo>
                    <a:pt x="1071926" y="334918"/>
                  </a:lnTo>
                  <a:lnTo>
                    <a:pt x="1079750" y="334918"/>
                  </a:lnTo>
                  <a:lnTo>
                    <a:pt x="1087574" y="334918"/>
                  </a:lnTo>
                  <a:lnTo>
                    <a:pt x="1095399" y="334918"/>
                  </a:lnTo>
                  <a:lnTo>
                    <a:pt x="1103223" y="334918"/>
                  </a:lnTo>
                  <a:lnTo>
                    <a:pt x="1111047" y="334918"/>
                  </a:lnTo>
                  <a:lnTo>
                    <a:pt x="1118871" y="334918"/>
                  </a:lnTo>
                  <a:lnTo>
                    <a:pt x="1126696" y="334918"/>
                  </a:lnTo>
                  <a:lnTo>
                    <a:pt x="1134520" y="334918"/>
                  </a:lnTo>
                  <a:lnTo>
                    <a:pt x="1142344" y="334918"/>
                  </a:lnTo>
                  <a:lnTo>
                    <a:pt x="1150169" y="334918"/>
                  </a:lnTo>
                  <a:lnTo>
                    <a:pt x="1157993" y="334918"/>
                  </a:lnTo>
                  <a:lnTo>
                    <a:pt x="1165817" y="334918"/>
                  </a:lnTo>
                  <a:lnTo>
                    <a:pt x="1173641" y="334918"/>
                  </a:lnTo>
                  <a:lnTo>
                    <a:pt x="1181466" y="334918"/>
                  </a:lnTo>
                  <a:lnTo>
                    <a:pt x="1189290" y="334918"/>
                  </a:lnTo>
                  <a:lnTo>
                    <a:pt x="1197114" y="334918"/>
                  </a:lnTo>
                  <a:lnTo>
                    <a:pt x="1204939" y="334918"/>
                  </a:lnTo>
                  <a:lnTo>
                    <a:pt x="1212763" y="334918"/>
                  </a:lnTo>
                  <a:lnTo>
                    <a:pt x="1220587" y="334918"/>
                  </a:lnTo>
                  <a:lnTo>
                    <a:pt x="1228411" y="334918"/>
                  </a:lnTo>
                  <a:lnTo>
                    <a:pt x="1236236" y="334918"/>
                  </a:lnTo>
                  <a:lnTo>
                    <a:pt x="1244060" y="334918"/>
                  </a:lnTo>
                  <a:lnTo>
                    <a:pt x="1251884" y="334918"/>
                  </a:lnTo>
                  <a:lnTo>
                    <a:pt x="1259708" y="334918"/>
                  </a:lnTo>
                  <a:lnTo>
                    <a:pt x="1267533" y="334918"/>
                  </a:lnTo>
                  <a:lnTo>
                    <a:pt x="1275357" y="334918"/>
                  </a:lnTo>
                  <a:lnTo>
                    <a:pt x="1283181" y="334918"/>
                  </a:lnTo>
                  <a:lnTo>
                    <a:pt x="1291006" y="334918"/>
                  </a:lnTo>
                  <a:lnTo>
                    <a:pt x="1298830" y="334918"/>
                  </a:lnTo>
                  <a:lnTo>
                    <a:pt x="1306654" y="334918"/>
                  </a:lnTo>
                  <a:lnTo>
                    <a:pt x="1314478" y="334918"/>
                  </a:lnTo>
                  <a:lnTo>
                    <a:pt x="1322303" y="334918"/>
                  </a:lnTo>
                  <a:lnTo>
                    <a:pt x="1330127" y="334918"/>
                  </a:lnTo>
                  <a:lnTo>
                    <a:pt x="1337951" y="334918"/>
                  </a:lnTo>
                  <a:lnTo>
                    <a:pt x="1345776" y="334918"/>
                  </a:lnTo>
                  <a:lnTo>
                    <a:pt x="1353600" y="334918"/>
                  </a:lnTo>
                  <a:lnTo>
                    <a:pt x="1361424" y="334918"/>
                  </a:lnTo>
                  <a:lnTo>
                    <a:pt x="1369248" y="334918"/>
                  </a:lnTo>
                  <a:lnTo>
                    <a:pt x="1377073" y="334918"/>
                  </a:lnTo>
                  <a:lnTo>
                    <a:pt x="1384897" y="334918"/>
                  </a:lnTo>
                  <a:lnTo>
                    <a:pt x="1392721" y="334918"/>
                  </a:lnTo>
                  <a:lnTo>
                    <a:pt x="1400545" y="334918"/>
                  </a:lnTo>
                  <a:lnTo>
                    <a:pt x="1408370" y="334918"/>
                  </a:lnTo>
                  <a:lnTo>
                    <a:pt x="1416194" y="334918"/>
                  </a:lnTo>
                  <a:lnTo>
                    <a:pt x="1424018" y="334918"/>
                  </a:lnTo>
                  <a:lnTo>
                    <a:pt x="1431843" y="334918"/>
                  </a:lnTo>
                  <a:lnTo>
                    <a:pt x="1439667" y="334918"/>
                  </a:lnTo>
                  <a:lnTo>
                    <a:pt x="1447491" y="334918"/>
                  </a:lnTo>
                  <a:lnTo>
                    <a:pt x="1455315" y="334918"/>
                  </a:lnTo>
                  <a:lnTo>
                    <a:pt x="1463140" y="334918"/>
                  </a:lnTo>
                  <a:lnTo>
                    <a:pt x="1470964" y="334918"/>
                  </a:lnTo>
                  <a:lnTo>
                    <a:pt x="1478788" y="334918"/>
                  </a:lnTo>
                  <a:lnTo>
                    <a:pt x="1486613" y="334918"/>
                  </a:lnTo>
                  <a:lnTo>
                    <a:pt x="1494437" y="334918"/>
                  </a:lnTo>
                  <a:lnTo>
                    <a:pt x="1502261" y="334918"/>
                  </a:lnTo>
                  <a:lnTo>
                    <a:pt x="1510085" y="334918"/>
                  </a:lnTo>
                  <a:lnTo>
                    <a:pt x="1517910" y="334918"/>
                  </a:lnTo>
                  <a:lnTo>
                    <a:pt x="1525734" y="334918"/>
                  </a:lnTo>
                  <a:lnTo>
                    <a:pt x="1533558" y="334918"/>
                  </a:lnTo>
                  <a:lnTo>
                    <a:pt x="1541383" y="334918"/>
                  </a:lnTo>
                  <a:lnTo>
                    <a:pt x="1549207" y="334918"/>
                  </a:lnTo>
                  <a:lnTo>
                    <a:pt x="1557031" y="334918"/>
                  </a:lnTo>
                  <a:lnTo>
                    <a:pt x="1564855" y="334917"/>
                  </a:lnTo>
                  <a:lnTo>
                    <a:pt x="1572680" y="334917"/>
                  </a:lnTo>
                  <a:lnTo>
                    <a:pt x="1580504" y="334917"/>
                  </a:lnTo>
                  <a:lnTo>
                    <a:pt x="1588328" y="334917"/>
                  </a:lnTo>
                  <a:lnTo>
                    <a:pt x="1596152" y="334917"/>
                  </a:lnTo>
                  <a:lnTo>
                    <a:pt x="1603977" y="334917"/>
                  </a:lnTo>
                  <a:lnTo>
                    <a:pt x="1611801" y="334916"/>
                  </a:lnTo>
                  <a:lnTo>
                    <a:pt x="1619625" y="334916"/>
                  </a:lnTo>
                  <a:lnTo>
                    <a:pt x="1627450" y="334915"/>
                  </a:lnTo>
                  <a:lnTo>
                    <a:pt x="1635274" y="334915"/>
                  </a:lnTo>
                  <a:lnTo>
                    <a:pt x="1643098" y="334914"/>
                  </a:lnTo>
                  <a:lnTo>
                    <a:pt x="1650922" y="334913"/>
                  </a:lnTo>
                  <a:lnTo>
                    <a:pt x="1658747" y="334912"/>
                  </a:lnTo>
                  <a:lnTo>
                    <a:pt x="1666571" y="334910"/>
                  </a:lnTo>
                  <a:lnTo>
                    <a:pt x="1674395" y="334909"/>
                  </a:lnTo>
                  <a:lnTo>
                    <a:pt x="1682220" y="334907"/>
                  </a:lnTo>
                  <a:lnTo>
                    <a:pt x="1690044" y="334904"/>
                  </a:lnTo>
                  <a:lnTo>
                    <a:pt x="1697868" y="334902"/>
                  </a:lnTo>
                  <a:lnTo>
                    <a:pt x="1705692" y="334898"/>
                  </a:lnTo>
                  <a:lnTo>
                    <a:pt x="1713517" y="334894"/>
                  </a:lnTo>
                  <a:lnTo>
                    <a:pt x="1721341" y="334890"/>
                  </a:lnTo>
                  <a:lnTo>
                    <a:pt x="1729165" y="334884"/>
                  </a:lnTo>
                  <a:lnTo>
                    <a:pt x="1736990" y="334877"/>
                  </a:lnTo>
                  <a:lnTo>
                    <a:pt x="1744814" y="334869"/>
                  </a:lnTo>
                  <a:lnTo>
                    <a:pt x="1752638" y="334860"/>
                  </a:lnTo>
                  <a:lnTo>
                    <a:pt x="1760462" y="334849"/>
                  </a:lnTo>
                  <a:lnTo>
                    <a:pt x="1768287" y="334836"/>
                  </a:lnTo>
                  <a:lnTo>
                    <a:pt x="1776111" y="334821"/>
                  </a:lnTo>
                  <a:lnTo>
                    <a:pt x="1783935" y="334804"/>
                  </a:lnTo>
                  <a:lnTo>
                    <a:pt x="1791759" y="334783"/>
                  </a:lnTo>
                  <a:lnTo>
                    <a:pt x="1799584" y="334759"/>
                  </a:lnTo>
                  <a:lnTo>
                    <a:pt x="1807408" y="334731"/>
                  </a:lnTo>
                  <a:lnTo>
                    <a:pt x="1815232" y="334700"/>
                  </a:lnTo>
                  <a:lnTo>
                    <a:pt x="1823057" y="334662"/>
                  </a:lnTo>
                  <a:lnTo>
                    <a:pt x="1830881" y="334618"/>
                  </a:lnTo>
                  <a:lnTo>
                    <a:pt x="1838705" y="334568"/>
                  </a:lnTo>
                  <a:lnTo>
                    <a:pt x="1846529" y="334513"/>
                  </a:lnTo>
                  <a:lnTo>
                    <a:pt x="1854354" y="334446"/>
                  </a:lnTo>
                  <a:lnTo>
                    <a:pt x="1862178" y="334370"/>
                  </a:lnTo>
                  <a:lnTo>
                    <a:pt x="1870002" y="334284"/>
                  </a:lnTo>
                  <a:lnTo>
                    <a:pt x="1877827" y="334188"/>
                  </a:lnTo>
                  <a:lnTo>
                    <a:pt x="1885651" y="334074"/>
                  </a:lnTo>
                  <a:lnTo>
                    <a:pt x="1893475" y="333946"/>
                  </a:lnTo>
                  <a:lnTo>
                    <a:pt x="1901299" y="333803"/>
                  </a:lnTo>
                  <a:lnTo>
                    <a:pt x="1909124" y="333642"/>
                  </a:lnTo>
                  <a:lnTo>
                    <a:pt x="1916948" y="333455"/>
                  </a:lnTo>
                  <a:lnTo>
                    <a:pt x="1924772" y="333246"/>
                  </a:lnTo>
                  <a:lnTo>
                    <a:pt x="1932596" y="333014"/>
                  </a:lnTo>
                  <a:lnTo>
                    <a:pt x="1940421" y="332755"/>
                  </a:lnTo>
                  <a:lnTo>
                    <a:pt x="1948245" y="332456"/>
                  </a:lnTo>
                  <a:lnTo>
                    <a:pt x="1956069" y="332127"/>
                  </a:lnTo>
                  <a:lnTo>
                    <a:pt x="1963894" y="331764"/>
                  </a:lnTo>
                  <a:lnTo>
                    <a:pt x="1971718" y="331359"/>
                  </a:lnTo>
                  <a:lnTo>
                    <a:pt x="1979542" y="330899"/>
                  </a:lnTo>
                  <a:lnTo>
                    <a:pt x="1987366" y="330396"/>
                  </a:lnTo>
                  <a:lnTo>
                    <a:pt x="1995191" y="329846"/>
                  </a:lnTo>
                  <a:lnTo>
                    <a:pt x="2003015" y="329232"/>
                  </a:lnTo>
                  <a:lnTo>
                    <a:pt x="2010839" y="328548"/>
                  </a:lnTo>
                  <a:lnTo>
                    <a:pt x="2018664" y="327803"/>
                  </a:lnTo>
                  <a:lnTo>
                    <a:pt x="2026488" y="326995"/>
                  </a:lnTo>
                  <a:lnTo>
                    <a:pt x="2034312" y="326097"/>
                  </a:lnTo>
                  <a:lnTo>
                    <a:pt x="2042136" y="325109"/>
                  </a:lnTo>
                  <a:lnTo>
                    <a:pt x="2049961" y="324043"/>
                  </a:lnTo>
                  <a:lnTo>
                    <a:pt x="2057785" y="322894"/>
                  </a:lnTo>
                  <a:lnTo>
                    <a:pt x="2065609" y="321621"/>
                  </a:lnTo>
                  <a:lnTo>
                    <a:pt x="2073434" y="320241"/>
                  </a:lnTo>
                  <a:lnTo>
                    <a:pt x="2081258" y="318760"/>
                  </a:lnTo>
                  <a:lnTo>
                    <a:pt x="2089082" y="317176"/>
                  </a:lnTo>
                  <a:lnTo>
                    <a:pt x="2096906" y="315432"/>
                  </a:lnTo>
                  <a:lnTo>
                    <a:pt x="2104731" y="313561"/>
                  </a:lnTo>
                  <a:lnTo>
                    <a:pt x="2112555" y="311570"/>
                  </a:lnTo>
                  <a:lnTo>
                    <a:pt x="2120379" y="309455"/>
                  </a:lnTo>
                  <a:lnTo>
                    <a:pt x="2128203" y="307138"/>
                  </a:lnTo>
                  <a:lnTo>
                    <a:pt x="2136028" y="304683"/>
                  </a:lnTo>
                  <a:lnTo>
                    <a:pt x="2143852" y="302087"/>
                  </a:lnTo>
                  <a:lnTo>
                    <a:pt x="2151676" y="299338"/>
                  </a:lnTo>
                  <a:lnTo>
                    <a:pt x="2159501" y="296367"/>
                  </a:lnTo>
                  <a:lnTo>
                    <a:pt x="2167325" y="293242"/>
                  </a:lnTo>
                  <a:lnTo>
                    <a:pt x="2175149" y="289960"/>
                  </a:lnTo>
                  <a:lnTo>
                    <a:pt x="2182973" y="286498"/>
                  </a:lnTo>
                  <a:lnTo>
                    <a:pt x="2190798" y="282806"/>
                  </a:lnTo>
                  <a:lnTo>
                    <a:pt x="2198622" y="278947"/>
                  </a:lnTo>
                  <a:lnTo>
                    <a:pt x="2206446" y="274922"/>
                  </a:lnTo>
                  <a:lnTo>
                    <a:pt x="2214271" y="270696"/>
                  </a:lnTo>
                  <a:lnTo>
                    <a:pt x="2222095" y="266244"/>
                  </a:lnTo>
                  <a:lnTo>
                    <a:pt x="2229919" y="261623"/>
                  </a:lnTo>
                  <a:lnTo>
                    <a:pt x="2237743" y="256833"/>
                  </a:lnTo>
                  <a:lnTo>
                    <a:pt x="2245568" y="251833"/>
                  </a:lnTo>
                  <a:lnTo>
                    <a:pt x="2253392" y="246624"/>
                  </a:lnTo>
                  <a:lnTo>
                    <a:pt x="2261216" y="241254"/>
                  </a:lnTo>
                  <a:lnTo>
                    <a:pt x="2269040" y="235724"/>
                  </a:lnTo>
                  <a:lnTo>
                    <a:pt x="2276865" y="229989"/>
                  </a:lnTo>
                  <a:lnTo>
                    <a:pt x="2284689" y="224076"/>
                  </a:lnTo>
                  <a:lnTo>
                    <a:pt x="2292513" y="218021"/>
                  </a:lnTo>
                  <a:lnTo>
                    <a:pt x="2300338" y="211827"/>
                  </a:lnTo>
                  <a:lnTo>
                    <a:pt x="2308162" y="205453"/>
                  </a:lnTo>
                  <a:lnTo>
                    <a:pt x="2315986" y="198944"/>
                  </a:lnTo>
                  <a:lnTo>
                    <a:pt x="2323810" y="192323"/>
                  </a:lnTo>
                  <a:lnTo>
                    <a:pt x="2331635" y="185597"/>
                  </a:lnTo>
                  <a:lnTo>
                    <a:pt x="2339459" y="178738"/>
                  </a:lnTo>
                  <a:lnTo>
                    <a:pt x="2347283" y="171794"/>
                  </a:lnTo>
                  <a:lnTo>
                    <a:pt x="2355108" y="164783"/>
                  </a:lnTo>
                  <a:lnTo>
                    <a:pt x="2362932" y="157711"/>
                  </a:lnTo>
                  <a:lnTo>
                    <a:pt x="2370756" y="150574"/>
                  </a:lnTo>
                  <a:lnTo>
                    <a:pt x="2378580" y="143412"/>
                  </a:lnTo>
                  <a:lnTo>
                    <a:pt x="2386405" y="136234"/>
                  </a:lnTo>
                  <a:lnTo>
                    <a:pt x="2394229" y="129052"/>
                  </a:lnTo>
                  <a:lnTo>
                    <a:pt x="2402053" y="121892"/>
                  </a:lnTo>
                  <a:lnTo>
                    <a:pt x="2409878" y="114768"/>
                  </a:lnTo>
                  <a:lnTo>
                    <a:pt x="2417702" y="107690"/>
                  </a:lnTo>
                  <a:lnTo>
                    <a:pt x="2425526" y="100678"/>
                  </a:lnTo>
                  <a:lnTo>
                    <a:pt x="2433350" y="93780"/>
                  </a:lnTo>
                  <a:lnTo>
                    <a:pt x="2441175" y="86982"/>
                  </a:lnTo>
                  <a:lnTo>
                    <a:pt x="2448999" y="80296"/>
                  </a:lnTo>
                  <a:lnTo>
                    <a:pt x="2456823" y="73759"/>
                  </a:lnTo>
                  <a:lnTo>
                    <a:pt x="2464647" y="67423"/>
                  </a:lnTo>
                  <a:lnTo>
                    <a:pt x="2472472" y="61253"/>
                  </a:lnTo>
                  <a:lnTo>
                    <a:pt x="2480296" y="55261"/>
                  </a:lnTo>
                  <a:lnTo>
                    <a:pt x="2488120" y="49509"/>
                  </a:lnTo>
                  <a:lnTo>
                    <a:pt x="2495945" y="44032"/>
                  </a:lnTo>
                  <a:lnTo>
                    <a:pt x="2503769" y="38785"/>
                  </a:lnTo>
                  <a:lnTo>
                    <a:pt x="2511593" y="33775"/>
                  </a:lnTo>
                  <a:lnTo>
                    <a:pt x="2519417" y="29099"/>
                  </a:lnTo>
                  <a:lnTo>
                    <a:pt x="2527242" y="24754"/>
                  </a:lnTo>
                  <a:lnTo>
                    <a:pt x="2535066" y="20691"/>
                  </a:lnTo>
                  <a:lnTo>
                    <a:pt x="2542890" y="16919"/>
                  </a:lnTo>
                  <a:lnTo>
                    <a:pt x="2550715" y="13564"/>
                  </a:lnTo>
                  <a:lnTo>
                    <a:pt x="2558539" y="10572"/>
                  </a:lnTo>
                  <a:lnTo>
                    <a:pt x="2566363" y="7903"/>
                  </a:lnTo>
                  <a:lnTo>
                    <a:pt x="2574187" y="5560"/>
                  </a:lnTo>
                  <a:lnTo>
                    <a:pt x="2582012" y="3702"/>
                  </a:lnTo>
                  <a:lnTo>
                    <a:pt x="2589836" y="2215"/>
                  </a:lnTo>
                  <a:lnTo>
                    <a:pt x="2597660" y="1072"/>
                  </a:lnTo>
                  <a:lnTo>
                    <a:pt x="2605485" y="274"/>
                  </a:lnTo>
                  <a:lnTo>
                    <a:pt x="2613309" y="0"/>
                  </a:lnTo>
                  <a:lnTo>
                    <a:pt x="2621133" y="79"/>
                  </a:lnTo>
                  <a:lnTo>
                    <a:pt x="2628957" y="502"/>
                  </a:lnTo>
                  <a:lnTo>
                    <a:pt x="2636782" y="1283"/>
                  </a:lnTo>
                  <a:lnTo>
                    <a:pt x="2644606" y="2565"/>
                  </a:lnTo>
                  <a:lnTo>
                    <a:pt x="2652430" y="4176"/>
                  </a:lnTo>
                  <a:lnTo>
                    <a:pt x="2660254" y="6110"/>
                  </a:lnTo>
                  <a:lnTo>
                    <a:pt x="2668079" y="8396"/>
                  </a:lnTo>
                  <a:lnTo>
                    <a:pt x="2675903" y="11116"/>
                  </a:lnTo>
                  <a:lnTo>
                    <a:pt x="2683727" y="14128"/>
                  </a:lnTo>
                  <a:lnTo>
                    <a:pt x="2691552" y="17424"/>
                  </a:lnTo>
                  <a:lnTo>
                    <a:pt x="2699376" y="21041"/>
                  </a:lnTo>
                  <a:lnTo>
                    <a:pt x="2707200" y="25005"/>
                  </a:lnTo>
                  <a:lnTo>
                    <a:pt x="2715024" y="29207"/>
                  </a:lnTo>
                  <a:lnTo>
                    <a:pt x="2722849" y="33639"/>
                  </a:lnTo>
                  <a:lnTo>
                    <a:pt x="2730673" y="38337"/>
                  </a:lnTo>
                  <a:lnTo>
                    <a:pt x="2738497" y="43285"/>
                  </a:lnTo>
                  <a:lnTo>
                    <a:pt x="2746322" y="48409"/>
                  </a:lnTo>
                  <a:lnTo>
                    <a:pt x="2754146" y="53698"/>
                  </a:lnTo>
                  <a:lnTo>
                    <a:pt x="2761970" y="59180"/>
                  </a:lnTo>
                  <a:lnTo>
                    <a:pt x="2769794" y="64816"/>
                  </a:lnTo>
                  <a:lnTo>
                    <a:pt x="2777619" y="70562"/>
                  </a:lnTo>
                  <a:lnTo>
                    <a:pt x="2785443" y="76406"/>
                  </a:lnTo>
                  <a:lnTo>
                    <a:pt x="2793267" y="82359"/>
                  </a:lnTo>
                  <a:lnTo>
                    <a:pt x="2801091" y="88380"/>
                  </a:lnTo>
                  <a:lnTo>
                    <a:pt x="2808916" y="94446"/>
                  </a:lnTo>
                  <a:lnTo>
                    <a:pt x="2816740" y="100547"/>
                  </a:lnTo>
                  <a:lnTo>
                    <a:pt x="2824564" y="106672"/>
                  </a:lnTo>
                  <a:lnTo>
                    <a:pt x="2832389" y="112793"/>
                  </a:lnTo>
                  <a:lnTo>
                    <a:pt x="2840213" y="118902"/>
                  </a:lnTo>
                  <a:lnTo>
                    <a:pt x="2848037" y="124990"/>
                  </a:lnTo>
                  <a:lnTo>
                    <a:pt x="2855861" y="131022"/>
                  </a:lnTo>
                  <a:lnTo>
                    <a:pt x="2863686" y="136999"/>
                  </a:lnTo>
                  <a:lnTo>
                    <a:pt x="2871510" y="142916"/>
                  </a:lnTo>
                  <a:lnTo>
                    <a:pt x="2879334" y="148763"/>
                  </a:lnTo>
                  <a:lnTo>
                    <a:pt x="2887159" y="154491"/>
                  </a:lnTo>
                  <a:lnTo>
                    <a:pt x="2894983" y="160128"/>
                  </a:lnTo>
                  <a:lnTo>
                    <a:pt x="2902807" y="165670"/>
                  </a:lnTo>
                  <a:lnTo>
                    <a:pt x="2910631" y="171100"/>
                  </a:lnTo>
                  <a:lnTo>
                    <a:pt x="2918456" y="176372"/>
                  </a:lnTo>
                  <a:lnTo>
                    <a:pt x="2926280" y="181528"/>
                  </a:lnTo>
                  <a:lnTo>
                    <a:pt x="2934104" y="186565"/>
                  </a:lnTo>
                  <a:lnTo>
                    <a:pt x="2941929" y="191457"/>
                  </a:lnTo>
                  <a:lnTo>
                    <a:pt x="2949753" y="196174"/>
                  </a:lnTo>
                  <a:lnTo>
                    <a:pt x="2957577" y="200760"/>
                  </a:lnTo>
                  <a:lnTo>
                    <a:pt x="2965401" y="205212"/>
                  </a:lnTo>
                  <a:lnTo>
                    <a:pt x="2973226" y="209498"/>
                  </a:lnTo>
                  <a:lnTo>
                    <a:pt x="2981050" y="213607"/>
                  </a:lnTo>
                  <a:lnTo>
                    <a:pt x="2988874" y="217577"/>
                  </a:lnTo>
                  <a:lnTo>
                    <a:pt x="2996698" y="221410"/>
                  </a:lnTo>
                  <a:lnTo>
                    <a:pt x="3004523" y="225064"/>
                  </a:lnTo>
                  <a:lnTo>
                    <a:pt x="3012347" y="228548"/>
                  </a:lnTo>
                  <a:lnTo>
                    <a:pt x="3020171" y="231896"/>
                  </a:lnTo>
                  <a:lnTo>
                    <a:pt x="3027996" y="235109"/>
                  </a:lnTo>
                  <a:lnTo>
                    <a:pt x="3035820" y="238139"/>
                  </a:lnTo>
                  <a:lnTo>
                    <a:pt x="3043644" y="241016"/>
                  </a:lnTo>
                  <a:lnTo>
                    <a:pt x="3051468" y="243763"/>
                  </a:lnTo>
                  <a:lnTo>
                    <a:pt x="3059293" y="246382"/>
                  </a:lnTo>
                  <a:lnTo>
                    <a:pt x="3067117" y="248823"/>
                  </a:lnTo>
                  <a:lnTo>
                    <a:pt x="3074941" y="251132"/>
                  </a:lnTo>
                  <a:lnTo>
                    <a:pt x="3082766" y="253322"/>
                  </a:lnTo>
                  <a:lnTo>
                    <a:pt x="3090590" y="255396"/>
                  </a:lnTo>
                  <a:lnTo>
                    <a:pt x="3098414" y="257303"/>
                  </a:lnTo>
                  <a:lnTo>
                    <a:pt x="3106238" y="259101"/>
                  </a:lnTo>
                  <a:lnTo>
                    <a:pt x="3114063" y="260795"/>
                  </a:lnTo>
                  <a:lnTo>
                    <a:pt x="3121887" y="262385"/>
                  </a:lnTo>
                  <a:lnTo>
                    <a:pt x="3129711" y="263832"/>
                  </a:lnTo>
                  <a:lnTo>
                    <a:pt x="3137536" y="265190"/>
                  </a:lnTo>
                  <a:lnTo>
                    <a:pt x="3145360" y="266461"/>
                  </a:lnTo>
                  <a:lnTo>
                    <a:pt x="3153184" y="267641"/>
                  </a:lnTo>
                  <a:lnTo>
                    <a:pt x="3161008" y="268710"/>
                  </a:lnTo>
                  <a:lnTo>
                    <a:pt x="3168833" y="269709"/>
                  </a:lnTo>
                  <a:lnTo>
                    <a:pt x="3176657" y="270639"/>
                  </a:lnTo>
                  <a:lnTo>
                    <a:pt x="3184481" y="271495"/>
                  </a:lnTo>
                  <a:lnTo>
                    <a:pt x="3192305" y="272273"/>
                  </a:lnTo>
                  <a:lnTo>
                    <a:pt x="3200130" y="272998"/>
                  </a:lnTo>
                  <a:lnTo>
                    <a:pt x="3207954" y="273675"/>
                  </a:lnTo>
                  <a:lnTo>
                    <a:pt x="3215778" y="274298"/>
                  </a:lnTo>
                  <a:lnTo>
                    <a:pt x="3223603" y="274872"/>
                  </a:lnTo>
                  <a:lnTo>
                    <a:pt x="3231427" y="275414"/>
                  </a:lnTo>
                  <a:lnTo>
                    <a:pt x="3239251" y="275926"/>
                  </a:lnTo>
                  <a:lnTo>
                    <a:pt x="3247075" y="276406"/>
                  </a:lnTo>
                  <a:lnTo>
                    <a:pt x="3254900" y="276864"/>
                  </a:lnTo>
                  <a:lnTo>
                    <a:pt x="3262724" y="277307"/>
                  </a:lnTo>
                  <a:lnTo>
                    <a:pt x="3270548" y="277740"/>
                  </a:lnTo>
                  <a:lnTo>
                    <a:pt x="3278373" y="278164"/>
                  </a:lnTo>
                  <a:lnTo>
                    <a:pt x="3286197" y="278587"/>
                  </a:lnTo>
                  <a:lnTo>
                    <a:pt x="3294021" y="279012"/>
                  </a:lnTo>
                  <a:lnTo>
                    <a:pt x="3301845" y="279443"/>
                  </a:lnTo>
                  <a:lnTo>
                    <a:pt x="3309670" y="279886"/>
                  </a:lnTo>
                  <a:lnTo>
                    <a:pt x="3317494" y="280346"/>
                  </a:lnTo>
                  <a:lnTo>
                    <a:pt x="3325318" y="280822"/>
                  </a:lnTo>
                  <a:lnTo>
                    <a:pt x="3333142" y="281315"/>
                  </a:lnTo>
                  <a:lnTo>
                    <a:pt x="3340967" y="281841"/>
                  </a:lnTo>
                  <a:lnTo>
                    <a:pt x="3348791" y="282393"/>
                  </a:lnTo>
                  <a:lnTo>
                    <a:pt x="3356615" y="282972"/>
                  </a:lnTo>
                  <a:lnTo>
                    <a:pt x="3364440" y="283578"/>
                  </a:lnTo>
                  <a:lnTo>
                    <a:pt x="3372264" y="284229"/>
                  </a:lnTo>
                  <a:lnTo>
                    <a:pt x="3380088" y="284911"/>
                  </a:lnTo>
                  <a:lnTo>
                    <a:pt x="3387912" y="285625"/>
                  </a:lnTo>
                  <a:lnTo>
                    <a:pt x="3395737" y="286374"/>
                  </a:lnTo>
                  <a:lnTo>
                    <a:pt x="3403561" y="287171"/>
                  </a:lnTo>
                  <a:lnTo>
                    <a:pt x="3411385" y="288000"/>
                  </a:lnTo>
                  <a:lnTo>
                    <a:pt x="3419210" y="288861"/>
                  </a:lnTo>
                  <a:lnTo>
                    <a:pt x="3427034" y="289760"/>
                  </a:lnTo>
                  <a:lnTo>
                    <a:pt x="3434858" y="290701"/>
                  </a:lnTo>
                  <a:lnTo>
                    <a:pt x="3442682" y="291672"/>
                  </a:lnTo>
                  <a:lnTo>
                    <a:pt x="3450507" y="292672"/>
                  </a:lnTo>
                  <a:lnTo>
                    <a:pt x="3458331" y="293705"/>
                  </a:lnTo>
                  <a:lnTo>
                    <a:pt x="3466155" y="294771"/>
                  </a:lnTo>
                  <a:lnTo>
                    <a:pt x="3473980" y="295860"/>
                  </a:lnTo>
                  <a:lnTo>
                    <a:pt x="3481804" y="296970"/>
                  </a:lnTo>
                  <a:lnTo>
                    <a:pt x="3489628" y="298105"/>
                  </a:lnTo>
                  <a:lnTo>
                    <a:pt x="3497452" y="299259"/>
                  </a:lnTo>
                  <a:lnTo>
                    <a:pt x="3505277" y="300426"/>
                  </a:lnTo>
                  <a:lnTo>
                    <a:pt x="3513101" y="301605"/>
                  </a:lnTo>
                  <a:lnTo>
                    <a:pt x="3520925" y="302795"/>
                  </a:lnTo>
                  <a:lnTo>
                    <a:pt x="3528749" y="303991"/>
                  </a:lnTo>
                  <a:lnTo>
                    <a:pt x="3536574" y="305188"/>
                  </a:lnTo>
                  <a:lnTo>
                    <a:pt x="3544398" y="306386"/>
                  </a:lnTo>
                  <a:lnTo>
                    <a:pt x="3552222" y="307579"/>
                  </a:lnTo>
                  <a:lnTo>
                    <a:pt x="3560047" y="308764"/>
                  </a:lnTo>
                  <a:lnTo>
                    <a:pt x="3567871" y="309941"/>
                  </a:lnTo>
                  <a:lnTo>
                    <a:pt x="3575695" y="311107"/>
                  </a:lnTo>
                  <a:lnTo>
                    <a:pt x="3583519" y="312253"/>
                  </a:lnTo>
                  <a:lnTo>
                    <a:pt x="3591344" y="313381"/>
                  </a:lnTo>
                  <a:lnTo>
                    <a:pt x="3599168" y="314490"/>
                  </a:lnTo>
                  <a:lnTo>
                    <a:pt x="3606992" y="315579"/>
                  </a:lnTo>
                  <a:lnTo>
                    <a:pt x="3614817" y="316634"/>
                  </a:lnTo>
                  <a:lnTo>
                    <a:pt x="3622641" y="317664"/>
                  </a:lnTo>
                  <a:lnTo>
                    <a:pt x="3630465" y="318669"/>
                  </a:lnTo>
                  <a:lnTo>
                    <a:pt x="3638289" y="319644"/>
                  </a:lnTo>
                  <a:lnTo>
                    <a:pt x="3646114" y="320578"/>
                  </a:lnTo>
                  <a:lnTo>
                    <a:pt x="3653938" y="321483"/>
                  </a:lnTo>
                  <a:lnTo>
                    <a:pt x="3661762" y="322357"/>
                  </a:lnTo>
                  <a:lnTo>
                    <a:pt x="3669586" y="323196"/>
                  </a:lnTo>
                  <a:lnTo>
                    <a:pt x="3677411" y="323992"/>
                  </a:lnTo>
                  <a:lnTo>
                    <a:pt x="3685235" y="324756"/>
                  </a:lnTo>
                  <a:lnTo>
                    <a:pt x="3693059" y="325488"/>
                  </a:lnTo>
                  <a:lnTo>
                    <a:pt x="3700884" y="326182"/>
                  </a:lnTo>
                  <a:lnTo>
                    <a:pt x="3708708" y="326835"/>
                  </a:lnTo>
                  <a:lnTo>
                    <a:pt x="3716532" y="327456"/>
                  </a:lnTo>
                  <a:lnTo>
                    <a:pt x="3724356" y="328047"/>
                  </a:lnTo>
                  <a:lnTo>
                    <a:pt x="3732181" y="328599"/>
                  </a:lnTo>
                  <a:lnTo>
                    <a:pt x="3740005" y="329114"/>
                  </a:lnTo>
                  <a:lnTo>
                    <a:pt x="3747829" y="329601"/>
                  </a:lnTo>
                  <a:lnTo>
                    <a:pt x="3755654" y="330060"/>
                  </a:lnTo>
                  <a:lnTo>
                    <a:pt x="3763478" y="330483"/>
                  </a:lnTo>
                  <a:lnTo>
                    <a:pt x="3771302" y="330876"/>
                  </a:lnTo>
                  <a:lnTo>
                    <a:pt x="3779126" y="331244"/>
                  </a:lnTo>
                  <a:lnTo>
                    <a:pt x="3786951" y="331587"/>
                  </a:lnTo>
                  <a:lnTo>
                    <a:pt x="3794775" y="331900"/>
                  </a:lnTo>
                  <a:lnTo>
                    <a:pt x="3802599" y="332188"/>
                  </a:lnTo>
                  <a:lnTo>
                    <a:pt x="3810424" y="332456"/>
                  </a:lnTo>
                  <a:lnTo>
                    <a:pt x="3818248" y="332704"/>
                  </a:lnTo>
                  <a:lnTo>
                    <a:pt x="3826072" y="332926"/>
                  </a:lnTo>
                  <a:lnTo>
                    <a:pt x="3833896" y="333130"/>
                  </a:lnTo>
                  <a:lnTo>
                    <a:pt x="3841721" y="333319"/>
                  </a:lnTo>
                  <a:lnTo>
                    <a:pt x="3849545" y="333492"/>
                  </a:lnTo>
                  <a:lnTo>
                    <a:pt x="3857369" y="333644"/>
                  </a:lnTo>
                  <a:lnTo>
                    <a:pt x="3865193" y="333783"/>
                  </a:lnTo>
                  <a:lnTo>
                    <a:pt x="3873018" y="333911"/>
                  </a:lnTo>
                  <a:lnTo>
                    <a:pt x="3880842" y="334027"/>
                  </a:lnTo>
                  <a:lnTo>
                    <a:pt x="3888666" y="334128"/>
                  </a:lnTo>
                  <a:lnTo>
                    <a:pt x="3896491" y="334220"/>
                  </a:lnTo>
                  <a:lnTo>
                    <a:pt x="3904315" y="334304"/>
                  </a:lnTo>
                  <a:lnTo>
                    <a:pt x="3912139" y="334378"/>
                  </a:lnTo>
                  <a:lnTo>
                    <a:pt x="3919963" y="334443"/>
                  </a:lnTo>
                  <a:lnTo>
                    <a:pt x="3927788" y="334502"/>
                  </a:lnTo>
                  <a:lnTo>
                    <a:pt x="3935612" y="334555"/>
                  </a:lnTo>
                  <a:lnTo>
                    <a:pt x="3943436" y="334601"/>
                  </a:lnTo>
                  <a:lnTo>
                    <a:pt x="3951261" y="334642"/>
                  </a:lnTo>
                  <a:lnTo>
                    <a:pt x="3959085" y="334678"/>
                  </a:lnTo>
                  <a:lnTo>
                    <a:pt x="3966909" y="334710"/>
                  </a:lnTo>
                  <a:lnTo>
                    <a:pt x="3974733" y="334738"/>
                  </a:lnTo>
                  <a:lnTo>
                    <a:pt x="3982558" y="334762"/>
                  </a:lnTo>
                  <a:lnTo>
                    <a:pt x="3990382" y="334784"/>
                  </a:lnTo>
                  <a:lnTo>
                    <a:pt x="3998206" y="334918"/>
                  </a:lnTo>
                  <a:lnTo>
                    <a:pt x="3990382" y="334918"/>
                  </a:lnTo>
                  <a:lnTo>
                    <a:pt x="3982558" y="334918"/>
                  </a:lnTo>
                  <a:lnTo>
                    <a:pt x="3974733" y="334918"/>
                  </a:lnTo>
                  <a:lnTo>
                    <a:pt x="3966909" y="334918"/>
                  </a:lnTo>
                  <a:lnTo>
                    <a:pt x="3959085" y="334918"/>
                  </a:lnTo>
                  <a:lnTo>
                    <a:pt x="3951261" y="334918"/>
                  </a:lnTo>
                  <a:lnTo>
                    <a:pt x="3943436" y="334918"/>
                  </a:lnTo>
                  <a:lnTo>
                    <a:pt x="3935612" y="334918"/>
                  </a:lnTo>
                  <a:lnTo>
                    <a:pt x="3927788" y="334918"/>
                  </a:lnTo>
                  <a:lnTo>
                    <a:pt x="3919963" y="334918"/>
                  </a:lnTo>
                  <a:lnTo>
                    <a:pt x="3912139" y="334918"/>
                  </a:lnTo>
                  <a:lnTo>
                    <a:pt x="3904315" y="334918"/>
                  </a:lnTo>
                  <a:lnTo>
                    <a:pt x="3896491" y="334918"/>
                  </a:lnTo>
                  <a:lnTo>
                    <a:pt x="3888666" y="334918"/>
                  </a:lnTo>
                  <a:lnTo>
                    <a:pt x="3880842" y="334918"/>
                  </a:lnTo>
                  <a:lnTo>
                    <a:pt x="3873018" y="334918"/>
                  </a:lnTo>
                  <a:lnTo>
                    <a:pt x="3865193" y="334918"/>
                  </a:lnTo>
                  <a:lnTo>
                    <a:pt x="3857369" y="334918"/>
                  </a:lnTo>
                  <a:lnTo>
                    <a:pt x="3849545" y="334918"/>
                  </a:lnTo>
                  <a:lnTo>
                    <a:pt x="3841721" y="334918"/>
                  </a:lnTo>
                  <a:lnTo>
                    <a:pt x="3833896" y="334918"/>
                  </a:lnTo>
                  <a:lnTo>
                    <a:pt x="3826072" y="334918"/>
                  </a:lnTo>
                  <a:lnTo>
                    <a:pt x="3818248" y="334918"/>
                  </a:lnTo>
                  <a:lnTo>
                    <a:pt x="3810424" y="334918"/>
                  </a:lnTo>
                  <a:lnTo>
                    <a:pt x="3802599" y="334918"/>
                  </a:lnTo>
                  <a:lnTo>
                    <a:pt x="3794775" y="334918"/>
                  </a:lnTo>
                  <a:lnTo>
                    <a:pt x="3786951" y="334918"/>
                  </a:lnTo>
                  <a:lnTo>
                    <a:pt x="3779126" y="334918"/>
                  </a:lnTo>
                  <a:lnTo>
                    <a:pt x="3771302" y="334918"/>
                  </a:lnTo>
                  <a:lnTo>
                    <a:pt x="3763478" y="334918"/>
                  </a:lnTo>
                  <a:lnTo>
                    <a:pt x="3755654" y="334918"/>
                  </a:lnTo>
                  <a:lnTo>
                    <a:pt x="3747829" y="334918"/>
                  </a:lnTo>
                  <a:lnTo>
                    <a:pt x="3740005" y="334918"/>
                  </a:lnTo>
                  <a:lnTo>
                    <a:pt x="3732181" y="334918"/>
                  </a:lnTo>
                  <a:lnTo>
                    <a:pt x="3724356" y="334918"/>
                  </a:lnTo>
                  <a:lnTo>
                    <a:pt x="3716532" y="334918"/>
                  </a:lnTo>
                  <a:lnTo>
                    <a:pt x="3708708" y="334918"/>
                  </a:lnTo>
                  <a:lnTo>
                    <a:pt x="3700884" y="334918"/>
                  </a:lnTo>
                  <a:lnTo>
                    <a:pt x="3693059" y="334918"/>
                  </a:lnTo>
                  <a:lnTo>
                    <a:pt x="3685235" y="334918"/>
                  </a:lnTo>
                  <a:lnTo>
                    <a:pt x="3677411" y="334918"/>
                  </a:lnTo>
                  <a:lnTo>
                    <a:pt x="3669586" y="334918"/>
                  </a:lnTo>
                  <a:lnTo>
                    <a:pt x="3661762" y="334918"/>
                  </a:lnTo>
                  <a:lnTo>
                    <a:pt x="3653938" y="334918"/>
                  </a:lnTo>
                  <a:lnTo>
                    <a:pt x="3646114" y="334918"/>
                  </a:lnTo>
                  <a:lnTo>
                    <a:pt x="3638289" y="334918"/>
                  </a:lnTo>
                  <a:lnTo>
                    <a:pt x="3630465" y="334918"/>
                  </a:lnTo>
                  <a:lnTo>
                    <a:pt x="3622641" y="334918"/>
                  </a:lnTo>
                  <a:lnTo>
                    <a:pt x="3614817" y="334918"/>
                  </a:lnTo>
                  <a:lnTo>
                    <a:pt x="3606992" y="334918"/>
                  </a:lnTo>
                  <a:lnTo>
                    <a:pt x="3599168" y="334918"/>
                  </a:lnTo>
                  <a:lnTo>
                    <a:pt x="3591344" y="334918"/>
                  </a:lnTo>
                  <a:lnTo>
                    <a:pt x="3583519" y="334918"/>
                  </a:lnTo>
                  <a:lnTo>
                    <a:pt x="3575695" y="334918"/>
                  </a:lnTo>
                  <a:lnTo>
                    <a:pt x="3567871" y="334918"/>
                  </a:lnTo>
                  <a:lnTo>
                    <a:pt x="3560047" y="334918"/>
                  </a:lnTo>
                  <a:lnTo>
                    <a:pt x="3552222" y="334918"/>
                  </a:lnTo>
                  <a:lnTo>
                    <a:pt x="3544398" y="334918"/>
                  </a:lnTo>
                  <a:lnTo>
                    <a:pt x="3536574" y="334918"/>
                  </a:lnTo>
                  <a:lnTo>
                    <a:pt x="3528749" y="334918"/>
                  </a:lnTo>
                  <a:lnTo>
                    <a:pt x="3520925" y="334918"/>
                  </a:lnTo>
                  <a:lnTo>
                    <a:pt x="3513101" y="334918"/>
                  </a:lnTo>
                  <a:lnTo>
                    <a:pt x="3505277" y="334918"/>
                  </a:lnTo>
                  <a:lnTo>
                    <a:pt x="3497452" y="334918"/>
                  </a:lnTo>
                  <a:lnTo>
                    <a:pt x="3489628" y="334918"/>
                  </a:lnTo>
                  <a:lnTo>
                    <a:pt x="3481804" y="334918"/>
                  </a:lnTo>
                  <a:lnTo>
                    <a:pt x="3473980" y="334918"/>
                  </a:lnTo>
                  <a:lnTo>
                    <a:pt x="3466155" y="334918"/>
                  </a:lnTo>
                  <a:lnTo>
                    <a:pt x="3458331" y="334918"/>
                  </a:lnTo>
                  <a:lnTo>
                    <a:pt x="3450507" y="334918"/>
                  </a:lnTo>
                  <a:lnTo>
                    <a:pt x="3442682" y="334918"/>
                  </a:lnTo>
                  <a:lnTo>
                    <a:pt x="3434858" y="334918"/>
                  </a:lnTo>
                  <a:lnTo>
                    <a:pt x="3427034" y="334918"/>
                  </a:lnTo>
                  <a:lnTo>
                    <a:pt x="3419210" y="334918"/>
                  </a:lnTo>
                  <a:lnTo>
                    <a:pt x="3411385" y="334918"/>
                  </a:lnTo>
                  <a:lnTo>
                    <a:pt x="3403561" y="334918"/>
                  </a:lnTo>
                  <a:lnTo>
                    <a:pt x="3395737" y="334918"/>
                  </a:lnTo>
                  <a:lnTo>
                    <a:pt x="3387912" y="334918"/>
                  </a:lnTo>
                  <a:lnTo>
                    <a:pt x="3380088" y="334918"/>
                  </a:lnTo>
                  <a:lnTo>
                    <a:pt x="3372264" y="334918"/>
                  </a:lnTo>
                  <a:lnTo>
                    <a:pt x="3364440" y="334918"/>
                  </a:lnTo>
                  <a:lnTo>
                    <a:pt x="3356615" y="334918"/>
                  </a:lnTo>
                  <a:lnTo>
                    <a:pt x="3348791" y="334918"/>
                  </a:lnTo>
                  <a:lnTo>
                    <a:pt x="3340967" y="334918"/>
                  </a:lnTo>
                  <a:lnTo>
                    <a:pt x="3333142" y="334918"/>
                  </a:lnTo>
                  <a:lnTo>
                    <a:pt x="3325318" y="334918"/>
                  </a:lnTo>
                  <a:lnTo>
                    <a:pt x="3317494" y="334918"/>
                  </a:lnTo>
                  <a:lnTo>
                    <a:pt x="3309670" y="334918"/>
                  </a:lnTo>
                  <a:lnTo>
                    <a:pt x="3301845" y="334918"/>
                  </a:lnTo>
                  <a:lnTo>
                    <a:pt x="3294021" y="334918"/>
                  </a:lnTo>
                  <a:lnTo>
                    <a:pt x="3286197" y="334918"/>
                  </a:lnTo>
                  <a:lnTo>
                    <a:pt x="3278373" y="334918"/>
                  </a:lnTo>
                  <a:lnTo>
                    <a:pt x="3270548" y="334918"/>
                  </a:lnTo>
                  <a:lnTo>
                    <a:pt x="3262724" y="334918"/>
                  </a:lnTo>
                  <a:lnTo>
                    <a:pt x="3254900" y="334918"/>
                  </a:lnTo>
                  <a:lnTo>
                    <a:pt x="3247075" y="334918"/>
                  </a:lnTo>
                  <a:lnTo>
                    <a:pt x="3239251" y="334918"/>
                  </a:lnTo>
                  <a:lnTo>
                    <a:pt x="3231427" y="334918"/>
                  </a:lnTo>
                  <a:lnTo>
                    <a:pt x="3223603" y="334918"/>
                  </a:lnTo>
                  <a:lnTo>
                    <a:pt x="3215778" y="334918"/>
                  </a:lnTo>
                  <a:lnTo>
                    <a:pt x="3207954" y="334918"/>
                  </a:lnTo>
                  <a:lnTo>
                    <a:pt x="3200130" y="334918"/>
                  </a:lnTo>
                  <a:lnTo>
                    <a:pt x="3192305" y="334918"/>
                  </a:lnTo>
                  <a:lnTo>
                    <a:pt x="3184481" y="334918"/>
                  </a:lnTo>
                  <a:lnTo>
                    <a:pt x="3176657" y="334918"/>
                  </a:lnTo>
                  <a:lnTo>
                    <a:pt x="3168833" y="334918"/>
                  </a:lnTo>
                  <a:lnTo>
                    <a:pt x="3161008" y="334918"/>
                  </a:lnTo>
                  <a:lnTo>
                    <a:pt x="3153184" y="334918"/>
                  </a:lnTo>
                  <a:lnTo>
                    <a:pt x="3145360" y="334918"/>
                  </a:lnTo>
                  <a:lnTo>
                    <a:pt x="3137536" y="334918"/>
                  </a:lnTo>
                  <a:lnTo>
                    <a:pt x="3129711" y="334918"/>
                  </a:lnTo>
                  <a:lnTo>
                    <a:pt x="3121887" y="334918"/>
                  </a:lnTo>
                  <a:lnTo>
                    <a:pt x="3114063" y="334918"/>
                  </a:lnTo>
                  <a:lnTo>
                    <a:pt x="3106238" y="334918"/>
                  </a:lnTo>
                  <a:lnTo>
                    <a:pt x="3098414" y="334918"/>
                  </a:lnTo>
                  <a:lnTo>
                    <a:pt x="3090590" y="334918"/>
                  </a:lnTo>
                  <a:lnTo>
                    <a:pt x="3082766" y="334918"/>
                  </a:lnTo>
                  <a:lnTo>
                    <a:pt x="3074941" y="334918"/>
                  </a:lnTo>
                  <a:lnTo>
                    <a:pt x="3067117" y="334918"/>
                  </a:lnTo>
                  <a:lnTo>
                    <a:pt x="3059293" y="334918"/>
                  </a:lnTo>
                  <a:lnTo>
                    <a:pt x="3051468" y="334918"/>
                  </a:lnTo>
                  <a:lnTo>
                    <a:pt x="3043644" y="334918"/>
                  </a:lnTo>
                  <a:lnTo>
                    <a:pt x="3035820" y="334918"/>
                  </a:lnTo>
                  <a:lnTo>
                    <a:pt x="3027996" y="334918"/>
                  </a:lnTo>
                  <a:lnTo>
                    <a:pt x="3020171" y="334918"/>
                  </a:lnTo>
                  <a:lnTo>
                    <a:pt x="3012347" y="334918"/>
                  </a:lnTo>
                  <a:lnTo>
                    <a:pt x="3004523" y="334918"/>
                  </a:lnTo>
                  <a:lnTo>
                    <a:pt x="2996698" y="334918"/>
                  </a:lnTo>
                  <a:lnTo>
                    <a:pt x="2988874" y="334918"/>
                  </a:lnTo>
                  <a:lnTo>
                    <a:pt x="2981050" y="334918"/>
                  </a:lnTo>
                  <a:lnTo>
                    <a:pt x="2973226" y="334918"/>
                  </a:lnTo>
                  <a:lnTo>
                    <a:pt x="2965401" y="334918"/>
                  </a:lnTo>
                  <a:lnTo>
                    <a:pt x="2957577" y="334918"/>
                  </a:lnTo>
                  <a:lnTo>
                    <a:pt x="2949753" y="334918"/>
                  </a:lnTo>
                  <a:lnTo>
                    <a:pt x="2941929" y="334918"/>
                  </a:lnTo>
                  <a:lnTo>
                    <a:pt x="2934104" y="334918"/>
                  </a:lnTo>
                  <a:lnTo>
                    <a:pt x="2926280" y="334918"/>
                  </a:lnTo>
                  <a:lnTo>
                    <a:pt x="2918456" y="334918"/>
                  </a:lnTo>
                  <a:lnTo>
                    <a:pt x="2910631" y="334918"/>
                  </a:lnTo>
                  <a:lnTo>
                    <a:pt x="2902807" y="334918"/>
                  </a:lnTo>
                  <a:lnTo>
                    <a:pt x="2894983" y="334918"/>
                  </a:lnTo>
                  <a:lnTo>
                    <a:pt x="2887159" y="334918"/>
                  </a:lnTo>
                  <a:lnTo>
                    <a:pt x="2879334" y="334918"/>
                  </a:lnTo>
                  <a:lnTo>
                    <a:pt x="2871510" y="334918"/>
                  </a:lnTo>
                  <a:lnTo>
                    <a:pt x="2863686" y="334918"/>
                  </a:lnTo>
                  <a:lnTo>
                    <a:pt x="2855861" y="334918"/>
                  </a:lnTo>
                  <a:lnTo>
                    <a:pt x="2848037" y="334918"/>
                  </a:lnTo>
                  <a:lnTo>
                    <a:pt x="2840213" y="334918"/>
                  </a:lnTo>
                  <a:lnTo>
                    <a:pt x="2832389" y="334918"/>
                  </a:lnTo>
                  <a:lnTo>
                    <a:pt x="2824564" y="334918"/>
                  </a:lnTo>
                  <a:lnTo>
                    <a:pt x="2816740" y="334918"/>
                  </a:lnTo>
                  <a:lnTo>
                    <a:pt x="2808916" y="334918"/>
                  </a:lnTo>
                  <a:lnTo>
                    <a:pt x="2801091" y="334918"/>
                  </a:lnTo>
                  <a:lnTo>
                    <a:pt x="2793267" y="334918"/>
                  </a:lnTo>
                  <a:lnTo>
                    <a:pt x="2785443" y="334918"/>
                  </a:lnTo>
                  <a:lnTo>
                    <a:pt x="2777619" y="334918"/>
                  </a:lnTo>
                  <a:lnTo>
                    <a:pt x="2769794" y="334918"/>
                  </a:lnTo>
                  <a:lnTo>
                    <a:pt x="2761970" y="334918"/>
                  </a:lnTo>
                  <a:lnTo>
                    <a:pt x="2754146" y="334918"/>
                  </a:lnTo>
                  <a:lnTo>
                    <a:pt x="2746322" y="334918"/>
                  </a:lnTo>
                  <a:lnTo>
                    <a:pt x="2738497" y="334918"/>
                  </a:lnTo>
                  <a:lnTo>
                    <a:pt x="2730673" y="334918"/>
                  </a:lnTo>
                  <a:lnTo>
                    <a:pt x="2722849" y="334918"/>
                  </a:lnTo>
                  <a:lnTo>
                    <a:pt x="2715024" y="334918"/>
                  </a:lnTo>
                  <a:lnTo>
                    <a:pt x="2707200" y="334918"/>
                  </a:lnTo>
                  <a:lnTo>
                    <a:pt x="2699376" y="334918"/>
                  </a:lnTo>
                  <a:lnTo>
                    <a:pt x="2691552" y="334918"/>
                  </a:lnTo>
                  <a:lnTo>
                    <a:pt x="2683727" y="334918"/>
                  </a:lnTo>
                  <a:lnTo>
                    <a:pt x="2675903" y="334918"/>
                  </a:lnTo>
                  <a:lnTo>
                    <a:pt x="2668079" y="334918"/>
                  </a:lnTo>
                  <a:lnTo>
                    <a:pt x="2660254" y="334918"/>
                  </a:lnTo>
                  <a:lnTo>
                    <a:pt x="2652430" y="334918"/>
                  </a:lnTo>
                  <a:lnTo>
                    <a:pt x="2644606" y="334918"/>
                  </a:lnTo>
                  <a:lnTo>
                    <a:pt x="2636782" y="334918"/>
                  </a:lnTo>
                  <a:lnTo>
                    <a:pt x="2628957" y="334918"/>
                  </a:lnTo>
                  <a:lnTo>
                    <a:pt x="2621133" y="334918"/>
                  </a:lnTo>
                  <a:lnTo>
                    <a:pt x="2613309" y="334918"/>
                  </a:lnTo>
                  <a:lnTo>
                    <a:pt x="2605485" y="334918"/>
                  </a:lnTo>
                  <a:lnTo>
                    <a:pt x="2597660" y="334918"/>
                  </a:lnTo>
                  <a:lnTo>
                    <a:pt x="2589836" y="334918"/>
                  </a:lnTo>
                  <a:lnTo>
                    <a:pt x="2582012" y="334918"/>
                  </a:lnTo>
                  <a:lnTo>
                    <a:pt x="2574187" y="334918"/>
                  </a:lnTo>
                  <a:lnTo>
                    <a:pt x="2566363" y="334918"/>
                  </a:lnTo>
                  <a:lnTo>
                    <a:pt x="2558539" y="334918"/>
                  </a:lnTo>
                  <a:lnTo>
                    <a:pt x="2550715" y="334918"/>
                  </a:lnTo>
                  <a:lnTo>
                    <a:pt x="2542890" y="334918"/>
                  </a:lnTo>
                  <a:lnTo>
                    <a:pt x="2535066" y="334918"/>
                  </a:lnTo>
                  <a:lnTo>
                    <a:pt x="2527242" y="334918"/>
                  </a:lnTo>
                  <a:lnTo>
                    <a:pt x="2519417" y="334918"/>
                  </a:lnTo>
                  <a:lnTo>
                    <a:pt x="2511593" y="334918"/>
                  </a:lnTo>
                  <a:lnTo>
                    <a:pt x="2503769" y="334918"/>
                  </a:lnTo>
                  <a:lnTo>
                    <a:pt x="2495945" y="334918"/>
                  </a:lnTo>
                  <a:lnTo>
                    <a:pt x="2488120" y="334918"/>
                  </a:lnTo>
                  <a:lnTo>
                    <a:pt x="2480296" y="334918"/>
                  </a:lnTo>
                  <a:lnTo>
                    <a:pt x="2472472" y="334918"/>
                  </a:lnTo>
                  <a:lnTo>
                    <a:pt x="2464647" y="334918"/>
                  </a:lnTo>
                  <a:lnTo>
                    <a:pt x="2456823" y="334918"/>
                  </a:lnTo>
                  <a:lnTo>
                    <a:pt x="2448999" y="334918"/>
                  </a:lnTo>
                  <a:lnTo>
                    <a:pt x="2441175" y="334918"/>
                  </a:lnTo>
                  <a:lnTo>
                    <a:pt x="2433350" y="334918"/>
                  </a:lnTo>
                  <a:lnTo>
                    <a:pt x="2425526" y="334918"/>
                  </a:lnTo>
                  <a:lnTo>
                    <a:pt x="2417702" y="334918"/>
                  </a:lnTo>
                  <a:lnTo>
                    <a:pt x="2409878" y="334918"/>
                  </a:lnTo>
                  <a:lnTo>
                    <a:pt x="2402053" y="334918"/>
                  </a:lnTo>
                  <a:lnTo>
                    <a:pt x="2394229" y="334918"/>
                  </a:lnTo>
                  <a:lnTo>
                    <a:pt x="2386405" y="334918"/>
                  </a:lnTo>
                  <a:lnTo>
                    <a:pt x="2378580" y="334918"/>
                  </a:lnTo>
                  <a:lnTo>
                    <a:pt x="2370756" y="334918"/>
                  </a:lnTo>
                  <a:lnTo>
                    <a:pt x="2362932" y="334918"/>
                  </a:lnTo>
                  <a:lnTo>
                    <a:pt x="2355108" y="334918"/>
                  </a:lnTo>
                  <a:lnTo>
                    <a:pt x="2347283" y="334918"/>
                  </a:lnTo>
                  <a:lnTo>
                    <a:pt x="2339459" y="334918"/>
                  </a:lnTo>
                  <a:lnTo>
                    <a:pt x="2331635" y="334918"/>
                  </a:lnTo>
                  <a:lnTo>
                    <a:pt x="2323810" y="334918"/>
                  </a:lnTo>
                  <a:lnTo>
                    <a:pt x="2315986" y="334918"/>
                  </a:lnTo>
                  <a:lnTo>
                    <a:pt x="2308162" y="334918"/>
                  </a:lnTo>
                  <a:lnTo>
                    <a:pt x="2300338" y="334918"/>
                  </a:lnTo>
                  <a:lnTo>
                    <a:pt x="2292513" y="334918"/>
                  </a:lnTo>
                  <a:lnTo>
                    <a:pt x="2284689" y="334918"/>
                  </a:lnTo>
                  <a:lnTo>
                    <a:pt x="2276865" y="334918"/>
                  </a:lnTo>
                  <a:lnTo>
                    <a:pt x="2269040" y="334918"/>
                  </a:lnTo>
                  <a:lnTo>
                    <a:pt x="2261216" y="334918"/>
                  </a:lnTo>
                  <a:lnTo>
                    <a:pt x="2253392" y="334918"/>
                  </a:lnTo>
                  <a:lnTo>
                    <a:pt x="2245568" y="334918"/>
                  </a:lnTo>
                  <a:lnTo>
                    <a:pt x="2237743" y="334918"/>
                  </a:lnTo>
                  <a:lnTo>
                    <a:pt x="2229919" y="334918"/>
                  </a:lnTo>
                  <a:lnTo>
                    <a:pt x="2222095" y="334918"/>
                  </a:lnTo>
                  <a:lnTo>
                    <a:pt x="2214271" y="334918"/>
                  </a:lnTo>
                  <a:lnTo>
                    <a:pt x="2206446" y="334918"/>
                  </a:lnTo>
                  <a:lnTo>
                    <a:pt x="2198622" y="334918"/>
                  </a:lnTo>
                  <a:lnTo>
                    <a:pt x="2190798" y="334918"/>
                  </a:lnTo>
                  <a:lnTo>
                    <a:pt x="2182973" y="334918"/>
                  </a:lnTo>
                  <a:lnTo>
                    <a:pt x="2175149" y="334918"/>
                  </a:lnTo>
                  <a:lnTo>
                    <a:pt x="2167325" y="334918"/>
                  </a:lnTo>
                  <a:lnTo>
                    <a:pt x="2159501" y="334918"/>
                  </a:lnTo>
                  <a:lnTo>
                    <a:pt x="2151676" y="334918"/>
                  </a:lnTo>
                  <a:lnTo>
                    <a:pt x="2143852" y="334918"/>
                  </a:lnTo>
                  <a:lnTo>
                    <a:pt x="2136028" y="334918"/>
                  </a:lnTo>
                  <a:lnTo>
                    <a:pt x="2128203" y="334918"/>
                  </a:lnTo>
                  <a:lnTo>
                    <a:pt x="2120379" y="334918"/>
                  </a:lnTo>
                  <a:lnTo>
                    <a:pt x="2112555" y="334918"/>
                  </a:lnTo>
                  <a:lnTo>
                    <a:pt x="2104731" y="334918"/>
                  </a:lnTo>
                  <a:lnTo>
                    <a:pt x="2096906" y="334918"/>
                  </a:lnTo>
                  <a:lnTo>
                    <a:pt x="2089082" y="334918"/>
                  </a:lnTo>
                  <a:lnTo>
                    <a:pt x="2081258" y="334918"/>
                  </a:lnTo>
                  <a:lnTo>
                    <a:pt x="2073434" y="334918"/>
                  </a:lnTo>
                  <a:lnTo>
                    <a:pt x="2065609" y="334918"/>
                  </a:lnTo>
                  <a:lnTo>
                    <a:pt x="2057785" y="334918"/>
                  </a:lnTo>
                  <a:lnTo>
                    <a:pt x="2049961" y="334918"/>
                  </a:lnTo>
                  <a:lnTo>
                    <a:pt x="2042136" y="334918"/>
                  </a:lnTo>
                  <a:lnTo>
                    <a:pt x="2034312" y="334918"/>
                  </a:lnTo>
                  <a:lnTo>
                    <a:pt x="2026488" y="334918"/>
                  </a:lnTo>
                  <a:lnTo>
                    <a:pt x="2018664" y="334918"/>
                  </a:lnTo>
                  <a:lnTo>
                    <a:pt x="2010839" y="334918"/>
                  </a:lnTo>
                  <a:lnTo>
                    <a:pt x="2003015" y="334918"/>
                  </a:lnTo>
                  <a:lnTo>
                    <a:pt x="1995191" y="334918"/>
                  </a:lnTo>
                  <a:lnTo>
                    <a:pt x="1987366" y="334918"/>
                  </a:lnTo>
                  <a:lnTo>
                    <a:pt x="1979542" y="334918"/>
                  </a:lnTo>
                  <a:lnTo>
                    <a:pt x="1971718" y="334918"/>
                  </a:lnTo>
                  <a:lnTo>
                    <a:pt x="1963894" y="334918"/>
                  </a:lnTo>
                  <a:lnTo>
                    <a:pt x="1956069" y="334918"/>
                  </a:lnTo>
                  <a:lnTo>
                    <a:pt x="1948245" y="334918"/>
                  </a:lnTo>
                  <a:lnTo>
                    <a:pt x="1940421" y="334918"/>
                  </a:lnTo>
                  <a:lnTo>
                    <a:pt x="1932596" y="334918"/>
                  </a:lnTo>
                  <a:lnTo>
                    <a:pt x="1924772" y="334918"/>
                  </a:lnTo>
                  <a:lnTo>
                    <a:pt x="1916948" y="334918"/>
                  </a:lnTo>
                  <a:lnTo>
                    <a:pt x="1909124" y="334918"/>
                  </a:lnTo>
                  <a:lnTo>
                    <a:pt x="1901299" y="334918"/>
                  </a:lnTo>
                  <a:lnTo>
                    <a:pt x="1893475" y="334918"/>
                  </a:lnTo>
                  <a:lnTo>
                    <a:pt x="1885651" y="334918"/>
                  </a:lnTo>
                  <a:lnTo>
                    <a:pt x="1877827" y="334918"/>
                  </a:lnTo>
                  <a:lnTo>
                    <a:pt x="1870002" y="334918"/>
                  </a:lnTo>
                  <a:lnTo>
                    <a:pt x="1862178" y="334918"/>
                  </a:lnTo>
                  <a:lnTo>
                    <a:pt x="1854354" y="334918"/>
                  </a:lnTo>
                  <a:lnTo>
                    <a:pt x="1846529" y="334918"/>
                  </a:lnTo>
                  <a:lnTo>
                    <a:pt x="1838705" y="334918"/>
                  </a:lnTo>
                  <a:lnTo>
                    <a:pt x="1830881" y="334918"/>
                  </a:lnTo>
                  <a:lnTo>
                    <a:pt x="1823057" y="334918"/>
                  </a:lnTo>
                  <a:lnTo>
                    <a:pt x="1815232" y="334918"/>
                  </a:lnTo>
                  <a:lnTo>
                    <a:pt x="1807408" y="334918"/>
                  </a:lnTo>
                  <a:lnTo>
                    <a:pt x="1799584" y="334918"/>
                  </a:lnTo>
                  <a:lnTo>
                    <a:pt x="1791759" y="334918"/>
                  </a:lnTo>
                  <a:lnTo>
                    <a:pt x="1783935" y="334918"/>
                  </a:lnTo>
                  <a:lnTo>
                    <a:pt x="1776111" y="334918"/>
                  </a:lnTo>
                  <a:lnTo>
                    <a:pt x="1768287" y="334918"/>
                  </a:lnTo>
                  <a:lnTo>
                    <a:pt x="1760462" y="334918"/>
                  </a:lnTo>
                  <a:lnTo>
                    <a:pt x="1752638" y="334918"/>
                  </a:lnTo>
                  <a:lnTo>
                    <a:pt x="1744814" y="334918"/>
                  </a:lnTo>
                  <a:lnTo>
                    <a:pt x="1736990" y="334918"/>
                  </a:lnTo>
                  <a:lnTo>
                    <a:pt x="1729165" y="334918"/>
                  </a:lnTo>
                  <a:lnTo>
                    <a:pt x="1721341" y="334918"/>
                  </a:lnTo>
                  <a:lnTo>
                    <a:pt x="1713517" y="334918"/>
                  </a:lnTo>
                  <a:lnTo>
                    <a:pt x="1705692" y="334918"/>
                  </a:lnTo>
                  <a:lnTo>
                    <a:pt x="1697868" y="334918"/>
                  </a:lnTo>
                  <a:lnTo>
                    <a:pt x="1690044" y="334918"/>
                  </a:lnTo>
                  <a:lnTo>
                    <a:pt x="1682220" y="334918"/>
                  </a:lnTo>
                  <a:lnTo>
                    <a:pt x="1674395" y="334918"/>
                  </a:lnTo>
                  <a:lnTo>
                    <a:pt x="1666571" y="334918"/>
                  </a:lnTo>
                  <a:lnTo>
                    <a:pt x="1658747" y="334918"/>
                  </a:lnTo>
                  <a:lnTo>
                    <a:pt x="1650922" y="334918"/>
                  </a:lnTo>
                  <a:lnTo>
                    <a:pt x="1643098" y="334918"/>
                  </a:lnTo>
                  <a:lnTo>
                    <a:pt x="1635274" y="334918"/>
                  </a:lnTo>
                  <a:lnTo>
                    <a:pt x="1627450" y="334918"/>
                  </a:lnTo>
                  <a:lnTo>
                    <a:pt x="1619625" y="334918"/>
                  </a:lnTo>
                  <a:lnTo>
                    <a:pt x="1611801" y="334918"/>
                  </a:lnTo>
                  <a:lnTo>
                    <a:pt x="1603977" y="334918"/>
                  </a:lnTo>
                  <a:lnTo>
                    <a:pt x="1596152" y="334918"/>
                  </a:lnTo>
                  <a:lnTo>
                    <a:pt x="1588328" y="334918"/>
                  </a:lnTo>
                  <a:lnTo>
                    <a:pt x="1580504" y="334918"/>
                  </a:lnTo>
                  <a:lnTo>
                    <a:pt x="1572680" y="334918"/>
                  </a:lnTo>
                  <a:lnTo>
                    <a:pt x="1564855" y="334918"/>
                  </a:lnTo>
                  <a:lnTo>
                    <a:pt x="1557031" y="334918"/>
                  </a:lnTo>
                  <a:lnTo>
                    <a:pt x="1549207" y="334918"/>
                  </a:lnTo>
                  <a:lnTo>
                    <a:pt x="1541383" y="334918"/>
                  </a:lnTo>
                  <a:lnTo>
                    <a:pt x="1533558" y="334918"/>
                  </a:lnTo>
                  <a:lnTo>
                    <a:pt x="1525734" y="334918"/>
                  </a:lnTo>
                  <a:lnTo>
                    <a:pt x="1517910" y="334918"/>
                  </a:lnTo>
                  <a:lnTo>
                    <a:pt x="1510085" y="334918"/>
                  </a:lnTo>
                  <a:lnTo>
                    <a:pt x="1502261" y="334918"/>
                  </a:lnTo>
                  <a:lnTo>
                    <a:pt x="1494437" y="334918"/>
                  </a:lnTo>
                  <a:lnTo>
                    <a:pt x="1486613" y="334918"/>
                  </a:lnTo>
                  <a:lnTo>
                    <a:pt x="1478788" y="334918"/>
                  </a:lnTo>
                  <a:lnTo>
                    <a:pt x="1470964" y="334918"/>
                  </a:lnTo>
                  <a:lnTo>
                    <a:pt x="1463140" y="334918"/>
                  </a:lnTo>
                  <a:lnTo>
                    <a:pt x="1455315" y="334918"/>
                  </a:lnTo>
                  <a:lnTo>
                    <a:pt x="1447491" y="334918"/>
                  </a:lnTo>
                  <a:lnTo>
                    <a:pt x="1439667" y="334918"/>
                  </a:lnTo>
                  <a:lnTo>
                    <a:pt x="1431843" y="334918"/>
                  </a:lnTo>
                  <a:lnTo>
                    <a:pt x="1424018" y="334918"/>
                  </a:lnTo>
                  <a:lnTo>
                    <a:pt x="1416194" y="334918"/>
                  </a:lnTo>
                  <a:lnTo>
                    <a:pt x="1408370" y="334918"/>
                  </a:lnTo>
                  <a:lnTo>
                    <a:pt x="1400545" y="334918"/>
                  </a:lnTo>
                  <a:lnTo>
                    <a:pt x="1392721" y="334918"/>
                  </a:lnTo>
                  <a:lnTo>
                    <a:pt x="1384897" y="334918"/>
                  </a:lnTo>
                  <a:lnTo>
                    <a:pt x="1377073" y="334918"/>
                  </a:lnTo>
                  <a:lnTo>
                    <a:pt x="1369248" y="334918"/>
                  </a:lnTo>
                  <a:lnTo>
                    <a:pt x="1361424" y="334918"/>
                  </a:lnTo>
                  <a:lnTo>
                    <a:pt x="1353600" y="334918"/>
                  </a:lnTo>
                  <a:lnTo>
                    <a:pt x="1345776" y="334918"/>
                  </a:lnTo>
                  <a:lnTo>
                    <a:pt x="1337951" y="334918"/>
                  </a:lnTo>
                  <a:lnTo>
                    <a:pt x="1330127" y="334918"/>
                  </a:lnTo>
                  <a:lnTo>
                    <a:pt x="1322303" y="334918"/>
                  </a:lnTo>
                  <a:lnTo>
                    <a:pt x="1314478" y="334918"/>
                  </a:lnTo>
                  <a:lnTo>
                    <a:pt x="1306654" y="334918"/>
                  </a:lnTo>
                  <a:lnTo>
                    <a:pt x="1298830" y="334918"/>
                  </a:lnTo>
                  <a:lnTo>
                    <a:pt x="1291006" y="334918"/>
                  </a:lnTo>
                  <a:lnTo>
                    <a:pt x="1283181" y="334918"/>
                  </a:lnTo>
                  <a:lnTo>
                    <a:pt x="1275357" y="334918"/>
                  </a:lnTo>
                  <a:lnTo>
                    <a:pt x="1267533" y="334918"/>
                  </a:lnTo>
                  <a:lnTo>
                    <a:pt x="1259708" y="334918"/>
                  </a:lnTo>
                  <a:lnTo>
                    <a:pt x="1251884" y="334918"/>
                  </a:lnTo>
                  <a:lnTo>
                    <a:pt x="1244060" y="334918"/>
                  </a:lnTo>
                  <a:lnTo>
                    <a:pt x="1236236" y="334918"/>
                  </a:lnTo>
                  <a:lnTo>
                    <a:pt x="1228411" y="334918"/>
                  </a:lnTo>
                  <a:lnTo>
                    <a:pt x="1220587" y="334918"/>
                  </a:lnTo>
                  <a:lnTo>
                    <a:pt x="1212763" y="334918"/>
                  </a:lnTo>
                  <a:lnTo>
                    <a:pt x="1204939" y="334918"/>
                  </a:lnTo>
                  <a:lnTo>
                    <a:pt x="1197114" y="334918"/>
                  </a:lnTo>
                  <a:lnTo>
                    <a:pt x="1189290" y="334918"/>
                  </a:lnTo>
                  <a:lnTo>
                    <a:pt x="1181466" y="334918"/>
                  </a:lnTo>
                  <a:lnTo>
                    <a:pt x="1173641" y="334918"/>
                  </a:lnTo>
                  <a:lnTo>
                    <a:pt x="1165817" y="334918"/>
                  </a:lnTo>
                  <a:lnTo>
                    <a:pt x="1157993" y="334918"/>
                  </a:lnTo>
                  <a:lnTo>
                    <a:pt x="1150169" y="334918"/>
                  </a:lnTo>
                  <a:lnTo>
                    <a:pt x="1142344" y="334918"/>
                  </a:lnTo>
                  <a:lnTo>
                    <a:pt x="1134520" y="334918"/>
                  </a:lnTo>
                  <a:lnTo>
                    <a:pt x="1126696" y="334918"/>
                  </a:lnTo>
                  <a:lnTo>
                    <a:pt x="1118871" y="334918"/>
                  </a:lnTo>
                  <a:lnTo>
                    <a:pt x="1111047" y="334918"/>
                  </a:lnTo>
                  <a:lnTo>
                    <a:pt x="1103223" y="334918"/>
                  </a:lnTo>
                  <a:lnTo>
                    <a:pt x="1095399" y="334918"/>
                  </a:lnTo>
                  <a:lnTo>
                    <a:pt x="1087574" y="334918"/>
                  </a:lnTo>
                  <a:lnTo>
                    <a:pt x="1079750" y="334918"/>
                  </a:lnTo>
                  <a:lnTo>
                    <a:pt x="1071926" y="334918"/>
                  </a:lnTo>
                  <a:lnTo>
                    <a:pt x="1064101" y="334918"/>
                  </a:lnTo>
                  <a:lnTo>
                    <a:pt x="1056277" y="334918"/>
                  </a:lnTo>
                  <a:lnTo>
                    <a:pt x="1048453" y="334918"/>
                  </a:lnTo>
                  <a:lnTo>
                    <a:pt x="1040629" y="334918"/>
                  </a:lnTo>
                  <a:lnTo>
                    <a:pt x="1032804" y="334918"/>
                  </a:lnTo>
                  <a:lnTo>
                    <a:pt x="1024980" y="334918"/>
                  </a:lnTo>
                  <a:lnTo>
                    <a:pt x="1017156" y="334918"/>
                  </a:lnTo>
                  <a:lnTo>
                    <a:pt x="1009332" y="334918"/>
                  </a:lnTo>
                  <a:lnTo>
                    <a:pt x="1001507" y="334918"/>
                  </a:lnTo>
                  <a:lnTo>
                    <a:pt x="993683" y="334918"/>
                  </a:lnTo>
                  <a:lnTo>
                    <a:pt x="985859" y="334918"/>
                  </a:lnTo>
                  <a:lnTo>
                    <a:pt x="978034" y="334918"/>
                  </a:lnTo>
                  <a:lnTo>
                    <a:pt x="970210" y="334918"/>
                  </a:lnTo>
                  <a:lnTo>
                    <a:pt x="962386" y="334918"/>
                  </a:lnTo>
                  <a:lnTo>
                    <a:pt x="954562" y="334918"/>
                  </a:lnTo>
                  <a:lnTo>
                    <a:pt x="946737" y="334918"/>
                  </a:lnTo>
                  <a:lnTo>
                    <a:pt x="938913" y="334918"/>
                  </a:lnTo>
                  <a:lnTo>
                    <a:pt x="931089" y="334918"/>
                  </a:lnTo>
                  <a:lnTo>
                    <a:pt x="923264" y="334918"/>
                  </a:lnTo>
                  <a:lnTo>
                    <a:pt x="915440" y="334918"/>
                  </a:lnTo>
                  <a:lnTo>
                    <a:pt x="907616" y="334918"/>
                  </a:lnTo>
                  <a:lnTo>
                    <a:pt x="899792" y="334918"/>
                  </a:lnTo>
                  <a:lnTo>
                    <a:pt x="891967" y="334918"/>
                  </a:lnTo>
                  <a:lnTo>
                    <a:pt x="884143" y="334918"/>
                  </a:lnTo>
                  <a:lnTo>
                    <a:pt x="876319" y="334918"/>
                  </a:lnTo>
                  <a:lnTo>
                    <a:pt x="868495" y="334918"/>
                  </a:lnTo>
                  <a:lnTo>
                    <a:pt x="860670" y="334918"/>
                  </a:lnTo>
                  <a:lnTo>
                    <a:pt x="852846" y="334918"/>
                  </a:lnTo>
                  <a:lnTo>
                    <a:pt x="845022" y="334918"/>
                  </a:lnTo>
                  <a:lnTo>
                    <a:pt x="837197" y="334918"/>
                  </a:lnTo>
                  <a:lnTo>
                    <a:pt x="829373" y="334918"/>
                  </a:lnTo>
                  <a:lnTo>
                    <a:pt x="821549" y="334918"/>
                  </a:lnTo>
                  <a:lnTo>
                    <a:pt x="813725" y="334918"/>
                  </a:lnTo>
                  <a:lnTo>
                    <a:pt x="805900" y="334918"/>
                  </a:lnTo>
                  <a:lnTo>
                    <a:pt x="798076" y="334918"/>
                  </a:lnTo>
                  <a:lnTo>
                    <a:pt x="790252" y="334918"/>
                  </a:lnTo>
                  <a:lnTo>
                    <a:pt x="782427" y="334918"/>
                  </a:lnTo>
                  <a:lnTo>
                    <a:pt x="774603" y="334918"/>
                  </a:lnTo>
                  <a:lnTo>
                    <a:pt x="766779" y="334918"/>
                  </a:lnTo>
                  <a:lnTo>
                    <a:pt x="758955" y="334918"/>
                  </a:lnTo>
                  <a:lnTo>
                    <a:pt x="751130" y="334918"/>
                  </a:lnTo>
                  <a:lnTo>
                    <a:pt x="743306" y="334918"/>
                  </a:lnTo>
                  <a:lnTo>
                    <a:pt x="735482" y="334918"/>
                  </a:lnTo>
                  <a:lnTo>
                    <a:pt x="727657" y="334918"/>
                  </a:lnTo>
                  <a:lnTo>
                    <a:pt x="719833" y="334918"/>
                  </a:lnTo>
                  <a:lnTo>
                    <a:pt x="712009" y="334918"/>
                  </a:lnTo>
                  <a:lnTo>
                    <a:pt x="704185" y="334918"/>
                  </a:lnTo>
                  <a:lnTo>
                    <a:pt x="696360" y="334918"/>
                  </a:lnTo>
                  <a:lnTo>
                    <a:pt x="688536" y="334918"/>
                  </a:lnTo>
                  <a:lnTo>
                    <a:pt x="680712" y="334918"/>
                  </a:lnTo>
                  <a:lnTo>
                    <a:pt x="672888" y="334918"/>
                  </a:lnTo>
                  <a:lnTo>
                    <a:pt x="665063" y="334918"/>
                  </a:lnTo>
                  <a:lnTo>
                    <a:pt x="657239" y="334918"/>
                  </a:lnTo>
                  <a:lnTo>
                    <a:pt x="649415" y="334918"/>
                  </a:lnTo>
                  <a:lnTo>
                    <a:pt x="641590" y="334918"/>
                  </a:lnTo>
                  <a:lnTo>
                    <a:pt x="633766" y="334918"/>
                  </a:lnTo>
                  <a:lnTo>
                    <a:pt x="625942" y="334918"/>
                  </a:lnTo>
                  <a:lnTo>
                    <a:pt x="618118" y="334918"/>
                  </a:lnTo>
                  <a:lnTo>
                    <a:pt x="610293" y="334918"/>
                  </a:lnTo>
                  <a:lnTo>
                    <a:pt x="602469" y="334918"/>
                  </a:lnTo>
                  <a:lnTo>
                    <a:pt x="594645" y="334918"/>
                  </a:lnTo>
                  <a:lnTo>
                    <a:pt x="586820" y="334918"/>
                  </a:lnTo>
                  <a:lnTo>
                    <a:pt x="578996" y="334918"/>
                  </a:lnTo>
                  <a:lnTo>
                    <a:pt x="571172" y="334918"/>
                  </a:lnTo>
                  <a:lnTo>
                    <a:pt x="563348" y="334918"/>
                  </a:lnTo>
                  <a:lnTo>
                    <a:pt x="555523" y="334918"/>
                  </a:lnTo>
                  <a:lnTo>
                    <a:pt x="547699" y="334918"/>
                  </a:lnTo>
                  <a:lnTo>
                    <a:pt x="539875" y="334918"/>
                  </a:lnTo>
                  <a:lnTo>
                    <a:pt x="532050" y="334918"/>
                  </a:lnTo>
                  <a:lnTo>
                    <a:pt x="524226" y="334918"/>
                  </a:lnTo>
                  <a:lnTo>
                    <a:pt x="516402" y="334918"/>
                  </a:lnTo>
                  <a:lnTo>
                    <a:pt x="508578" y="334918"/>
                  </a:lnTo>
                  <a:lnTo>
                    <a:pt x="500753" y="334918"/>
                  </a:lnTo>
                  <a:lnTo>
                    <a:pt x="492929" y="334918"/>
                  </a:lnTo>
                  <a:lnTo>
                    <a:pt x="485105" y="334918"/>
                  </a:lnTo>
                  <a:lnTo>
                    <a:pt x="477281" y="334918"/>
                  </a:lnTo>
                  <a:lnTo>
                    <a:pt x="469456" y="334918"/>
                  </a:lnTo>
                  <a:lnTo>
                    <a:pt x="461632" y="334918"/>
                  </a:lnTo>
                  <a:lnTo>
                    <a:pt x="453808" y="334918"/>
                  </a:lnTo>
                  <a:lnTo>
                    <a:pt x="445983" y="334918"/>
                  </a:lnTo>
                  <a:lnTo>
                    <a:pt x="438159" y="334918"/>
                  </a:lnTo>
                  <a:lnTo>
                    <a:pt x="430335" y="334918"/>
                  </a:lnTo>
                  <a:lnTo>
                    <a:pt x="422511" y="334918"/>
                  </a:lnTo>
                  <a:lnTo>
                    <a:pt x="414686" y="334918"/>
                  </a:lnTo>
                  <a:lnTo>
                    <a:pt x="406862" y="334918"/>
                  </a:lnTo>
                  <a:lnTo>
                    <a:pt x="399038" y="334918"/>
                  </a:lnTo>
                  <a:lnTo>
                    <a:pt x="391213" y="334918"/>
                  </a:lnTo>
                  <a:lnTo>
                    <a:pt x="383389" y="334918"/>
                  </a:lnTo>
                  <a:lnTo>
                    <a:pt x="375565" y="334918"/>
                  </a:lnTo>
                  <a:lnTo>
                    <a:pt x="367741" y="334918"/>
                  </a:lnTo>
                  <a:lnTo>
                    <a:pt x="359916" y="334918"/>
                  </a:lnTo>
                  <a:lnTo>
                    <a:pt x="352092" y="334918"/>
                  </a:lnTo>
                  <a:lnTo>
                    <a:pt x="344268" y="334918"/>
                  </a:lnTo>
                  <a:lnTo>
                    <a:pt x="336444" y="334918"/>
                  </a:lnTo>
                  <a:lnTo>
                    <a:pt x="328619" y="334918"/>
                  </a:lnTo>
                  <a:lnTo>
                    <a:pt x="320795" y="334918"/>
                  </a:lnTo>
                  <a:lnTo>
                    <a:pt x="312971" y="334918"/>
                  </a:lnTo>
                  <a:lnTo>
                    <a:pt x="305146" y="334918"/>
                  </a:lnTo>
                  <a:lnTo>
                    <a:pt x="297322" y="334918"/>
                  </a:lnTo>
                  <a:lnTo>
                    <a:pt x="289498" y="334918"/>
                  </a:lnTo>
                  <a:lnTo>
                    <a:pt x="281674" y="334918"/>
                  </a:lnTo>
                  <a:lnTo>
                    <a:pt x="273849" y="334918"/>
                  </a:lnTo>
                  <a:lnTo>
                    <a:pt x="266025" y="334918"/>
                  </a:lnTo>
                  <a:lnTo>
                    <a:pt x="258201" y="334918"/>
                  </a:lnTo>
                  <a:lnTo>
                    <a:pt x="250376" y="334918"/>
                  </a:lnTo>
                  <a:lnTo>
                    <a:pt x="242552" y="334918"/>
                  </a:lnTo>
                  <a:lnTo>
                    <a:pt x="234728" y="334918"/>
                  </a:lnTo>
                  <a:lnTo>
                    <a:pt x="226904" y="334918"/>
                  </a:lnTo>
                  <a:lnTo>
                    <a:pt x="219079" y="334918"/>
                  </a:lnTo>
                  <a:lnTo>
                    <a:pt x="211255" y="334918"/>
                  </a:lnTo>
                  <a:lnTo>
                    <a:pt x="203431" y="334918"/>
                  </a:lnTo>
                  <a:lnTo>
                    <a:pt x="195606" y="334918"/>
                  </a:lnTo>
                  <a:lnTo>
                    <a:pt x="187782" y="334918"/>
                  </a:lnTo>
                  <a:lnTo>
                    <a:pt x="179958" y="334918"/>
                  </a:lnTo>
                  <a:lnTo>
                    <a:pt x="172134" y="334918"/>
                  </a:lnTo>
                  <a:lnTo>
                    <a:pt x="164309" y="334918"/>
                  </a:lnTo>
                  <a:lnTo>
                    <a:pt x="156485" y="334918"/>
                  </a:lnTo>
                  <a:lnTo>
                    <a:pt x="148661" y="334918"/>
                  </a:lnTo>
                  <a:lnTo>
                    <a:pt x="140837" y="334918"/>
                  </a:lnTo>
                  <a:lnTo>
                    <a:pt x="133012" y="334918"/>
                  </a:lnTo>
                  <a:lnTo>
                    <a:pt x="125188" y="334918"/>
                  </a:lnTo>
                  <a:lnTo>
                    <a:pt x="117364" y="334918"/>
                  </a:lnTo>
                  <a:lnTo>
                    <a:pt x="109539" y="334918"/>
                  </a:lnTo>
                  <a:lnTo>
                    <a:pt x="101715" y="334918"/>
                  </a:lnTo>
                  <a:lnTo>
                    <a:pt x="93891" y="334918"/>
                  </a:lnTo>
                  <a:lnTo>
                    <a:pt x="86067" y="334918"/>
                  </a:lnTo>
                  <a:lnTo>
                    <a:pt x="78242" y="334918"/>
                  </a:lnTo>
                  <a:lnTo>
                    <a:pt x="70418" y="334918"/>
                  </a:lnTo>
                  <a:lnTo>
                    <a:pt x="62594" y="334918"/>
                  </a:lnTo>
                  <a:lnTo>
                    <a:pt x="54769" y="334918"/>
                  </a:lnTo>
                  <a:lnTo>
                    <a:pt x="46945" y="334918"/>
                  </a:lnTo>
                  <a:lnTo>
                    <a:pt x="39121" y="334918"/>
                  </a:lnTo>
                  <a:lnTo>
                    <a:pt x="31297" y="334918"/>
                  </a:lnTo>
                  <a:lnTo>
                    <a:pt x="23472" y="334918"/>
                  </a:lnTo>
                  <a:lnTo>
                    <a:pt x="15648" y="334918"/>
                  </a:lnTo>
                  <a:lnTo>
                    <a:pt x="7824" y="33491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7848093" y="4459814"/>
              <a:ext cx="3998206" cy="334918"/>
            </a:xfrm>
            <a:custGeom>
              <a:avLst/>
              <a:pathLst>
                <a:path w="3998206" h="334918">
                  <a:moveTo>
                    <a:pt x="0" y="334918"/>
                  </a:moveTo>
                  <a:lnTo>
                    <a:pt x="7824" y="334918"/>
                  </a:lnTo>
                  <a:lnTo>
                    <a:pt x="15648" y="334918"/>
                  </a:lnTo>
                  <a:lnTo>
                    <a:pt x="23472" y="334918"/>
                  </a:lnTo>
                  <a:lnTo>
                    <a:pt x="31297" y="334918"/>
                  </a:lnTo>
                  <a:lnTo>
                    <a:pt x="39121" y="334918"/>
                  </a:lnTo>
                  <a:lnTo>
                    <a:pt x="46945" y="334918"/>
                  </a:lnTo>
                  <a:lnTo>
                    <a:pt x="54769" y="334918"/>
                  </a:lnTo>
                  <a:lnTo>
                    <a:pt x="62594" y="334918"/>
                  </a:lnTo>
                  <a:lnTo>
                    <a:pt x="70418" y="334918"/>
                  </a:lnTo>
                  <a:lnTo>
                    <a:pt x="78242" y="334918"/>
                  </a:lnTo>
                  <a:lnTo>
                    <a:pt x="86067" y="334918"/>
                  </a:lnTo>
                  <a:lnTo>
                    <a:pt x="93891" y="334918"/>
                  </a:lnTo>
                  <a:lnTo>
                    <a:pt x="101715" y="334918"/>
                  </a:lnTo>
                  <a:lnTo>
                    <a:pt x="109539" y="334918"/>
                  </a:lnTo>
                  <a:lnTo>
                    <a:pt x="117364" y="334918"/>
                  </a:lnTo>
                  <a:lnTo>
                    <a:pt x="125188" y="334918"/>
                  </a:lnTo>
                  <a:lnTo>
                    <a:pt x="133012" y="334918"/>
                  </a:lnTo>
                  <a:lnTo>
                    <a:pt x="140837" y="334918"/>
                  </a:lnTo>
                  <a:lnTo>
                    <a:pt x="148661" y="334918"/>
                  </a:lnTo>
                  <a:lnTo>
                    <a:pt x="156485" y="334918"/>
                  </a:lnTo>
                  <a:lnTo>
                    <a:pt x="164309" y="334918"/>
                  </a:lnTo>
                  <a:lnTo>
                    <a:pt x="172134" y="334918"/>
                  </a:lnTo>
                  <a:lnTo>
                    <a:pt x="179958" y="334918"/>
                  </a:lnTo>
                  <a:lnTo>
                    <a:pt x="187782" y="334918"/>
                  </a:lnTo>
                  <a:lnTo>
                    <a:pt x="195606" y="334918"/>
                  </a:lnTo>
                  <a:lnTo>
                    <a:pt x="203431" y="334918"/>
                  </a:lnTo>
                  <a:lnTo>
                    <a:pt x="211255" y="334918"/>
                  </a:lnTo>
                  <a:lnTo>
                    <a:pt x="219079" y="334918"/>
                  </a:lnTo>
                  <a:lnTo>
                    <a:pt x="226904" y="334918"/>
                  </a:lnTo>
                  <a:lnTo>
                    <a:pt x="234728" y="334918"/>
                  </a:lnTo>
                  <a:lnTo>
                    <a:pt x="242552" y="334918"/>
                  </a:lnTo>
                  <a:lnTo>
                    <a:pt x="250376" y="334918"/>
                  </a:lnTo>
                  <a:lnTo>
                    <a:pt x="258201" y="334918"/>
                  </a:lnTo>
                  <a:lnTo>
                    <a:pt x="266025" y="334918"/>
                  </a:lnTo>
                  <a:lnTo>
                    <a:pt x="273849" y="334918"/>
                  </a:lnTo>
                  <a:lnTo>
                    <a:pt x="281674" y="334918"/>
                  </a:lnTo>
                  <a:lnTo>
                    <a:pt x="289498" y="334918"/>
                  </a:lnTo>
                  <a:lnTo>
                    <a:pt x="297322" y="334918"/>
                  </a:lnTo>
                  <a:lnTo>
                    <a:pt x="305146" y="334918"/>
                  </a:lnTo>
                  <a:lnTo>
                    <a:pt x="312971" y="334918"/>
                  </a:lnTo>
                  <a:lnTo>
                    <a:pt x="320795" y="334918"/>
                  </a:lnTo>
                  <a:lnTo>
                    <a:pt x="328619" y="334918"/>
                  </a:lnTo>
                  <a:lnTo>
                    <a:pt x="336444" y="334918"/>
                  </a:lnTo>
                  <a:lnTo>
                    <a:pt x="344268" y="334918"/>
                  </a:lnTo>
                  <a:lnTo>
                    <a:pt x="352092" y="334918"/>
                  </a:lnTo>
                  <a:lnTo>
                    <a:pt x="359916" y="334918"/>
                  </a:lnTo>
                  <a:lnTo>
                    <a:pt x="367741" y="334918"/>
                  </a:lnTo>
                  <a:lnTo>
                    <a:pt x="375565" y="334918"/>
                  </a:lnTo>
                  <a:lnTo>
                    <a:pt x="383389" y="334918"/>
                  </a:lnTo>
                  <a:lnTo>
                    <a:pt x="391213" y="334918"/>
                  </a:lnTo>
                  <a:lnTo>
                    <a:pt x="399038" y="334918"/>
                  </a:lnTo>
                  <a:lnTo>
                    <a:pt x="406862" y="334918"/>
                  </a:lnTo>
                  <a:lnTo>
                    <a:pt x="414686" y="334918"/>
                  </a:lnTo>
                  <a:lnTo>
                    <a:pt x="422511" y="334918"/>
                  </a:lnTo>
                  <a:lnTo>
                    <a:pt x="430335" y="334918"/>
                  </a:lnTo>
                  <a:lnTo>
                    <a:pt x="438159" y="334918"/>
                  </a:lnTo>
                  <a:lnTo>
                    <a:pt x="445983" y="334918"/>
                  </a:lnTo>
                  <a:lnTo>
                    <a:pt x="453808" y="334918"/>
                  </a:lnTo>
                  <a:lnTo>
                    <a:pt x="461632" y="334918"/>
                  </a:lnTo>
                  <a:lnTo>
                    <a:pt x="469456" y="334918"/>
                  </a:lnTo>
                  <a:lnTo>
                    <a:pt x="477281" y="334918"/>
                  </a:lnTo>
                  <a:lnTo>
                    <a:pt x="485105" y="334918"/>
                  </a:lnTo>
                  <a:lnTo>
                    <a:pt x="492929" y="334918"/>
                  </a:lnTo>
                  <a:lnTo>
                    <a:pt x="500753" y="334918"/>
                  </a:lnTo>
                  <a:lnTo>
                    <a:pt x="508578" y="334918"/>
                  </a:lnTo>
                  <a:lnTo>
                    <a:pt x="516402" y="334918"/>
                  </a:lnTo>
                  <a:lnTo>
                    <a:pt x="524226" y="334918"/>
                  </a:lnTo>
                  <a:lnTo>
                    <a:pt x="532050" y="334918"/>
                  </a:lnTo>
                  <a:lnTo>
                    <a:pt x="539875" y="334918"/>
                  </a:lnTo>
                  <a:lnTo>
                    <a:pt x="547699" y="334918"/>
                  </a:lnTo>
                  <a:lnTo>
                    <a:pt x="555523" y="334918"/>
                  </a:lnTo>
                  <a:lnTo>
                    <a:pt x="563348" y="334918"/>
                  </a:lnTo>
                  <a:lnTo>
                    <a:pt x="571172" y="334918"/>
                  </a:lnTo>
                  <a:lnTo>
                    <a:pt x="578996" y="334918"/>
                  </a:lnTo>
                  <a:lnTo>
                    <a:pt x="586820" y="334918"/>
                  </a:lnTo>
                  <a:lnTo>
                    <a:pt x="594645" y="334918"/>
                  </a:lnTo>
                  <a:lnTo>
                    <a:pt x="602469" y="334918"/>
                  </a:lnTo>
                  <a:lnTo>
                    <a:pt x="610293" y="334918"/>
                  </a:lnTo>
                  <a:lnTo>
                    <a:pt x="618118" y="334918"/>
                  </a:lnTo>
                  <a:lnTo>
                    <a:pt x="625942" y="334918"/>
                  </a:lnTo>
                  <a:lnTo>
                    <a:pt x="633766" y="334918"/>
                  </a:lnTo>
                  <a:lnTo>
                    <a:pt x="641590" y="334918"/>
                  </a:lnTo>
                  <a:lnTo>
                    <a:pt x="649415" y="334918"/>
                  </a:lnTo>
                  <a:lnTo>
                    <a:pt x="657239" y="334918"/>
                  </a:lnTo>
                  <a:lnTo>
                    <a:pt x="665063" y="334918"/>
                  </a:lnTo>
                  <a:lnTo>
                    <a:pt x="672888" y="334918"/>
                  </a:lnTo>
                  <a:lnTo>
                    <a:pt x="680712" y="334918"/>
                  </a:lnTo>
                  <a:lnTo>
                    <a:pt x="688536" y="334918"/>
                  </a:lnTo>
                  <a:lnTo>
                    <a:pt x="696360" y="334918"/>
                  </a:lnTo>
                  <a:lnTo>
                    <a:pt x="704185" y="334918"/>
                  </a:lnTo>
                  <a:lnTo>
                    <a:pt x="712009" y="334918"/>
                  </a:lnTo>
                  <a:lnTo>
                    <a:pt x="719833" y="334918"/>
                  </a:lnTo>
                  <a:lnTo>
                    <a:pt x="727657" y="334918"/>
                  </a:lnTo>
                  <a:lnTo>
                    <a:pt x="735482" y="334918"/>
                  </a:lnTo>
                  <a:lnTo>
                    <a:pt x="743306" y="334918"/>
                  </a:lnTo>
                  <a:lnTo>
                    <a:pt x="751130" y="334918"/>
                  </a:lnTo>
                  <a:lnTo>
                    <a:pt x="758955" y="334918"/>
                  </a:lnTo>
                  <a:lnTo>
                    <a:pt x="766779" y="334918"/>
                  </a:lnTo>
                  <a:lnTo>
                    <a:pt x="774603" y="334918"/>
                  </a:lnTo>
                  <a:lnTo>
                    <a:pt x="782427" y="334918"/>
                  </a:lnTo>
                  <a:lnTo>
                    <a:pt x="790252" y="334918"/>
                  </a:lnTo>
                  <a:lnTo>
                    <a:pt x="798076" y="334918"/>
                  </a:lnTo>
                  <a:lnTo>
                    <a:pt x="805900" y="334918"/>
                  </a:lnTo>
                  <a:lnTo>
                    <a:pt x="813725" y="334918"/>
                  </a:lnTo>
                  <a:lnTo>
                    <a:pt x="821549" y="334918"/>
                  </a:lnTo>
                  <a:lnTo>
                    <a:pt x="829373" y="334918"/>
                  </a:lnTo>
                  <a:lnTo>
                    <a:pt x="837197" y="334918"/>
                  </a:lnTo>
                  <a:lnTo>
                    <a:pt x="845022" y="334918"/>
                  </a:lnTo>
                  <a:lnTo>
                    <a:pt x="852846" y="334918"/>
                  </a:lnTo>
                  <a:lnTo>
                    <a:pt x="860670" y="334918"/>
                  </a:lnTo>
                  <a:lnTo>
                    <a:pt x="868495" y="334918"/>
                  </a:lnTo>
                  <a:lnTo>
                    <a:pt x="876319" y="334918"/>
                  </a:lnTo>
                  <a:lnTo>
                    <a:pt x="884143" y="334918"/>
                  </a:lnTo>
                  <a:lnTo>
                    <a:pt x="891967" y="334918"/>
                  </a:lnTo>
                  <a:lnTo>
                    <a:pt x="899792" y="334918"/>
                  </a:lnTo>
                  <a:lnTo>
                    <a:pt x="907616" y="334918"/>
                  </a:lnTo>
                  <a:lnTo>
                    <a:pt x="915440" y="334918"/>
                  </a:lnTo>
                  <a:lnTo>
                    <a:pt x="923264" y="334918"/>
                  </a:lnTo>
                  <a:lnTo>
                    <a:pt x="931089" y="334918"/>
                  </a:lnTo>
                  <a:lnTo>
                    <a:pt x="938913" y="334918"/>
                  </a:lnTo>
                  <a:lnTo>
                    <a:pt x="946737" y="334918"/>
                  </a:lnTo>
                  <a:lnTo>
                    <a:pt x="954562" y="334918"/>
                  </a:lnTo>
                  <a:lnTo>
                    <a:pt x="962386" y="334918"/>
                  </a:lnTo>
                  <a:lnTo>
                    <a:pt x="970210" y="334918"/>
                  </a:lnTo>
                  <a:lnTo>
                    <a:pt x="978034" y="334918"/>
                  </a:lnTo>
                  <a:lnTo>
                    <a:pt x="985859" y="334918"/>
                  </a:lnTo>
                  <a:lnTo>
                    <a:pt x="993683" y="334918"/>
                  </a:lnTo>
                  <a:lnTo>
                    <a:pt x="1001507" y="334918"/>
                  </a:lnTo>
                  <a:lnTo>
                    <a:pt x="1009332" y="334918"/>
                  </a:lnTo>
                  <a:lnTo>
                    <a:pt x="1017156" y="334918"/>
                  </a:lnTo>
                  <a:lnTo>
                    <a:pt x="1024980" y="334918"/>
                  </a:lnTo>
                  <a:lnTo>
                    <a:pt x="1032804" y="334918"/>
                  </a:lnTo>
                  <a:lnTo>
                    <a:pt x="1040629" y="334918"/>
                  </a:lnTo>
                  <a:lnTo>
                    <a:pt x="1048453" y="334918"/>
                  </a:lnTo>
                  <a:lnTo>
                    <a:pt x="1056277" y="334918"/>
                  </a:lnTo>
                  <a:lnTo>
                    <a:pt x="1064101" y="334918"/>
                  </a:lnTo>
                  <a:lnTo>
                    <a:pt x="1071926" y="334918"/>
                  </a:lnTo>
                  <a:lnTo>
                    <a:pt x="1079750" y="334918"/>
                  </a:lnTo>
                  <a:lnTo>
                    <a:pt x="1087574" y="334918"/>
                  </a:lnTo>
                  <a:lnTo>
                    <a:pt x="1095399" y="334918"/>
                  </a:lnTo>
                  <a:lnTo>
                    <a:pt x="1103223" y="334918"/>
                  </a:lnTo>
                  <a:lnTo>
                    <a:pt x="1111047" y="334918"/>
                  </a:lnTo>
                  <a:lnTo>
                    <a:pt x="1118871" y="334918"/>
                  </a:lnTo>
                  <a:lnTo>
                    <a:pt x="1126696" y="334918"/>
                  </a:lnTo>
                  <a:lnTo>
                    <a:pt x="1134520" y="334918"/>
                  </a:lnTo>
                  <a:lnTo>
                    <a:pt x="1142344" y="334918"/>
                  </a:lnTo>
                  <a:lnTo>
                    <a:pt x="1150169" y="334918"/>
                  </a:lnTo>
                  <a:lnTo>
                    <a:pt x="1157993" y="334918"/>
                  </a:lnTo>
                  <a:lnTo>
                    <a:pt x="1165817" y="334918"/>
                  </a:lnTo>
                  <a:lnTo>
                    <a:pt x="1173641" y="334918"/>
                  </a:lnTo>
                  <a:lnTo>
                    <a:pt x="1181466" y="334918"/>
                  </a:lnTo>
                  <a:lnTo>
                    <a:pt x="1189290" y="334918"/>
                  </a:lnTo>
                  <a:lnTo>
                    <a:pt x="1197114" y="334918"/>
                  </a:lnTo>
                  <a:lnTo>
                    <a:pt x="1204939" y="334918"/>
                  </a:lnTo>
                  <a:lnTo>
                    <a:pt x="1212763" y="334918"/>
                  </a:lnTo>
                  <a:lnTo>
                    <a:pt x="1220587" y="334918"/>
                  </a:lnTo>
                  <a:lnTo>
                    <a:pt x="1228411" y="334918"/>
                  </a:lnTo>
                  <a:lnTo>
                    <a:pt x="1236236" y="334918"/>
                  </a:lnTo>
                  <a:lnTo>
                    <a:pt x="1244060" y="334918"/>
                  </a:lnTo>
                  <a:lnTo>
                    <a:pt x="1251884" y="334918"/>
                  </a:lnTo>
                  <a:lnTo>
                    <a:pt x="1259708" y="334918"/>
                  </a:lnTo>
                  <a:lnTo>
                    <a:pt x="1267533" y="334918"/>
                  </a:lnTo>
                  <a:lnTo>
                    <a:pt x="1275357" y="334918"/>
                  </a:lnTo>
                  <a:lnTo>
                    <a:pt x="1283181" y="334918"/>
                  </a:lnTo>
                  <a:lnTo>
                    <a:pt x="1291006" y="334918"/>
                  </a:lnTo>
                  <a:lnTo>
                    <a:pt x="1298830" y="334918"/>
                  </a:lnTo>
                  <a:lnTo>
                    <a:pt x="1306654" y="334918"/>
                  </a:lnTo>
                  <a:lnTo>
                    <a:pt x="1314478" y="334918"/>
                  </a:lnTo>
                  <a:lnTo>
                    <a:pt x="1322303" y="334918"/>
                  </a:lnTo>
                  <a:lnTo>
                    <a:pt x="1330127" y="334918"/>
                  </a:lnTo>
                  <a:lnTo>
                    <a:pt x="1337951" y="334918"/>
                  </a:lnTo>
                  <a:lnTo>
                    <a:pt x="1345776" y="334918"/>
                  </a:lnTo>
                  <a:lnTo>
                    <a:pt x="1353600" y="334918"/>
                  </a:lnTo>
                  <a:lnTo>
                    <a:pt x="1361424" y="334918"/>
                  </a:lnTo>
                  <a:lnTo>
                    <a:pt x="1369248" y="334918"/>
                  </a:lnTo>
                  <a:lnTo>
                    <a:pt x="1377073" y="334918"/>
                  </a:lnTo>
                  <a:lnTo>
                    <a:pt x="1384897" y="334918"/>
                  </a:lnTo>
                  <a:lnTo>
                    <a:pt x="1392721" y="334918"/>
                  </a:lnTo>
                  <a:lnTo>
                    <a:pt x="1400545" y="334918"/>
                  </a:lnTo>
                  <a:lnTo>
                    <a:pt x="1408370" y="334918"/>
                  </a:lnTo>
                  <a:lnTo>
                    <a:pt x="1416194" y="334918"/>
                  </a:lnTo>
                  <a:lnTo>
                    <a:pt x="1424018" y="334918"/>
                  </a:lnTo>
                  <a:lnTo>
                    <a:pt x="1431843" y="334918"/>
                  </a:lnTo>
                  <a:lnTo>
                    <a:pt x="1439667" y="334918"/>
                  </a:lnTo>
                  <a:lnTo>
                    <a:pt x="1447491" y="334918"/>
                  </a:lnTo>
                  <a:lnTo>
                    <a:pt x="1455315" y="334918"/>
                  </a:lnTo>
                  <a:lnTo>
                    <a:pt x="1463140" y="334918"/>
                  </a:lnTo>
                  <a:lnTo>
                    <a:pt x="1470964" y="334918"/>
                  </a:lnTo>
                  <a:lnTo>
                    <a:pt x="1478788" y="334918"/>
                  </a:lnTo>
                  <a:lnTo>
                    <a:pt x="1486613" y="334918"/>
                  </a:lnTo>
                  <a:lnTo>
                    <a:pt x="1494437" y="334918"/>
                  </a:lnTo>
                  <a:lnTo>
                    <a:pt x="1502261" y="334918"/>
                  </a:lnTo>
                  <a:lnTo>
                    <a:pt x="1510085" y="334918"/>
                  </a:lnTo>
                  <a:lnTo>
                    <a:pt x="1517910" y="334918"/>
                  </a:lnTo>
                  <a:lnTo>
                    <a:pt x="1525734" y="334918"/>
                  </a:lnTo>
                  <a:lnTo>
                    <a:pt x="1533558" y="334918"/>
                  </a:lnTo>
                  <a:lnTo>
                    <a:pt x="1541383" y="334918"/>
                  </a:lnTo>
                  <a:lnTo>
                    <a:pt x="1549207" y="334918"/>
                  </a:lnTo>
                  <a:lnTo>
                    <a:pt x="1557031" y="334918"/>
                  </a:lnTo>
                  <a:lnTo>
                    <a:pt x="1564855" y="334917"/>
                  </a:lnTo>
                  <a:lnTo>
                    <a:pt x="1572680" y="334917"/>
                  </a:lnTo>
                  <a:lnTo>
                    <a:pt x="1580504" y="334917"/>
                  </a:lnTo>
                  <a:lnTo>
                    <a:pt x="1588328" y="334917"/>
                  </a:lnTo>
                  <a:lnTo>
                    <a:pt x="1596152" y="334917"/>
                  </a:lnTo>
                  <a:lnTo>
                    <a:pt x="1603977" y="334917"/>
                  </a:lnTo>
                  <a:lnTo>
                    <a:pt x="1611801" y="334916"/>
                  </a:lnTo>
                  <a:lnTo>
                    <a:pt x="1619625" y="334916"/>
                  </a:lnTo>
                  <a:lnTo>
                    <a:pt x="1627450" y="334915"/>
                  </a:lnTo>
                  <a:lnTo>
                    <a:pt x="1635274" y="334915"/>
                  </a:lnTo>
                  <a:lnTo>
                    <a:pt x="1643098" y="334914"/>
                  </a:lnTo>
                  <a:lnTo>
                    <a:pt x="1650922" y="334913"/>
                  </a:lnTo>
                  <a:lnTo>
                    <a:pt x="1658747" y="334912"/>
                  </a:lnTo>
                  <a:lnTo>
                    <a:pt x="1666571" y="334910"/>
                  </a:lnTo>
                  <a:lnTo>
                    <a:pt x="1674395" y="334909"/>
                  </a:lnTo>
                  <a:lnTo>
                    <a:pt x="1682220" y="334907"/>
                  </a:lnTo>
                  <a:lnTo>
                    <a:pt x="1690044" y="334904"/>
                  </a:lnTo>
                  <a:lnTo>
                    <a:pt x="1697868" y="334902"/>
                  </a:lnTo>
                  <a:lnTo>
                    <a:pt x="1705692" y="334898"/>
                  </a:lnTo>
                  <a:lnTo>
                    <a:pt x="1713517" y="334894"/>
                  </a:lnTo>
                  <a:lnTo>
                    <a:pt x="1721341" y="334890"/>
                  </a:lnTo>
                  <a:lnTo>
                    <a:pt x="1729165" y="334884"/>
                  </a:lnTo>
                  <a:lnTo>
                    <a:pt x="1736990" y="334877"/>
                  </a:lnTo>
                  <a:lnTo>
                    <a:pt x="1744814" y="334869"/>
                  </a:lnTo>
                  <a:lnTo>
                    <a:pt x="1752638" y="334860"/>
                  </a:lnTo>
                  <a:lnTo>
                    <a:pt x="1760462" y="334849"/>
                  </a:lnTo>
                  <a:lnTo>
                    <a:pt x="1768287" y="334836"/>
                  </a:lnTo>
                  <a:lnTo>
                    <a:pt x="1776111" y="334821"/>
                  </a:lnTo>
                  <a:lnTo>
                    <a:pt x="1783935" y="334804"/>
                  </a:lnTo>
                  <a:lnTo>
                    <a:pt x="1791759" y="334783"/>
                  </a:lnTo>
                  <a:lnTo>
                    <a:pt x="1799584" y="334759"/>
                  </a:lnTo>
                  <a:lnTo>
                    <a:pt x="1807408" y="334731"/>
                  </a:lnTo>
                  <a:lnTo>
                    <a:pt x="1815232" y="334700"/>
                  </a:lnTo>
                  <a:lnTo>
                    <a:pt x="1823057" y="334662"/>
                  </a:lnTo>
                  <a:lnTo>
                    <a:pt x="1830881" y="334618"/>
                  </a:lnTo>
                  <a:lnTo>
                    <a:pt x="1838705" y="334568"/>
                  </a:lnTo>
                  <a:lnTo>
                    <a:pt x="1846529" y="334513"/>
                  </a:lnTo>
                  <a:lnTo>
                    <a:pt x="1854354" y="334446"/>
                  </a:lnTo>
                  <a:lnTo>
                    <a:pt x="1862178" y="334370"/>
                  </a:lnTo>
                  <a:lnTo>
                    <a:pt x="1870002" y="334284"/>
                  </a:lnTo>
                  <a:lnTo>
                    <a:pt x="1877827" y="334188"/>
                  </a:lnTo>
                  <a:lnTo>
                    <a:pt x="1885651" y="334074"/>
                  </a:lnTo>
                  <a:lnTo>
                    <a:pt x="1893475" y="333946"/>
                  </a:lnTo>
                  <a:lnTo>
                    <a:pt x="1901299" y="333803"/>
                  </a:lnTo>
                  <a:lnTo>
                    <a:pt x="1909124" y="333642"/>
                  </a:lnTo>
                  <a:lnTo>
                    <a:pt x="1916948" y="333455"/>
                  </a:lnTo>
                  <a:lnTo>
                    <a:pt x="1924772" y="333246"/>
                  </a:lnTo>
                  <a:lnTo>
                    <a:pt x="1932596" y="333014"/>
                  </a:lnTo>
                  <a:lnTo>
                    <a:pt x="1940421" y="332755"/>
                  </a:lnTo>
                  <a:lnTo>
                    <a:pt x="1948245" y="332456"/>
                  </a:lnTo>
                  <a:lnTo>
                    <a:pt x="1956069" y="332127"/>
                  </a:lnTo>
                  <a:lnTo>
                    <a:pt x="1963894" y="331764"/>
                  </a:lnTo>
                  <a:lnTo>
                    <a:pt x="1971718" y="331359"/>
                  </a:lnTo>
                  <a:lnTo>
                    <a:pt x="1979542" y="330899"/>
                  </a:lnTo>
                  <a:lnTo>
                    <a:pt x="1987366" y="330396"/>
                  </a:lnTo>
                  <a:lnTo>
                    <a:pt x="1995191" y="329846"/>
                  </a:lnTo>
                  <a:lnTo>
                    <a:pt x="2003015" y="329232"/>
                  </a:lnTo>
                  <a:lnTo>
                    <a:pt x="2010839" y="328548"/>
                  </a:lnTo>
                  <a:lnTo>
                    <a:pt x="2018664" y="327803"/>
                  </a:lnTo>
                  <a:lnTo>
                    <a:pt x="2026488" y="326995"/>
                  </a:lnTo>
                  <a:lnTo>
                    <a:pt x="2034312" y="326097"/>
                  </a:lnTo>
                  <a:lnTo>
                    <a:pt x="2042136" y="325109"/>
                  </a:lnTo>
                  <a:lnTo>
                    <a:pt x="2049961" y="324043"/>
                  </a:lnTo>
                  <a:lnTo>
                    <a:pt x="2057785" y="322894"/>
                  </a:lnTo>
                  <a:lnTo>
                    <a:pt x="2065609" y="321621"/>
                  </a:lnTo>
                  <a:lnTo>
                    <a:pt x="2073434" y="320241"/>
                  </a:lnTo>
                  <a:lnTo>
                    <a:pt x="2081258" y="318760"/>
                  </a:lnTo>
                  <a:lnTo>
                    <a:pt x="2089082" y="317176"/>
                  </a:lnTo>
                  <a:lnTo>
                    <a:pt x="2096906" y="315432"/>
                  </a:lnTo>
                  <a:lnTo>
                    <a:pt x="2104731" y="313561"/>
                  </a:lnTo>
                  <a:lnTo>
                    <a:pt x="2112555" y="311570"/>
                  </a:lnTo>
                  <a:lnTo>
                    <a:pt x="2120379" y="309455"/>
                  </a:lnTo>
                  <a:lnTo>
                    <a:pt x="2128203" y="307138"/>
                  </a:lnTo>
                  <a:lnTo>
                    <a:pt x="2136028" y="304683"/>
                  </a:lnTo>
                  <a:lnTo>
                    <a:pt x="2143852" y="302087"/>
                  </a:lnTo>
                  <a:lnTo>
                    <a:pt x="2151676" y="299338"/>
                  </a:lnTo>
                  <a:lnTo>
                    <a:pt x="2159501" y="296367"/>
                  </a:lnTo>
                  <a:lnTo>
                    <a:pt x="2167325" y="293242"/>
                  </a:lnTo>
                  <a:lnTo>
                    <a:pt x="2175149" y="289960"/>
                  </a:lnTo>
                  <a:lnTo>
                    <a:pt x="2182973" y="286498"/>
                  </a:lnTo>
                  <a:lnTo>
                    <a:pt x="2190798" y="282806"/>
                  </a:lnTo>
                  <a:lnTo>
                    <a:pt x="2198622" y="278947"/>
                  </a:lnTo>
                  <a:lnTo>
                    <a:pt x="2206446" y="274922"/>
                  </a:lnTo>
                  <a:lnTo>
                    <a:pt x="2214271" y="270696"/>
                  </a:lnTo>
                  <a:lnTo>
                    <a:pt x="2222095" y="266244"/>
                  </a:lnTo>
                  <a:lnTo>
                    <a:pt x="2229919" y="261623"/>
                  </a:lnTo>
                  <a:lnTo>
                    <a:pt x="2237743" y="256833"/>
                  </a:lnTo>
                  <a:lnTo>
                    <a:pt x="2245568" y="251833"/>
                  </a:lnTo>
                  <a:lnTo>
                    <a:pt x="2253392" y="246624"/>
                  </a:lnTo>
                  <a:lnTo>
                    <a:pt x="2261216" y="241254"/>
                  </a:lnTo>
                  <a:lnTo>
                    <a:pt x="2269040" y="235724"/>
                  </a:lnTo>
                  <a:lnTo>
                    <a:pt x="2276865" y="229989"/>
                  </a:lnTo>
                  <a:lnTo>
                    <a:pt x="2284689" y="224076"/>
                  </a:lnTo>
                  <a:lnTo>
                    <a:pt x="2292513" y="218021"/>
                  </a:lnTo>
                  <a:lnTo>
                    <a:pt x="2300338" y="211827"/>
                  </a:lnTo>
                  <a:lnTo>
                    <a:pt x="2308162" y="205453"/>
                  </a:lnTo>
                  <a:lnTo>
                    <a:pt x="2315986" y="198944"/>
                  </a:lnTo>
                  <a:lnTo>
                    <a:pt x="2323810" y="192323"/>
                  </a:lnTo>
                  <a:lnTo>
                    <a:pt x="2331635" y="185597"/>
                  </a:lnTo>
                  <a:lnTo>
                    <a:pt x="2339459" y="178738"/>
                  </a:lnTo>
                  <a:lnTo>
                    <a:pt x="2347283" y="171794"/>
                  </a:lnTo>
                  <a:lnTo>
                    <a:pt x="2355108" y="164783"/>
                  </a:lnTo>
                  <a:lnTo>
                    <a:pt x="2362932" y="157711"/>
                  </a:lnTo>
                  <a:lnTo>
                    <a:pt x="2370756" y="150574"/>
                  </a:lnTo>
                  <a:lnTo>
                    <a:pt x="2378580" y="143412"/>
                  </a:lnTo>
                  <a:lnTo>
                    <a:pt x="2386405" y="136234"/>
                  </a:lnTo>
                  <a:lnTo>
                    <a:pt x="2394229" y="129052"/>
                  </a:lnTo>
                  <a:lnTo>
                    <a:pt x="2402053" y="121892"/>
                  </a:lnTo>
                  <a:lnTo>
                    <a:pt x="2409878" y="114768"/>
                  </a:lnTo>
                  <a:lnTo>
                    <a:pt x="2417702" y="107690"/>
                  </a:lnTo>
                  <a:lnTo>
                    <a:pt x="2425526" y="100678"/>
                  </a:lnTo>
                  <a:lnTo>
                    <a:pt x="2433350" y="93780"/>
                  </a:lnTo>
                  <a:lnTo>
                    <a:pt x="2441175" y="86982"/>
                  </a:lnTo>
                  <a:lnTo>
                    <a:pt x="2448999" y="80296"/>
                  </a:lnTo>
                  <a:lnTo>
                    <a:pt x="2456823" y="73759"/>
                  </a:lnTo>
                  <a:lnTo>
                    <a:pt x="2464647" y="67423"/>
                  </a:lnTo>
                  <a:lnTo>
                    <a:pt x="2472472" y="61253"/>
                  </a:lnTo>
                  <a:lnTo>
                    <a:pt x="2480296" y="55261"/>
                  </a:lnTo>
                  <a:lnTo>
                    <a:pt x="2488120" y="49509"/>
                  </a:lnTo>
                  <a:lnTo>
                    <a:pt x="2495945" y="44032"/>
                  </a:lnTo>
                  <a:lnTo>
                    <a:pt x="2503769" y="38785"/>
                  </a:lnTo>
                  <a:lnTo>
                    <a:pt x="2511593" y="33775"/>
                  </a:lnTo>
                  <a:lnTo>
                    <a:pt x="2519417" y="29099"/>
                  </a:lnTo>
                  <a:lnTo>
                    <a:pt x="2527242" y="24754"/>
                  </a:lnTo>
                  <a:lnTo>
                    <a:pt x="2535066" y="20691"/>
                  </a:lnTo>
                  <a:lnTo>
                    <a:pt x="2542890" y="16919"/>
                  </a:lnTo>
                  <a:lnTo>
                    <a:pt x="2550715" y="13564"/>
                  </a:lnTo>
                  <a:lnTo>
                    <a:pt x="2558539" y="10572"/>
                  </a:lnTo>
                  <a:lnTo>
                    <a:pt x="2566363" y="7903"/>
                  </a:lnTo>
                  <a:lnTo>
                    <a:pt x="2574187" y="5560"/>
                  </a:lnTo>
                  <a:lnTo>
                    <a:pt x="2582012" y="3702"/>
                  </a:lnTo>
                  <a:lnTo>
                    <a:pt x="2589836" y="2215"/>
                  </a:lnTo>
                  <a:lnTo>
                    <a:pt x="2597660" y="1072"/>
                  </a:lnTo>
                  <a:lnTo>
                    <a:pt x="2605485" y="274"/>
                  </a:lnTo>
                  <a:lnTo>
                    <a:pt x="2613309" y="0"/>
                  </a:lnTo>
                  <a:lnTo>
                    <a:pt x="2621133" y="79"/>
                  </a:lnTo>
                  <a:lnTo>
                    <a:pt x="2628957" y="502"/>
                  </a:lnTo>
                  <a:lnTo>
                    <a:pt x="2636782" y="1283"/>
                  </a:lnTo>
                  <a:lnTo>
                    <a:pt x="2644606" y="2565"/>
                  </a:lnTo>
                  <a:lnTo>
                    <a:pt x="2652430" y="4176"/>
                  </a:lnTo>
                  <a:lnTo>
                    <a:pt x="2660254" y="6110"/>
                  </a:lnTo>
                  <a:lnTo>
                    <a:pt x="2668079" y="8396"/>
                  </a:lnTo>
                  <a:lnTo>
                    <a:pt x="2675903" y="11116"/>
                  </a:lnTo>
                  <a:lnTo>
                    <a:pt x="2683727" y="14128"/>
                  </a:lnTo>
                  <a:lnTo>
                    <a:pt x="2691552" y="17424"/>
                  </a:lnTo>
                  <a:lnTo>
                    <a:pt x="2699376" y="21041"/>
                  </a:lnTo>
                  <a:lnTo>
                    <a:pt x="2707200" y="25005"/>
                  </a:lnTo>
                  <a:lnTo>
                    <a:pt x="2715024" y="29207"/>
                  </a:lnTo>
                  <a:lnTo>
                    <a:pt x="2722849" y="33639"/>
                  </a:lnTo>
                  <a:lnTo>
                    <a:pt x="2730673" y="38337"/>
                  </a:lnTo>
                  <a:lnTo>
                    <a:pt x="2738497" y="43285"/>
                  </a:lnTo>
                  <a:lnTo>
                    <a:pt x="2746322" y="48409"/>
                  </a:lnTo>
                  <a:lnTo>
                    <a:pt x="2754146" y="53698"/>
                  </a:lnTo>
                  <a:lnTo>
                    <a:pt x="2761970" y="59180"/>
                  </a:lnTo>
                  <a:lnTo>
                    <a:pt x="2769794" y="64816"/>
                  </a:lnTo>
                  <a:lnTo>
                    <a:pt x="2777619" y="70562"/>
                  </a:lnTo>
                  <a:lnTo>
                    <a:pt x="2785443" y="76406"/>
                  </a:lnTo>
                  <a:lnTo>
                    <a:pt x="2793267" y="82359"/>
                  </a:lnTo>
                  <a:lnTo>
                    <a:pt x="2801091" y="88380"/>
                  </a:lnTo>
                  <a:lnTo>
                    <a:pt x="2808916" y="94446"/>
                  </a:lnTo>
                  <a:lnTo>
                    <a:pt x="2816740" y="100547"/>
                  </a:lnTo>
                  <a:lnTo>
                    <a:pt x="2824564" y="106672"/>
                  </a:lnTo>
                  <a:lnTo>
                    <a:pt x="2832389" y="112793"/>
                  </a:lnTo>
                  <a:lnTo>
                    <a:pt x="2840213" y="118902"/>
                  </a:lnTo>
                  <a:lnTo>
                    <a:pt x="2848037" y="124990"/>
                  </a:lnTo>
                  <a:lnTo>
                    <a:pt x="2855861" y="131022"/>
                  </a:lnTo>
                  <a:lnTo>
                    <a:pt x="2863686" y="136999"/>
                  </a:lnTo>
                  <a:lnTo>
                    <a:pt x="2871510" y="142916"/>
                  </a:lnTo>
                  <a:lnTo>
                    <a:pt x="2879334" y="148763"/>
                  </a:lnTo>
                  <a:lnTo>
                    <a:pt x="2887159" y="154491"/>
                  </a:lnTo>
                  <a:lnTo>
                    <a:pt x="2894983" y="160128"/>
                  </a:lnTo>
                  <a:lnTo>
                    <a:pt x="2902807" y="165670"/>
                  </a:lnTo>
                  <a:lnTo>
                    <a:pt x="2910631" y="171100"/>
                  </a:lnTo>
                  <a:lnTo>
                    <a:pt x="2918456" y="176372"/>
                  </a:lnTo>
                  <a:lnTo>
                    <a:pt x="2926280" y="181528"/>
                  </a:lnTo>
                  <a:lnTo>
                    <a:pt x="2934104" y="186565"/>
                  </a:lnTo>
                  <a:lnTo>
                    <a:pt x="2941929" y="191457"/>
                  </a:lnTo>
                  <a:lnTo>
                    <a:pt x="2949753" y="196174"/>
                  </a:lnTo>
                  <a:lnTo>
                    <a:pt x="2957577" y="200760"/>
                  </a:lnTo>
                  <a:lnTo>
                    <a:pt x="2965401" y="205212"/>
                  </a:lnTo>
                  <a:lnTo>
                    <a:pt x="2973226" y="209498"/>
                  </a:lnTo>
                  <a:lnTo>
                    <a:pt x="2981050" y="213607"/>
                  </a:lnTo>
                  <a:lnTo>
                    <a:pt x="2988874" y="217577"/>
                  </a:lnTo>
                  <a:lnTo>
                    <a:pt x="2996698" y="221410"/>
                  </a:lnTo>
                  <a:lnTo>
                    <a:pt x="3004523" y="225064"/>
                  </a:lnTo>
                  <a:lnTo>
                    <a:pt x="3012347" y="228548"/>
                  </a:lnTo>
                  <a:lnTo>
                    <a:pt x="3020171" y="231896"/>
                  </a:lnTo>
                  <a:lnTo>
                    <a:pt x="3027996" y="235109"/>
                  </a:lnTo>
                  <a:lnTo>
                    <a:pt x="3035820" y="238139"/>
                  </a:lnTo>
                  <a:lnTo>
                    <a:pt x="3043644" y="241016"/>
                  </a:lnTo>
                  <a:lnTo>
                    <a:pt x="3051468" y="243763"/>
                  </a:lnTo>
                  <a:lnTo>
                    <a:pt x="3059293" y="246382"/>
                  </a:lnTo>
                  <a:lnTo>
                    <a:pt x="3067117" y="248823"/>
                  </a:lnTo>
                  <a:lnTo>
                    <a:pt x="3074941" y="251132"/>
                  </a:lnTo>
                  <a:lnTo>
                    <a:pt x="3082766" y="253322"/>
                  </a:lnTo>
                  <a:lnTo>
                    <a:pt x="3090590" y="255396"/>
                  </a:lnTo>
                  <a:lnTo>
                    <a:pt x="3098414" y="257303"/>
                  </a:lnTo>
                  <a:lnTo>
                    <a:pt x="3106238" y="259101"/>
                  </a:lnTo>
                  <a:lnTo>
                    <a:pt x="3114063" y="260795"/>
                  </a:lnTo>
                  <a:lnTo>
                    <a:pt x="3121887" y="262385"/>
                  </a:lnTo>
                  <a:lnTo>
                    <a:pt x="3129711" y="263832"/>
                  </a:lnTo>
                  <a:lnTo>
                    <a:pt x="3137536" y="265190"/>
                  </a:lnTo>
                  <a:lnTo>
                    <a:pt x="3145360" y="266461"/>
                  </a:lnTo>
                  <a:lnTo>
                    <a:pt x="3153184" y="267641"/>
                  </a:lnTo>
                  <a:lnTo>
                    <a:pt x="3161008" y="268710"/>
                  </a:lnTo>
                  <a:lnTo>
                    <a:pt x="3168833" y="269709"/>
                  </a:lnTo>
                  <a:lnTo>
                    <a:pt x="3176657" y="270639"/>
                  </a:lnTo>
                  <a:lnTo>
                    <a:pt x="3184481" y="271495"/>
                  </a:lnTo>
                  <a:lnTo>
                    <a:pt x="3192305" y="272273"/>
                  </a:lnTo>
                  <a:lnTo>
                    <a:pt x="3200130" y="272998"/>
                  </a:lnTo>
                  <a:lnTo>
                    <a:pt x="3207954" y="273675"/>
                  </a:lnTo>
                  <a:lnTo>
                    <a:pt x="3215778" y="274298"/>
                  </a:lnTo>
                  <a:lnTo>
                    <a:pt x="3223603" y="274872"/>
                  </a:lnTo>
                  <a:lnTo>
                    <a:pt x="3231427" y="275414"/>
                  </a:lnTo>
                  <a:lnTo>
                    <a:pt x="3239251" y="275926"/>
                  </a:lnTo>
                  <a:lnTo>
                    <a:pt x="3247075" y="276406"/>
                  </a:lnTo>
                  <a:lnTo>
                    <a:pt x="3254900" y="276864"/>
                  </a:lnTo>
                  <a:lnTo>
                    <a:pt x="3262724" y="277307"/>
                  </a:lnTo>
                  <a:lnTo>
                    <a:pt x="3270548" y="277740"/>
                  </a:lnTo>
                  <a:lnTo>
                    <a:pt x="3278373" y="278164"/>
                  </a:lnTo>
                  <a:lnTo>
                    <a:pt x="3286197" y="278587"/>
                  </a:lnTo>
                  <a:lnTo>
                    <a:pt x="3294021" y="279012"/>
                  </a:lnTo>
                  <a:lnTo>
                    <a:pt x="3301845" y="279443"/>
                  </a:lnTo>
                  <a:lnTo>
                    <a:pt x="3309670" y="279886"/>
                  </a:lnTo>
                  <a:lnTo>
                    <a:pt x="3317494" y="280346"/>
                  </a:lnTo>
                  <a:lnTo>
                    <a:pt x="3325318" y="280822"/>
                  </a:lnTo>
                  <a:lnTo>
                    <a:pt x="3333142" y="281315"/>
                  </a:lnTo>
                  <a:lnTo>
                    <a:pt x="3340967" y="281841"/>
                  </a:lnTo>
                  <a:lnTo>
                    <a:pt x="3348791" y="282393"/>
                  </a:lnTo>
                  <a:lnTo>
                    <a:pt x="3356615" y="282972"/>
                  </a:lnTo>
                  <a:lnTo>
                    <a:pt x="3364440" y="283578"/>
                  </a:lnTo>
                  <a:lnTo>
                    <a:pt x="3372264" y="284229"/>
                  </a:lnTo>
                  <a:lnTo>
                    <a:pt x="3380088" y="284911"/>
                  </a:lnTo>
                  <a:lnTo>
                    <a:pt x="3387912" y="285625"/>
                  </a:lnTo>
                  <a:lnTo>
                    <a:pt x="3395737" y="286374"/>
                  </a:lnTo>
                  <a:lnTo>
                    <a:pt x="3403561" y="287171"/>
                  </a:lnTo>
                  <a:lnTo>
                    <a:pt x="3411385" y="288000"/>
                  </a:lnTo>
                  <a:lnTo>
                    <a:pt x="3419210" y="288861"/>
                  </a:lnTo>
                  <a:lnTo>
                    <a:pt x="3427034" y="289760"/>
                  </a:lnTo>
                  <a:lnTo>
                    <a:pt x="3434858" y="290701"/>
                  </a:lnTo>
                  <a:lnTo>
                    <a:pt x="3442682" y="291672"/>
                  </a:lnTo>
                  <a:lnTo>
                    <a:pt x="3450507" y="292672"/>
                  </a:lnTo>
                  <a:lnTo>
                    <a:pt x="3458331" y="293705"/>
                  </a:lnTo>
                  <a:lnTo>
                    <a:pt x="3466155" y="294771"/>
                  </a:lnTo>
                  <a:lnTo>
                    <a:pt x="3473980" y="295860"/>
                  </a:lnTo>
                  <a:lnTo>
                    <a:pt x="3481804" y="296970"/>
                  </a:lnTo>
                  <a:lnTo>
                    <a:pt x="3489628" y="298105"/>
                  </a:lnTo>
                  <a:lnTo>
                    <a:pt x="3497452" y="299259"/>
                  </a:lnTo>
                  <a:lnTo>
                    <a:pt x="3505277" y="300426"/>
                  </a:lnTo>
                  <a:lnTo>
                    <a:pt x="3513101" y="301605"/>
                  </a:lnTo>
                  <a:lnTo>
                    <a:pt x="3520925" y="302795"/>
                  </a:lnTo>
                  <a:lnTo>
                    <a:pt x="3528749" y="303991"/>
                  </a:lnTo>
                  <a:lnTo>
                    <a:pt x="3536574" y="305188"/>
                  </a:lnTo>
                  <a:lnTo>
                    <a:pt x="3544398" y="306386"/>
                  </a:lnTo>
                  <a:lnTo>
                    <a:pt x="3552222" y="307579"/>
                  </a:lnTo>
                  <a:lnTo>
                    <a:pt x="3560047" y="308764"/>
                  </a:lnTo>
                  <a:lnTo>
                    <a:pt x="3567871" y="309941"/>
                  </a:lnTo>
                  <a:lnTo>
                    <a:pt x="3575695" y="311107"/>
                  </a:lnTo>
                  <a:lnTo>
                    <a:pt x="3583519" y="312253"/>
                  </a:lnTo>
                  <a:lnTo>
                    <a:pt x="3591344" y="313381"/>
                  </a:lnTo>
                  <a:lnTo>
                    <a:pt x="3599168" y="314490"/>
                  </a:lnTo>
                  <a:lnTo>
                    <a:pt x="3606992" y="315579"/>
                  </a:lnTo>
                  <a:lnTo>
                    <a:pt x="3614817" y="316634"/>
                  </a:lnTo>
                  <a:lnTo>
                    <a:pt x="3622641" y="317664"/>
                  </a:lnTo>
                  <a:lnTo>
                    <a:pt x="3630465" y="318669"/>
                  </a:lnTo>
                  <a:lnTo>
                    <a:pt x="3638289" y="319644"/>
                  </a:lnTo>
                  <a:lnTo>
                    <a:pt x="3646114" y="320578"/>
                  </a:lnTo>
                  <a:lnTo>
                    <a:pt x="3653938" y="321483"/>
                  </a:lnTo>
                  <a:lnTo>
                    <a:pt x="3661762" y="322357"/>
                  </a:lnTo>
                  <a:lnTo>
                    <a:pt x="3669586" y="323196"/>
                  </a:lnTo>
                  <a:lnTo>
                    <a:pt x="3677411" y="323992"/>
                  </a:lnTo>
                  <a:lnTo>
                    <a:pt x="3685235" y="324756"/>
                  </a:lnTo>
                  <a:lnTo>
                    <a:pt x="3693059" y="325488"/>
                  </a:lnTo>
                  <a:lnTo>
                    <a:pt x="3700884" y="326182"/>
                  </a:lnTo>
                  <a:lnTo>
                    <a:pt x="3708708" y="326835"/>
                  </a:lnTo>
                  <a:lnTo>
                    <a:pt x="3716532" y="327456"/>
                  </a:lnTo>
                  <a:lnTo>
                    <a:pt x="3724356" y="328047"/>
                  </a:lnTo>
                  <a:lnTo>
                    <a:pt x="3732181" y="328599"/>
                  </a:lnTo>
                  <a:lnTo>
                    <a:pt x="3740005" y="329114"/>
                  </a:lnTo>
                  <a:lnTo>
                    <a:pt x="3747829" y="329601"/>
                  </a:lnTo>
                  <a:lnTo>
                    <a:pt x="3755654" y="330060"/>
                  </a:lnTo>
                  <a:lnTo>
                    <a:pt x="3763478" y="330483"/>
                  </a:lnTo>
                  <a:lnTo>
                    <a:pt x="3771302" y="330876"/>
                  </a:lnTo>
                  <a:lnTo>
                    <a:pt x="3779126" y="331244"/>
                  </a:lnTo>
                  <a:lnTo>
                    <a:pt x="3786951" y="331587"/>
                  </a:lnTo>
                  <a:lnTo>
                    <a:pt x="3794775" y="331900"/>
                  </a:lnTo>
                  <a:lnTo>
                    <a:pt x="3802599" y="332188"/>
                  </a:lnTo>
                  <a:lnTo>
                    <a:pt x="3810424" y="332456"/>
                  </a:lnTo>
                  <a:lnTo>
                    <a:pt x="3818248" y="332704"/>
                  </a:lnTo>
                  <a:lnTo>
                    <a:pt x="3826072" y="332926"/>
                  </a:lnTo>
                  <a:lnTo>
                    <a:pt x="3833896" y="333130"/>
                  </a:lnTo>
                  <a:lnTo>
                    <a:pt x="3841721" y="333319"/>
                  </a:lnTo>
                  <a:lnTo>
                    <a:pt x="3849545" y="333492"/>
                  </a:lnTo>
                  <a:lnTo>
                    <a:pt x="3857369" y="333644"/>
                  </a:lnTo>
                  <a:lnTo>
                    <a:pt x="3865193" y="333783"/>
                  </a:lnTo>
                  <a:lnTo>
                    <a:pt x="3873018" y="333911"/>
                  </a:lnTo>
                  <a:lnTo>
                    <a:pt x="3880842" y="334027"/>
                  </a:lnTo>
                  <a:lnTo>
                    <a:pt x="3888666" y="334128"/>
                  </a:lnTo>
                  <a:lnTo>
                    <a:pt x="3896491" y="334220"/>
                  </a:lnTo>
                  <a:lnTo>
                    <a:pt x="3904315" y="334304"/>
                  </a:lnTo>
                  <a:lnTo>
                    <a:pt x="3912139" y="334378"/>
                  </a:lnTo>
                  <a:lnTo>
                    <a:pt x="3919963" y="334443"/>
                  </a:lnTo>
                  <a:lnTo>
                    <a:pt x="3927788" y="334502"/>
                  </a:lnTo>
                  <a:lnTo>
                    <a:pt x="3935612" y="334555"/>
                  </a:lnTo>
                  <a:lnTo>
                    <a:pt x="3943436" y="334601"/>
                  </a:lnTo>
                  <a:lnTo>
                    <a:pt x="3951261" y="334642"/>
                  </a:lnTo>
                  <a:lnTo>
                    <a:pt x="3959085" y="334678"/>
                  </a:lnTo>
                  <a:lnTo>
                    <a:pt x="3966909" y="334710"/>
                  </a:lnTo>
                  <a:lnTo>
                    <a:pt x="3974733" y="334738"/>
                  </a:lnTo>
                  <a:lnTo>
                    <a:pt x="3982558" y="334762"/>
                  </a:lnTo>
                  <a:lnTo>
                    <a:pt x="3990382" y="334784"/>
                  </a:lnTo>
                  <a:lnTo>
                    <a:pt x="3998206" y="3348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rc1352"/>
            <p:cNvSpPr/>
            <p:nvPr/>
          </p:nvSpPr>
          <p:spPr>
            <a:xfrm>
              <a:off x="7648183" y="1761070"/>
              <a:ext cx="439802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8247914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9047555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9847197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10646838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11446479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tx1358"/>
            <p:cNvSpPr/>
            <p:nvPr/>
          </p:nvSpPr>
          <p:spPr>
            <a:xfrm>
              <a:off x="8198228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359" name="tx1359"/>
            <p:cNvSpPr/>
            <p:nvPr/>
          </p:nvSpPr>
          <p:spPr>
            <a:xfrm>
              <a:off x="8997869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360" name="tx1360"/>
            <p:cNvSpPr/>
            <p:nvPr/>
          </p:nvSpPr>
          <p:spPr>
            <a:xfrm>
              <a:off x="9816119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361" name="tx1361"/>
            <p:cNvSpPr/>
            <p:nvPr/>
          </p:nvSpPr>
          <p:spPr>
            <a:xfrm>
              <a:off x="10615760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362" name="tx1362"/>
            <p:cNvSpPr/>
            <p:nvPr/>
          </p:nvSpPr>
          <p:spPr>
            <a:xfrm>
              <a:off x="11415402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363" name="tx1363"/>
            <p:cNvSpPr/>
            <p:nvPr/>
          </p:nvSpPr>
          <p:spPr>
            <a:xfrm>
              <a:off x="9094024" y="5119812"/>
              <a:ext cx="15063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Rate of Change (Z/year)</a:t>
              </a:r>
            </a:p>
          </p:txBody>
        </p:sp>
        <p:sp>
          <p:nvSpPr>
            <p:cNvPr id="1364" name="rc1364"/>
            <p:cNvSpPr/>
            <p:nvPr/>
          </p:nvSpPr>
          <p:spPr>
            <a:xfrm>
              <a:off x="2971800" y="5349081"/>
              <a:ext cx="3048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rc1365"/>
            <p:cNvSpPr/>
            <p:nvPr/>
          </p:nvSpPr>
          <p:spPr>
            <a:xfrm>
              <a:off x="3372163" y="5418670"/>
              <a:ext cx="2578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372163" y="8122784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372163" y="752507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372163" y="6927367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372163" y="6329659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372163" y="5731950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40310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89452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438595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4877385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536881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586024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372163" y="8421639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372163" y="7823930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372163" y="7226222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372163" y="6628513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372163" y="6030804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372163" y="543309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648814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414024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463167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5123099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561452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8"/>
            <p:cNvSpPr/>
            <p:nvPr/>
          </p:nvSpPr>
          <p:spPr>
            <a:xfrm>
              <a:off x="3724993" y="67675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9"/>
            <p:cNvSpPr/>
            <p:nvPr/>
          </p:nvSpPr>
          <p:spPr>
            <a:xfrm>
              <a:off x="3689634" y="64639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90"/>
            <p:cNvSpPr/>
            <p:nvPr/>
          </p:nvSpPr>
          <p:spPr>
            <a:xfrm>
              <a:off x="3569256" y="66257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1"/>
            <p:cNvSpPr/>
            <p:nvPr/>
          </p:nvSpPr>
          <p:spPr>
            <a:xfrm>
              <a:off x="3601056" y="66504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2"/>
            <p:cNvSpPr/>
            <p:nvPr/>
          </p:nvSpPr>
          <p:spPr>
            <a:xfrm>
              <a:off x="3893781" y="68036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3"/>
            <p:cNvSpPr/>
            <p:nvPr/>
          </p:nvSpPr>
          <p:spPr>
            <a:xfrm>
              <a:off x="4353303" y="65645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4"/>
            <p:cNvSpPr/>
            <p:nvPr/>
          </p:nvSpPr>
          <p:spPr>
            <a:xfrm>
              <a:off x="3680861" y="65079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5"/>
            <p:cNvSpPr/>
            <p:nvPr/>
          </p:nvSpPr>
          <p:spPr>
            <a:xfrm>
              <a:off x="3690946" y="64200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6"/>
            <p:cNvSpPr/>
            <p:nvPr/>
          </p:nvSpPr>
          <p:spPr>
            <a:xfrm>
              <a:off x="3577651" y="64741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7"/>
            <p:cNvSpPr/>
            <p:nvPr/>
          </p:nvSpPr>
          <p:spPr>
            <a:xfrm>
              <a:off x="3624222" y="64907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8"/>
            <p:cNvSpPr/>
            <p:nvPr/>
          </p:nvSpPr>
          <p:spPr>
            <a:xfrm>
              <a:off x="3591465" y="63611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9"/>
            <p:cNvSpPr/>
            <p:nvPr/>
          </p:nvSpPr>
          <p:spPr>
            <a:xfrm>
              <a:off x="4813605" y="68816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400"/>
            <p:cNvSpPr/>
            <p:nvPr/>
          </p:nvSpPr>
          <p:spPr>
            <a:xfrm>
              <a:off x="3516845" y="65710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1"/>
            <p:cNvSpPr/>
            <p:nvPr/>
          </p:nvSpPr>
          <p:spPr>
            <a:xfrm>
              <a:off x="3969485" y="591438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2"/>
            <p:cNvSpPr/>
            <p:nvPr/>
          </p:nvSpPr>
          <p:spPr>
            <a:xfrm>
              <a:off x="3935240" y="65338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3"/>
            <p:cNvSpPr/>
            <p:nvPr/>
          </p:nvSpPr>
          <p:spPr>
            <a:xfrm>
              <a:off x="3837052" y="63875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4"/>
            <p:cNvSpPr/>
            <p:nvPr/>
          </p:nvSpPr>
          <p:spPr>
            <a:xfrm>
              <a:off x="3616891" y="66771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5"/>
            <p:cNvSpPr/>
            <p:nvPr/>
          </p:nvSpPr>
          <p:spPr>
            <a:xfrm>
              <a:off x="3732659" y="64124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6"/>
            <p:cNvSpPr/>
            <p:nvPr/>
          </p:nvSpPr>
          <p:spPr>
            <a:xfrm>
              <a:off x="3650272" y="628139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7"/>
            <p:cNvSpPr/>
            <p:nvPr/>
          </p:nvSpPr>
          <p:spPr>
            <a:xfrm>
              <a:off x="3681934" y="65017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8"/>
            <p:cNvSpPr/>
            <p:nvPr/>
          </p:nvSpPr>
          <p:spPr>
            <a:xfrm>
              <a:off x="3798966" y="66712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9"/>
            <p:cNvSpPr/>
            <p:nvPr/>
          </p:nvSpPr>
          <p:spPr>
            <a:xfrm>
              <a:off x="3747824" y="66687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10"/>
            <p:cNvSpPr/>
            <p:nvPr/>
          </p:nvSpPr>
          <p:spPr>
            <a:xfrm>
              <a:off x="5808201" y="63652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1"/>
            <p:cNvSpPr/>
            <p:nvPr/>
          </p:nvSpPr>
          <p:spPr>
            <a:xfrm>
              <a:off x="4701574" y="76248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2"/>
            <p:cNvSpPr/>
            <p:nvPr/>
          </p:nvSpPr>
          <p:spPr>
            <a:xfrm>
              <a:off x="4390592" y="67845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3"/>
            <p:cNvSpPr/>
            <p:nvPr/>
          </p:nvSpPr>
          <p:spPr>
            <a:xfrm>
              <a:off x="3667188" y="70334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4"/>
            <p:cNvSpPr/>
            <p:nvPr/>
          </p:nvSpPr>
          <p:spPr>
            <a:xfrm>
              <a:off x="3736265" y="67002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5"/>
            <p:cNvSpPr/>
            <p:nvPr/>
          </p:nvSpPr>
          <p:spPr>
            <a:xfrm>
              <a:off x="3683313" y="64641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6"/>
            <p:cNvSpPr/>
            <p:nvPr/>
          </p:nvSpPr>
          <p:spPr>
            <a:xfrm>
              <a:off x="3633182" y="66327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7"/>
            <p:cNvSpPr/>
            <p:nvPr/>
          </p:nvSpPr>
          <p:spPr>
            <a:xfrm>
              <a:off x="3707891" y="67349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8"/>
            <p:cNvSpPr/>
            <p:nvPr/>
          </p:nvSpPr>
          <p:spPr>
            <a:xfrm>
              <a:off x="4400830" y="80056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9"/>
            <p:cNvSpPr/>
            <p:nvPr/>
          </p:nvSpPr>
          <p:spPr>
            <a:xfrm>
              <a:off x="3781882" y="64495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20"/>
            <p:cNvSpPr/>
            <p:nvPr/>
          </p:nvSpPr>
          <p:spPr>
            <a:xfrm>
              <a:off x="3639536" y="66055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1"/>
            <p:cNvSpPr/>
            <p:nvPr/>
          </p:nvSpPr>
          <p:spPr>
            <a:xfrm>
              <a:off x="3548067" y="64894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2"/>
            <p:cNvSpPr/>
            <p:nvPr/>
          </p:nvSpPr>
          <p:spPr>
            <a:xfrm>
              <a:off x="3465683" y="64499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3"/>
            <p:cNvSpPr/>
            <p:nvPr/>
          </p:nvSpPr>
          <p:spPr>
            <a:xfrm>
              <a:off x="3647446" y="66235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4"/>
            <p:cNvSpPr/>
            <p:nvPr/>
          </p:nvSpPr>
          <p:spPr>
            <a:xfrm>
              <a:off x="3713781" y="65805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5"/>
            <p:cNvSpPr/>
            <p:nvPr/>
          </p:nvSpPr>
          <p:spPr>
            <a:xfrm>
              <a:off x="3641726" y="71796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6"/>
            <p:cNvSpPr/>
            <p:nvPr/>
          </p:nvSpPr>
          <p:spPr>
            <a:xfrm>
              <a:off x="3753604" y="69491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7"/>
            <p:cNvSpPr/>
            <p:nvPr/>
          </p:nvSpPr>
          <p:spPr>
            <a:xfrm>
              <a:off x="3599016" y="64119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8"/>
            <p:cNvSpPr/>
            <p:nvPr/>
          </p:nvSpPr>
          <p:spPr>
            <a:xfrm>
              <a:off x="4560565" y="76251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9"/>
            <p:cNvSpPr/>
            <p:nvPr/>
          </p:nvSpPr>
          <p:spPr>
            <a:xfrm>
              <a:off x="5479227" y="67228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30"/>
            <p:cNvSpPr/>
            <p:nvPr/>
          </p:nvSpPr>
          <p:spPr>
            <a:xfrm>
              <a:off x="3667832" y="66947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1"/>
            <p:cNvSpPr/>
            <p:nvPr/>
          </p:nvSpPr>
          <p:spPr>
            <a:xfrm>
              <a:off x="3581669" y="626005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2"/>
            <p:cNvSpPr/>
            <p:nvPr/>
          </p:nvSpPr>
          <p:spPr>
            <a:xfrm>
              <a:off x="3612173" y="64954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3"/>
            <p:cNvSpPr/>
            <p:nvPr/>
          </p:nvSpPr>
          <p:spPr>
            <a:xfrm>
              <a:off x="3613779" y="66412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4"/>
            <p:cNvSpPr/>
            <p:nvPr/>
          </p:nvSpPr>
          <p:spPr>
            <a:xfrm>
              <a:off x="4637546" y="68597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5"/>
            <p:cNvSpPr/>
            <p:nvPr/>
          </p:nvSpPr>
          <p:spPr>
            <a:xfrm>
              <a:off x="4446914" y="71096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6"/>
            <p:cNvSpPr/>
            <p:nvPr/>
          </p:nvSpPr>
          <p:spPr>
            <a:xfrm>
              <a:off x="4327235" y="608611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7"/>
            <p:cNvSpPr/>
            <p:nvPr/>
          </p:nvSpPr>
          <p:spPr>
            <a:xfrm>
              <a:off x="4340806" y="63438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8"/>
            <p:cNvSpPr/>
            <p:nvPr/>
          </p:nvSpPr>
          <p:spPr>
            <a:xfrm>
              <a:off x="4089794" y="588790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9"/>
            <p:cNvSpPr/>
            <p:nvPr/>
          </p:nvSpPr>
          <p:spPr>
            <a:xfrm>
              <a:off x="4070756" y="615530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40"/>
            <p:cNvSpPr/>
            <p:nvPr/>
          </p:nvSpPr>
          <p:spPr>
            <a:xfrm>
              <a:off x="3674580" y="65381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1"/>
            <p:cNvSpPr/>
            <p:nvPr/>
          </p:nvSpPr>
          <p:spPr>
            <a:xfrm>
              <a:off x="4633208" y="555339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2"/>
            <p:cNvSpPr/>
            <p:nvPr/>
          </p:nvSpPr>
          <p:spPr>
            <a:xfrm>
              <a:off x="3888423" y="70979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3"/>
            <p:cNvSpPr/>
            <p:nvPr/>
          </p:nvSpPr>
          <p:spPr>
            <a:xfrm>
              <a:off x="3622259" y="66911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4"/>
            <p:cNvSpPr/>
            <p:nvPr/>
          </p:nvSpPr>
          <p:spPr>
            <a:xfrm>
              <a:off x="3950806" y="77054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5"/>
            <p:cNvSpPr/>
            <p:nvPr/>
          </p:nvSpPr>
          <p:spPr>
            <a:xfrm>
              <a:off x="3551095" y="66537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6"/>
            <p:cNvSpPr/>
            <p:nvPr/>
          </p:nvSpPr>
          <p:spPr>
            <a:xfrm>
              <a:off x="3618411" y="65096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7"/>
            <p:cNvSpPr/>
            <p:nvPr/>
          </p:nvSpPr>
          <p:spPr>
            <a:xfrm>
              <a:off x="4112057" y="74963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8"/>
            <p:cNvSpPr/>
            <p:nvPr/>
          </p:nvSpPr>
          <p:spPr>
            <a:xfrm>
              <a:off x="3710213" y="64088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9"/>
            <p:cNvSpPr/>
            <p:nvPr/>
          </p:nvSpPr>
          <p:spPr>
            <a:xfrm>
              <a:off x="4118520" y="64978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50"/>
            <p:cNvSpPr/>
            <p:nvPr/>
          </p:nvSpPr>
          <p:spPr>
            <a:xfrm>
              <a:off x="4500969" y="69631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1"/>
            <p:cNvSpPr/>
            <p:nvPr/>
          </p:nvSpPr>
          <p:spPr>
            <a:xfrm>
              <a:off x="3543634" y="66056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2"/>
            <p:cNvSpPr/>
            <p:nvPr/>
          </p:nvSpPr>
          <p:spPr>
            <a:xfrm>
              <a:off x="4034048" y="611228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3"/>
            <p:cNvSpPr/>
            <p:nvPr/>
          </p:nvSpPr>
          <p:spPr>
            <a:xfrm>
              <a:off x="3490136" y="64521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4"/>
            <p:cNvSpPr/>
            <p:nvPr/>
          </p:nvSpPr>
          <p:spPr>
            <a:xfrm>
              <a:off x="3963979" y="623569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5"/>
            <p:cNvSpPr/>
            <p:nvPr/>
          </p:nvSpPr>
          <p:spPr>
            <a:xfrm>
              <a:off x="5246652" y="80532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6"/>
            <p:cNvSpPr/>
            <p:nvPr/>
          </p:nvSpPr>
          <p:spPr>
            <a:xfrm>
              <a:off x="3874088" y="68043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7"/>
            <p:cNvSpPr/>
            <p:nvPr/>
          </p:nvSpPr>
          <p:spPr>
            <a:xfrm>
              <a:off x="3658398" y="614489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8"/>
            <p:cNvSpPr/>
            <p:nvPr/>
          </p:nvSpPr>
          <p:spPr>
            <a:xfrm>
              <a:off x="3623255" y="66538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9"/>
            <p:cNvSpPr/>
            <p:nvPr/>
          </p:nvSpPr>
          <p:spPr>
            <a:xfrm>
              <a:off x="3602033" y="66173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60"/>
            <p:cNvSpPr/>
            <p:nvPr/>
          </p:nvSpPr>
          <p:spPr>
            <a:xfrm>
              <a:off x="3570482" y="65248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1"/>
            <p:cNvSpPr/>
            <p:nvPr/>
          </p:nvSpPr>
          <p:spPr>
            <a:xfrm>
              <a:off x="3606595" y="65871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2"/>
            <p:cNvSpPr/>
            <p:nvPr/>
          </p:nvSpPr>
          <p:spPr>
            <a:xfrm>
              <a:off x="3577621" y="64688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3"/>
            <p:cNvSpPr/>
            <p:nvPr/>
          </p:nvSpPr>
          <p:spPr>
            <a:xfrm>
              <a:off x="4114076" y="66855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4"/>
            <p:cNvSpPr/>
            <p:nvPr/>
          </p:nvSpPr>
          <p:spPr>
            <a:xfrm>
              <a:off x="3661650" y="65535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5"/>
            <p:cNvSpPr/>
            <p:nvPr/>
          </p:nvSpPr>
          <p:spPr>
            <a:xfrm>
              <a:off x="3575547" y="63614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6"/>
            <p:cNvSpPr/>
            <p:nvPr/>
          </p:nvSpPr>
          <p:spPr>
            <a:xfrm>
              <a:off x="4325628" y="67146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7"/>
            <p:cNvSpPr/>
            <p:nvPr/>
          </p:nvSpPr>
          <p:spPr>
            <a:xfrm>
              <a:off x="4484185" y="74279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8"/>
            <p:cNvSpPr/>
            <p:nvPr/>
          </p:nvSpPr>
          <p:spPr>
            <a:xfrm>
              <a:off x="3703942" y="66194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9"/>
            <p:cNvSpPr/>
            <p:nvPr/>
          </p:nvSpPr>
          <p:spPr>
            <a:xfrm>
              <a:off x="3625780" y="66073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70"/>
            <p:cNvSpPr/>
            <p:nvPr/>
          </p:nvSpPr>
          <p:spPr>
            <a:xfrm>
              <a:off x="3590443" y="66338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1"/>
            <p:cNvSpPr/>
            <p:nvPr/>
          </p:nvSpPr>
          <p:spPr>
            <a:xfrm>
              <a:off x="3617639" y="66571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2"/>
            <p:cNvSpPr/>
            <p:nvPr/>
          </p:nvSpPr>
          <p:spPr>
            <a:xfrm>
              <a:off x="4115134" y="617664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3"/>
            <p:cNvSpPr/>
            <p:nvPr/>
          </p:nvSpPr>
          <p:spPr>
            <a:xfrm>
              <a:off x="3757764" y="67924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4"/>
            <p:cNvSpPr/>
            <p:nvPr/>
          </p:nvSpPr>
          <p:spPr>
            <a:xfrm>
              <a:off x="3722172" y="69826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3926471" y="613705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3571217" y="67751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3693876" y="67404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3907230" y="610101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4683248" y="68023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3566688" y="66102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3677563" y="65079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5005797" y="68923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3515223" y="63897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3805180" y="66891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3556256" y="65105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3835078" y="64374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4455027" y="68880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3592651" y="64989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3647750" y="67340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3681922" y="67543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4642188" y="608257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4632532" y="69941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3720342" y="67190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4762063" y="65354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4122039" y="613426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3636232" y="64046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3641488" y="65077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3906731" y="64202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3980265" y="67349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4005186" y="68367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4021256" y="63314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3680394" y="71912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3594078" y="65701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3662353" y="65804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3671884" y="66718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4100127" y="71024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3675776" y="66091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3667831" y="68526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3650578" y="66853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3615904" y="70250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3639240" y="66757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4187907" y="66945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3573445" y="67157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5243876" y="71221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4152402" y="67436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3649099" y="65963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3689252" y="67303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3687223" y="65570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3577719" y="67377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3647085" y="66302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3505464" y="65388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3572387" y="66568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5132426" y="72088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4294500" y="67639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4113338" y="597252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3476325" y="65976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3596891" y="65057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3464521" y="65678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4351378" y="73404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3681971" y="66608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3537059" y="65295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3933031" y="611487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3506497" y="66479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4248222" y="597102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3665076" y="67209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3806043" y="64129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3545597" y="66424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3627021" y="66849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3600312" y="65206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3605430" y="63389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3972501" y="629806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3653961" y="67094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3709376" y="67948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3693874" y="68304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4044645" y="65244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3617257" y="66503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3706029" y="65949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4330359" y="75451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3588359" y="66436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3770114" y="63538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3589442" y="67352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5351134" y="80877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3666782" y="67182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3522905" y="65505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3724633" y="64453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4387222" y="64169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3979772" y="626239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3633453" y="66391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4137229" y="64580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4279741" y="69212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5090336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3930763" y="610983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5013673" y="67389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3665184" y="65747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3696099" y="68532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3786985" y="68012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4195222" y="66275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3651490" y="71358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3709345" y="65237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3640303" y="65276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4670847" y="69503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3857794" y="66676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3764878" y="69022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3504966" y="63140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3723377" y="66541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3644103" y="66039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3710227" y="65839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3666004" y="66667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3547751" y="65978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4546250" y="65345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4224844" y="64127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3607854" y="66264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3546964" y="65779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4307801" y="72364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4712979" y="73218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4361792" y="618637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4587576" y="70701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3659823" y="66243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3938543" y="67209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3605356" y="64324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3777525" y="67057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4284105" y="605722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4617957" y="65812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4341892" y="615683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3552010" y="65246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3873819" y="63574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3561378" y="65830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4030215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3596490" y="67273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3599218" y="65193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3736197" y="65327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4077467" y="67799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4643552" y="599015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4399185" y="69685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3598179" y="64421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3655131" y="66386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3637372" y="67343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3518873" y="66640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3570404" y="65787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3680883" y="64813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3719356" y="63517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3515072" y="64245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3678676" y="65384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3512748" y="65632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3627152" y="612494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4152749" y="614867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3687351" y="65298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4007868" y="629056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3660358" y="630321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3625699" y="575922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3630025" y="63071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3876464" y="66763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4580121" y="65622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3930315" y="66593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3654650" y="66409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3679549" y="63202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3531693" y="64512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3594668" y="65941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3637359" y="65839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4705393" y="74334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3660027" y="66499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4315749" y="68235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3758345" y="66627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4319165" y="72415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3725704" y="67082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3631574" y="67381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3598998" y="64270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3625361" y="64008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3538360" y="64353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3571232" y="66495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3575851" y="64286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3879922" y="63367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3527794" y="64657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3655979" y="67597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3520759" y="67094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3609554" y="66345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4228829" y="566988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3743867" y="67158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3594948" y="65970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4135606" y="66481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3565884" y="68622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3372163" y="633196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3489347" y="6415379"/>
              <a:ext cx="2343679" cy="1184501"/>
            </a:xfrm>
            <a:custGeom>
              <a:avLst/>
              <a:pathLst>
                <a:path w="2343679" h="1184501">
                  <a:moveTo>
                    <a:pt x="0" y="13440"/>
                  </a:moveTo>
                  <a:lnTo>
                    <a:pt x="29666" y="50407"/>
                  </a:lnTo>
                  <a:lnTo>
                    <a:pt x="59333" y="82497"/>
                  </a:lnTo>
                  <a:lnTo>
                    <a:pt x="89000" y="108504"/>
                  </a:lnTo>
                  <a:lnTo>
                    <a:pt x="118667" y="128502"/>
                  </a:lnTo>
                  <a:lnTo>
                    <a:pt x="148334" y="141830"/>
                  </a:lnTo>
                  <a:lnTo>
                    <a:pt x="178000" y="148793"/>
                  </a:lnTo>
                  <a:lnTo>
                    <a:pt x="207667" y="149772"/>
                  </a:lnTo>
                  <a:lnTo>
                    <a:pt x="237334" y="145506"/>
                  </a:lnTo>
                  <a:lnTo>
                    <a:pt x="267001" y="136150"/>
                  </a:lnTo>
                  <a:lnTo>
                    <a:pt x="296668" y="123744"/>
                  </a:lnTo>
                  <a:lnTo>
                    <a:pt x="326335" y="109103"/>
                  </a:lnTo>
                  <a:lnTo>
                    <a:pt x="356001" y="92203"/>
                  </a:lnTo>
                  <a:lnTo>
                    <a:pt x="385668" y="73712"/>
                  </a:lnTo>
                  <a:lnTo>
                    <a:pt x="415335" y="55354"/>
                  </a:lnTo>
                  <a:lnTo>
                    <a:pt x="445002" y="39390"/>
                  </a:lnTo>
                  <a:lnTo>
                    <a:pt x="474669" y="26742"/>
                  </a:lnTo>
                  <a:lnTo>
                    <a:pt x="504336" y="16989"/>
                  </a:lnTo>
                  <a:lnTo>
                    <a:pt x="534002" y="9498"/>
                  </a:lnTo>
                  <a:lnTo>
                    <a:pt x="563669" y="3886"/>
                  </a:lnTo>
                  <a:lnTo>
                    <a:pt x="593336" y="389"/>
                  </a:lnTo>
                  <a:lnTo>
                    <a:pt x="623003" y="0"/>
                  </a:lnTo>
                  <a:lnTo>
                    <a:pt x="652670" y="4295"/>
                  </a:lnTo>
                  <a:lnTo>
                    <a:pt x="682336" y="14756"/>
                  </a:lnTo>
                  <a:lnTo>
                    <a:pt x="712003" y="31334"/>
                  </a:lnTo>
                  <a:lnTo>
                    <a:pt x="741670" y="53304"/>
                  </a:lnTo>
                  <a:lnTo>
                    <a:pt x="771337" y="79707"/>
                  </a:lnTo>
                  <a:lnTo>
                    <a:pt x="801004" y="109438"/>
                  </a:lnTo>
                  <a:lnTo>
                    <a:pt x="830671" y="141319"/>
                  </a:lnTo>
                  <a:lnTo>
                    <a:pt x="860337" y="174164"/>
                  </a:lnTo>
                  <a:lnTo>
                    <a:pt x="890004" y="206876"/>
                  </a:lnTo>
                  <a:lnTo>
                    <a:pt x="919671" y="238542"/>
                  </a:lnTo>
                  <a:lnTo>
                    <a:pt x="949338" y="268505"/>
                  </a:lnTo>
                  <a:lnTo>
                    <a:pt x="979005" y="296367"/>
                  </a:lnTo>
                  <a:lnTo>
                    <a:pt x="1008672" y="322090"/>
                  </a:lnTo>
                  <a:lnTo>
                    <a:pt x="1038338" y="346006"/>
                  </a:lnTo>
                  <a:lnTo>
                    <a:pt x="1068005" y="368412"/>
                  </a:lnTo>
                  <a:lnTo>
                    <a:pt x="1097672" y="389526"/>
                  </a:lnTo>
                  <a:lnTo>
                    <a:pt x="1127339" y="409508"/>
                  </a:lnTo>
                  <a:lnTo>
                    <a:pt x="1157006" y="428468"/>
                  </a:lnTo>
                  <a:lnTo>
                    <a:pt x="1186673" y="446482"/>
                  </a:lnTo>
                  <a:lnTo>
                    <a:pt x="1216339" y="463597"/>
                  </a:lnTo>
                  <a:lnTo>
                    <a:pt x="1246006" y="479837"/>
                  </a:lnTo>
                  <a:lnTo>
                    <a:pt x="1275673" y="495210"/>
                  </a:lnTo>
                  <a:lnTo>
                    <a:pt x="1305340" y="509705"/>
                  </a:lnTo>
                  <a:lnTo>
                    <a:pt x="1335007" y="523302"/>
                  </a:lnTo>
                  <a:lnTo>
                    <a:pt x="1364673" y="535965"/>
                  </a:lnTo>
                  <a:lnTo>
                    <a:pt x="1394340" y="547650"/>
                  </a:lnTo>
                  <a:lnTo>
                    <a:pt x="1424007" y="558305"/>
                  </a:lnTo>
                  <a:lnTo>
                    <a:pt x="1453674" y="567868"/>
                  </a:lnTo>
                  <a:lnTo>
                    <a:pt x="1483341" y="576275"/>
                  </a:lnTo>
                  <a:lnTo>
                    <a:pt x="1513008" y="583457"/>
                  </a:lnTo>
                  <a:lnTo>
                    <a:pt x="1542674" y="589348"/>
                  </a:lnTo>
                  <a:lnTo>
                    <a:pt x="1572341" y="593884"/>
                  </a:lnTo>
                  <a:lnTo>
                    <a:pt x="1602008" y="597012"/>
                  </a:lnTo>
                  <a:lnTo>
                    <a:pt x="1631675" y="598686"/>
                  </a:lnTo>
                  <a:lnTo>
                    <a:pt x="1661342" y="598877"/>
                  </a:lnTo>
                  <a:lnTo>
                    <a:pt x="1691009" y="597571"/>
                  </a:lnTo>
                  <a:lnTo>
                    <a:pt x="1720675" y="594769"/>
                  </a:lnTo>
                  <a:lnTo>
                    <a:pt x="1750342" y="590489"/>
                  </a:lnTo>
                  <a:lnTo>
                    <a:pt x="1780009" y="584762"/>
                  </a:lnTo>
                  <a:lnTo>
                    <a:pt x="1809676" y="577633"/>
                  </a:lnTo>
                  <a:lnTo>
                    <a:pt x="1839343" y="569156"/>
                  </a:lnTo>
                  <a:lnTo>
                    <a:pt x="1869010" y="559392"/>
                  </a:lnTo>
                  <a:lnTo>
                    <a:pt x="1898676" y="548410"/>
                  </a:lnTo>
                  <a:lnTo>
                    <a:pt x="1928343" y="536281"/>
                  </a:lnTo>
                  <a:lnTo>
                    <a:pt x="1958010" y="523077"/>
                  </a:lnTo>
                  <a:lnTo>
                    <a:pt x="1987677" y="508874"/>
                  </a:lnTo>
                  <a:lnTo>
                    <a:pt x="2017344" y="493747"/>
                  </a:lnTo>
                  <a:lnTo>
                    <a:pt x="2047010" y="477768"/>
                  </a:lnTo>
                  <a:lnTo>
                    <a:pt x="2076677" y="461012"/>
                  </a:lnTo>
                  <a:lnTo>
                    <a:pt x="2106344" y="443551"/>
                  </a:lnTo>
                  <a:lnTo>
                    <a:pt x="2136011" y="425456"/>
                  </a:lnTo>
                  <a:lnTo>
                    <a:pt x="2165678" y="406797"/>
                  </a:lnTo>
                  <a:lnTo>
                    <a:pt x="2195345" y="387643"/>
                  </a:lnTo>
                  <a:lnTo>
                    <a:pt x="2225011" y="368061"/>
                  </a:lnTo>
                  <a:lnTo>
                    <a:pt x="2254678" y="348118"/>
                  </a:lnTo>
                  <a:lnTo>
                    <a:pt x="2284345" y="327879"/>
                  </a:lnTo>
                  <a:lnTo>
                    <a:pt x="2314012" y="307408"/>
                  </a:lnTo>
                  <a:lnTo>
                    <a:pt x="2343679" y="286769"/>
                  </a:lnTo>
                  <a:lnTo>
                    <a:pt x="2343679" y="1184501"/>
                  </a:lnTo>
                  <a:lnTo>
                    <a:pt x="2314012" y="1171439"/>
                  </a:lnTo>
                  <a:lnTo>
                    <a:pt x="2284345" y="1158482"/>
                  </a:lnTo>
                  <a:lnTo>
                    <a:pt x="2254678" y="1145629"/>
                  </a:lnTo>
                  <a:lnTo>
                    <a:pt x="2225011" y="1132880"/>
                  </a:lnTo>
                  <a:lnTo>
                    <a:pt x="2195345" y="1120237"/>
                  </a:lnTo>
                  <a:lnTo>
                    <a:pt x="2165678" y="1107701"/>
                  </a:lnTo>
                  <a:lnTo>
                    <a:pt x="2136011" y="1095278"/>
                  </a:lnTo>
                  <a:lnTo>
                    <a:pt x="2106344" y="1082971"/>
                  </a:lnTo>
                  <a:lnTo>
                    <a:pt x="2076677" y="1070786"/>
                  </a:lnTo>
                  <a:lnTo>
                    <a:pt x="2047010" y="1058731"/>
                  </a:lnTo>
                  <a:lnTo>
                    <a:pt x="2017344" y="1046814"/>
                  </a:lnTo>
                  <a:lnTo>
                    <a:pt x="1987677" y="1035045"/>
                  </a:lnTo>
                  <a:lnTo>
                    <a:pt x="1958010" y="1023433"/>
                  </a:lnTo>
                  <a:lnTo>
                    <a:pt x="1928343" y="1011990"/>
                  </a:lnTo>
                  <a:lnTo>
                    <a:pt x="1898676" y="1000725"/>
                  </a:lnTo>
                  <a:lnTo>
                    <a:pt x="1869010" y="989649"/>
                  </a:lnTo>
                  <a:lnTo>
                    <a:pt x="1839343" y="978769"/>
                  </a:lnTo>
                  <a:lnTo>
                    <a:pt x="1809676" y="968089"/>
                  </a:lnTo>
                  <a:lnTo>
                    <a:pt x="1780009" y="957605"/>
                  </a:lnTo>
                  <a:lnTo>
                    <a:pt x="1750342" y="947310"/>
                  </a:lnTo>
                  <a:lnTo>
                    <a:pt x="1720675" y="937182"/>
                  </a:lnTo>
                  <a:lnTo>
                    <a:pt x="1691009" y="927190"/>
                  </a:lnTo>
                  <a:lnTo>
                    <a:pt x="1661342" y="917287"/>
                  </a:lnTo>
                  <a:lnTo>
                    <a:pt x="1631675" y="907412"/>
                  </a:lnTo>
                  <a:lnTo>
                    <a:pt x="1602008" y="897485"/>
                  </a:lnTo>
                  <a:lnTo>
                    <a:pt x="1572341" y="887413"/>
                  </a:lnTo>
                  <a:lnTo>
                    <a:pt x="1542674" y="877088"/>
                  </a:lnTo>
                  <a:lnTo>
                    <a:pt x="1513008" y="866391"/>
                  </a:lnTo>
                  <a:lnTo>
                    <a:pt x="1483341" y="855196"/>
                  </a:lnTo>
                  <a:lnTo>
                    <a:pt x="1453674" y="843371"/>
                  </a:lnTo>
                  <a:lnTo>
                    <a:pt x="1424007" y="830784"/>
                  </a:lnTo>
                  <a:lnTo>
                    <a:pt x="1394340" y="817308"/>
                  </a:lnTo>
                  <a:lnTo>
                    <a:pt x="1364673" y="802816"/>
                  </a:lnTo>
                  <a:lnTo>
                    <a:pt x="1335007" y="787192"/>
                  </a:lnTo>
                  <a:lnTo>
                    <a:pt x="1305340" y="770328"/>
                  </a:lnTo>
                  <a:lnTo>
                    <a:pt x="1275673" y="752126"/>
                  </a:lnTo>
                  <a:lnTo>
                    <a:pt x="1246006" y="732499"/>
                  </a:lnTo>
                  <a:lnTo>
                    <a:pt x="1216339" y="711374"/>
                  </a:lnTo>
                  <a:lnTo>
                    <a:pt x="1186673" y="688695"/>
                  </a:lnTo>
                  <a:lnTo>
                    <a:pt x="1157006" y="664422"/>
                  </a:lnTo>
                  <a:lnTo>
                    <a:pt x="1127339" y="638537"/>
                  </a:lnTo>
                  <a:lnTo>
                    <a:pt x="1097672" y="611053"/>
                  </a:lnTo>
                  <a:lnTo>
                    <a:pt x="1068005" y="582017"/>
                  </a:lnTo>
                  <a:lnTo>
                    <a:pt x="1038338" y="551523"/>
                  </a:lnTo>
                  <a:lnTo>
                    <a:pt x="1008672" y="519727"/>
                  </a:lnTo>
                  <a:lnTo>
                    <a:pt x="979005" y="486860"/>
                  </a:lnTo>
                  <a:lnTo>
                    <a:pt x="949338" y="453292"/>
                  </a:lnTo>
                  <a:lnTo>
                    <a:pt x="919671" y="419835"/>
                  </a:lnTo>
                  <a:lnTo>
                    <a:pt x="890004" y="387344"/>
                  </a:lnTo>
                  <a:lnTo>
                    <a:pt x="860337" y="356413"/>
                  </a:lnTo>
                  <a:lnTo>
                    <a:pt x="830671" y="327385"/>
                  </a:lnTo>
                  <a:lnTo>
                    <a:pt x="801004" y="300414"/>
                  </a:lnTo>
                  <a:lnTo>
                    <a:pt x="771337" y="275568"/>
                  </a:lnTo>
                  <a:lnTo>
                    <a:pt x="741670" y="252923"/>
                  </a:lnTo>
                  <a:lnTo>
                    <a:pt x="712003" y="232628"/>
                  </a:lnTo>
                  <a:lnTo>
                    <a:pt x="682336" y="214977"/>
                  </a:lnTo>
                  <a:lnTo>
                    <a:pt x="652670" y="200497"/>
                  </a:lnTo>
                  <a:lnTo>
                    <a:pt x="623003" y="190003"/>
                  </a:lnTo>
                  <a:lnTo>
                    <a:pt x="593336" y="184245"/>
                  </a:lnTo>
                  <a:lnTo>
                    <a:pt x="563669" y="183665"/>
                  </a:lnTo>
                  <a:lnTo>
                    <a:pt x="534002" y="188121"/>
                  </a:lnTo>
                  <a:lnTo>
                    <a:pt x="504336" y="196711"/>
                  </a:lnTo>
                  <a:lnTo>
                    <a:pt x="474669" y="207918"/>
                  </a:lnTo>
                  <a:lnTo>
                    <a:pt x="445002" y="219972"/>
                  </a:lnTo>
                  <a:lnTo>
                    <a:pt x="415335" y="231313"/>
                  </a:lnTo>
                  <a:lnTo>
                    <a:pt x="385668" y="241460"/>
                  </a:lnTo>
                  <a:lnTo>
                    <a:pt x="356001" y="250877"/>
                  </a:lnTo>
                  <a:lnTo>
                    <a:pt x="326335" y="259464"/>
                  </a:lnTo>
                  <a:lnTo>
                    <a:pt x="296668" y="266064"/>
                  </a:lnTo>
                  <a:lnTo>
                    <a:pt x="267001" y="268826"/>
                  </a:lnTo>
                  <a:lnTo>
                    <a:pt x="237334" y="266872"/>
                  </a:lnTo>
                  <a:lnTo>
                    <a:pt x="207667" y="262345"/>
                  </a:lnTo>
                  <a:lnTo>
                    <a:pt x="178000" y="256765"/>
                  </a:lnTo>
                  <a:lnTo>
                    <a:pt x="148334" y="252334"/>
                  </a:lnTo>
                  <a:lnTo>
                    <a:pt x="118667" y="251312"/>
                  </a:lnTo>
                  <a:lnTo>
                    <a:pt x="89000" y="255306"/>
                  </a:lnTo>
                  <a:lnTo>
                    <a:pt x="59333" y="264258"/>
                  </a:lnTo>
                  <a:lnTo>
                    <a:pt x="29666" y="278596"/>
                  </a:lnTo>
                  <a:lnTo>
                    <a:pt x="0" y="29746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3489347" y="6415379"/>
              <a:ext cx="2343679" cy="598877"/>
            </a:xfrm>
            <a:custGeom>
              <a:avLst/>
              <a:pathLst>
                <a:path w="2343679" h="598877">
                  <a:moveTo>
                    <a:pt x="0" y="13440"/>
                  </a:moveTo>
                  <a:lnTo>
                    <a:pt x="29666" y="50407"/>
                  </a:lnTo>
                  <a:lnTo>
                    <a:pt x="59333" y="82497"/>
                  </a:lnTo>
                  <a:lnTo>
                    <a:pt x="89000" y="108504"/>
                  </a:lnTo>
                  <a:lnTo>
                    <a:pt x="118667" y="128502"/>
                  </a:lnTo>
                  <a:lnTo>
                    <a:pt x="148334" y="141830"/>
                  </a:lnTo>
                  <a:lnTo>
                    <a:pt x="178000" y="148793"/>
                  </a:lnTo>
                  <a:lnTo>
                    <a:pt x="207667" y="149772"/>
                  </a:lnTo>
                  <a:lnTo>
                    <a:pt x="237334" y="145506"/>
                  </a:lnTo>
                  <a:lnTo>
                    <a:pt x="267001" y="136150"/>
                  </a:lnTo>
                  <a:lnTo>
                    <a:pt x="296668" y="123744"/>
                  </a:lnTo>
                  <a:lnTo>
                    <a:pt x="326335" y="109103"/>
                  </a:lnTo>
                  <a:lnTo>
                    <a:pt x="356001" y="92203"/>
                  </a:lnTo>
                  <a:lnTo>
                    <a:pt x="385668" y="73712"/>
                  </a:lnTo>
                  <a:lnTo>
                    <a:pt x="415335" y="55354"/>
                  </a:lnTo>
                  <a:lnTo>
                    <a:pt x="445002" y="39390"/>
                  </a:lnTo>
                  <a:lnTo>
                    <a:pt x="474669" y="26742"/>
                  </a:lnTo>
                  <a:lnTo>
                    <a:pt x="504336" y="16989"/>
                  </a:lnTo>
                  <a:lnTo>
                    <a:pt x="534002" y="9498"/>
                  </a:lnTo>
                  <a:lnTo>
                    <a:pt x="563669" y="3886"/>
                  </a:lnTo>
                  <a:lnTo>
                    <a:pt x="593336" y="389"/>
                  </a:lnTo>
                  <a:lnTo>
                    <a:pt x="623003" y="0"/>
                  </a:lnTo>
                  <a:lnTo>
                    <a:pt x="652670" y="4295"/>
                  </a:lnTo>
                  <a:lnTo>
                    <a:pt x="682336" y="14756"/>
                  </a:lnTo>
                  <a:lnTo>
                    <a:pt x="712003" y="31334"/>
                  </a:lnTo>
                  <a:lnTo>
                    <a:pt x="741670" y="53304"/>
                  </a:lnTo>
                  <a:lnTo>
                    <a:pt x="771337" y="79707"/>
                  </a:lnTo>
                  <a:lnTo>
                    <a:pt x="801004" y="109438"/>
                  </a:lnTo>
                  <a:lnTo>
                    <a:pt x="830671" y="141319"/>
                  </a:lnTo>
                  <a:lnTo>
                    <a:pt x="860337" y="174164"/>
                  </a:lnTo>
                  <a:lnTo>
                    <a:pt x="890004" y="206876"/>
                  </a:lnTo>
                  <a:lnTo>
                    <a:pt x="919671" y="238542"/>
                  </a:lnTo>
                  <a:lnTo>
                    <a:pt x="949338" y="268505"/>
                  </a:lnTo>
                  <a:lnTo>
                    <a:pt x="979005" y="296367"/>
                  </a:lnTo>
                  <a:lnTo>
                    <a:pt x="1008672" y="322090"/>
                  </a:lnTo>
                  <a:lnTo>
                    <a:pt x="1038338" y="346006"/>
                  </a:lnTo>
                  <a:lnTo>
                    <a:pt x="1068005" y="368412"/>
                  </a:lnTo>
                  <a:lnTo>
                    <a:pt x="1097672" y="389526"/>
                  </a:lnTo>
                  <a:lnTo>
                    <a:pt x="1127339" y="409508"/>
                  </a:lnTo>
                  <a:lnTo>
                    <a:pt x="1157006" y="428468"/>
                  </a:lnTo>
                  <a:lnTo>
                    <a:pt x="1186673" y="446482"/>
                  </a:lnTo>
                  <a:lnTo>
                    <a:pt x="1216339" y="463597"/>
                  </a:lnTo>
                  <a:lnTo>
                    <a:pt x="1246006" y="479837"/>
                  </a:lnTo>
                  <a:lnTo>
                    <a:pt x="1275673" y="495210"/>
                  </a:lnTo>
                  <a:lnTo>
                    <a:pt x="1305340" y="509705"/>
                  </a:lnTo>
                  <a:lnTo>
                    <a:pt x="1335007" y="523302"/>
                  </a:lnTo>
                  <a:lnTo>
                    <a:pt x="1364673" y="535965"/>
                  </a:lnTo>
                  <a:lnTo>
                    <a:pt x="1394340" y="547650"/>
                  </a:lnTo>
                  <a:lnTo>
                    <a:pt x="1424007" y="558305"/>
                  </a:lnTo>
                  <a:lnTo>
                    <a:pt x="1453674" y="567868"/>
                  </a:lnTo>
                  <a:lnTo>
                    <a:pt x="1483341" y="576275"/>
                  </a:lnTo>
                  <a:lnTo>
                    <a:pt x="1513008" y="583457"/>
                  </a:lnTo>
                  <a:lnTo>
                    <a:pt x="1542674" y="589348"/>
                  </a:lnTo>
                  <a:lnTo>
                    <a:pt x="1572341" y="593884"/>
                  </a:lnTo>
                  <a:lnTo>
                    <a:pt x="1602008" y="597012"/>
                  </a:lnTo>
                  <a:lnTo>
                    <a:pt x="1631675" y="598686"/>
                  </a:lnTo>
                  <a:lnTo>
                    <a:pt x="1661342" y="598877"/>
                  </a:lnTo>
                  <a:lnTo>
                    <a:pt x="1691009" y="597571"/>
                  </a:lnTo>
                  <a:lnTo>
                    <a:pt x="1720675" y="594769"/>
                  </a:lnTo>
                  <a:lnTo>
                    <a:pt x="1750342" y="590489"/>
                  </a:lnTo>
                  <a:lnTo>
                    <a:pt x="1780009" y="584762"/>
                  </a:lnTo>
                  <a:lnTo>
                    <a:pt x="1809676" y="577633"/>
                  </a:lnTo>
                  <a:lnTo>
                    <a:pt x="1839343" y="569156"/>
                  </a:lnTo>
                  <a:lnTo>
                    <a:pt x="1869010" y="559392"/>
                  </a:lnTo>
                  <a:lnTo>
                    <a:pt x="1898676" y="548410"/>
                  </a:lnTo>
                  <a:lnTo>
                    <a:pt x="1928343" y="536281"/>
                  </a:lnTo>
                  <a:lnTo>
                    <a:pt x="1958010" y="523077"/>
                  </a:lnTo>
                  <a:lnTo>
                    <a:pt x="1987677" y="508874"/>
                  </a:lnTo>
                  <a:lnTo>
                    <a:pt x="2017344" y="493747"/>
                  </a:lnTo>
                  <a:lnTo>
                    <a:pt x="2047010" y="477768"/>
                  </a:lnTo>
                  <a:lnTo>
                    <a:pt x="2076677" y="461012"/>
                  </a:lnTo>
                  <a:lnTo>
                    <a:pt x="2106344" y="443551"/>
                  </a:lnTo>
                  <a:lnTo>
                    <a:pt x="2136011" y="425456"/>
                  </a:lnTo>
                  <a:lnTo>
                    <a:pt x="2165678" y="406797"/>
                  </a:lnTo>
                  <a:lnTo>
                    <a:pt x="2195345" y="387643"/>
                  </a:lnTo>
                  <a:lnTo>
                    <a:pt x="2225011" y="368061"/>
                  </a:lnTo>
                  <a:lnTo>
                    <a:pt x="2254678" y="348118"/>
                  </a:lnTo>
                  <a:lnTo>
                    <a:pt x="2284345" y="327879"/>
                  </a:lnTo>
                  <a:lnTo>
                    <a:pt x="2314012" y="307408"/>
                  </a:lnTo>
                  <a:lnTo>
                    <a:pt x="2343679" y="2867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3489347" y="6599045"/>
              <a:ext cx="2343679" cy="1000835"/>
            </a:xfrm>
            <a:custGeom>
              <a:avLst/>
              <a:pathLst>
                <a:path w="2343679" h="1000835">
                  <a:moveTo>
                    <a:pt x="2343679" y="1000835"/>
                  </a:moveTo>
                  <a:lnTo>
                    <a:pt x="2314012" y="987773"/>
                  </a:lnTo>
                  <a:lnTo>
                    <a:pt x="2284345" y="974816"/>
                  </a:lnTo>
                  <a:lnTo>
                    <a:pt x="2254678" y="961963"/>
                  </a:lnTo>
                  <a:lnTo>
                    <a:pt x="2225011" y="949214"/>
                  </a:lnTo>
                  <a:lnTo>
                    <a:pt x="2195345" y="936571"/>
                  </a:lnTo>
                  <a:lnTo>
                    <a:pt x="2165678" y="924035"/>
                  </a:lnTo>
                  <a:lnTo>
                    <a:pt x="2136011" y="911612"/>
                  </a:lnTo>
                  <a:lnTo>
                    <a:pt x="2106344" y="899305"/>
                  </a:lnTo>
                  <a:lnTo>
                    <a:pt x="2076677" y="887120"/>
                  </a:lnTo>
                  <a:lnTo>
                    <a:pt x="2047010" y="875065"/>
                  </a:lnTo>
                  <a:lnTo>
                    <a:pt x="2017344" y="863148"/>
                  </a:lnTo>
                  <a:lnTo>
                    <a:pt x="1987677" y="851379"/>
                  </a:lnTo>
                  <a:lnTo>
                    <a:pt x="1958010" y="839767"/>
                  </a:lnTo>
                  <a:lnTo>
                    <a:pt x="1928343" y="828324"/>
                  </a:lnTo>
                  <a:lnTo>
                    <a:pt x="1898676" y="817059"/>
                  </a:lnTo>
                  <a:lnTo>
                    <a:pt x="1869010" y="805984"/>
                  </a:lnTo>
                  <a:lnTo>
                    <a:pt x="1839343" y="795103"/>
                  </a:lnTo>
                  <a:lnTo>
                    <a:pt x="1809676" y="784423"/>
                  </a:lnTo>
                  <a:lnTo>
                    <a:pt x="1780009" y="773939"/>
                  </a:lnTo>
                  <a:lnTo>
                    <a:pt x="1750342" y="763644"/>
                  </a:lnTo>
                  <a:lnTo>
                    <a:pt x="1720675" y="753516"/>
                  </a:lnTo>
                  <a:lnTo>
                    <a:pt x="1691009" y="743524"/>
                  </a:lnTo>
                  <a:lnTo>
                    <a:pt x="1661342" y="733621"/>
                  </a:lnTo>
                  <a:lnTo>
                    <a:pt x="1631675" y="723746"/>
                  </a:lnTo>
                  <a:lnTo>
                    <a:pt x="1602008" y="713819"/>
                  </a:lnTo>
                  <a:lnTo>
                    <a:pt x="1572341" y="703747"/>
                  </a:lnTo>
                  <a:lnTo>
                    <a:pt x="1542674" y="693422"/>
                  </a:lnTo>
                  <a:lnTo>
                    <a:pt x="1513008" y="682725"/>
                  </a:lnTo>
                  <a:lnTo>
                    <a:pt x="1483341" y="671530"/>
                  </a:lnTo>
                  <a:lnTo>
                    <a:pt x="1453674" y="659705"/>
                  </a:lnTo>
                  <a:lnTo>
                    <a:pt x="1424007" y="647118"/>
                  </a:lnTo>
                  <a:lnTo>
                    <a:pt x="1394340" y="633642"/>
                  </a:lnTo>
                  <a:lnTo>
                    <a:pt x="1364673" y="619150"/>
                  </a:lnTo>
                  <a:lnTo>
                    <a:pt x="1335007" y="603526"/>
                  </a:lnTo>
                  <a:lnTo>
                    <a:pt x="1305340" y="586662"/>
                  </a:lnTo>
                  <a:lnTo>
                    <a:pt x="1275673" y="568460"/>
                  </a:lnTo>
                  <a:lnTo>
                    <a:pt x="1246006" y="548833"/>
                  </a:lnTo>
                  <a:lnTo>
                    <a:pt x="1216339" y="527709"/>
                  </a:lnTo>
                  <a:lnTo>
                    <a:pt x="1186673" y="505029"/>
                  </a:lnTo>
                  <a:lnTo>
                    <a:pt x="1157006" y="480756"/>
                  </a:lnTo>
                  <a:lnTo>
                    <a:pt x="1127339" y="454871"/>
                  </a:lnTo>
                  <a:lnTo>
                    <a:pt x="1097672" y="427387"/>
                  </a:lnTo>
                  <a:lnTo>
                    <a:pt x="1068005" y="398351"/>
                  </a:lnTo>
                  <a:lnTo>
                    <a:pt x="1038338" y="367857"/>
                  </a:lnTo>
                  <a:lnTo>
                    <a:pt x="1008672" y="336061"/>
                  </a:lnTo>
                  <a:lnTo>
                    <a:pt x="979005" y="303194"/>
                  </a:lnTo>
                  <a:lnTo>
                    <a:pt x="949338" y="269626"/>
                  </a:lnTo>
                  <a:lnTo>
                    <a:pt x="919671" y="236169"/>
                  </a:lnTo>
                  <a:lnTo>
                    <a:pt x="890004" y="203678"/>
                  </a:lnTo>
                  <a:lnTo>
                    <a:pt x="860337" y="172747"/>
                  </a:lnTo>
                  <a:lnTo>
                    <a:pt x="830671" y="143719"/>
                  </a:lnTo>
                  <a:lnTo>
                    <a:pt x="801004" y="116748"/>
                  </a:lnTo>
                  <a:lnTo>
                    <a:pt x="771337" y="91903"/>
                  </a:lnTo>
                  <a:lnTo>
                    <a:pt x="741670" y="69257"/>
                  </a:lnTo>
                  <a:lnTo>
                    <a:pt x="712003" y="48962"/>
                  </a:lnTo>
                  <a:lnTo>
                    <a:pt x="682336" y="31311"/>
                  </a:lnTo>
                  <a:lnTo>
                    <a:pt x="652670" y="16831"/>
                  </a:lnTo>
                  <a:lnTo>
                    <a:pt x="623003" y="6337"/>
                  </a:lnTo>
                  <a:lnTo>
                    <a:pt x="593336" y="579"/>
                  </a:lnTo>
                  <a:lnTo>
                    <a:pt x="563669" y="0"/>
                  </a:lnTo>
                  <a:lnTo>
                    <a:pt x="534002" y="4455"/>
                  </a:lnTo>
                  <a:lnTo>
                    <a:pt x="504336" y="13045"/>
                  </a:lnTo>
                  <a:lnTo>
                    <a:pt x="474669" y="24252"/>
                  </a:lnTo>
                  <a:lnTo>
                    <a:pt x="445002" y="36307"/>
                  </a:lnTo>
                  <a:lnTo>
                    <a:pt x="415335" y="47647"/>
                  </a:lnTo>
                  <a:lnTo>
                    <a:pt x="385668" y="57794"/>
                  </a:lnTo>
                  <a:lnTo>
                    <a:pt x="356001" y="67211"/>
                  </a:lnTo>
                  <a:lnTo>
                    <a:pt x="326335" y="75799"/>
                  </a:lnTo>
                  <a:lnTo>
                    <a:pt x="296668" y="82398"/>
                  </a:lnTo>
                  <a:lnTo>
                    <a:pt x="267001" y="85160"/>
                  </a:lnTo>
                  <a:lnTo>
                    <a:pt x="237334" y="83206"/>
                  </a:lnTo>
                  <a:lnTo>
                    <a:pt x="207667" y="78679"/>
                  </a:lnTo>
                  <a:lnTo>
                    <a:pt x="178000" y="73099"/>
                  </a:lnTo>
                  <a:lnTo>
                    <a:pt x="148334" y="68668"/>
                  </a:lnTo>
                  <a:lnTo>
                    <a:pt x="118667" y="67646"/>
                  </a:lnTo>
                  <a:lnTo>
                    <a:pt x="89000" y="71640"/>
                  </a:lnTo>
                  <a:lnTo>
                    <a:pt x="59333" y="80592"/>
                  </a:lnTo>
                  <a:lnTo>
                    <a:pt x="29666" y="94930"/>
                  </a:lnTo>
                  <a:lnTo>
                    <a:pt x="0" y="113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3489347" y="6507697"/>
              <a:ext cx="2343679" cy="682250"/>
            </a:xfrm>
            <a:custGeom>
              <a:avLst/>
              <a:pathLst>
                <a:path w="2343679" h="682250">
                  <a:moveTo>
                    <a:pt x="0" y="63133"/>
                  </a:moveTo>
                  <a:lnTo>
                    <a:pt x="29666" y="72184"/>
                  </a:lnTo>
                  <a:lnTo>
                    <a:pt x="59333" y="81060"/>
                  </a:lnTo>
                  <a:lnTo>
                    <a:pt x="89000" y="89588"/>
                  </a:lnTo>
                  <a:lnTo>
                    <a:pt x="118667" y="97589"/>
                  </a:lnTo>
                  <a:lnTo>
                    <a:pt x="148334" y="104764"/>
                  </a:lnTo>
                  <a:lnTo>
                    <a:pt x="178000" y="110461"/>
                  </a:lnTo>
                  <a:lnTo>
                    <a:pt x="207667" y="113741"/>
                  </a:lnTo>
                  <a:lnTo>
                    <a:pt x="237334" y="113871"/>
                  </a:lnTo>
                  <a:lnTo>
                    <a:pt x="267001" y="110170"/>
                  </a:lnTo>
                  <a:lnTo>
                    <a:pt x="296668" y="102586"/>
                  </a:lnTo>
                  <a:lnTo>
                    <a:pt x="326335" y="91966"/>
                  </a:lnTo>
                  <a:lnTo>
                    <a:pt x="356001" y="79222"/>
                  </a:lnTo>
                  <a:lnTo>
                    <a:pt x="385668" y="65268"/>
                  </a:lnTo>
                  <a:lnTo>
                    <a:pt x="415335" y="51016"/>
                  </a:lnTo>
                  <a:lnTo>
                    <a:pt x="445002" y="37363"/>
                  </a:lnTo>
                  <a:lnTo>
                    <a:pt x="474669" y="25012"/>
                  </a:lnTo>
                  <a:lnTo>
                    <a:pt x="504336" y="14532"/>
                  </a:lnTo>
                  <a:lnTo>
                    <a:pt x="534002" y="6492"/>
                  </a:lnTo>
                  <a:lnTo>
                    <a:pt x="563669" y="1458"/>
                  </a:lnTo>
                  <a:lnTo>
                    <a:pt x="593336" y="0"/>
                  </a:lnTo>
                  <a:lnTo>
                    <a:pt x="623003" y="2684"/>
                  </a:lnTo>
                  <a:lnTo>
                    <a:pt x="652670" y="10078"/>
                  </a:lnTo>
                  <a:lnTo>
                    <a:pt x="682336" y="22548"/>
                  </a:lnTo>
                  <a:lnTo>
                    <a:pt x="712003" y="39663"/>
                  </a:lnTo>
                  <a:lnTo>
                    <a:pt x="741670" y="60796"/>
                  </a:lnTo>
                  <a:lnTo>
                    <a:pt x="771337" y="85320"/>
                  </a:lnTo>
                  <a:lnTo>
                    <a:pt x="801004" y="112608"/>
                  </a:lnTo>
                  <a:lnTo>
                    <a:pt x="830671" y="142034"/>
                  </a:lnTo>
                  <a:lnTo>
                    <a:pt x="860337" y="172971"/>
                  </a:lnTo>
                  <a:lnTo>
                    <a:pt x="890004" y="204792"/>
                  </a:lnTo>
                  <a:lnTo>
                    <a:pt x="919671" y="236871"/>
                  </a:lnTo>
                  <a:lnTo>
                    <a:pt x="949338" y="268581"/>
                  </a:lnTo>
                  <a:lnTo>
                    <a:pt x="979005" y="299296"/>
                  </a:lnTo>
                  <a:lnTo>
                    <a:pt x="1008672" y="328590"/>
                  </a:lnTo>
                  <a:lnTo>
                    <a:pt x="1038338" y="356447"/>
                  </a:lnTo>
                  <a:lnTo>
                    <a:pt x="1068005" y="382897"/>
                  </a:lnTo>
                  <a:lnTo>
                    <a:pt x="1097672" y="407972"/>
                  </a:lnTo>
                  <a:lnTo>
                    <a:pt x="1127339" y="431705"/>
                  </a:lnTo>
                  <a:lnTo>
                    <a:pt x="1157006" y="454127"/>
                  </a:lnTo>
                  <a:lnTo>
                    <a:pt x="1186673" y="475271"/>
                  </a:lnTo>
                  <a:lnTo>
                    <a:pt x="1216339" y="495168"/>
                  </a:lnTo>
                  <a:lnTo>
                    <a:pt x="1246006" y="513850"/>
                  </a:lnTo>
                  <a:lnTo>
                    <a:pt x="1275673" y="531350"/>
                  </a:lnTo>
                  <a:lnTo>
                    <a:pt x="1305340" y="547699"/>
                  </a:lnTo>
                  <a:lnTo>
                    <a:pt x="1335007" y="562929"/>
                  </a:lnTo>
                  <a:lnTo>
                    <a:pt x="1364673" y="577073"/>
                  </a:lnTo>
                  <a:lnTo>
                    <a:pt x="1394340" y="590161"/>
                  </a:lnTo>
                  <a:lnTo>
                    <a:pt x="1424007" y="602227"/>
                  </a:lnTo>
                  <a:lnTo>
                    <a:pt x="1453674" y="613302"/>
                  </a:lnTo>
                  <a:lnTo>
                    <a:pt x="1483341" y="623417"/>
                  </a:lnTo>
                  <a:lnTo>
                    <a:pt x="1513008" y="632606"/>
                  </a:lnTo>
                  <a:lnTo>
                    <a:pt x="1542674" y="640900"/>
                  </a:lnTo>
                  <a:lnTo>
                    <a:pt x="1572341" y="648331"/>
                  </a:lnTo>
                  <a:lnTo>
                    <a:pt x="1602008" y="654931"/>
                  </a:lnTo>
                  <a:lnTo>
                    <a:pt x="1631675" y="660731"/>
                  </a:lnTo>
                  <a:lnTo>
                    <a:pt x="1661342" y="665765"/>
                  </a:lnTo>
                  <a:lnTo>
                    <a:pt x="1691009" y="670063"/>
                  </a:lnTo>
                  <a:lnTo>
                    <a:pt x="1720675" y="673658"/>
                  </a:lnTo>
                  <a:lnTo>
                    <a:pt x="1750342" y="676582"/>
                  </a:lnTo>
                  <a:lnTo>
                    <a:pt x="1780009" y="678866"/>
                  </a:lnTo>
                  <a:lnTo>
                    <a:pt x="1809676" y="680543"/>
                  </a:lnTo>
                  <a:lnTo>
                    <a:pt x="1839343" y="681645"/>
                  </a:lnTo>
                  <a:lnTo>
                    <a:pt x="1869010" y="682203"/>
                  </a:lnTo>
                  <a:lnTo>
                    <a:pt x="1898676" y="682250"/>
                  </a:lnTo>
                  <a:lnTo>
                    <a:pt x="1928343" y="681817"/>
                  </a:lnTo>
                  <a:lnTo>
                    <a:pt x="1958010" y="680937"/>
                  </a:lnTo>
                  <a:lnTo>
                    <a:pt x="1987677" y="679642"/>
                  </a:lnTo>
                  <a:lnTo>
                    <a:pt x="2017344" y="677963"/>
                  </a:lnTo>
                  <a:lnTo>
                    <a:pt x="2047010" y="675932"/>
                  </a:lnTo>
                  <a:lnTo>
                    <a:pt x="2076677" y="673581"/>
                  </a:lnTo>
                  <a:lnTo>
                    <a:pt x="2106344" y="670943"/>
                  </a:lnTo>
                  <a:lnTo>
                    <a:pt x="2136011" y="668049"/>
                  </a:lnTo>
                  <a:lnTo>
                    <a:pt x="2165678" y="664932"/>
                  </a:lnTo>
                  <a:lnTo>
                    <a:pt x="2195345" y="661622"/>
                  </a:lnTo>
                  <a:lnTo>
                    <a:pt x="2225011" y="658153"/>
                  </a:lnTo>
                  <a:lnTo>
                    <a:pt x="2254678" y="654556"/>
                  </a:lnTo>
                  <a:lnTo>
                    <a:pt x="2284345" y="650863"/>
                  </a:lnTo>
                  <a:lnTo>
                    <a:pt x="2314012" y="647106"/>
                  </a:lnTo>
                  <a:lnTo>
                    <a:pt x="2343679" y="643317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rc1657"/>
            <p:cNvSpPr/>
            <p:nvPr/>
          </p:nvSpPr>
          <p:spPr>
            <a:xfrm>
              <a:off x="3372163" y="5418670"/>
              <a:ext cx="2578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tx1658"/>
            <p:cNvSpPr/>
            <p:nvPr/>
          </p:nvSpPr>
          <p:spPr>
            <a:xfrm>
              <a:off x="3210161" y="8379892"/>
              <a:ext cx="99372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1659" name="tx1659"/>
            <p:cNvSpPr/>
            <p:nvPr/>
          </p:nvSpPr>
          <p:spPr>
            <a:xfrm>
              <a:off x="3210161" y="778360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660" name="tx1660"/>
            <p:cNvSpPr/>
            <p:nvPr/>
          </p:nvSpPr>
          <p:spPr>
            <a:xfrm>
              <a:off x="3210161" y="7185894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661" name="tx1661"/>
            <p:cNvSpPr/>
            <p:nvPr/>
          </p:nvSpPr>
          <p:spPr>
            <a:xfrm>
              <a:off x="3247378" y="658682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62" name="tx1662"/>
            <p:cNvSpPr/>
            <p:nvPr/>
          </p:nvSpPr>
          <p:spPr>
            <a:xfrm>
              <a:off x="3247378" y="5990477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663" name="tx1663"/>
            <p:cNvSpPr/>
            <p:nvPr/>
          </p:nvSpPr>
          <p:spPr>
            <a:xfrm>
              <a:off x="3247378" y="539276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664" name="pl1664"/>
            <p:cNvSpPr/>
            <p:nvPr/>
          </p:nvSpPr>
          <p:spPr>
            <a:xfrm>
              <a:off x="3337369" y="842163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3337369" y="78239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3337369" y="722622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3337369" y="66285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3337369" y="603080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3337369" y="54330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3648814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140242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631671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5123099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5614527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tx1675"/>
            <p:cNvSpPr/>
            <p:nvPr/>
          </p:nvSpPr>
          <p:spPr>
            <a:xfrm>
              <a:off x="3617736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76" name="tx1676"/>
            <p:cNvSpPr/>
            <p:nvPr/>
          </p:nvSpPr>
          <p:spPr>
            <a:xfrm>
              <a:off x="4109165" y="86591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677" name="tx1677"/>
            <p:cNvSpPr/>
            <p:nvPr/>
          </p:nvSpPr>
          <p:spPr>
            <a:xfrm>
              <a:off x="4569515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78" name="tx1678"/>
            <p:cNvSpPr/>
            <p:nvPr/>
          </p:nvSpPr>
          <p:spPr>
            <a:xfrm>
              <a:off x="5060944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679" name="tx1679"/>
            <p:cNvSpPr/>
            <p:nvPr/>
          </p:nvSpPr>
          <p:spPr>
            <a:xfrm>
              <a:off x="5552372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680" name="tx1680"/>
            <p:cNvSpPr/>
            <p:nvPr/>
          </p:nvSpPr>
          <p:spPr>
            <a:xfrm>
              <a:off x="3830388" y="8777412"/>
              <a:ext cx="166159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Baseline CSF pTau181 (Z)</a:t>
              </a:r>
            </a:p>
          </p:txBody>
        </p:sp>
        <p:sp>
          <p:nvSpPr>
            <p:cNvPr id="1681" name="tx1681"/>
            <p:cNvSpPr/>
            <p:nvPr/>
          </p:nvSpPr>
          <p:spPr>
            <a:xfrm rot="-5400000">
              <a:off x="2210214" y="6942179"/>
              <a:ext cx="173124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ARC CSF pTau181 (Z/year)</a:t>
              </a:r>
            </a:p>
          </p:txBody>
        </p:sp>
        <p:sp>
          <p:nvSpPr>
            <p:cNvPr id="1682" name="pl1682"/>
            <p:cNvSpPr/>
            <p:nvPr/>
          </p:nvSpPr>
          <p:spPr>
            <a:xfrm>
              <a:off x="6664435" y="775089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6664435" y="722480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6664435" y="669871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6664435" y="6172624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703269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755878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808487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8610969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6664435" y="801394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6664435" y="748785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6664435" y="696176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6664435" y="643566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6664435" y="590957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676965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729574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782183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834792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887401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6769653" y="5909579"/>
              <a:ext cx="2104360" cy="2104360"/>
            </a:xfrm>
            <a:custGeom>
              <a:avLst/>
              <a:pathLst>
                <a:path w="2104360" h="2104360">
                  <a:moveTo>
                    <a:pt x="0" y="2104360"/>
                  </a:moveTo>
                  <a:lnTo>
                    <a:pt x="9070" y="2104360"/>
                  </a:lnTo>
                  <a:lnTo>
                    <a:pt x="18141" y="2104360"/>
                  </a:lnTo>
                  <a:lnTo>
                    <a:pt x="27211" y="2104360"/>
                  </a:lnTo>
                  <a:lnTo>
                    <a:pt x="36282" y="2104360"/>
                  </a:lnTo>
                  <a:lnTo>
                    <a:pt x="45352" y="2104360"/>
                  </a:lnTo>
                  <a:lnTo>
                    <a:pt x="54423" y="2104360"/>
                  </a:lnTo>
                  <a:lnTo>
                    <a:pt x="63493" y="2104360"/>
                  </a:lnTo>
                  <a:lnTo>
                    <a:pt x="72564" y="2104360"/>
                  </a:lnTo>
                  <a:lnTo>
                    <a:pt x="81634" y="2104360"/>
                  </a:lnTo>
                  <a:lnTo>
                    <a:pt x="90705" y="2104360"/>
                  </a:lnTo>
                  <a:lnTo>
                    <a:pt x="99775" y="2104360"/>
                  </a:lnTo>
                  <a:lnTo>
                    <a:pt x="108846" y="2104360"/>
                  </a:lnTo>
                  <a:lnTo>
                    <a:pt x="117916" y="2104360"/>
                  </a:lnTo>
                  <a:lnTo>
                    <a:pt x="126987" y="2104360"/>
                  </a:lnTo>
                  <a:lnTo>
                    <a:pt x="136057" y="2104360"/>
                  </a:lnTo>
                  <a:lnTo>
                    <a:pt x="145128" y="2104360"/>
                  </a:lnTo>
                  <a:lnTo>
                    <a:pt x="145128" y="2038599"/>
                  </a:lnTo>
                  <a:lnTo>
                    <a:pt x="145128" y="1972837"/>
                  </a:lnTo>
                  <a:lnTo>
                    <a:pt x="154198" y="1972837"/>
                  </a:lnTo>
                  <a:lnTo>
                    <a:pt x="154198" y="1907076"/>
                  </a:lnTo>
                  <a:lnTo>
                    <a:pt x="163269" y="1907076"/>
                  </a:lnTo>
                  <a:lnTo>
                    <a:pt x="172339" y="1907076"/>
                  </a:lnTo>
                  <a:lnTo>
                    <a:pt x="181410" y="1907076"/>
                  </a:lnTo>
                  <a:lnTo>
                    <a:pt x="190480" y="1907076"/>
                  </a:lnTo>
                  <a:lnTo>
                    <a:pt x="199551" y="1907076"/>
                  </a:lnTo>
                  <a:lnTo>
                    <a:pt x="208621" y="1907076"/>
                  </a:lnTo>
                  <a:lnTo>
                    <a:pt x="217692" y="1907076"/>
                  </a:lnTo>
                  <a:lnTo>
                    <a:pt x="226762" y="1907076"/>
                  </a:lnTo>
                  <a:lnTo>
                    <a:pt x="235833" y="1907076"/>
                  </a:lnTo>
                  <a:lnTo>
                    <a:pt x="244904" y="1907076"/>
                  </a:lnTo>
                  <a:lnTo>
                    <a:pt x="253974" y="1907076"/>
                  </a:lnTo>
                  <a:lnTo>
                    <a:pt x="263045" y="1907076"/>
                  </a:lnTo>
                  <a:lnTo>
                    <a:pt x="272115" y="1907076"/>
                  </a:lnTo>
                  <a:lnTo>
                    <a:pt x="281186" y="1907076"/>
                  </a:lnTo>
                  <a:lnTo>
                    <a:pt x="281186" y="1841315"/>
                  </a:lnTo>
                  <a:lnTo>
                    <a:pt x="290256" y="1841315"/>
                  </a:lnTo>
                  <a:lnTo>
                    <a:pt x="299327" y="1841315"/>
                  </a:lnTo>
                  <a:lnTo>
                    <a:pt x="299327" y="1775554"/>
                  </a:lnTo>
                  <a:lnTo>
                    <a:pt x="308397" y="1775554"/>
                  </a:lnTo>
                  <a:lnTo>
                    <a:pt x="317468" y="1775554"/>
                  </a:lnTo>
                  <a:lnTo>
                    <a:pt x="317468" y="1709792"/>
                  </a:lnTo>
                  <a:lnTo>
                    <a:pt x="326538" y="1709792"/>
                  </a:lnTo>
                  <a:lnTo>
                    <a:pt x="335609" y="1709792"/>
                  </a:lnTo>
                  <a:lnTo>
                    <a:pt x="344679" y="1709792"/>
                  </a:lnTo>
                  <a:lnTo>
                    <a:pt x="353750" y="1709792"/>
                  </a:lnTo>
                  <a:lnTo>
                    <a:pt x="362820" y="1709792"/>
                  </a:lnTo>
                  <a:lnTo>
                    <a:pt x="362820" y="1644031"/>
                  </a:lnTo>
                  <a:lnTo>
                    <a:pt x="371891" y="1644031"/>
                  </a:lnTo>
                  <a:lnTo>
                    <a:pt x="371891" y="1578270"/>
                  </a:lnTo>
                  <a:lnTo>
                    <a:pt x="371891" y="1512509"/>
                  </a:lnTo>
                  <a:lnTo>
                    <a:pt x="380961" y="1512509"/>
                  </a:lnTo>
                  <a:lnTo>
                    <a:pt x="390032" y="1512509"/>
                  </a:lnTo>
                  <a:lnTo>
                    <a:pt x="399102" y="1512509"/>
                  </a:lnTo>
                  <a:lnTo>
                    <a:pt x="399102" y="1446747"/>
                  </a:lnTo>
                  <a:lnTo>
                    <a:pt x="408173" y="1446747"/>
                  </a:lnTo>
                  <a:lnTo>
                    <a:pt x="417243" y="1446747"/>
                  </a:lnTo>
                  <a:lnTo>
                    <a:pt x="426314" y="1446747"/>
                  </a:lnTo>
                  <a:lnTo>
                    <a:pt x="426314" y="1380986"/>
                  </a:lnTo>
                  <a:lnTo>
                    <a:pt x="435384" y="1380986"/>
                  </a:lnTo>
                  <a:lnTo>
                    <a:pt x="435384" y="1315225"/>
                  </a:lnTo>
                  <a:lnTo>
                    <a:pt x="444455" y="1315225"/>
                  </a:lnTo>
                  <a:lnTo>
                    <a:pt x="444455" y="1249463"/>
                  </a:lnTo>
                  <a:lnTo>
                    <a:pt x="453525" y="1249463"/>
                  </a:lnTo>
                  <a:lnTo>
                    <a:pt x="462596" y="1249463"/>
                  </a:lnTo>
                  <a:lnTo>
                    <a:pt x="462596" y="1183702"/>
                  </a:lnTo>
                  <a:lnTo>
                    <a:pt x="471666" y="1183702"/>
                  </a:lnTo>
                  <a:lnTo>
                    <a:pt x="471666" y="1117941"/>
                  </a:lnTo>
                  <a:lnTo>
                    <a:pt x="480737" y="1117941"/>
                  </a:lnTo>
                  <a:lnTo>
                    <a:pt x="480737" y="1052180"/>
                  </a:lnTo>
                  <a:lnTo>
                    <a:pt x="480737" y="986418"/>
                  </a:lnTo>
                  <a:lnTo>
                    <a:pt x="489808" y="986418"/>
                  </a:lnTo>
                  <a:lnTo>
                    <a:pt x="489808" y="920657"/>
                  </a:lnTo>
                  <a:lnTo>
                    <a:pt x="498878" y="920657"/>
                  </a:lnTo>
                  <a:lnTo>
                    <a:pt x="507949" y="920657"/>
                  </a:lnTo>
                  <a:lnTo>
                    <a:pt x="507949" y="854896"/>
                  </a:lnTo>
                  <a:lnTo>
                    <a:pt x="507949" y="789135"/>
                  </a:lnTo>
                  <a:lnTo>
                    <a:pt x="507949" y="723373"/>
                  </a:lnTo>
                  <a:lnTo>
                    <a:pt x="507949" y="657612"/>
                  </a:lnTo>
                  <a:lnTo>
                    <a:pt x="517019" y="657612"/>
                  </a:lnTo>
                  <a:lnTo>
                    <a:pt x="526090" y="657612"/>
                  </a:lnTo>
                  <a:lnTo>
                    <a:pt x="535160" y="657612"/>
                  </a:lnTo>
                  <a:lnTo>
                    <a:pt x="535160" y="591851"/>
                  </a:lnTo>
                  <a:lnTo>
                    <a:pt x="535160" y="526090"/>
                  </a:lnTo>
                  <a:lnTo>
                    <a:pt x="544231" y="526090"/>
                  </a:lnTo>
                  <a:lnTo>
                    <a:pt x="544231" y="460328"/>
                  </a:lnTo>
                  <a:lnTo>
                    <a:pt x="544231" y="394567"/>
                  </a:lnTo>
                  <a:lnTo>
                    <a:pt x="553301" y="394567"/>
                  </a:lnTo>
                  <a:lnTo>
                    <a:pt x="562372" y="394567"/>
                  </a:lnTo>
                  <a:lnTo>
                    <a:pt x="571442" y="394567"/>
                  </a:lnTo>
                  <a:lnTo>
                    <a:pt x="580513" y="394567"/>
                  </a:lnTo>
                  <a:lnTo>
                    <a:pt x="589583" y="394567"/>
                  </a:lnTo>
                  <a:lnTo>
                    <a:pt x="598654" y="394567"/>
                  </a:lnTo>
                  <a:lnTo>
                    <a:pt x="607724" y="394567"/>
                  </a:lnTo>
                  <a:lnTo>
                    <a:pt x="616795" y="394567"/>
                  </a:lnTo>
                  <a:lnTo>
                    <a:pt x="625865" y="394567"/>
                  </a:lnTo>
                  <a:lnTo>
                    <a:pt x="634936" y="394567"/>
                  </a:lnTo>
                  <a:lnTo>
                    <a:pt x="644006" y="394567"/>
                  </a:lnTo>
                  <a:lnTo>
                    <a:pt x="653077" y="394567"/>
                  </a:lnTo>
                  <a:lnTo>
                    <a:pt x="662147" y="394567"/>
                  </a:lnTo>
                  <a:lnTo>
                    <a:pt x="671218" y="394567"/>
                  </a:lnTo>
                  <a:lnTo>
                    <a:pt x="680288" y="394567"/>
                  </a:lnTo>
                  <a:lnTo>
                    <a:pt x="689359" y="394567"/>
                  </a:lnTo>
                  <a:lnTo>
                    <a:pt x="698429" y="394567"/>
                  </a:lnTo>
                  <a:lnTo>
                    <a:pt x="707500" y="394567"/>
                  </a:lnTo>
                  <a:lnTo>
                    <a:pt x="716570" y="394567"/>
                  </a:lnTo>
                  <a:lnTo>
                    <a:pt x="725641" y="394567"/>
                  </a:lnTo>
                  <a:lnTo>
                    <a:pt x="734712" y="394567"/>
                  </a:lnTo>
                  <a:lnTo>
                    <a:pt x="743782" y="394567"/>
                  </a:lnTo>
                  <a:lnTo>
                    <a:pt x="752853" y="394567"/>
                  </a:lnTo>
                  <a:lnTo>
                    <a:pt x="761923" y="394567"/>
                  </a:lnTo>
                  <a:lnTo>
                    <a:pt x="770994" y="394567"/>
                  </a:lnTo>
                  <a:lnTo>
                    <a:pt x="780064" y="394567"/>
                  </a:lnTo>
                  <a:lnTo>
                    <a:pt x="789135" y="394567"/>
                  </a:lnTo>
                  <a:lnTo>
                    <a:pt x="798205" y="394567"/>
                  </a:lnTo>
                  <a:lnTo>
                    <a:pt x="807276" y="394567"/>
                  </a:lnTo>
                  <a:lnTo>
                    <a:pt x="816346" y="394567"/>
                  </a:lnTo>
                  <a:lnTo>
                    <a:pt x="825417" y="394567"/>
                  </a:lnTo>
                  <a:lnTo>
                    <a:pt x="834487" y="394567"/>
                  </a:lnTo>
                  <a:lnTo>
                    <a:pt x="843558" y="394567"/>
                  </a:lnTo>
                  <a:lnTo>
                    <a:pt x="852628" y="394567"/>
                  </a:lnTo>
                  <a:lnTo>
                    <a:pt x="861699" y="394567"/>
                  </a:lnTo>
                  <a:lnTo>
                    <a:pt x="870769" y="394567"/>
                  </a:lnTo>
                  <a:lnTo>
                    <a:pt x="879840" y="394567"/>
                  </a:lnTo>
                  <a:lnTo>
                    <a:pt x="888910" y="394567"/>
                  </a:lnTo>
                  <a:lnTo>
                    <a:pt x="897981" y="394567"/>
                  </a:lnTo>
                  <a:lnTo>
                    <a:pt x="907051" y="394567"/>
                  </a:lnTo>
                  <a:lnTo>
                    <a:pt x="916122" y="394567"/>
                  </a:lnTo>
                  <a:lnTo>
                    <a:pt x="925192" y="394567"/>
                  </a:lnTo>
                  <a:lnTo>
                    <a:pt x="934263" y="394567"/>
                  </a:lnTo>
                  <a:lnTo>
                    <a:pt x="943333" y="394567"/>
                  </a:lnTo>
                  <a:lnTo>
                    <a:pt x="952404" y="394567"/>
                  </a:lnTo>
                  <a:lnTo>
                    <a:pt x="961474" y="394567"/>
                  </a:lnTo>
                  <a:lnTo>
                    <a:pt x="970545" y="394567"/>
                  </a:lnTo>
                  <a:lnTo>
                    <a:pt x="979616" y="394567"/>
                  </a:lnTo>
                  <a:lnTo>
                    <a:pt x="988686" y="394567"/>
                  </a:lnTo>
                  <a:lnTo>
                    <a:pt x="997757" y="394567"/>
                  </a:lnTo>
                  <a:lnTo>
                    <a:pt x="1006827" y="394567"/>
                  </a:lnTo>
                  <a:lnTo>
                    <a:pt x="1015898" y="394567"/>
                  </a:lnTo>
                  <a:lnTo>
                    <a:pt x="1024968" y="394567"/>
                  </a:lnTo>
                  <a:lnTo>
                    <a:pt x="1034039" y="394567"/>
                  </a:lnTo>
                  <a:lnTo>
                    <a:pt x="1043109" y="394567"/>
                  </a:lnTo>
                  <a:lnTo>
                    <a:pt x="1052180" y="394567"/>
                  </a:lnTo>
                  <a:lnTo>
                    <a:pt x="1061250" y="394567"/>
                  </a:lnTo>
                  <a:lnTo>
                    <a:pt x="1070321" y="394567"/>
                  </a:lnTo>
                  <a:lnTo>
                    <a:pt x="1079391" y="394567"/>
                  </a:lnTo>
                  <a:lnTo>
                    <a:pt x="1088462" y="394567"/>
                  </a:lnTo>
                  <a:lnTo>
                    <a:pt x="1097532" y="394567"/>
                  </a:lnTo>
                  <a:lnTo>
                    <a:pt x="1106603" y="394567"/>
                  </a:lnTo>
                  <a:lnTo>
                    <a:pt x="1115673" y="394567"/>
                  </a:lnTo>
                  <a:lnTo>
                    <a:pt x="1124744" y="394567"/>
                  </a:lnTo>
                  <a:lnTo>
                    <a:pt x="1133814" y="394567"/>
                  </a:lnTo>
                  <a:lnTo>
                    <a:pt x="1142885" y="394567"/>
                  </a:lnTo>
                  <a:lnTo>
                    <a:pt x="1151955" y="394567"/>
                  </a:lnTo>
                  <a:lnTo>
                    <a:pt x="1161026" y="394567"/>
                  </a:lnTo>
                  <a:lnTo>
                    <a:pt x="1170096" y="394567"/>
                  </a:lnTo>
                  <a:lnTo>
                    <a:pt x="1179167" y="394567"/>
                  </a:lnTo>
                  <a:lnTo>
                    <a:pt x="1188237" y="394567"/>
                  </a:lnTo>
                  <a:lnTo>
                    <a:pt x="1188237" y="328806"/>
                  </a:lnTo>
                  <a:lnTo>
                    <a:pt x="1197308" y="328806"/>
                  </a:lnTo>
                  <a:lnTo>
                    <a:pt x="1206378" y="328806"/>
                  </a:lnTo>
                  <a:lnTo>
                    <a:pt x="1206378" y="263045"/>
                  </a:lnTo>
                  <a:lnTo>
                    <a:pt x="1215449" y="263045"/>
                  </a:lnTo>
                  <a:lnTo>
                    <a:pt x="1224520" y="263045"/>
                  </a:lnTo>
                  <a:lnTo>
                    <a:pt x="1233590" y="263045"/>
                  </a:lnTo>
                  <a:lnTo>
                    <a:pt x="1242661" y="263045"/>
                  </a:lnTo>
                  <a:lnTo>
                    <a:pt x="1251731" y="263045"/>
                  </a:lnTo>
                  <a:lnTo>
                    <a:pt x="1260802" y="263045"/>
                  </a:lnTo>
                  <a:lnTo>
                    <a:pt x="1260802" y="197283"/>
                  </a:lnTo>
                  <a:lnTo>
                    <a:pt x="1269872" y="197283"/>
                  </a:lnTo>
                  <a:lnTo>
                    <a:pt x="1278943" y="197283"/>
                  </a:lnTo>
                  <a:lnTo>
                    <a:pt x="1288013" y="197283"/>
                  </a:lnTo>
                  <a:lnTo>
                    <a:pt x="1297084" y="197283"/>
                  </a:lnTo>
                  <a:lnTo>
                    <a:pt x="1306154" y="197283"/>
                  </a:lnTo>
                  <a:lnTo>
                    <a:pt x="1315225" y="197283"/>
                  </a:lnTo>
                  <a:lnTo>
                    <a:pt x="1324295" y="197283"/>
                  </a:lnTo>
                  <a:lnTo>
                    <a:pt x="1333366" y="197283"/>
                  </a:lnTo>
                  <a:lnTo>
                    <a:pt x="1342436" y="197283"/>
                  </a:lnTo>
                  <a:lnTo>
                    <a:pt x="1351507" y="197283"/>
                  </a:lnTo>
                  <a:lnTo>
                    <a:pt x="1360577" y="197283"/>
                  </a:lnTo>
                  <a:lnTo>
                    <a:pt x="1369648" y="197283"/>
                  </a:lnTo>
                  <a:lnTo>
                    <a:pt x="1378718" y="197283"/>
                  </a:lnTo>
                  <a:lnTo>
                    <a:pt x="1387789" y="197283"/>
                  </a:lnTo>
                  <a:lnTo>
                    <a:pt x="1396859" y="197283"/>
                  </a:lnTo>
                  <a:lnTo>
                    <a:pt x="1405930" y="197283"/>
                  </a:lnTo>
                  <a:lnTo>
                    <a:pt x="1415000" y="197283"/>
                  </a:lnTo>
                  <a:lnTo>
                    <a:pt x="1415000" y="131522"/>
                  </a:lnTo>
                  <a:lnTo>
                    <a:pt x="1424071" y="131522"/>
                  </a:lnTo>
                  <a:lnTo>
                    <a:pt x="1433141" y="131522"/>
                  </a:lnTo>
                  <a:lnTo>
                    <a:pt x="1433141" y="65761"/>
                  </a:lnTo>
                  <a:lnTo>
                    <a:pt x="1442212" y="65761"/>
                  </a:lnTo>
                  <a:lnTo>
                    <a:pt x="1451283" y="65761"/>
                  </a:lnTo>
                  <a:lnTo>
                    <a:pt x="1460353" y="65761"/>
                  </a:lnTo>
                  <a:lnTo>
                    <a:pt x="1469424" y="65761"/>
                  </a:lnTo>
                  <a:lnTo>
                    <a:pt x="1478494" y="65761"/>
                  </a:lnTo>
                  <a:lnTo>
                    <a:pt x="1487565" y="65761"/>
                  </a:lnTo>
                  <a:lnTo>
                    <a:pt x="1496635" y="65761"/>
                  </a:lnTo>
                  <a:lnTo>
                    <a:pt x="1505706" y="65761"/>
                  </a:lnTo>
                  <a:lnTo>
                    <a:pt x="1514776" y="65761"/>
                  </a:lnTo>
                  <a:lnTo>
                    <a:pt x="1523847" y="65761"/>
                  </a:lnTo>
                  <a:lnTo>
                    <a:pt x="1532917" y="65761"/>
                  </a:lnTo>
                  <a:lnTo>
                    <a:pt x="1541988" y="65761"/>
                  </a:lnTo>
                  <a:lnTo>
                    <a:pt x="1551058" y="65761"/>
                  </a:lnTo>
                  <a:lnTo>
                    <a:pt x="1560129" y="65761"/>
                  </a:lnTo>
                  <a:lnTo>
                    <a:pt x="1569199" y="65761"/>
                  </a:lnTo>
                  <a:lnTo>
                    <a:pt x="1578270" y="65761"/>
                  </a:lnTo>
                  <a:lnTo>
                    <a:pt x="1587340" y="65761"/>
                  </a:lnTo>
                  <a:lnTo>
                    <a:pt x="1596411" y="65761"/>
                  </a:lnTo>
                  <a:lnTo>
                    <a:pt x="1605481" y="65761"/>
                  </a:lnTo>
                  <a:lnTo>
                    <a:pt x="1614552" y="65761"/>
                  </a:lnTo>
                  <a:lnTo>
                    <a:pt x="1623622" y="65761"/>
                  </a:lnTo>
                  <a:lnTo>
                    <a:pt x="1632693" y="65761"/>
                  </a:lnTo>
                  <a:lnTo>
                    <a:pt x="1641763" y="65761"/>
                  </a:lnTo>
                  <a:lnTo>
                    <a:pt x="1650834" y="65761"/>
                  </a:lnTo>
                  <a:lnTo>
                    <a:pt x="1659904" y="65761"/>
                  </a:lnTo>
                  <a:lnTo>
                    <a:pt x="1668975" y="65761"/>
                  </a:lnTo>
                  <a:lnTo>
                    <a:pt x="1678045" y="65761"/>
                  </a:lnTo>
                  <a:lnTo>
                    <a:pt x="1687116" y="65761"/>
                  </a:lnTo>
                  <a:lnTo>
                    <a:pt x="1696187" y="65761"/>
                  </a:lnTo>
                  <a:lnTo>
                    <a:pt x="1705257" y="65761"/>
                  </a:lnTo>
                  <a:lnTo>
                    <a:pt x="1714328" y="65761"/>
                  </a:lnTo>
                  <a:lnTo>
                    <a:pt x="1723398" y="65761"/>
                  </a:lnTo>
                  <a:lnTo>
                    <a:pt x="1732469" y="65761"/>
                  </a:lnTo>
                  <a:lnTo>
                    <a:pt x="1732469" y="0"/>
                  </a:lnTo>
                  <a:lnTo>
                    <a:pt x="1741539" y="0"/>
                  </a:lnTo>
                  <a:lnTo>
                    <a:pt x="1750610" y="0"/>
                  </a:lnTo>
                  <a:lnTo>
                    <a:pt x="1759680" y="0"/>
                  </a:lnTo>
                  <a:lnTo>
                    <a:pt x="1768751" y="0"/>
                  </a:lnTo>
                  <a:lnTo>
                    <a:pt x="1777821" y="0"/>
                  </a:lnTo>
                  <a:lnTo>
                    <a:pt x="1786892" y="0"/>
                  </a:lnTo>
                  <a:lnTo>
                    <a:pt x="1795962" y="0"/>
                  </a:lnTo>
                  <a:lnTo>
                    <a:pt x="1805033" y="0"/>
                  </a:lnTo>
                  <a:lnTo>
                    <a:pt x="1814103" y="0"/>
                  </a:lnTo>
                  <a:lnTo>
                    <a:pt x="1823174" y="0"/>
                  </a:lnTo>
                  <a:lnTo>
                    <a:pt x="1832244" y="0"/>
                  </a:lnTo>
                  <a:lnTo>
                    <a:pt x="1841315" y="0"/>
                  </a:lnTo>
                  <a:lnTo>
                    <a:pt x="1850385" y="0"/>
                  </a:lnTo>
                  <a:lnTo>
                    <a:pt x="1859456" y="0"/>
                  </a:lnTo>
                  <a:lnTo>
                    <a:pt x="1868526" y="0"/>
                  </a:lnTo>
                  <a:lnTo>
                    <a:pt x="1877597" y="0"/>
                  </a:lnTo>
                  <a:lnTo>
                    <a:pt x="1886667" y="0"/>
                  </a:lnTo>
                  <a:lnTo>
                    <a:pt x="1895738" y="0"/>
                  </a:lnTo>
                  <a:lnTo>
                    <a:pt x="1904808" y="0"/>
                  </a:lnTo>
                  <a:lnTo>
                    <a:pt x="1913879" y="0"/>
                  </a:lnTo>
                  <a:lnTo>
                    <a:pt x="1922949" y="0"/>
                  </a:lnTo>
                  <a:lnTo>
                    <a:pt x="1932020" y="0"/>
                  </a:lnTo>
                  <a:lnTo>
                    <a:pt x="1941091" y="0"/>
                  </a:lnTo>
                  <a:lnTo>
                    <a:pt x="1950161" y="0"/>
                  </a:lnTo>
                  <a:lnTo>
                    <a:pt x="1959232" y="0"/>
                  </a:lnTo>
                  <a:lnTo>
                    <a:pt x="1968302" y="0"/>
                  </a:lnTo>
                  <a:lnTo>
                    <a:pt x="1977373" y="0"/>
                  </a:lnTo>
                  <a:lnTo>
                    <a:pt x="1986443" y="0"/>
                  </a:lnTo>
                  <a:lnTo>
                    <a:pt x="1995514" y="0"/>
                  </a:lnTo>
                  <a:lnTo>
                    <a:pt x="2004584" y="0"/>
                  </a:lnTo>
                  <a:lnTo>
                    <a:pt x="2013655" y="0"/>
                  </a:lnTo>
                  <a:lnTo>
                    <a:pt x="2022725" y="0"/>
                  </a:lnTo>
                  <a:lnTo>
                    <a:pt x="2031796" y="0"/>
                  </a:lnTo>
                  <a:lnTo>
                    <a:pt x="2040866" y="0"/>
                  </a:lnTo>
                  <a:lnTo>
                    <a:pt x="2049937" y="0"/>
                  </a:lnTo>
                  <a:lnTo>
                    <a:pt x="2059007" y="0"/>
                  </a:lnTo>
                  <a:lnTo>
                    <a:pt x="2068078" y="0"/>
                  </a:lnTo>
                  <a:lnTo>
                    <a:pt x="2077148" y="0"/>
                  </a:lnTo>
                  <a:lnTo>
                    <a:pt x="2086219" y="0"/>
                  </a:lnTo>
                  <a:lnTo>
                    <a:pt x="2095289" y="0"/>
                  </a:lnTo>
                  <a:lnTo>
                    <a:pt x="21043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6664435" y="5804361"/>
              <a:ext cx="2314796" cy="2314796"/>
            </a:xfrm>
            <a:custGeom>
              <a:avLst/>
              <a:pathLst>
                <a:path w="2314796" h="2314796">
                  <a:moveTo>
                    <a:pt x="0" y="2314796"/>
                  </a:moveTo>
                  <a:lnTo>
                    <a:pt x="0" y="2314796"/>
                  </a:lnTo>
                  <a:lnTo>
                    <a:pt x="2314796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7295743" y="7165402"/>
              <a:ext cx="1683488" cy="855331"/>
            </a:xfrm>
            <a:custGeom>
              <a:avLst/>
              <a:pathLst>
                <a:path w="1683488" h="855331">
                  <a:moveTo>
                    <a:pt x="27318" y="855331"/>
                  </a:moveTo>
                  <a:lnTo>
                    <a:pt x="1683488" y="855331"/>
                  </a:lnTo>
                  <a:lnTo>
                    <a:pt x="168348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28013"/>
                  </a:lnTo>
                  <a:lnTo>
                    <a:pt x="88" y="825815"/>
                  </a:lnTo>
                  <a:lnTo>
                    <a:pt x="88" y="830211"/>
                  </a:lnTo>
                  <a:lnTo>
                    <a:pt x="793" y="834551"/>
                  </a:lnTo>
                  <a:lnTo>
                    <a:pt x="2186" y="838721"/>
                  </a:lnTo>
                  <a:lnTo>
                    <a:pt x="4229" y="842614"/>
                  </a:lnTo>
                  <a:lnTo>
                    <a:pt x="6870" y="846128"/>
                  </a:lnTo>
                  <a:lnTo>
                    <a:pt x="10040" y="849174"/>
                  </a:lnTo>
                  <a:lnTo>
                    <a:pt x="13659" y="851671"/>
                  </a:lnTo>
                  <a:lnTo>
                    <a:pt x="17630" y="853556"/>
                  </a:lnTo>
                  <a:lnTo>
                    <a:pt x="21853" y="854779"/>
                  </a:lnTo>
                  <a:lnTo>
                    <a:pt x="26218" y="855309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tx1703"/>
            <p:cNvSpPr/>
            <p:nvPr/>
          </p:nvSpPr>
          <p:spPr>
            <a:xfrm>
              <a:off x="7341273" y="7180327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2.88 [2.882, 3.121]</a:t>
              </a:r>
            </a:p>
          </p:txBody>
        </p:sp>
        <p:sp>
          <p:nvSpPr>
            <p:cNvPr id="1704" name="tx1704"/>
            <p:cNvSpPr/>
            <p:nvPr/>
          </p:nvSpPr>
          <p:spPr>
            <a:xfrm>
              <a:off x="7341273" y="7425771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0.718</a:t>
              </a:r>
            </a:p>
          </p:txBody>
        </p:sp>
        <p:sp>
          <p:nvSpPr>
            <p:cNvPr id="1705" name="tx1705"/>
            <p:cNvSpPr/>
            <p:nvPr/>
          </p:nvSpPr>
          <p:spPr>
            <a:xfrm>
              <a:off x="7341273" y="7645650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0.302</a:t>
              </a:r>
            </a:p>
          </p:txBody>
        </p:sp>
        <p:sp>
          <p:nvSpPr>
            <p:cNvPr id="1706" name="tx1706"/>
            <p:cNvSpPr/>
            <p:nvPr/>
          </p:nvSpPr>
          <p:spPr>
            <a:xfrm>
              <a:off x="7341273" y="7864268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0.812</a:t>
              </a:r>
            </a:p>
          </p:txBody>
        </p:sp>
        <p:sp>
          <p:nvSpPr>
            <p:cNvPr id="1707" name="tx1707"/>
            <p:cNvSpPr/>
            <p:nvPr/>
          </p:nvSpPr>
          <p:spPr>
            <a:xfrm>
              <a:off x="6307884" y="7960878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708" name="tx1708"/>
            <p:cNvSpPr/>
            <p:nvPr/>
          </p:nvSpPr>
          <p:spPr>
            <a:xfrm>
              <a:off x="6307884" y="74347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709" name="tx1709"/>
            <p:cNvSpPr/>
            <p:nvPr/>
          </p:nvSpPr>
          <p:spPr>
            <a:xfrm>
              <a:off x="6307884" y="690869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710" name="tx1710"/>
            <p:cNvSpPr/>
            <p:nvPr/>
          </p:nvSpPr>
          <p:spPr>
            <a:xfrm>
              <a:off x="6307884" y="63826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711" name="tx1711"/>
            <p:cNvSpPr/>
            <p:nvPr/>
          </p:nvSpPr>
          <p:spPr>
            <a:xfrm>
              <a:off x="6307884" y="585651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712" name="tx1712"/>
            <p:cNvSpPr/>
            <p:nvPr/>
          </p:nvSpPr>
          <p:spPr>
            <a:xfrm>
              <a:off x="663123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713" name="tx1713"/>
            <p:cNvSpPr/>
            <p:nvPr/>
          </p:nvSpPr>
          <p:spPr>
            <a:xfrm>
              <a:off x="715732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714" name="tx1714"/>
            <p:cNvSpPr/>
            <p:nvPr/>
          </p:nvSpPr>
          <p:spPr>
            <a:xfrm>
              <a:off x="768341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715" name="tx1715"/>
            <p:cNvSpPr/>
            <p:nvPr/>
          </p:nvSpPr>
          <p:spPr>
            <a:xfrm>
              <a:off x="820950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716" name="tx1716"/>
            <p:cNvSpPr/>
            <p:nvPr/>
          </p:nvSpPr>
          <p:spPr>
            <a:xfrm>
              <a:off x="8735594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717" name="tx1717"/>
            <p:cNvSpPr/>
            <p:nvPr/>
          </p:nvSpPr>
          <p:spPr>
            <a:xfrm>
              <a:off x="6443449" y="8346439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718" name="tx1718"/>
            <p:cNvSpPr/>
            <p:nvPr/>
          </p:nvSpPr>
          <p:spPr>
            <a:xfrm rot="-5400000">
              <a:off x="4936867" y="6878329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719" name="rc1719"/>
            <p:cNvSpPr/>
            <p:nvPr/>
          </p:nvSpPr>
          <p:spPr>
            <a:xfrm>
              <a:off x="9067800" y="5349081"/>
              <a:ext cx="1524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rc1720"/>
            <p:cNvSpPr/>
            <p:nvPr/>
          </p:nvSpPr>
          <p:spPr>
            <a:xfrm>
              <a:off x="9468163" y="5418670"/>
              <a:ext cx="1054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9468163" y="8122784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9468163" y="752507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9468163" y="6927367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9468163" y="6329659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9468163" y="5731950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948081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9681735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988265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1008358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1028450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1048542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9468163" y="8421639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9468163" y="7823930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9468163" y="7226222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9468163" y="6628513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9468163" y="6030804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9468163" y="543309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958127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978219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9983119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1018404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10384965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9597744" y="67675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9583287" y="64639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9534070" y="66257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9547072" y="66504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9666753" y="68036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9854631" y="65645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9579700" y="65079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9583823" y="64200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9537502" y="64741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9556543" y="64907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9543150" y="63611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10042828" y="68816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9512642" y="65710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9697706" y="591438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9683704" y="65338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9643559" y="63875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9553546" y="66771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9600878" y="64124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9567194" y="628139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9580139" y="65017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9627988" y="66712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9607078" y="66687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10449473" y="63652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9997023" y="76248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9869877" y="67845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9574110" y="70334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9602352" y="67002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9580702" y="64641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9560206" y="66327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9590752" y="67349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9874063" y="80056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9621003" y="64495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9562804" y="66055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9525407" y="64894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9491724" y="64499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9566038" y="66235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9593159" y="65805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9563699" y="71796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9609441" y="69491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9546237" y="64119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9939371" y="76251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10314971" y="67228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9574373" y="66947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9539145" y="626005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9551617" y="64954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9552273" y="66412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9970845" y="68597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9892905" y="71096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9843973" y="608611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9849522" y="63438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9746894" y="588790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9739111" y="615530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9577132" y="65381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9969072" y="555339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9664563" y="70979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9555740" y="66911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9690068" y="77054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9526645" y="66537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9554167" y="65096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9755997" y="74963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9591701" y="64088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9758639" y="64978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9915005" y="69631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9523594" y="66056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9724102" y="611228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9501721" y="64521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9695454" y="623569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10219882" y="80532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9658702" y="68043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9570516" y="614489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9556148" y="66538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9547471" y="66173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9534571" y="65248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9549336" y="65871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9537490" y="64688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9756822" y="66855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9571846" y="65535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9536642" y="63614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9843316" y="67146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9908143" y="74279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9589137" y="66194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9557180" y="66073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9542732" y="66338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9553852" y="66571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9757255" y="617664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9611142" y="67924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9596590" y="69826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9680119" y="613705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9534872" y="67751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9585021" y="67404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9672252" y="610101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9989531" y="68023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9533020" y="66102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9578352" y="65079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10121407" y="68923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9511978" y="63897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9630528" y="66891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9528755" y="65105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9642752" y="64374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9896222" y="68880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9543635" y="64989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9566162" y="67340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9580134" y="67543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9972743" y="608257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9968795" y="69941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9595842" y="67190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10021755" y="65354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9760078" y="613426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9561453" y="64046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9563602" y="65077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9672048" y="64202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9702113" y="67349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9712302" y="68367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9718872" y="63314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9579509" y="71912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9544218" y="65701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9572133" y="65804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9576030" y="66718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9751119" y="71024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9577621" y="66091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9574373" y="68526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9567319" y="66853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9553142" y="70250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9562683" y="66757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9787008" y="66945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9535783" y="67157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10218746" y="71221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9772492" y="67436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9566714" y="65963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9583131" y="67303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9582301" y="65570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9537530" y="67377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9565891" y="66302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9507988" y="65388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9535350" y="66568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10173179" y="72088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9830589" y="67639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9756520" y="597252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9496074" y="65976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9545368" y="65057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9491249" y="65678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9853844" y="73404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9580154" y="66608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9520906" y="65295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9682801" y="611487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9508411" y="66479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9811668" y="597102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9573246" y="67209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9630881" y="64129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9524397" y="66424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9557687" y="66849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9546767" y="65206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9548860" y="63389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9698938" y="629806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9568702" y="67094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9591359" y="67948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9585020" y="68304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9728435" y="65244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9553695" y="66503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9589990" y="65949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9845251" y="75451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9541880" y="66436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9616192" y="63538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9542323" y="67352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10262599" y="80877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9573944" y="67182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9515119" y="65505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9597597" y="64453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9868499" y="64169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9701911" y="626239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9560317" y="66391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9766288" y="64580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9824555" y="69212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10155971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9681874" y="610983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10124627" y="67389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9573291" y="65747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9585930" y="68532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9623090" y="68012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9789999" y="66275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9567691" y="71358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9591346" y="65237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9563118" y="65276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9984461" y="69503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9652040" y="66676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9614051" y="69022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9507785" y="63140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9597083" y="66541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9564672" y="66039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9591706" y="65839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9573626" y="66667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9525278" y="65978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9933519" y="65345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9802110" y="64127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9549851" y="66264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9524956" y="65779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9836028" y="72364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10001687" y="73218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9858102" y="618637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9950415" y="70701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9571098" y="66243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9685055" y="67209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9548829" y="64324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9619222" y="67057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9826339" y="605722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9962836" y="65812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9849966" y="615683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9527019" y="65246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9658592" y="63574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9530849" y="65830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9722535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9545205" y="67273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9546320" y="65193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9602325" y="65327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9741854" y="67799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9973301" y="599015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9873390" y="69685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9545895" y="64421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9569180" y="66386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9561919" y="67343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9513470" y="66640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9534539" y="65787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9579709" y="64813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9595439" y="63517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9511916" y="64245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9578807" y="65384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9510966" y="65632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9557741" y="612494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9772634" y="614867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9582354" y="65298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9713399" y="629056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9571318" y="630321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9557147" y="575922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9558916" y="63071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9659674" y="66763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9947367" y="65622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9681691" y="66593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9568984" y="66409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9579164" y="63202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9518712" y="64512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9544460" y="65941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9561914" y="65839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9998585" y="74334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9571182" y="66499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9839277" y="68235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9611380" y="66627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9840674" y="72415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9598035" y="67082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9559549" y="67381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9546230" y="64270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9557009" y="64008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9521438" y="64353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9534878" y="66495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9536766" y="64286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9661087" y="63367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9517118" y="64657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9569527" y="67597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9514242" y="67094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9550546" y="66345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9803740" y="566988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9605460" y="67158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9544574" y="65970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9765625" y="66481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9532691" y="68622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9468163" y="633196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9516075" y="6415379"/>
              <a:ext cx="958224" cy="1184501"/>
            </a:xfrm>
            <a:custGeom>
              <a:avLst/>
              <a:pathLst>
                <a:path w="958224" h="1184501">
                  <a:moveTo>
                    <a:pt x="0" y="13440"/>
                  </a:moveTo>
                  <a:lnTo>
                    <a:pt x="12129" y="50407"/>
                  </a:lnTo>
                  <a:lnTo>
                    <a:pt x="24258" y="82497"/>
                  </a:lnTo>
                  <a:lnTo>
                    <a:pt x="36388" y="108504"/>
                  </a:lnTo>
                  <a:lnTo>
                    <a:pt x="48517" y="128502"/>
                  </a:lnTo>
                  <a:lnTo>
                    <a:pt x="60647" y="141830"/>
                  </a:lnTo>
                  <a:lnTo>
                    <a:pt x="72776" y="148793"/>
                  </a:lnTo>
                  <a:lnTo>
                    <a:pt x="84905" y="149772"/>
                  </a:lnTo>
                  <a:lnTo>
                    <a:pt x="97035" y="145506"/>
                  </a:lnTo>
                  <a:lnTo>
                    <a:pt x="109164" y="136150"/>
                  </a:lnTo>
                  <a:lnTo>
                    <a:pt x="121294" y="123744"/>
                  </a:lnTo>
                  <a:lnTo>
                    <a:pt x="133423" y="109103"/>
                  </a:lnTo>
                  <a:lnTo>
                    <a:pt x="145553" y="92203"/>
                  </a:lnTo>
                  <a:lnTo>
                    <a:pt x="157682" y="73712"/>
                  </a:lnTo>
                  <a:lnTo>
                    <a:pt x="169811" y="55354"/>
                  </a:lnTo>
                  <a:lnTo>
                    <a:pt x="181941" y="39390"/>
                  </a:lnTo>
                  <a:lnTo>
                    <a:pt x="194070" y="26742"/>
                  </a:lnTo>
                  <a:lnTo>
                    <a:pt x="206200" y="16989"/>
                  </a:lnTo>
                  <a:lnTo>
                    <a:pt x="218329" y="9498"/>
                  </a:lnTo>
                  <a:lnTo>
                    <a:pt x="230459" y="3886"/>
                  </a:lnTo>
                  <a:lnTo>
                    <a:pt x="242588" y="389"/>
                  </a:lnTo>
                  <a:lnTo>
                    <a:pt x="254717" y="0"/>
                  </a:lnTo>
                  <a:lnTo>
                    <a:pt x="266847" y="4295"/>
                  </a:lnTo>
                  <a:lnTo>
                    <a:pt x="278976" y="14756"/>
                  </a:lnTo>
                  <a:lnTo>
                    <a:pt x="291106" y="31334"/>
                  </a:lnTo>
                  <a:lnTo>
                    <a:pt x="303235" y="53304"/>
                  </a:lnTo>
                  <a:lnTo>
                    <a:pt x="315365" y="79707"/>
                  </a:lnTo>
                  <a:lnTo>
                    <a:pt x="327494" y="109438"/>
                  </a:lnTo>
                  <a:lnTo>
                    <a:pt x="339623" y="141319"/>
                  </a:lnTo>
                  <a:lnTo>
                    <a:pt x="351753" y="174164"/>
                  </a:lnTo>
                  <a:lnTo>
                    <a:pt x="363882" y="206876"/>
                  </a:lnTo>
                  <a:lnTo>
                    <a:pt x="376012" y="238542"/>
                  </a:lnTo>
                  <a:lnTo>
                    <a:pt x="388141" y="268505"/>
                  </a:lnTo>
                  <a:lnTo>
                    <a:pt x="400271" y="296367"/>
                  </a:lnTo>
                  <a:lnTo>
                    <a:pt x="412400" y="322090"/>
                  </a:lnTo>
                  <a:lnTo>
                    <a:pt x="424529" y="346006"/>
                  </a:lnTo>
                  <a:lnTo>
                    <a:pt x="436659" y="368412"/>
                  </a:lnTo>
                  <a:lnTo>
                    <a:pt x="448788" y="389526"/>
                  </a:lnTo>
                  <a:lnTo>
                    <a:pt x="460918" y="409508"/>
                  </a:lnTo>
                  <a:lnTo>
                    <a:pt x="473047" y="428468"/>
                  </a:lnTo>
                  <a:lnTo>
                    <a:pt x="485177" y="446482"/>
                  </a:lnTo>
                  <a:lnTo>
                    <a:pt x="497306" y="463597"/>
                  </a:lnTo>
                  <a:lnTo>
                    <a:pt x="509435" y="479837"/>
                  </a:lnTo>
                  <a:lnTo>
                    <a:pt x="521565" y="495210"/>
                  </a:lnTo>
                  <a:lnTo>
                    <a:pt x="533694" y="509705"/>
                  </a:lnTo>
                  <a:lnTo>
                    <a:pt x="545824" y="523302"/>
                  </a:lnTo>
                  <a:lnTo>
                    <a:pt x="557953" y="535965"/>
                  </a:lnTo>
                  <a:lnTo>
                    <a:pt x="570083" y="547650"/>
                  </a:lnTo>
                  <a:lnTo>
                    <a:pt x="582212" y="558305"/>
                  </a:lnTo>
                  <a:lnTo>
                    <a:pt x="594341" y="567868"/>
                  </a:lnTo>
                  <a:lnTo>
                    <a:pt x="606471" y="576275"/>
                  </a:lnTo>
                  <a:lnTo>
                    <a:pt x="618600" y="583457"/>
                  </a:lnTo>
                  <a:lnTo>
                    <a:pt x="630730" y="589348"/>
                  </a:lnTo>
                  <a:lnTo>
                    <a:pt x="642859" y="593884"/>
                  </a:lnTo>
                  <a:lnTo>
                    <a:pt x="654989" y="597012"/>
                  </a:lnTo>
                  <a:lnTo>
                    <a:pt x="667118" y="598686"/>
                  </a:lnTo>
                  <a:lnTo>
                    <a:pt x="679247" y="598877"/>
                  </a:lnTo>
                  <a:lnTo>
                    <a:pt x="691377" y="597571"/>
                  </a:lnTo>
                  <a:lnTo>
                    <a:pt x="703506" y="594769"/>
                  </a:lnTo>
                  <a:lnTo>
                    <a:pt x="715636" y="590489"/>
                  </a:lnTo>
                  <a:lnTo>
                    <a:pt x="727765" y="584762"/>
                  </a:lnTo>
                  <a:lnTo>
                    <a:pt x="739895" y="577633"/>
                  </a:lnTo>
                  <a:lnTo>
                    <a:pt x="752024" y="569156"/>
                  </a:lnTo>
                  <a:lnTo>
                    <a:pt x="764153" y="559392"/>
                  </a:lnTo>
                  <a:lnTo>
                    <a:pt x="776283" y="548410"/>
                  </a:lnTo>
                  <a:lnTo>
                    <a:pt x="788412" y="536281"/>
                  </a:lnTo>
                  <a:lnTo>
                    <a:pt x="800542" y="523077"/>
                  </a:lnTo>
                  <a:lnTo>
                    <a:pt x="812671" y="508874"/>
                  </a:lnTo>
                  <a:lnTo>
                    <a:pt x="824801" y="493747"/>
                  </a:lnTo>
                  <a:lnTo>
                    <a:pt x="836930" y="477768"/>
                  </a:lnTo>
                  <a:lnTo>
                    <a:pt x="849059" y="461012"/>
                  </a:lnTo>
                  <a:lnTo>
                    <a:pt x="861189" y="443551"/>
                  </a:lnTo>
                  <a:lnTo>
                    <a:pt x="873318" y="425456"/>
                  </a:lnTo>
                  <a:lnTo>
                    <a:pt x="885448" y="406797"/>
                  </a:lnTo>
                  <a:lnTo>
                    <a:pt x="897577" y="387643"/>
                  </a:lnTo>
                  <a:lnTo>
                    <a:pt x="909706" y="368061"/>
                  </a:lnTo>
                  <a:lnTo>
                    <a:pt x="921836" y="348118"/>
                  </a:lnTo>
                  <a:lnTo>
                    <a:pt x="933965" y="327879"/>
                  </a:lnTo>
                  <a:lnTo>
                    <a:pt x="946095" y="307408"/>
                  </a:lnTo>
                  <a:lnTo>
                    <a:pt x="958224" y="286769"/>
                  </a:lnTo>
                  <a:lnTo>
                    <a:pt x="958224" y="1184501"/>
                  </a:lnTo>
                  <a:lnTo>
                    <a:pt x="946095" y="1171439"/>
                  </a:lnTo>
                  <a:lnTo>
                    <a:pt x="933965" y="1158482"/>
                  </a:lnTo>
                  <a:lnTo>
                    <a:pt x="921836" y="1145629"/>
                  </a:lnTo>
                  <a:lnTo>
                    <a:pt x="909706" y="1132880"/>
                  </a:lnTo>
                  <a:lnTo>
                    <a:pt x="897577" y="1120237"/>
                  </a:lnTo>
                  <a:lnTo>
                    <a:pt x="885448" y="1107701"/>
                  </a:lnTo>
                  <a:lnTo>
                    <a:pt x="873318" y="1095278"/>
                  </a:lnTo>
                  <a:lnTo>
                    <a:pt x="861189" y="1082971"/>
                  </a:lnTo>
                  <a:lnTo>
                    <a:pt x="849059" y="1070786"/>
                  </a:lnTo>
                  <a:lnTo>
                    <a:pt x="836930" y="1058731"/>
                  </a:lnTo>
                  <a:lnTo>
                    <a:pt x="824801" y="1046814"/>
                  </a:lnTo>
                  <a:lnTo>
                    <a:pt x="812671" y="1035045"/>
                  </a:lnTo>
                  <a:lnTo>
                    <a:pt x="800542" y="1023433"/>
                  </a:lnTo>
                  <a:lnTo>
                    <a:pt x="788412" y="1011990"/>
                  </a:lnTo>
                  <a:lnTo>
                    <a:pt x="776283" y="1000725"/>
                  </a:lnTo>
                  <a:lnTo>
                    <a:pt x="764153" y="989649"/>
                  </a:lnTo>
                  <a:lnTo>
                    <a:pt x="752024" y="978769"/>
                  </a:lnTo>
                  <a:lnTo>
                    <a:pt x="739895" y="968089"/>
                  </a:lnTo>
                  <a:lnTo>
                    <a:pt x="727765" y="957605"/>
                  </a:lnTo>
                  <a:lnTo>
                    <a:pt x="715636" y="947310"/>
                  </a:lnTo>
                  <a:lnTo>
                    <a:pt x="703506" y="937182"/>
                  </a:lnTo>
                  <a:lnTo>
                    <a:pt x="691377" y="927190"/>
                  </a:lnTo>
                  <a:lnTo>
                    <a:pt x="679247" y="917287"/>
                  </a:lnTo>
                  <a:lnTo>
                    <a:pt x="667118" y="907412"/>
                  </a:lnTo>
                  <a:lnTo>
                    <a:pt x="654989" y="897485"/>
                  </a:lnTo>
                  <a:lnTo>
                    <a:pt x="642859" y="887413"/>
                  </a:lnTo>
                  <a:lnTo>
                    <a:pt x="630730" y="877088"/>
                  </a:lnTo>
                  <a:lnTo>
                    <a:pt x="618600" y="866391"/>
                  </a:lnTo>
                  <a:lnTo>
                    <a:pt x="606471" y="855196"/>
                  </a:lnTo>
                  <a:lnTo>
                    <a:pt x="594341" y="843371"/>
                  </a:lnTo>
                  <a:lnTo>
                    <a:pt x="582212" y="830784"/>
                  </a:lnTo>
                  <a:lnTo>
                    <a:pt x="570083" y="817308"/>
                  </a:lnTo>
                  <a:lnTo>
                    <a:pt x="557953" y="802816"/>
                  </a:lnTo>
                  <a:lnTo>
                    <a:pt x="545824" y="787192"/>
                  </a:lnTo>
                  <a:lnTo>
                    <a:pt x="533694" y="770328"/>
                  </a:lnTo>
                  <a:lnTo>
                    <a:pt x="521565" y="752126"/>
                  </a:lnTo>
                  <a:lnTo>
                    <a:pt x="509435" y="732499"/>
                  </a:lnTo>
                  <a:lnTo>
                    <a:pt x="497306" y="711374"/>
                  </a:lnTo>
                  <a:lnTo>
                    <a:pt x="485177" y="688695"/>
                  </a:lnTo>
                  <a:lnTo>
                    <a:pt x="473047" y="664422"/>
                  </a:lnTo>
                  <a:lnTo>
                    <a:pt x="460918" y="638537"/>
                  </a:lnTo>
                  <a:lnTo>
                    <a:pt x="448788" y="611053"/>
                  </a:lnTo>
                  <a:lnTo>
                    <a:pt x="436659" y="582017"/>
                  </a:lnTo>
                  <a:lnTo>
                    <a:pt x="424529" y="551523"/>
                  </a:lnTo>
                  <a:lnTo>
                    <a:pt x="412400" y="519727"/>
                  </a:lnTo>
                  <a:lnTo>
                    <a:pt x="400271" y="486860"/>
                  </a:lnTo>
                  <a:lnTo>
                    <a:pt x="388141" y="453292"/>
                  </a:lnTo>
                  <a:lnTo>
                    <a:pt x="376012" y="419835"/>
                  </a:lnTo>
                  <a:lnTo>
                    <a:pt x="363882" y="387344"/>
                  </a:lnTo>
                  <a:lnTo>
                    <a:pt x="351753" y="356413"/>
                  </a:lnTo>
                  <a:lnTo>
                    <a:pt x="339623" y="327385"/>
                  </a:lnTo>
                  <a:lnTo>
                    <a:pt x="327494" y="300414"/>
                  </a:lnTo>
                  <a:lnTo>
                    <a:pt x="315365" y="275568"/>
                  </a:lnTo>
                  <a:lnTo>
                    <a:pt x="303235" y="252923"/>
                  </a:lnTo>
                  <a:lnTo>
                    <a:pt x="291106" y="232628"/>
                  </a:lnTo>
                  <a:lnTo>
                    <a:pt x="278976" y="214977"/>
                  </a:lnTo>
                  <a:lnTo>
                    <a:pt x="266847" y="200497"/>
                  </a:lnTo>
                  <a:lnTo>
                    <a:pt x="254717" y="190003"/>
                  </a:lnTo>
                  <a:lnTo>
                    <a:pt x="242588" y="184245"/>
                  </a:lnTo>
                  <a:lnTo>
                    <a:pt x="230459" y="183665"/>
                  </a:lnTo>
                  <a:lnTo>
                    <a:pt x="218329" y="188121"/>
                  </a:lnTo>
                  <a:lnTo>
                    <a:pt x="206200" y="196711"/>
                  </a:lnTo>
                  <a:lnTo>
                    <a:pt x="194070" y="207918"/>
                  </a:lnTo>
                  <a:lnTo>
                    <a:pt x="181941" y="219972"/>
                  </a:lnTo>
                  <a:lnTo>
                    <a:pt x="169811" y="231313"/>
                  </a:lnTo>
                  <a:lnTo>
                    <a:pt x="157682" y="241460"/>
                  </a:lnTo>
                  <a:lnTo>
                    <a:pt x="145553" y="250877"/>
                  </a:lnTo>
                  <a:lnTo>
                    <a:pt x="133423" y="259464"/>
                  </a:lnTo>
                  <a:lnTo>
                    <a:pt x="121294" y="266064"/>
                  </a:lnTo>
                  <a:lnTo>
                    <a:pt x="109164" y="268826"/>
                  </a:lnTo>
                  <a:lnTo>
                    <a:pt x="97035" y="266872"/>
                  </a:lnTo>
                  <a:lnTo>
                    <a:pt x="84905" y="262345"/>
                  </a:lnTo>
                  <a:lnTo>
                    <a:pt x="72776" y="256765"/>
                  </a:lnTo>
                  <a:lnTo>
                    <a:pt x="60647" y="252334"/>
                  </a:lnTo>
                  <a:lnTo>
                    <a:pt x="48517" y="251312"/>
                  </a:lnTo>
                  <a:lnTo>
                    <a:pt x="36388" y="255306"/>
                  </a:lnTo>
                  <a:lnTo>
                    <a:pt x="24258" y="264258"/>
                  </a:lnTo>
                  <a:lnTo>
                    <a:pt x="12129" y="278596"/>
                  </a:lnTo>
                  <a:lnTo>
                    <a:pt x="0" y="29746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9516075" y="6415379"/>
              <a:ext cx="958224" cy="598877"/>
            </a:xfrm>
            <a:custGeom>
              <a:avLst/>
              <a:pathLst>
                <a:path w="958224" h="598877">
                  <a:moveTo>
                    <a:pt x="0" y="13440"/>
                  </a:moveTo>
                  <a:lnTo>
                    <a:pt x="12129" y="50407"/>
                  </a:lnTo>
                  <a:lnTo>
                    <a:pt x="24258" y="82497"/>
                  </a:lnTo>
                  <a:lnTo>
                    <a:pt x="36388" y="108504"/>
                  </a:lnTo>
                  <a:lnTo>
                    <a:pt x="48517" y="128502"/>
                  </a:lnTo>
                  <a:lnTo>
                    <a:pt x="60647" y="141830"/>
                  </a:lnTo>
                  <a:lnTo>
                    <a:pt x="72776" y="148793"/>
                  </a:lnTo>
                  <a:lnTo>
                    <a:pt x="84905" y="149772"/>
                  </a:lnTo>
                  <a:lnTo>
                    <a:pt x="97035" y="145506"/>
                  </a:lnTo>
                  <a:lnTo>
                    <a:pt x="109164" y="136150"/>
                  </a:lnTo>
                  <a:lnTo>
                    <a:pt x="121294" y="123744"/>
                  </a:lnTo>
                  <a:lnTo>
                    <a:pt x="133423" y="109103"/>
                  </a:lnTo>
                  <a:lnTo>
                    <a:pt x="145553" y="92203"/>
                  </a:lnTo>
                  <a:lnTo>
                    <a:pt x="157682" y="73712"/>
                  </a:lnTo>
                  <a:lnTo>
                    <a:pt x="169811" y="55354"/>
                  </a:lnTo>
                  <a:lnTo>
                    <a:pt x="181941" y="39390"/>
                  </a:lnTo>
                  <a:lnTo>
                    <a:pt x="194070" y="26742"/>
                  </a:lnTo>
                  <a:lnTo>
                    <a:pt x="206200" y="16989"/>
                  </a:lnTo>
                  <a:lnTo>
                    <a:pt x="218329" y="9498"/>
                  </a:lnTo>
                  <a:lnTo>
                    <a:pt x="230459" y="3886"/>
                  </a:lnTo>
                  <a:lnTo>
                    <a:pt x="242588" y="389"/>
                  </a:lnTo>
                  <a:lnTo>
                    <a:pt x="254717" y="0"/>
                  </a:lnTo>
                  <a:lnTo>
                    <a:pt x="266847" y="4295"/>
                  </a:lnTo>
                  <a:lnTo>
                    <a:pt x="278976" y="14756"/>
                  </a:lnTo>
                  <a:lnTo>
                    <a:pt x="291106" y="31334"/>
                  </a:lnTo>
                  <a:lnTo>
                    <a:pt x="303235" y="53304"/>
                  </a:lnTo>
                  <a:lnTo>
                    <a:pt x="315365" y="79707"/>
                  </a:lnTo>
                  <a:lnTo>
                    <a:pt x="327494" y="109438"/>
                  </a:lnTo>
                  <a:lnTo>
                    <a:pt x="339623" y="141319"/>
                  </a:lnTo>
                  <a:lnTo>
                    <a:pt x="351753" y="174164"/>
                  </a:lnTo>
                  <a:lnTo>
                    <a:pt x="363882" y="206876"/>
                  </a:lnTo>
                  <a:lnTo>
                    <a:pt x="376012" y="238542"/>
                  </a:lnTo>
                  <a:lnTo>
                    <a:pt x="388141" y="268505"/>
                  </a:lnTo>
                  <a:lnTo>
                    <a:pt x="400271" y="296367"/>
                  </a:lnTo>
                  <a:lnTo>
                    <a:pt x="412400" y="322090"/>
                  </a:lnTo>
                  <a:lnTo>
                    <a:pt x="424529" y="346006"/>
                  </a:lnTo>
                  <a:lnTo>
                    <a:pt x="436659" y="368412"/>
                  </a:lnTo>
                  <a:lnTo>
                    <a:pt x="448788" y="389526"/>
                  </a:lnTo>
                  <a:lnTo>
                    <a:pt x="460918" y="409508"/>
                  </a:lnTo>
                  <a:lnTo>
                    <a:pt x="473047" y="428468"/>
                  </a:lnTo>
                  <a:lnTo>
                    <a:pt x="485177" y="446482"/>
                  </a:lnTo>
                  <a:lnTo>
                    <a:pt x="497306" y="463597"/>
                  </a:lnTo>
                  <a:lnTo>
                    <a:pt x="509435" y="479837"/>
                  </a:lnTo>
                  <a:lnTo>
                    <a:pt x="521565" y="495210"/>
                  </a:lnTo>
                  <a:lnTo>
                    <a:pt x="533694" y="509705"/>
                  </a:lnTo>
                  <a:lnTo>
                    <a:pt x="545824" y="523302"/>
                  </a:lnTo>
                  <a:lnTo>
                    <a:pt x="557953" y="535965"/>
                  </a:lnTo>
                  <a:lnTo>
                    <a:pt x="570083" y="547650"/>
                  </a:lnTo>
                  <a:lnTo>
                    <a:pt x="582212" y="558305"/>
                  </a:lnTo>
                  <a:lnTo>
                    <a:pt x="594341" y="567868"/>
                  </a:lnTo>
                  <a:lnTo>
                    <a:pt x="606471" y="576275"/>
                  </a:lnTo>
                  <a:lnTo>
                    <a:pt x="618600" y="583457"/>
                  </a:lnTo>
                  <a:lnTo>
                    <a:pt x="630730" y="589348"/>
                  </a:lnTo>
                  <a:lnTo>
                    <a:pt x="642859" y="593884"/>
                  </a:lnTo>
                  <a:lnTo>
                    <a:pt x="654989" y="597012"/>
                  </a:lnTo>
                  <a:lnTo>
                    <a:pt x="667118" y="598686"/>
                  </a:lnTo>
                  <a:lnTo>
                    <a:pt x="679247" y="598877"/>
                  </a:lnTo>
                  <a:lnTo>
                    <a:pt x="691377" y="597571"/>
                  </a:lnTo>
                  <a:lnTo>
                    <a:pt x="703506" y="594769"/>
                  </a:lnTo>
                  <a:lnTo>
                    <a:pt x="715636" y="590489"/>
                  </a:lnTo>
                  <a:lnTo>
                    <a:pt x="727765" y="584762"/>
                  </a:lnTo>
                  <a:lnTo>
                    <a:pt x="739895" y="577633"/>
                  </a:lnTo>
                  <a:lnTo>
                    <a:pt x="752024" y="569156"/>
                  </a:lnTo>
                  <a:lnTo>
                    <a:pt x="764153" y="559392"/>
                  </a:lnTo>
                  <a:lnTo>
                    <a:pt x="776283" y="548410"/>
                  </a:lnTo>
                  <a:lnTo>
                    <a:pt x="788412" y="536281"/>
                  </a:lnTo>
                  <a:lnTo>
                    <a:pt x="800542" y="523077"/>
                  </a:lnTo>
                  <a:lnTo>
                    <a:pt x="812671" y="508874"/>
                  </a:lnTo>
                  <a:lnTo>
                    <a:pt x="824801" y="493747"/>
                  </a:lnTo>
                  <a:lnTo>
                    <a:pt x="836930" y="477768"/>
                  </a:lnTo>
                  <a:lnTo>
                    <a:pt x="849059" y="461012"/>
                  </a:lnTo>
                  <a:lnTo>
                    <a:pt x="861189" y="443551"/>
                  </a:lnTo>
                  <a:lnTo>
                    <a:pt x="873318" y="425456"/>
                  </a:lnTo>
                  <a:lnTo>
                    <a:pt x="885448" y="406797"/>
                  </a:lnTo>
                  <a:lnTo>
                    <a:pt x="897577" y="387643"/>
                  </a:lnTo>
                  <a:lnTo>
                    <a:pt x="909706" y="368061"/>
                  </a:lnTo>
                  <a:lnTo>
                    <a:pt x="921836" y="348118"/>
                  </a:lnTo>
                  <a:lnTo>
                    <a:pt x="933965" y="327879"/>
                  </a:lnTo>
                  <a:lnTo>
                    <a:pt x="946095" y="307408"/>
                  </a:lnTo>
                  <a:lnTo>
                    <a:pt x="958224" y="2867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9516075" y="6599045"/>
              <a:ext cx="958224" cy="1000835"/>
            </a:xfrm>
            <a:custGeom>
              <a:avLst/>
              <a:pathLst>
                <a:path w="958224" h="1000835">
                  <a:moveTo>
                    <a:pt x="958224" y="1000835"/>
                  </a:moveTo>
                  <a:lnTo>
                    <a:pt x="946095" y="987773"/>
                  </a:lnTo>
                  <a:lnTo>
                    <a:pt x="933965" y="974816"/>
                  </a:lnTo>
                  <a:lnTo>
                    <a:pt x="921836" y="961963"/>
                  </a:lnTo>
                  <a:lnTo>
                    <a:pt x="909706" y="949214"/>
                  </a:lnTo>
                  <a:lnTo>
                    <a:pt x="897577" y="936571"/>
                  </a:lnTo>
                  <a:lnTo>
                    <a:pt x="885448" y="924035"/>
                  </a:lnTo>
                  <a:lnTo>
                    <a:pt x="873318" y="911612"/>
                  </a:lnTo>
                  <a:lnTo>
                    <a:pt x="861189" y="899305"/>
                  </a:lnTo>
                  <a:lnTo>
                    <a:pt x="849059" y="887120"/>
                  </a:lnTo>
                  <a:lnTo>
                    <a:pt x="836930" y="875065"/>
                  </a:lnTo>
                  <a:lnTo>
                    <a:pt x="824801" y="863148"/>
                  </a:lnTo>
                  <a:lnTo>
                    <a:pt x="812671" y="851379"/>
                  </a:lnTo>
                  <a:lnTo>
                    <a:pt x="800542" y="839767"/>
                  </a:lnTo>
                  <a:lnTo>
                    <a:pt x="788412" y="828324"/>
                  </a:lnTo>
                  <a:lnTo>
                    <a:pt x="776283" y="817059"/>
                  </a:lnTo>
                  <a:lnTo>
                    <a:pt x="764153" y="805984"/>
                  </a:lnTo>
                  <a:lnTo>
                    <a:pt x="752024" y="795103"/>
                  </a:lnTo>
                  <a:lnTo>
                    <a:pt x="739895" y="784423"/>
                  </a:lnTo>
                  <a:lnTo>
                    <a:pt x="727765" y="773939"/>
                  </a:lnTo>
                  <a:lnTo>
                    <a:pt x="715636" y="763644"/>
                  </a:lnTo>
                  <a:lnTo>
                    <a:pt x="703506" y="753516"/>
                  </a:lnTo>
                  <a:lnTo>
                    <a:pt x="691377" y="743524"/>
                  </a:lnTo>
                  <a:lnTo>
                    <a:pt x="679247" y="733621"/>
                  </a:lnTo>
                  <a:lnTo>
                    <a:pt x="667118" y="723746"/>
                  </a:lnTo>
                  <a:lnTo>
                    <a:pt x="654989" y="713819"/>
                  </a:lnTo>
                  <a:lnTo>
                    <a:pt x="642859" y="703747"/>
                  </a:lnTo>
                  <a:lnTo>
                    <a:pt x="630730" y="693422"/>
                  </a:lnTo>
                  <a:lnTo>
                    <a:pt x="618600" y="682725"/>
                  </a:lnTo>
                  <a:lnTo>
                    <a:pt x="606471" y="671530"/>
                  </a:lnTo>
                  <a:lnTo>
                    <a:pt x="594341" y="659705"/>
                  </a:lnTo>
                  <a:lnTo>
                    <a:pt x="582212" y="647118"/>
                  </a:lnTo>
                  <a:lnTo>
                    <a:pt x="570083" y="633642"/>
                  </a:lnTo>
                  <a:lnTo>
                    <a:pt x="557953" y="619150"/>
                  </a:lnTo>
                  <a:lnTo>
                    <a:pt x="545824" y="603526"/>
                  </a:lnTo>
                  <a:lnTo>
                    <a:pt x="533694" y="586662"/>
                  </a:lnTo>
                  <a:lnTo>
                    <a:pt x="521565" y="568460"/>
                  </a:lnTo>
                  <a:lnTo>
                    <a:pt x="509435" y="548833"/>
                  </a:lnTo>
                  <a:lnTo>
                    <a:pt x="497306" y="527709"/>
                  </a:lnTo>
                  <a:lnTo>
                    <a:pt x="485177" y="505029"/>
                  </a:lnTo>
                  <a:lnTo>
                    <a:pt x="473047" y="480756"/>
                  </a:lnTo>
                  <a:lnTo>
                    <a:pt x="460918" y="454871"/>
                  </a:lnTo>
                  <a:lnTo>
                    <a:pt x="448788" y="427387"/>
                  </a:lnTo>
                  <a:lnTo>
                    <a:pt x="436659" y="398351"/>
                  </a:lnTo>
                  <a:lnTo>
                    <a:pt x="424529" y="367857"/>
                  </a:lnTo>
                  <a:lnTo>
                    <a:pt x="412400" y="336061"/>
                  </a:lnTo>
                  <a:lnTo>
                    <a:pt x="400271" y="303194"/>
                  </a:lnTo>
                  <a:lnTo>
                    <a:pt x="388141" y="269626"/>
                  </a:lnTo>
                  <a:lnTo>
                    <a:pt x="376012" y="236169"/>
                  </a:lnTo>
                  <a:lnTo>
                    <a:pt x="363882" y="203678"/>
                  </a:lnTo>
                  <a:lnTo>
                    <a:pt x="351753" y="172747"/>
                  </a:lnTo>
                  <a:lnTo>
                    <a:pt x="339623" y="143719"/>
                  </a:lnTo>
                  <a:lnTo>
                    <a:pt x="327494" y="116748"/>
                  </a:lnTo>
                  <a:lnTo>
                    <a:pt x="315365" y="91903"/>
                  </a:lnTo>
                  <a:lnTo>
                    <a:pt x="303235" y="69257"/>
                  </a:lnTo>
                  <a:lnTo>
                    <a:pt x="291106" y="48962"/>
                  </a:lnTo>
                  <a:lnTo>
                    <a:pt x="278976" y="31311"/>
                  </a:lnTo>
                  <a:lnTo>
                    <a:pt x="266847" y="16831"/>
                  </a:lnTo>
                  <a:lnTo>
                    <a:pt x="254717" y="6337"/>
                  </a:lnTo>
                  <a:lnTo>
                    <a:pt x="242588" y="579"/>
                  </a:lnTo>
                  <a:lnTo>
                    <a:pt x="230459" y="0"/>
                  </a:lnTo>
                  <a:lnTo>
                    <a:pt x="218329" y="4455"/>
                  </a:lnTo>
                  <a:lnTo>
                    <a:pt x="206200" y="13045"/>
                  </a:lnTo>
                  <a:lnTo>
                    <a:pt x="194070" y="24252"/>
                  </a:lnTo>
                  <a:lnTo>
                    <a:pt x="181941" y="36307"/>
                  </a:lnTo>
                  <a:lnTo>
                    <a:pt x="169811" y="47647"/>
                  </a:lnTo>
                  <a:lnTo>
                    <a:pt x="157682" y="57794"/>
                  </a:lnTo>
                  <a:lnTo>
                    <a:pt x="145553" y="67211"/>
                  </a:lnTo>
                  <a:lnTo>
                    <a:pt x="133423" y="75799"/>
                  </a:lnTo>
                  <a:lnTo>
                    <a:pt x="121294" y="82398"/>
                  </a:lnTo>
                  <a:lnTo>
                    <a:pt x="109164" y="85160"/>
                  </a:lnTo>
                  <a:lnTo>
                    <a:pt x="97035" y="83206"/>
                  </a:lnTo>
                  <a:lnTo>
                    <a:pt x="84905" y="78679"/>
                  </a:lnTo>
                  <a:lnTo>
                    <a:pt x="72776" y="73099"/>
                  </a:lnTo>
                  <a:lnTo>
                    <a:pt x="60647" y="68668"/>
                  </a:lnTo>
                  <a:lnTo>
                    <a:pt x="48517" y="67646"/>
                  </a:lnTo>
                  <a:lnTo>
                    <a:pt x="36388" y="71640"/>
                  </a:lnTo>
                  <a:lnTo>
                    <a:pt x="24258" y="80592"/>
                  </a:lnTo>
                  <a:lnTo>
                    <a:pt x="12129" y="94930"/>
                  </a:lnTo>
                  <a:lnTo>
                    <a:pt x="0" y="113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9516075" y="6507697"/>
              <a:ext cx="958224" cy="682250"/>
            </a:xfrm>
            <a:custGeom>
              <a:avLst/>
              <a:pathLst>
                <a:path w="958224" h="682250">
                  <a:moveTo>
                    <a:pt x="0" y="63133"/>
                  </a:moveTo>
                  <a:lnTo>
                    <a:pt x="12129" y="72184"/>
                  </a:lnTo>
                  <a:lnTo>
                    <a:pt x="24258" y="81060"/>
                  </a:lnTo>
                  <a:lnTo>
                    <a:pt x="36388" y="89588"/>
                  </a:lnTo>
                  <a:lnTo>
                    <a:pt x="48517" y="97589"/>
                  </a:lnTo>
                  <a:lnTo>
                    <a:pt x="60647" y="104764"/>
                  </a:lnTo>
                  <a:lnTo>
                    <a:pt x="72776" y="110461"/>
                  </a:lnTo>
                  <a:lnTo>
                    <a:pt x="84905" y="113741"/>
                  </a:lnTo>
                  <a:lnTo>
                    <a:pt x="97035" y="113871"/>
                  </a:lnTo>
                  <a:lnTo>
                    <a:pt x="109164" y="110170"/>
                  </a:lnTo>
                  <a:lnTo>
                    <a:pt x="121294" y="102586"/>
                  </a:lnTo>
                  <a:lnTo>
                    <a:pt x="133423" y="91966"/>
                  </a:lnTo>
                  <a:lnTo>
                    <a:pt x="145553" y="79222"/>
                  </a:lnTo>
                  <a:lnTo>
                    <a:pt x="157682" y="65268"/>
                  </a:lnTo>
                  <a:lnTo>
                    <a:pt x="169811" y="51016"/>
                  </a:lnTo>
                  <a:lnTo>
                    <a:pt x="181941" y="37363"/>
                  </a:lnTo>
                  <a:lnTo>
                    <a:pt x="194070" y="25012"/>
                  </a:lnTo>
                  <a:lnTo>
                    <a:pt x="206200" y="14532"/>
                  </a:lnTo>
                  <a:lnTo>
                    <a:pt x="218329" y="6492"/>
                  </a:lnTo>
                  <a:lnTo>
                    <a:pt x="230459" y="1458"/>
                  </a:lnTo>
                  <a:lnTo>
                    <a:pt x="242588" y="0"/>
                  </a:lnTo>
                  <a:lnTo>
                    <a:pt x="254717" y="2684"/>
                  </a:lnTo>
                  <a:lnTo>
                    <a:pt x="266847" y="10078"/>
                  </a:lnTo>
                  <a:lnTo>
                    <a:pt x="278976" y="22548"/>
                  </a:lnTo>
                  <a:lnTo>
                    <a:pt x="291106" y="39663"/>
                  </a:lnTo>
                  <a:lnTo>
                    <a:pt x="303235" y="60796"/>
                  </a:lnTo>
                  <a:lnTo>
                    <a:pt x="315365" y="85320"/>
                  </a:lnTo>
                  <a:lnTo>
                    <a:pt x="327494" y="112608"/>
                  </a:lnTo>
                  <a:lnTo>
                    <a:pt x="339623" y="142034"/>
                  </a:lnTo>
                  <a:lnTo>
                    <a:pt x="351753" y="172971"/>
                  </a:lnTo>
                  <a:lnTo>
                    <a:pt x="363882" y="204792"/>
                  </a:lnTo>
                  <a:lnTo>
                    <a:pt x="376012" y="236871"/>
                  </a:lnTo>
                  <a:lnTo>
                    <a:pt x="388141" y="268581"/>
                  </a:lnTo>
                  <a:lnTo>
                    <a:pt x="400271" y="299296"/>
                  </a:lnTo>
                  <a:lnTo>
                    <a:pt x="412400" y="328590"/>
                  </a:lnTo>
                  <a:lnTo>
                    <a:pt x="424529" y="356447"/>
                  </a:lnTo>
                  <a:lnTo>
                    <a:pt x="436659" y="382897"/>
                  </a:lnTo>
                  <a:lnTo>
                    <a:pt x="448788" y="407972"/>
                  </a:lnTo>
                  <a:lnTo>
                    <a:pt x="460918" y="431705"/>
                  </a:lnTo>
                  <a:lnTo>
                    <a:pt x="473047" y="454127"/>
                  </a:lnTo>
                  <a:lnTo>
                    <a:pt x="485177" y="475271"/>
                  </a:lnTo>
                  <a:lnTo>
                    <a:pt x="497306" y="495168"/>
                  </a:lnTo>
                  <a:lnTo>
                    <a:pt x="509435" y="513850"/>
                  </a:lnTo>
                  <a:lnTo>
                    <a:pt x="521565" y="531350"/>
                  </a:lnTo>
                  <a:lnTo>
                    <a:pt x="533694" y="547699"/>
                  </a:lnTo>
                  <a:lnTo>
                    <a:pt x="545824" y="562929"/>
                  </a:lnTo>
                  <a:lnTo>
                    <a:pt x="557953" y="577073"/>
                  </a:lnTo>
                  <a:lnTo>
                    <a:pt x="570083" y="590161"/>
                  </a:lnTo>
                  <a:lnTo>
                    <a:pt x="582212" y="602227"/>
                  </a:lnTo>
                  <a:lnTo>
                    <a:pt x="594341" y="613302"/>
                  </a:lnTo>
                  <a:lnTo>
                    <a:pt x="606471" y="623417"/>
                  </a:lnTo>
                  <a:lnTo>
                    <a:pt x="618600" y="632606"/>
                  </a:lnTo>
                  <a:lnTo>
                    <a:pt x="630730" y="640900"/>
                  </a:lnTo>
                  <a:lnTo>
                    <a:pt x="642859" y="648331"/>
                  </a:lnTo>
                  <a:lnTo>
                    <a:pt x="654989" y="654931"/>
                  </a:lnTo>
                  <a:lnTo>
                    <a:pt x="667118" y="660731"/>
                  </a:lnTo>
                  <a:lnTo>
                    <a:pt x="679247" y="665765"/>
                  </a:lnTo>
                  <a:lnTo>
                    <a:pt x="691377" y="670063"/>
                  </a:lnTo>
                  <a:lnTo>
                    <a:pt x="703506" y="673658"/>
                  </a:lnTo>
                  <a:lnTo>
                    <a:pt x="715636" y="676582"/>
                  </a:lnTo>
                  <a:lnTo>
                    <a:pt x="727765" y="678866"/>
                  </a:lnTo>
                  <a:lnTo>
                    <a:pt x="739895" y="680543"/>
                  </a:lnTo>
                  <a:lnTo>
                    <a:pt x="752024" y="681645"/>
                  </a:lnTo>
                  <a:lnTo>
                    <a:pt x="764153" y="682203"/>
                  </a:lnTo>
                  <a:lnTo>
                    <a:pt x="776283" y="682250"/>
                  </a:lnTo>
                  <a:lnTo>
                    <a:pt x="788412" y="681817"/>
                  </a:lnTo>
                  <a:lnTo>
                    <a:pt x="800542" y="680937"/>
                  </a:lnTo>
                  <a:lnTo>
                    <a:pt x="812671" y="679642"/>
                  </a:lnTo>
                  <a:lnTo>
                    <a:pt x="824801" y="677963"/>
                  </a:lnTo>
                  <a:lnTo>
                    <a:pt x="836930" y="675932"/>
                  </a:lnTo>
                  <a:lnTo>
                    <a:pt x="849059" y="673581"/>
                  </a:lnTo>
                  <a:lnTo>
                    <a:pt x="861189" y="670943"/>
                  </a:lnTo>
                  <a:lnTo>
                    <a:pt x="873318" y="668049"/>
                  </a:lnTo>
                  <a:lnTo>
                    <a:pt x="885448" y="664932"/>
                  </a:lnTo>
                  <a:lnTo>
                    <a:pt x="897577" y="661622"/>
                  </a:lnTo>
                  <a:lnTo>
                    <a:pt x="909706" y="658153"/>
                  </a:lnTo>
                  <a:lnTo>
                    <a:pt x="921836" y="654556"/>
                  </a:lnTo>
                  <a:lnTo>
                    <a:pt x="933965" y="650863"/>
                  </a:lnTo>
                  <a:lnTo>
                    <a:pt x="946095" y="647106"/>
                  </a:lnTo>
                  <a:lnTo>
                    <a:pt x="958224" y="643317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963761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3" name="rc2013"/>
            <p:cNvSpPr/>
            <p:nvPr/>
          </p:nvSpPr>
          <p:spPr>
            <a:xfrm>
              <a:off x="9468163" y="5418670"/>
              <a:ext cx="1054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tx2014"/>
            <p:cNvSpPr/>
            <p:nvPr/>
          </p:nvSpPr>
          <p:spPr>
            <a:xfrm>
              <a:off x="9306161" y="8379892"/>
              <a:ext cx="99372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2015" name="tx2015"/>
            <p:cNvSpPr/>
            <p:nvPr/>
          </p:nvSpPr>
          <p:spPr>
            <a:xfrm>
              <a:off x="9306161" y="778360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016" name="tx2016"/>
            <p:cNvSpPr/>
            <p:nvPr/>
          </p:nvSpPr>
          <p:spPr>
            <a:xfrm>
              <a:off x="9306161" y="7185894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017" name="tx2017"/>
            <p:cNvSpPr/>
            <p:nvPr/>
          </p:nvSpPr>
          <p:spPr>
            <a:xfrm>
              <a:off x="9343378" y="658682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18" name="tx2018"/>
            <p:cNvSpPr/>
            <p:nvPr/>
          </p:nvSpPr>
          <p:spPr>
            <a:xfrm>
              <a:off x="9343378" y="5990477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019" name="tx2019"/>
            <p:cNvSpPr/>
            <p:nvPr/>
          </p:nvSpPr>
          <p:spPr>
            <a:xfrm>
              <a:off x="9343378" y="539276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020" name="pl2020"/>
            <p:cNvSpPr/>
            <p:nvPr/>
          </p:nvSpPr>
          <p:spPr>
            <a:xfrm>
              <a:off x="9433369" y="842163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9433369" y="78239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9433369" y="722622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9433369" y="66285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9433369" y="603080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9433369" y="54330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958127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9782196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9983119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10184042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10384965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tx2031"/>
            <p:cNvSpPr/>
            <p:nvPr/>
          </p:nvSpPr>
          <p:spPr>
            <a:xfrm>
              <a:off x="9550195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32" name="tx2032"/>
            <p:cNvSpPr/>
            <p:nvPr/>
          </p:nvSpPr>
          <p:spPr>
            <a:xfrm>
              <a:off x="9751118" y="86591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033" name="tx2033"/>
            <p:cNvSpPr/>
            <p:nvPr/>
          </p:nvSpPr>
          <p:spPr>
            <a:xfrm>
              <a:off x="9920963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034" name="tx2034"/>
            <p:cNvSpPr/>
            <p:nvPr/>
          </p:nvSpPr>
          <p:spPr>
            <a:xfrm>
              <a:off x="10121886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035" name="tx2035"/>
            <p:cNvSpPr/>
            <p:nvPr/>
          </p:nvSpPr>
          <p:spPr>
            <a:xfrm>
              <a:off x="10322809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036" name="tx2036"/>
            <p:cNvSpPr/>
            <p:nvPr/>
          </p:nvSpPr>
          <p:spPr>
            <a:xfrm>
              <a:off x="9397335" y="8779049"/>
              <a:ext cx="1195703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CSFpT181_Nico_Z</a:t>
              </a:r>
            </a:p>
          </p:txBody>
        </p:sp>
        <p:sp>
          <p:nvSpPr>
            <p:cNvPr id="2037" name="tx2037"/>
            <p:cNvSpPr/>
            <p:nvPr/>
          </p:nvSpPr>
          <p:spPr>
            <a:xfrm rot="-5400000">
              <a:off x="8376815" y="6942997"/>
              <a:ext cx="1591679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RofC_CSFpT181_Nico_Z</a:t>
              </a:r>
            </a:p>
          </p:txBody>
        </p:sp>
        <p:sp>
          <p:nvSpPr>
            <p:cNvPr id="2038" name="rc2038"/>
            <p:cNvSpPr/>
            <p:nvPr/>
          </p:nvSpPr>
          <p:spPr>
            <a:xfrm>
              <a:off x="10591800" y="53490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rc2039"/>
            <p:cNvSpPr/>
            <p:nvPr/>
          </p:nvSpPr>
          <p:spPr>
            <a:xfrm>
              <a:off x="11020738" y="5418670"/>
              <a:ext cx="1025472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11020738" y="6683281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11020738" y="6443638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11020738" y="6203994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11020738" y="5964351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11020738" y="5724708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11020738" y="5485064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11232659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11563275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11893891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11020738" y="6563459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11020738" y="6323816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11020738" y="6084173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11020738" y="5844529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11020738" y="5604886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11067351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11397967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11728583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11042525" y="6616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11042525" y="6489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11219880" y="6524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11042525" y="6555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11042525" y="6506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11240170" y="6473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11042525" y="6565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11258286" y="6571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11042525" y="6549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11376221" y="6491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11557380" y="6591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11643612" y="6566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11110850" y="6407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11183105" y="6424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11042525" y="6510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11221057" y="6537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11307199" y="6481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11441619" y="6472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11042525" y="6505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11184295" y="6474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11042525" y="6561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11170171" y="6541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11042525" y="6512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11042525" y="6538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11183286" y="6519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11042525" y="6554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11116442" y="650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11182022" y="6514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11042525" y="6511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11042525" y="6499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11042525" y="6588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11042525" y="6436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11241893" y="6590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11509096" y="6580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11042525" y="6578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11042525" y="6530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11266076" y="6502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11042525" y="6434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11376101" y="6347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11042525" y="6542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11202670" y="6556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11042525" y="6485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11255387" y="6436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11042525" y="6525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11259373" y="6441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11042525" y="6554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11042525" y="6459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11042525" y="6510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11241863" y="6449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11374834" y="6459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11505450" y="6448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11178938" y="6429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11042525" y="6559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11187027" y="6535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11042525" y="6453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11112177" y="6503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11183467" y="6525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11371070" y="6529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11505388" y="6503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11195800" y="6478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11273503" y="6538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11519156" y="6571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11644699" y="6549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11777489" y="6534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11042525" y="6521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11042525" y="6517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11178032" y="6588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11378164" y="6558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11042525" y="6483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11184430" y="6502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11355444" y="6520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11239041" y="6533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11042525" y="6509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11182001" y="648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11042525" y="6534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11176583" y="6538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11042525" y="6578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11042525" y="6497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11273141" y="6534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11042525" y="6461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11373285" y="6370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11505025" y="6375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11714989" y="6332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11187227" y="6560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11042525" y="6531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11254300" y="653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11042525" y="6520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11042525" y="6575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11184538" y="6560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11320061" y="6537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11252980" y="6558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11042525" y="6615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11400759" y="6549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11042525" y="6526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11241532" y="6568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11042525" y="6527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11310992" y="6517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11717391" y="6541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11042525" y="6589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11042525" y="6494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11245685" y="6508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11376120" y="6425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11513076" y="6507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11638077" y="6475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11042525" y="6529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11180500" y="6626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11042525" y="6475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11115988" y="6506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11042525" y="653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11042525" y="6550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11177194" y="6519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11042525" y="6539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11042525" y="6514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11241438" y="6482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11042525" y="6517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11241598" y="6516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11373301" y="6552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11505185" y="6563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11042525" y="6538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11042525" y="655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11152670" y="6513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11042525" y="6544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11170592" y="6527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11189540" y="6491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11042525" y="6527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11042525" y="6519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11042525" y="6546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11042525" y="6514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11042525" y="6543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11241575" y="6542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11379256" y="6572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11511140" y="6579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11675814" y="6561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11181006" y="6525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11042525" y="6524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11042525" y="6591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11042525" y="6604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11042525" y="6513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11108342" y="6515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11176764" y="654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11240532" y="6462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11379700" y="6510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11511366" y="6477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11042525" y="6455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11042525" y="6409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11132380" y="6463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11042525" y="6539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11316257" y="6568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11042525" y="6558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11042525" y="6574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11185262" y="6582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11042525" y="6541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11176740" y="6526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11042525" y="6496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11197960" y="6459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11042525" y="6577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11175496" y="6616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11322570" y="6588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11451402" y="6588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11042525" y="6542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11186755" y="6603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11314626" y="6603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11446370" y="6556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11042525" y="6600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11042525" y="6562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11042525" y="6542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11042525" y="6416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11376221" y="6487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11511728" y="6564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11660098" y="6551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11042525" y="6521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11244880" y="6409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11042525" y="657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11259192" y="6455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11042525" y="6538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11110097" y="6543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11042525" y="6493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11042525" y="6549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11174228" y="6582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11306112" y="6557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11473322" y="6565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11042525" y="6544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11042525" y="6492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11042525" y="6585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11042525" y="6564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11265351" y="6543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11042525" y="6547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11186728" y="6532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11313902" y="6533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11451583" y="6538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11042525" y="6402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11042525" y="6561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11181507" y="6538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11042525" y="6511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11042525" y="6520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11313540" y="6503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11042525" y="6562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11183286" y="6525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11314626" y="6482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11042525" y="6545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11241619" y="6536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11042525" y="6501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11109154" y="6480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11042525" y="6499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11249047" y="6496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11377851" y="6507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11042525" y="6537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11202489" y="6580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11316438" y="6526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11456837" y="6554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11042525" y="6610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11042525" y="6554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11203394" y="6560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11042525" y="6541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11177670" y="6550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11042525" y="6473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11236366" y="6433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11379588" y="6528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11577308" y="6579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11042525" y="6636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11042525" y="6579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11042525" y="6490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11175790" y="6551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11042525" y="6564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11181836" y="6593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11042525" y="6504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11188539" y="6508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11314083" y="6544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11444337" y="6566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11042525" y="6566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11198411" y="6611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11422324" y="6574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11042525" y="6512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11114296" y="6422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11171692" y="6503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11042525" y="6591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11178676" y="6556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11042525" y="6450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11266076" y="6473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11042525" y="6571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11133445" y="6561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11042525" y="6524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11042525" y="6435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11330513" y="6377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11042525" y="6481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11042525" y="6553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11185709" y="6522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11311547" y="6520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11042525" y="6527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11190725" y="6546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11307379" y="6577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11450689" y="6587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11042525" y="6549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11042525" y="6510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11120061" y="6572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11188612" y="6549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11277308" y="6564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11042525" y="6565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11042525" y="6496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11042525" y="6491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11322555" y="6530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11042525" y="6566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11042525" y="654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11337634" y="6532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11455569" y="6504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11042525" y="6516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11042525" y="6530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11119880" y="6507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11211003" y="6509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11042525" y="654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11042525" y="6400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11122390" y="6382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11042525" y="6509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11042525" y="6485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11042525" y="6511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11176221" y="6606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11042525" y="6553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11244155" y="6545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11042525" y="6519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11170516" y="6551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11330143" y="6514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11042525" y="6558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11042525" y="6515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11241881" y="6513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11392605" y="6538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11504200" y="6573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11676120" y="6551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11042525" y="6513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11170558" y="6584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11345014" y="6522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11042525" y="6517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11175315" y="6557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11042525" y="6525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11187008" y="6496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11346610" y="6554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11042525" y="6542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11179291" y="6612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11042525" y="6532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11042525" y="6402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11042525" y="6551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11042525" y="6531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11181500" y="6543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11254119" y="6563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11548141" y="6603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11042525" y="6569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11241893" y="6526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11509096" y="6523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11042525" y="6473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11042525" y="6585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11042525" y="6506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11246578" y="6538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11382098" y="6507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11505105" y="6500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11042525" y="6530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11042525" y="6569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11042525" y="6561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11181112" y="6583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11042525" y="6527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11175571" y="6609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11376658" y="6548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11042525" y="65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11307561" y="6532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11513721" y="6563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11042525" y="6563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11236440" y="6541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11501295" y="6637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11630100" y="6563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11042525" y="6582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11042525" y="6495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11042525" y="6464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11242525" y="6610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11381902" y="6591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11516257" y="6608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11195967" y="6551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11311184" y="6504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11469683" y="6559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11573504" y="6475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11042525" y="6599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11042525" y="6616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11242806" y="6607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11042525" y="6510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11268068" y="6545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11386909" y="6541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11514989" y="6543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11042525" y="6599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11042525" y="6581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11241503" y="6563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11042525" y="6544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11042525" y="6595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11122416" y="6548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11254405" y="6552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11385822" y="6608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11042525" y="6455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11042525" y="6520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11042525" y="6408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11042525" y="6518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11268068" y="6544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11522054" y="6586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11042525" y="6449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11252883" y="6401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11042525" y="6576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11175762" y="6618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11308644" y="6589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11042525" y="6537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11179434" y="6567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11338674" y="656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11042525" y="6550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11121329" y="6513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11278442" y="6520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11631294" y="6547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11715533" y="6520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11285641" y="6548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11042525" y="6538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11042525" y="6524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11258123" y="6485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11378956" y="6508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11515188" y="6619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11686384" y="6566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11042525" y="6496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11185641" y="6530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11042525" y="6504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11192163" y="6545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11265895" y="6550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11245424" y="6499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11042525" y="6479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11178213" y="6541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11307199" y="6549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11042525" y="6463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11042525" y="6498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11193401" y="6484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11307380" y="6532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11440532" y="6479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11042525" y="6556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11275496" y="6567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11042525" y="6587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11042525" y="6467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11221238" y="6422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11309916" y="6351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11441801" y="6386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11568431" y="6290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11042525" y="6615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11042525" y="6555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11258957" y="6590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11042525" y="6566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11042525" y="6545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11042525" y="6570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11042525" y="6517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11176821" y="6539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11312438" y="6533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11441676" y="6581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11042525" y="6587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11241800" y="6599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11373557" y="6519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11705207" y="6556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11254119" y="653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11042525" y="6489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11184340" y="6490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11312271" y="6465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11439077" y="6412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11265532" y="6458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11042525" y="6534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11182923" y="6540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11241438" y="6513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11042525" y="6518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11247416" y="6511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11042525" y="6503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11129984" y="6529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11042525" y="6459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11111849" y="6576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11182923" y="6537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11251583" y="6528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11042525" y="6525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11114166" y="6571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11042525" y="6497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11193401" y="6481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11297235" y="6511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11440532" y="6447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11042525" y="6530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11242743" y="6531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11365388" y="6494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11511221" y="6472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11652707" y="6489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11121148" y="6538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11042525" y="6424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11341794" y="6431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11445424" y="6462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11042525" y="6469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11170150" y="6516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11042525" y="6526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11042525" y="6596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11174305" y="6550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11042525" y="6490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11205931" y="6500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11639265" y="6558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11635090" y="6518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11042525" y="6528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11400134" y="6528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11042525" y="6496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11241438" y="6491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11042525" y="6455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11042525" y="6518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11170171" y="6527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11042525" y="6413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11042525" y="6575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11205931" y="6582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11459392" y="6573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11042525" y="6585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11509011" y="6546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11643355" y="6550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11042525" y="6576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11310279" y="6556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11441801" y="6563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11573685" y="6558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11042525" y="6565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11243793" y="6403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11182824" y="6596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11042525" y="6521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11176764" y="6524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11042525" y="6535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11444880" y="6514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11190783" y="6547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11245242" y="6514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11320424" y="6496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11435403" y="6492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11042525" y="6463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11241619" y="6488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11042525" y="6526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11042525" y="6535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5"/>
            <p:cNvSpPr/>
            <p:nvPr/>
          </p:nvSpPr>
          <p:spPr>
            <a:xfrm>
              <a:off x="11042525" y="6573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6"/>
            <p:cNvSpPr/>
            <p:nvPr/>
          </p:nvSpPr>
          <p:spPr>
            <a:xfrm>
              <a:off x="11108729" y="6533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7"/>
            <p:cNvSpPr/>
            <p:nvPr/>
          </p:nvSpPr>
          <p:spPr>
            <a:xfrm>
              <a:off x="11178757" y="6560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8"/>
            <p:cNvSpPr/>
            <p:nvPr/>
          </p:nvSpPr>
          <p:spPr>
            <a:xfrm>
              <a:off x="11042525" y="6585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9"/>
            <p:cNvSpPr/>
            <p:nvPr/>
          </p:nvSpPr>
          <p:spPr>
            <a:xfrm>
              <a:off x="11042525" y="6416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50"/>
            <p:cNvSpPr/>
            <p:nvPr/>
          </p:nvSpPr>
          <p:spPr>
            <a:xfrm>
              <a:off x="11197072" y="6370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1"/>
            <p:cNvSpPr/>
            <p:nvPr/>
          </p:nvSpPr>
          <p:spPr>
            <a:xfrm>
              <a:off x="11042525" y="6555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2"/>
            <p:cNvSpPr/>
            <p:nvPr/>
          </p:nvSpPr>
          <p:spPr>
            <a:xfrm>
              <a:off x="11042525" y="6560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3"/>
            <p:cNvSpPr/>
            <p:nvPr/>
          </p:nvSpPr>
          <p:spPr>
            <a:xfrm>
              <a:off x="11709554" y="6569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4"/>
            <p:cNvSpPr/>
            <p:nvPr/>
          </p:nvSpPr>
          <p:spPr>
            <a:xfrm>
              <a:off x="11841076" y="6565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5"/>
            <p:cNvSpPr/>
            <p:nvPr/>
          </p:nvSpPr>
          <p:spPr>
            <a:xfrm>
              <a:off x="11042525" y="6552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6"/>
            <p:cNvSpPr/>
            <p:nvPr/>
          </p:nvSpPr>
          <p:spPr>
            <a:xfrm>
              <a:off x="11188177" y="6573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7"/>
            <p:cNvSpPr/>
            <p:nvPr/>
          </p:nvSpPr>
          <p:spPr>
            <a:xfrm>
              <a:off x="11184378" y="6550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8"/>
            <p:cNvSpPr/>
            <p:nvPr/>
          </p:nvSpPr>
          <p:spPr>
            <a:xfrm>
              <a:off x="11314967" y="6537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9"/>
            <p:cNvSpPr/>
            <p:nvPr/>
          </p:nvSpPr>
          <p:spPr>
            <a:xfrm>
              <a:off x="11042525" y="6483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60"/>
            <p:cNvSpPr/>
            <p:nvPr/>
          </p:nvSpPr>
          <p:spPr>
            <a:xfrm>
              <a:off x="11247825" y="6432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1"/>
            <p:cNvSpPr/>
            <p:nvPr/>
          </p:nvSpPr>
          <p:spPr>
            <a:xfrm>
              <a:off x="11502536" y="6442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2"/>
            <p:cNvSpPr/>
            <p:nvPr/>
          </p:nvSpPr>
          <p:spPr>
            <a:xfrm>
              <a:off x="11042525" y="6541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3"/>
            <p:cNvSpPr/>
            <p:nvPr/>
          </p:nvSpPr>
          <p:spPr>
            <a:xfrm>
              <a:off x="11042525" y="6551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4"/>
            <p:cNvSpPr/>
            <p:nvPr/>
          </p:nvSpPr>
          <p:spPr>
            <a:xfrm>
              <a:off x="11192439" y="6633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5"/>
            <p:cNvSpPr/>
            <p:nvPr/>
          </p:nvSpPr>
          <p:spPr>
            <a:xfrm>
              <a:off x="11306474" y="6488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6"/>
            <p:cNvSpPr/>
            <p:nvPr/>
          </p:nvSpPr>
          <p:spPr>
            <a:xfrm>
              <a:off x="11042525" y="6523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7"/>
            <p:cNvSpPr/>
            <p:nvPr/>
          </p:nvSpPr>
          <p:spPr>
            <a:xfrm>
              <a:off x="11351561" y="6536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8"/>
            <p:cNvSpPr/>
            <p:nvPr/>
          </p:nvSpPr>
          <p:spPr>
            <a:xfrm>
              <a:off x="11042525" y="6550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9"/>
            <p:cNvSpPr/>
            <p:nvPr/>
          </p:nvSpPr>
          <p:spPr>
            <a:xfrm>
              <a:off x="11042525" y="6582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70"/>
            <p:cNvSpPr/>
            <p:nvPr/>
          </p:nvSpPr>
          <p:spPr>
            <a:xfrm>
              <a:off x="11042525" y="6509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1"/>
            <p:cNvSpPr/>
            <p:nvPr/>
          </p:nvSpPr>
          <p:spPr>
            <a:xfrm>
              <a:off x="11042525" y="6532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2"/>
            <p:cNvSpPr/>
            <p:nvPr/>
          </p:nvSpPr>
          <p:spPr>
            <a:xfrm>
              <a:off x="11188539" y="6549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3"/>
            <p:cNvSpPr/>
            <p:nvPr/>
          </p:nvSpPr>
          <p:spPr>
            <a:xfrm>
              <a:off x="11381019" y="6585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4"/>
            <p:cNvSpPr/>
            <p:nvPr/>
          </p:nvSpPr>
          <p:spPr>
            <a:xfrm>
              <a:off x="11180793" y="6589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5"/>
            <p:cNvSpPr/>
            <p:nvPr/>
          </p:nvSpPr>
          <p:spPr>
            <a:xfrm>
              <a:off x="11316076" y="6563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6"/>
            <p:cNvSpPr/>
            <p:nvPr/>
          </p:nvSpPr>
          <p:spPr>
            <a:xfrm>
              <a:off x="11448899" y="6609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7"/>
            <p:cNvSpPr/>
            <p:nvPr/>
          </p:nvSpPr>
          <p:spPr>
            <a:xfrm>
              <a:off x="11042525" y="6564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8"/>
            <p:cNvSpPr/>
            <p:nvPr/>
          </p:nvSpPr>
          <p:spPr>
            <a:xfrm>
              <a:off x="11277308" y="6557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9"/>
            <p:cNvSpPr/>
            <p:nvPr/>
          </p:nvSpPr>
          <p:spPr>
            <a:xfrm>
              <a:off x="11042525" y="6556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80"/>
            <p:cNvSpPr/>
            <p:nvPr/>
          </p:nvSpPr>
          <p:spPr>
            <a:xfrm>
              <a:off x="11208574" y="6510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1"/>
            <p:cNvSpPr/>
            <p:nvPr/>
          </p:nvSpPr>
          <p:spPr>
            <a:xfrm>
              <a:off x="11307380" y="6467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2"/>
            <p:cNvSpPr/>
            <p:nvPr/>
          </p:nvSpPr>
          <p:spPr>
            <a:xfrm>
              <a:off x="11450664" y="6471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3"/>
            <p:cNvSpPr/>
            <p:nvPr/>
          </p:nvSpPr>
          <p:spPr>
            <a:xfrm>
              <a:off x="11042525" y="6569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4"/>
            <p:cNvSpPr/>
            <p:nvPr/>
          </p:nvSpPr>
          <p:spPr>
            <a:xfrm>
              <a:off x="11042525" y="6445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5"/>
            <p:cNvSpPr/>
            <p:nvPr/>
          </p:nvSpPr>
          <p:spPr>
            <a:xfrm>
              <a:off x="11042525" y="6492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6"/>
            <p:cNvSpPr/>
            <p:nvPr/>
          </p:nvSpPr>
          <p:spPr>
            <a:xfrm>
              <a:off x="11209554" y="6492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7"/>
            <p:cNvSpPr/>
            <p:nvPr/>
          </p:nvSpPr>
          <p:spPr>
            <a:xfrm>
              <a:off x="11318793" y="6406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8"/>
            <p:cNvSpPr/>
            <p:nvPr/>
          </p:nvSpPr>
          <p:spPr>
            <a:xfrm>
              <a:off x="11578214" y="6342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9"/>
            <p:cNvSpPr/>
            <p:nvPr/>
          </p:nvSpPr>
          <p:spPr>
            <a:xfrm>
              <a:off x="11042525" y="6591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90"/>
            <p:cNvSpPr/>
            <p:nvPr/>
          </p:nvSpPr>
          <p:spPr>
            <a:xfrm>
              <a:off x="11188358" y="6560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1"/>
            <p:cNvSpPr/>
            <p:nvPr/>
          </p:nvSpPr>
          <p:spPr>
            <a:xfrm>
              <a:off x="11042525" y="6511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2"/>
            <p:cNvSpPr/>
            <p:nvPr/>
          </p:nvSpPr>
          <p:spPr>
            <a:xfrm>
              <a:off x="11388532" y="6484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3"/>
            <p:cNvSpPr/>
            <p:nvPr/>
          </p:nvSpPr>
          <p:spPr>
            <a:xfrm>
              <a:off x="11042525" y="6564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4"/>
            <p:cNvSpPr/>
            <p:nvPr/>
          </p:nvSpPr>
          <p:spPr>
            <a:xfrm>
              <a:off x="11240688" y="6570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5"/>
            <p:cNvSpPr/>
            <p:nvPr/>
          </p:nvSpPr>
          <p:spPr>
            <a:xfrm>
              <a:off x="11042525" y="6592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6"/>
            <p:cNvSpPr/>
            <p:nvPr/>
          </p:nvSpPr>
          <p:spPr>
            <a:xfrm>
              <a:off x="11179316" y="6578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7"/>
            <p:cNvSpPr/>
            <p:nvPr/>
          </p:nvSpPr>
          <p:spPr>
            <a:xfrm>
              <a:off x="11351642" y="6561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8"/>
            <p:cNvSpPr/>
            <p:nvPr/>
          </p:nvSpPr>
          <p:spPr>
            <a:xfrm>
              <a:off x="11454316" y="6577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9"/>
            <p:cNvSpPr/>
            <p:nvPr/>
          </p:nvSpPr>
          <p:spPr>
            <a:xfrm>
              <a:off x="11042525" y="6566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600"/>
            <p:cNvSpPr/>
            <p:nvPr/>
          </p:nvSpPr>
          <p:spPr>
            <a:xfrm>
              <a:off x="11042525" y="6537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11109700" y="6498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11042525" y="6507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11221238" y="6523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11307380" y="6488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11454476" y="6451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11584917" y="6481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11175473" y="6543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11042525" y="6520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11185641" y="6468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11042525" y="6537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11270605" y="6304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11042525" y="6462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11042525" y="6535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11174260" y="6488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11235036" y="6415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11371992" y="654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11501340" y="6420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11633949" y="6493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11512996" y="6515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11113902" y="6425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11256655" y="6549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11042525" y="6563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11639627" y="6538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11042525" y="6523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11124952" y="6532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11426764" y="6542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11042525" y="6511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11373322" y="6422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11529134" y="6337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11042525" y="6583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11241619" y="6546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11042525" y="6552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11255206" y="6570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11427821" y="6547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11042525" y="6532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11317525" y="6525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11268068" y="6521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11385420" y="6496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11515351" y="6533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11042525" y="6473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11179300" y="6596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11308648" y="6520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11445061" y="6529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11239041" y="6599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11042525" y="6480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11042525" y="6566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11042525" y="648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11177194" y="6521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11299771" y="6521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11244120" y="6526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11042525" y="6534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11317163" y="6579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11042525" y="6550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11178975" y="6521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11257380" y="6537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11461728" y="6487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11042525" y="6545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11042525" y="6603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11042525" y="6580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11187047" y="6550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11042525" y="6564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11394447" y="6583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11042525" y="6562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11182923" y="6532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11042525" y="6413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11181112" y="6392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11320242" y="6323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11042525" y="6585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11180692" y="6562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11042525" y="6554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11042525" y="6523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11175383" y="6497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11313358" y="6573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11042525" y="6526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11042525" y="6578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11042525" y="6588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11239041" y="6577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11374911" y="6583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11506795" y="6681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11640672" y="6634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11042525" y="6545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11185641" y="658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11388358" y="6562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11042525" y="6480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11188539" y="6518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11320061" y="6537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11472054" y="6538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11042525" y="6552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11245786" y="6491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11384574" y="6498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11498685" y="6551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11670967" y="6525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11042525" y="6403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11309916" y="6566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11442887" y="6608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11042525" y="6669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11042525" y="6570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11042525" y="6504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11042525" y="6569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11067351" y="6514204"/>
              <a:ext cx="177355" cy="35244"/>
            </a:xfrm>
            <a:custGeom>
              <a:avLst/>
              <a:pathLst>
                <a:path w="177355" h="35244">
                  <a:moveTo>
                    <a:pt x="0" y="0"/>
                  </a:moveTo>
                  <a:lnTo>
                    <a:pt x="177355" y="352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11067351" y="6497945"/>
              <a:ext cx="197645" cy="33502"/>
            </a:xfrm>
            <a:custGeom>
              <a:avLst/>
              <a:pathLst>
                <a:path w="197645" h="33502">
                  <a:moveTo>
                    <a:pt x="0" y="33502"/>
                  </a:moveTo>
                  <a:lnTo>
                    <a:pt x="1976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11067351" y="6590149"/>
              <a:ext cx="215761" cy="5768"/>
            </a:xfrm>
            <a:custGeom>
              <a:avLst/>
              <a:pathLst>
                <a:path w="215761" h="5768">
                  <a:moveTo>
                    <a:pt x="0" y="0"/>
                  </a:moveTo>
                  <a:lnTo>
                    <a:pt x="215761" y="576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11067351" y="6516742"/>
              <a:ext cx="601087" cy="100025"/>
            </a:xfrm>
            <a:custGeom>
              <a:avLst/>
              <a:pathLst>
                <a:path w="601087" h="100025">
                  <a:moveTo>
                    <a:pt x="0" y="57899"/>
                  </a:moveTo>
                  <a:lnTo>
                    <a:pt x="333696" y="0"/>
                  </a:lnTo>
                  <a:lnTo>
                    <a:pt x="514855" y="100025"/>
                  </a:lnTo>
                  <a:lnTo>
                    <a:pt x="601087" y="744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11135676" y="6431896"/>
              <a:ext cx="72254" cy="17519"/>
            </a:xfrm>
            <a:custGeom>
              <a:avLst/>
              <a:pathLst>
                <a:path w="72254" h="17519">
                  <a:moveTo>
                    <a:pt x="0" y="0"/>
                  </a:moveTo>
                  <a:lnTo>
                    <a:pt x="72254" y="175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11067351" y="6496953"/>
              <a:ext cx="399094" cy="65188"/>
            </a:xfrm>
            <a:custGeom>
              <a:avLst/>
              <a:pathLst>
                <a:path w="399094" h="65188">
                  <a:moveTo>
                    <a:pt x="0" y="38772"/>
                  </a:moveTo>
                  <a:lnTo>
                    <a:pt x="178531" y="65188"/>
                  </a:lnTo>
                  <a:lnTo>
                    <a:pt x="264674" y="9667"/>
                  </a:lnTo>
                  <a:lnTo>
                    <a:pt x="3990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11067351" y="6499243"/>
              <a:ext cx="141769" cy="31564"/>
            </a:xfrm>
            <a:custGeom>
              <a:avLst/>
              <a:pathLst>
                <a:path w="141769" h="31564">
                  <a:moveTo>
                    <a:pt x="0" y="31564"/>
                  </a:moveTo>
                  <a:lnTo>
                    <a:pt x="1417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11067351" y="6566011"/>
              <a:ext cx="127646" cy="20044"/>
            </a:xfrm>
            <a:custGeom>
              <a:avLst/>
              <a:pathLst>
                <a:path w="127646" h="20044">
                  <a:moveTo>
                    <a:pt x="0" y="20044"/>
                  </a:moveTo>
                  <a:lnTo>
                    <a:pt x="1276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11067351" y="6544071"/>
              <a:ext cx="140761" cy="19274"/>
            </a:xfrm>
            <a:custGeom>
              <a:avLst/>
              <a:pathLst>
                <a:path w="140761" h="19274">
                  <a:moveTo>
                    <a:pt x="0" y="19274"/>
                  </a:moveTo>
                  <a:lnTo>
                    <a:pt x="14076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11067351" y="6530734"/>
              <a:ext cx="139496" cy="48584"/>
            </a:xfrm>
            <a:custGeom>
              <a:avLst/>
              <a:pathLst>
                <a:path w="139496" h="48584">
                  <a:moveTo>
                    <a:pt x="0" y="48584"/>
                  </a:moveTo>
                  <a:lnTo>
                    <a:pt x="73917" y="0"/>
                  </a:lnTo>
                  <a:lnTo>
                    <a:pt x="139496" y="864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11266719" y="6605143"/>
              <a:ext cx="267203" cy="10564"/>
            </a:xfrm>
            <a:custGeom>
              <a:avLst/>
              <a:pathLst>
                <a:path w="267203" h="10564">
                  <a:moveTo>
                    <a:pt x="0" y="10564"/>
                  </a:moveTo>
                  <a:lnTo>
                    <a:pt x="2672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11067351" y="6566920"/>
              <a:ext cx="160145" cy="14259"/>
            </a:xfrm>
            <a:custGeom>
              <a:avLst/>
              <a:pathLst>
                <a:path w="160145" h="14259">
                  <a:moveTo>
                    <a:pt x="0" y="0"/>
                  </a:moveTo>
                  <a:lnTo>
                    <a:pt x="160145" y="142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11067351" y="6461106"/>
              <a:ext cx="212862" cy="49360"/>
            </a:xfrm>
            <a:custGeom>
              <a:avLst/>
              <a:pathLst>
                <a:path w="212862" h="49360">
                  <a:moveTo>
                    <a:pt x="0" y="49360"/>
                  </a:moveTo>
                  <a:lnTo>
                    <a:pt x="2128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11067351" y="6465888"/>
              <a:ext cx="216848" cy="84754"/>
            </a:xfrm>
            <a:custGeom>
              <a:avLst/>
              <a:pathLst>
                <a:path w="216848" h="84754">
                  <a:moveTo>
                    <a:pt x="0" y="84754"/>
                  </a:moveTo>
                  <a:lnTo>
                    <a:pt x="2168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11067351" y="6473426"/>
              <a:ext cx="462925" cy="61776"/>
            </a:xfrm>
            <a:custGeom>
              <a:avLst/>
              <a:pathLst>
                <a:path w="462925" h="61776">
                  <a:moveTo>
                    <a:pt x="0" y="61776"/>
                  </a:moveTo>
                  <a:lnTo>
                    <a:pt x="199338" y="1329"/>
                  </a:lnTo>
                  <a:lnTo>
                    <a:pt x="332309" y="11299"/>
                  </a:lnTo>
                  <a:lnTo>
                    <a:pt x="4629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11067351" y="6478132"/>
              <a:ext cx="140942" cy="71913"/>
            </a:xfrm>
            <a:custGeom>
              <a:avLst/>
              <a:pathLst>
                <a:path w="140942" h="71913">
                  <a:moveTo>
                    <a:pt x="0" y="0"/>
                  </a:moveTo>
                  <a:lnTo>
                    <a:pt x="69652" y="49811"/>
                  </a:lnTo>
                  <a:lnTo>
                    <a:pt x="140942" y="719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11395896" y="6527846"/>
              <a:ext cx="134317" cy="26012"/>
            </a:xfrm>
            <a:custGeom>
              <a:avLst/>
              <a:pathLst>
                <a:path w="134317" h="26012">
                  <a:moveTo>
                    <a:pt x="0" y="26012"/>
                  </a:moveTo>
                  <a:lnTo>
                    <a:pt x="1343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11220626" y="6503071"/>
              <a:ext cx="77703" cy="60128"/>
            </a:xfrm>
            <a:custGeom>
              <a:avLst/>
              <a:pathLst>
                <a:path w="77703" h="60128">
                  <a:moveTo>
                    <a:pt x="0" y="0"/>
                  </a:moveTo>
                  <a:lnTo>
                    <a:pt x="77703" y="601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11543982" y="6558871"/>
              <a:ext cx="258333" cy="37524"/>
            </a:xfrm>
            <a:custGeom>
              <a:avLst/>
              <a:pathLst>
                <a:path w="258333" h="37524">
                  <a:moveTo>
                    <a:pt x="0" y="37524"/>
                  </a:moveTo>
                  <a:lnTo>
                    <a:pt x="125543" y="15406"/>
                  </a:lnTo>
                  <a:lnTo>
                    <a:pt x="25833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11067351" y="6542393"/>
              <a:ext cx="135507" cy="70614"/>
            </a:xfrm>
            <a:custGeom>
              <a:avLst/>
              <a:pathLst>
                <a:path w="135507" h="70614">
                  <a:moveTo>
                    <a:pt x="0" y="0"/>
                  </a:moveTo>
                  <a:lnTo>
                    <a:pt x="135507" y="7061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11067351" y="6508708"/>
              <a:ext cx="312919" cy="36792"/>
            </a:xfrm>
            <a:custGeom>
              <a:avLst/>
              <a:pathLst>
                <a:path w="312919" h="36792">
                  <a:moveTo>
                    <a:pt x="0" y="0"/>
                  </a:moveTo>
                  <a:lnTo>
                    <a:pt x="141904" y="18966"/>
                  </a:lnTo>
                  <a:lnTo>
                    <a:pt x="312919" y="367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11067351" y="6510927"/>
              <a:ext cx="139476" cy="23603"/>
            </a:xfrm>
            <a:custGeom>
              <a:avLst/>
              <a:pathLst>
                <a:path w="139476" h="23603">
                  <a:moveTo>
                    <a:pt x="0" y="23603"/>
                  </a:moveTo>
                  <a:lnTo>
                    <a:pt x="13947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11067351" y="6558976"/>
              <a:ext cx="134058" cy="4725"/>
            </a:xfrm>
            <a:custGeom>
              <a:avLst/>
              <a:pathLst>
                <a:path w="134058" h="4725">
                  <a:moveTo>
                    <a:pt x="0" y="0"/>
                  </a:moveTo>
                  <a:lnTo>
                    <a:pt x="134058" y="47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11067351" y="6522544"/>
              <a:ext cx="230616" cy="36711"/>
            </a:xfrm>
            <a:custGeom>
              <a:avLst/>
              <a:pathLst>
                <a:path w="230616" h="36711">
                  <a:moveTo>
                    <a:pt x="0" y="0"/>
                  </a:moveTo>
                  <a:lnTo>
                    <a:pt x="230616" y="367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11398111" y="6357092"/>
              <a:ext cx="341704" cy="43495"/>
            </a:xfrm>
            <a:custGeom>
              <a:avLst/>
              <a:pathLst>
                <a:path w="341704" h="43495">
                  <a:moveTo>
                    <a:pt x="0" y="37958"/>
                  </a:moveTo>
                  <a:lnTo>
                    <a:pt x="131740" y="43495"/>
                  </a:lnTo>
                  <a:lnTo>
                    <a:pt x="3417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11067351" y="6555878"/>
              <a:ext cx="211775" cy="484"/>
            </a:xfrm>
            <a:custGeom>
              <a:avLst/>
              <a:pathLst>
                <a:path w="211775" h="484">
                  <a:moveTo>
                    <a:pt x="0" y="0"/>
                  </a:moveTo>
                  <a:lnTo>
                    <a:pt x="211775" y="48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11067351" y="6561948"/>
              <a:ext cx="277536" cy="38534"/>
            </a:xfrm>
            <a:custGeom>
              <a:avLst/>
              <a:pathLst>
                <a:path w="277536" h="38534">
                  <a:moveTo>
                    <a:pt x="0" y="38534"/>
                  </a:moveTo>
                  <a:lnTo>
                    <a:pt x="142012" y="23560"/>
                  </a:lnTo>
                  <a:lnTo>
                    <a:pt x="27753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11067351" y="6573869"/>
              <a:ext cx="358234" cy="66787"/>
            </a:xfrm>
            <a:custGeom>
              <a:avLst/>
              <a:pathLst>
                <a:path w="358234" h="66787">
                  <a:moveTo>
                    <a:pt x="0" y="66787"/>
                  </a:moveTo>
                  <a:lnTo>
                    <a:pt x="3582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11067351" y="6542286"/>
              <a:ext cx="268467" cy="9734"/>
            </a:xfrm>
            <a:custGeom>
              <a:avLst/>
              <a:pathLst>
                <a:path w="268467" h="9734">
                  <a:moveTo>
                    <a:pt x="0" y="9734"/>
                  </a:moveTo>
                  <a:lnTo>
                    <a:pt x="2684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11067351" y="6450167"/>
              <a:ext cx="595551" cy="83614"/>
            </a:xfrm>
            <a:custGeom>
              <a:avLst/>
              <a:pathLst>
                <a:path w="595551" h="83614">
                  <a:moveTo>
                    <a:pt x="0" y="69505"/>
                  </a:moveTo>
                  <a:lnTo>
                    <a:pt x="203160" y="83614"/>
                  </a:lnTo>
                  <a:lnTo>
                    <a:pt x="333595" y="0"/>
                  </a:lnTo>
                  <a:lnTo>
                    <a:pt x="470551" y="82099"/>
                  </a:lnTo>
                  <a:lnTo>
                    <a:pt x="595551" y="500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11067351" y="6554810"/>
              <a:ext cx="137975" cy="96374"/>
            </a:xfrm>
            <a:custGeom>
              <a:avLst/>
              <a:pathLst>
                <a:path w="137975" h="96374">
                  <a:moveTo>
                    <a:pt x="0" y="0"/>
                  </a:moveTo>
                  <a:lnTo>
                    <a:pt x="137975" y="963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11067351" y="6500253"/>
              <a:ext cx="73463" cy="30776"/>
            </a:xfrm>
            <a:custGeom>
              <a:avLst/>
              <a:pathLst>
                <a:path w="73463" h="30776">
                  <a:moveTo>
                    <a:pt x="0" y="0"/>
                  </a:moveTo>
                  <a:lnTo>
                    <a:pt x="73463" y="307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11067351" y="6544316"/>
              <a:ext cx="134669" cy="31321"/>
            </a:xfrm>
            <a:custGeom>
              <a:avLst/>
              <a:pathLst>
                <a:path w="134669" h="31321">
                  <a:moveTo>
                    <a:pt x="0" y="31321"/>
                  </a:moveTo>
                  <a:lnTo>
                    <a:pt x="1346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11067351" y="6541337"/>
              <a:ext cx="462660" cy="47246"/>
            </a:xfrm>
            <a:custGeom>
              <a:avLst/>
              <a:pathLst>
                <a:path w="462660" h="47246">
                  <a:moveTo>
                    <a:pt x="0" y="741"/>
                  </a:moveTo>
                  <a:lnTo>
                    <a:pt x="199073" y="0"/>
                  </a:lnTo>
                  <a:lnTo>
                    <a:pt x="330776" y="35666"/>
                  </a:lnTo>
                  <a:lnTo>
                    <a:pt x="462660" y="472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11067351" y="6538197"/>
              <a:ext cx="110145" cy="45899"/>
            </a:xfrm>
            <a:custGeom>
              <a:avLst/>
              <a:pathLst>
                <a:path w="110145" h="45899">
                  <a:moveTo>
                    <a:pt x="0" y="45899"/>
                  </a:moveTo>
                  <a:lnTo>
                    <a:pt x="1101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11067351" y="6552417"/>
              <a:ext cx="128067" cy="16804"/>
            </a:xfrm>
            <a:custGeom>
              <a:avLst/>
              <a:pathLst>
                <a:path w="128067" h="16804">
                  <a:moveTo>
                    <a:pt x="0" y="16804"/>
                  </a:moveTo>
                  <a:lnTo>
                    <a:pt x="1280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11067351" y="6566834"/>
              <a:ext cx="633289" cy="37042"/>
            </a:xfrm>
            <a:custGeom>
              <a:avLst/>
              <a:pathLst>
                <a:path w="633289" h="37042">
                  <a:moveTo>
                    <a:pt x="0" y="1603"/>
                  </a:moveTo>
                  <a:lnTo>
                    <a:pt x="199049" y="0"/>
                  </a:lnTo>
                  <a:lnTo>
                    <a:pt x="336731" y="30258"/>
                  </a:lnTo>
                  <a:lnTo>
                    <a:pt x="468615" y="37042"/>
                  </a:lnTo>
                  <a:lnTo>
                    <a:pt x="633289" y="190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11067351" y="6486949"/>
              <a:ext cx="468841" cy="81369"/>
            </a:xfrm>
            <a:custGeom>
              <a:avLst/>
              <a:pathLst>
                <a:path w="468841" h="81369">
                  <a:moveTo>
                    <a:pt x="0" y="51839"/>
                  </a:moveTo>
                  <a:lnTo>
                    <a:pt x="65816" y="53195"/>
                  </a:lnTo>
                  <a:lnTo>
                    <a:pt x="134239" y="81369"/>
                  </a:lnTo>
                  <a:lnTo>
                    <a:pt x="198007" y="0"/>
                  </a:lnTo>
                  <a:lnTo>
                    <a:pt x="337175" y="47997"/>
                  </a:lnTo>
                  <a:lnTo>
                    <a:pt x="468841" y="157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11067351" y="6434509"/>
              <a:ext cx="89855" cy="53857"/>
            </a:xfrm>
            <a:custGeom>
              <a:avLst/>
              <a:pathLst>
                <a:path w="89855" h="53857">
                  <a:moveTo>
                    <a:pt x="0" y="0"/>
                  </a:moveTo>
                  <a:lnTo>
                    <a:pt x="89855" y="538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11067351" y="6599006"/>
              <a:ext cx="142737" cy="8659"/>
            </a:xfrm>
            <a:custGeom>
              <a:avLst/>
              <a:pathLst>
                <a:path w="142737" h="8659">
                  <a:moveTo>
                    <a:pt x="0" y="0"/>
                  </a:moveTo>
                  <a:lnTo>
                    <a:pt x="142737" y="86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11067351" y="6550881"/>
              <a:ext cx="134215" cy="15298"/>
            </a:xfrm>
            <a:custGeom>
              <a:avLst/>
              <a:pathLst>
                <a:path w="134215" h="15298">
                  <a:moveTo>
                    <a:pt x="0" y="15298"/>
                  </a:moveTo>
                  <a:lnTo>
                    <a:pt x="1342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11067351" y="6484683"/>
              <a:ext cx="155434" cy="36728"/>
            </a:xfrm>
            <a:custGeom>
              <a:avLst/>
              <a:pathLst>
                <a:path w="155434" h="36728">
                  <a:moveTo>
                    <a:pt x="0" y="36728"/>
                  </a:moveTo>
                  <a:lnTo>
                    <a:pt x="1554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11067351" y="6602644"/>
              <a:ext cx="408877" cy="39035"/>
            </a:xfrm>
            <a:custGeom>
              <a:avLst/>
              <a:pathLst>
                <a:path w="408877" h="39035">
                  <a:moveTo>
                    <a:pt x="0" y="0"/>
                  </a:moveTo>
                  <a:lnTo>
                    <a:pt x="132971" y="39035"/>
                  </a:lnTo>
                  <a:lnTo>
                    <a:pt x="280045" y="11065"/>
                  </a:lnTo>
                  <a:lnTo>
                    <a:pt x="408877" y="109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11211580" y="6581238"/>
              <a:ext cx="259615" cy="47493"/>
            </a:xfrm>
            <a:custGeom>
              <a:avLst/>
              <a:pathLst>
                <a:path w="259615" h="47493">
                  <a:moveTo>
                    <a:pt x="0" y="47493"/>
                  </a:moveTo>
                  <a:lnTo>
                    <a:pt x="127871" y="46968"/>
                  </a:lnTo>
                  <a:lnTo>
                    <a:pt x="2596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11067351" y="6441499"/>
              <a:ext cx="617573" cy="148312"/>
            </a:xfrm>
            <a:custGeom>
              <a:avLst/>
              <a:pathLst>
                <a:path w="617573" h="148312">
                  <a:moveTo>
                    <a:pt x="0" y="0"/>
                  </a:moveTo>
                  <a:lnTo>
                    <a:pt x="333696" y="70971"/>
                  </a:lnTo>
                  <a:lnTo>
                    <a:pt x="469203" y="148312"/>
                  </a:lnTo>
                  <a:lnTo>
                    <a:pt x="617573" y="1345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11067351" y="6434095"/>
              <a:ext cx="202355" cy="112584"/>
            </a:xfrm>
            <a:custGeom>
              <a:avLst/>
              <a:pathLst>
                <a:path w="202355" h="112584">
                  <a:moveTo>
                    <a:pt x="0" y="112584"/>
                  </a:moveTo>
                  <a:lnTo>
                    <a:pt x="2023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11067351" y="6563817"/>
              <a:ext cx="67572" cy="4109"/>
            </a:xfrm>
            <a:custGeom>
              <a:avLst/>
              <a:pathLst>
                <a:path w="67572" h="4109">
                  <a:moveTo>
                    <a:pt x="0" y="0"/>
                  </a:moveTo>
                  <a:lnTo>
                    <a:pt x="67572" y="41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11067351" y="6574166"/>
              <a:ext cx="430797" cy="33375"/>
            </a:xfrm>
            <a:custGeom>
              <a:avLst/>
              <a:pathLst>
                <a:path w="430797" h="33375">
                  <a:moveTo>
                    <a:pt x="0" y="0"/>
                  </a:moveTo>
                  <a:lnTo>
                    <a:pt x="131703" y="33375"/>
                  </a:lnTo>
                  <a:lnTo>
                    <a:pt x="263587" y="8575"/>
                  </a:lnTo>
                  <a:lnTo>
                    <a:pt x="430797" y="164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11067351" y="6568255"/>
              <a:ext cx="222826" cy="21296"/>
            </a:xfrm>
            <a:custGeom>
              <a:avLst/>
              <a:pathLst>
                <a:path w="222826" h="21296">
                  <a:moveTo>
                    <a:pt x="0" y="21296"/>
                  </a:moveTo>
                  <a:lnTo>
                    <a:pt x="2228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11067351" y="6557363"/>
              <a:ext cx="409058" cy="14577"/>
            </a:xfrm>
            <a:custGeom>
              <a:avLst/>
              <a:pathLst>
                <a:path w="409058" h="14577">
                  <a:moveTo>
                    <a:pt x="0" y="14577"/>
                  </a:moveTo>
                  <a:lnTo>
                    <a:pt x="144203" y="0"/>
                  </a:lnTo>
                  <a:lnTo>
                    <a:pt x="271377" y="551"/>
                  </a:lnTo>
                  <a:lnTo>
                    <a:pt x="409058" y="55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11067351" y="6563346"/>
              <a:ext cx="138982" cy="22724"/>
            </a:xfrm>
            <a:custGeom>
              <a:avLst/>
              <a:pathLst>
                <a:path w="138982" h="22724">
                  <a:moveTo>
                    <a:pt x="0" y="22724"/>
                  </a:moveTo>
                  <a:lnTo>
                    <a:pt x="1389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11067351" y="6528622"/>
              <a:ext cx="271014" cy="16471"/>
            </a:xfrm>
            <a:custGeom>
              <a:avLst/>
              <a:pathLst>
                <a:path w="271014" h="16471">
                  <a:moveTo>
                    <a:pt x="0" y="16471"/>
                  </a:moveTo>
                  <a:lnTo>
                    <a:pt x="2710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11067351" y="6507060"/>
              <a:ext cx="272101" cy="80022"/>
            </a:xfrm>
            <a:custGeom>
              <a:avLst/>
              <a:pathLst>
                <a:path w="272101" h="80022">
                  <a:moveTo>
                    <a:pt x="0" y="80022"/>
                  </a:moveTo>
                  <a:lnTo>
                    <a:pt x="140761" y="42860"/>
                  </a:lnTo>
                  <a:lnTo>
                    <a:pt x="2721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11067351" y="6520980"/>
              <a:ext cx="335326" cy="11161"/>
            </a:xfrm>
            <a:custGeom>
              <a:avLst/>
              <a:pathLst>
                <a:path w="335326" h="11161">
                  <a:moveTo>
                    <a:pt x="0" y="3490"/>
                  </a:moveTo>
                  <a:lnTo>
                    <a:pt x="206521" y="0"/>
                  </a:lnTo>
                  <a:lnTo>
                    <a:pt x="335326" y="111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11067351" y="6551433"/>
              <a:ext cx="414312" cy="53739"/>
            </a:xfrm>
            <a:custGeom>
              <a:avLst/>
              <a:pathLst>
                <a:path w="414312" h="53739">
                  <a:moveTo>
                    <a:pt x="0" y="11152"/>
                  </a:moveTo>
                  <a:lnTo>
                    <a:pt x="159963" y="53739"/>
                  </a:lnTo>
                  <a:lnTo>
                    <a:pt x="273913" y="0"/>
                  </a:lnTo>
                  <a:lnTo>
                    <a:pt x="414312" y="275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11067351" y="6579818"/>
              <a:ext cx="160869" cy="5882"/>
            </a:xfrm>
            <a:custGeom>
              <a:avLst/>
              <a:pathLst>
                <a:path w="160869" h="5882">
                  <a:moveTo>
                    <a:pt x="0" y="0"/>
                  </a:moveTo>
                  <a:lnTo>
                    <a:pt x="160869" y="58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11067351" y="6566555"/>
              <a:ext cx="135145" cy="8762"/>
            </a:xfrm>
            <a:custGeom>
              <a:avLst/>
              <a:pathLst>
                <a:path w="135145" h="8762">
                  <a:moveTo>
                    <a:pt x="0" y="0"/>
                  </a:moveTo>
                  <a:lnTo>
                    <a:pt x="135145" y="87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11067351" y="6458808"/>
              <a:ext cx="534783" cy="145035"/>
            </a:xfrm>
            <a:custGeom>
              <a:avLst/>
              <a:pathLst>
                <a:path w="534783" h="145035">
                  <a:moveTo>
                    <a:pt x="0" y="39416"/>
                  </a:moveTo>
                  <a:lnTo>
                    <a:pt x="193840" y="0"/>
                  </a:lnTo>
                  <a:lnTo>
                    <a:pt x="337062" y="94320"/>
                  </a:lnTo>
                  <a:lnTo>
                    <a:pt x="534783" y="1450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11067351" y="6515580"/>
              <a:ext cx="133265" cy="61237"/>
            </a:xfrm>
            <a:custGeom>
              <a:avLst/>
              <a:pathLst>
                <a:path w="133265" h="61237">
                  <a:moveTo>
                    <a:pt x="0" y="0"/>
                  </a:moveTo>
                  <a:lnTo>
                    <a:pt x="133265" y="612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11067351" y="6529379"/>
              <a:ext cx="401812" cy="62206"/>
            </a:xfrm>
            <a:custGeom>
              <a:avLst/>
              <a:pathLst>
                <a:path w="401812" h="62206">
                  <a:moveTo>
                    <a:pt x="0" y="0"/>
                  </a:moveTo>
                  <a:lnTo>
                    <a:pt x="146014" y="3477"/>
                  </a:lnTo>
                  <a:lnTo>
                    <a:pt x="271558" y="39830"/>
                  </a:lnTo>
                  <a:lnTo>
                    <a:pt x="401812" y="622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11067351" y="6591401"/>
              <a:ext cx="379799" cy="44424"/>
            </a:xfrm>
            <a:custGeom>
              <a:avLst/>
              <a:pathLst>
                <a:path w="379799" h="44424">
                  <a:moveTo>
                    <a:pt x="0" y="0"/>
                  </a:moveTo>
                  <a:lnTo>
                    <a:pt x="155886" y="44424"/>
                  </a:lnTo>
                  <a:lnTo>
                    <a:pt x="379799" y="790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11067351" y="6447635"/>
              <a:ext cx="129166" cy="89698"/>
            </a:xfrm>
            <a:custGeom>
              <a:avLst/>
              <a:pathLst>
                <a:path w="129166" h="89698">
                  <a:moveTo>
                    <a:pt x="0" y="89698"/>
                  </a:moveTo>
                  <a:lnTo>
                    <a:pt x="71770" y="0"/>
                  </a:lnTo>
                  <a:lnTo>
                    <a:pt x="129166" y="809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11067351" y="6581175"/>
              <a:ext cx="136151" cy="35323"/>
            </a:xfrm>
            <a:custGeom>
              <a:avLst/>
              <a:pathLst>
                <a:path w="136151" h="35323">
                  <a:moveTo>
                    <a:pt x="0" y="35323"/>
                  </a:moveTo>
                  <a:lnTo>
                    <a:pt x="1361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11067351" y="6475102"/>
              <a:ext cx="223550" cy="23177"/>
            </a:xfrm>
            <a:custGeom>
              <a:avLst/>
              <a:pathLst>
                <a:path w="223550" h="23177">
                  <a:moveTo>
                    <a:pt x="0" y="0"/>
                  </a:moveTo>
                  <a:lnTo>
                    <a:pt x="223550" y="231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11067351" y="6586223"/>
              <a:ext cx="90920" cy="10265"/>
            </a:xfrm>
            <a:custGeom>
              <a:avLst/>
              <a:pathLst>
                <a:path w="90920" h="10265">
                  <a:moveTo>
                    <a:pt x="0" y="10265"/>
                  </a:moveTo>
                  <a:lnTo>
                    <a:pt x="9092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11067351" y="6402458"/>
              <a:ext cx="287987" cy="58064"/>
            </a:xfrm>
            <a:custGeom>
              <a:avLst/>
              <a:pathLst>
                <a:path w="287987" h="58064">
                  <a:moveTo>
                    <a:pt x="0" y="58064"/>
                  </a:moveTo>
                  <a:lnTo>
                    <a:pt x="2879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11067351" y="6545176"/>
              <a:ext cx="269022" cy="33564"/>
            </a:xfrm>
            <a:custGeom>
              <a:avLst/>
              <a:pathLst>
                <a:path w="269022" h="33564">
                  <a:moveTo>
                    <a:pt x="0" y="33564"/>
                  </a:moveTo>
                  <a:lnTo>
                    <a:pt x="143184" y="1724"/>
                  </a:lnTo>
                  <a:lnTo>
                    <a:pt x="2690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11067351" y="6551872"/>
              <a:ext cx="408164" cy="60878"/>
            </a:xfrm>
            <a:custGeom>
              <a:avLst/>
              <a:pathLst>
                <a:path w="408164" h="60878">
                  <a:moveTo>
                    <a:pt x="0" y="0"/>
                  </a:moveTo>
                  <a:lnTo>
                    <a:pt x="148200" y="19065"/>
                  </a:lnTo>
                  <a:lnTo>
                    <a:pt x="264854" y="50168"/>
                  </a:lnTo>
                  <a:lnTo>
                    <a:pt x="408164" y="608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11067351" y="6535208"/>
              <a:ext cx="234782" cy="62208"/>
            </a:xfrm>
            <a:custGeom>
              <a:avLst/>
              <a:pathLst>
                <a:path w="234782" h="62208">
                  <a:moveTo>
                    <a:pt x="0" y="0"/>
                  </a:moveTo>
                  <a:lnTo>
                    <a:pt x="77536" y="62208"/>
                  </a:lnTo>
                  <a:lnTo>
                    <a:pt x="146086" y="38789"/>
                  </a:lnTo>
                  <a:lnTo>
                    <a:pt x="234782" y="545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11067351" y="6516473"/>
              <a:ext cx="280030" cy="39180"/>
            </a:xfrm>
            <a:custGeom>
              <a:avLst/>
              <a:pathLst>
                <a:path w="280030" h="39180">
                  <a:moveTo>
                    <a:pt x="0" y="0"/>
                  </a:moveTo>
                  <a:lnTo>
                    <a:pt x="280030" y="391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11362460" y="6529027"/>
              <a:ext cx="117934" cy="28461"/>
            </a:xfrm>
            <a:custGeom>
              <a:avLst/>
              <a:pathLst>
                <a:path w="117934" h="28461">
                  <a:moveTo>
                    <a:pt x="0" y="28461"/>
                  </a:moveTo>
                  <a:lnTo>
                    <a:pt x="1179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11067351" y="6532606"/>
              <a:ext cx="168478" cy="22319"/>
            </a:xfrm>
            <a:custGeom>
              <a:avLst/>
              <a:pathLst>
                <a:path w="168478" h="22319">
                  <a:moveTo>
                    <a:pt x="0" y="22319"/>
                  </a:moveTo>
                  <a:lnTo>
                    <a:pt x="77355" y="0"/>
                  </a:lnTo>
                  <a:lnTo>
                    <a:pt x="168478" y="20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11067351" y="6407810"/>
              <a:ext cx="79865" cy="17770"/>
            </a:xfrm>
            <a:custGeom>
              <a:avLst/>
              <a:pathLst>
                <a:path w="79865" h="17770">
                  <a:moveTo>
                    <a:pt x="0" y="17770"/>
                  </a:moveTo>
                  <a:lnTo>
                    <a:pt x="798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11067351" y="6535953"/>
              <a:ext cx="133695" cy="95254"/>
            </a:xfrm>
            <a:custGeom>
              <a:avLst/>
              <a:pathLst>
                <a:path w="133695" h="95254">
                  <a:moveTo>
                    <a:pt x="0" y="0"/>
                  </a:moveTo>
                  <a:lnTo>
                    <a:pt x="133695" y="952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11067351" y="6569854"/>
              <a:ext cx="201630" cy="8190"/>
            </a:xfrm>
            <a:custGeom>
              <a:avLst/>
              <a:pathLst>
                <a:path w="201630" h="8190">
                  <a:moveTo>
                    <a:pt x="0" y="8190"/>
                  </a:moveTo>
                  <a:lnTo>
                    <a:pt x="2016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11067351" y="6539156"/>
              <a:ext cx="287618" cy="37302"/>
            </a:xfrm>
            <a:custGeom>
              <a:avLst/>
              <a:pathLst>
                <a:path w="287618" h="37302">
                  <a:moveTo>
                    <a:pt x="0" y="5594"/>
                  </a:moveTo>
                  <a:lnTo>
                    <a:pt x="127991" y="37302"/>
                  </a:lnTo>
                  <a:lnTo>
                    <a:pt x="2876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11067351" y="6538613"/>
              <a:ext cx="633595" cy="59493"/>
            </a:xfrm>
            <a:custGeom>
              <a:avLst/>
              <a:pathLst>
                <a:path w="633595" h="59493">
                  <a:moveTo>
                    <a:pt x="0" y="1489"/>
                  </a:moveTo>
                  <a:lnTo>
                    <a:pt x="199355" y="0"/>
                  </a:lnTo>
                  <a:lnTo>
                    <a:pt x="350080" y="25186"/>
                  </a:lnTo>
                  <a:lnTo>
                    <a:pt x="461674" y="59493"/>
                  </a:lnTo>
                  <a:lnTo>
                    <a:pt x="633595" y="3797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11067351" y="6538205"/>
              <a:ext cx="302489" cy="70629"/>
            </a:xfrm>
            <a:custGeom>
              <a:avLst/>
              <a:pathLst>
                <a:path w="302489" h="70629">
                  <a:moveTo>
                    <a:pt x="0" y="0"/>
                  </a:moveTo>
                  <a:lnTo>
                    <a:pt x="128032" y="70629"/>
                  </a:lnTo>
                  <a:lnTo>
                    <a:pt x="302489" y="87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11067351" y="6542079"/>
              <a:ext cx="132790" cy="40093"/>
            </a:xfrm>
            <a:custGeom>
              <a:avLst/>
              <a:pathLst>
                <a:path w="132790" h="40093">
                  <a:moveTo>
                    <a:pt x="0" y="0"/>
                  </a:moveTo>
                  <a:lnTo>
                    <a:pt x="132790" y="4009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11067351" y="6521789"/>
              <a:ext cx="304084" cy="57398"/>
            </a:xfrm>
            <a:custGeom>
              <a:avLst/>
              <a:pathLst>
                <a:path w="304084" h="57398">
                  <a:moveTo>
                    <a:pt x="0" y="28703"/>
                  </a:moveTo>
                  <a:lnTo>
                    <a:pt x="144483" y="0"/>
                  </a:lnTo>
                  <a:lnTo>
                    <a:pt x="304084" y="573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11067351" y="6567401"/>
              <a:ext cx="136766" cy="69890"/>
            </a:xfrm>
            <a:custGeom>
              <a:avLst/>
              <a:pathLst>
                <a:path w="136766" h="69890">
                  <a:moveTo>
                    <a:pt x="0" y="0"/>
                  </a:moveTo>
                  <a:lnTo>
                    <a:pt x="136766" y="698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11067351" y="6556022"/>
              <a:ext cx="138975" cy="12139"/>
            </a:xfrm>
            <a:custGeom>
              <a:avLst/>
              <a:pathLst>
                <a:path w="138975" h="12139">
                  <a:moveTo>
                    <a:pt x="0" y="0"/>
                  </a:moveTo>
                  <a:lnTo>
                    <a:pt x="138975" y="121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11278945" y="6588106"/>
              <a:ext cx="294022" cy="39940"/>
            </a:xfrm>
            <a:custGeom>
              <a:avLst/>
              <a:pathLst>
                <a:path w="294022" h="39940">
                  <a:moveTo>
                    <a:pt x="0" y="0"/>
                  </a:moveTo>
                  <a:lnTo>
                    <a:pt x="294022" y="399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11266719" y="6548824"/>
              <a:ext cx="267203" cy="2389"/>
            </a:xfrm>
            <a:custGeom>
              <a:avLst/>
              <a:pathLst>
                <a:path w="267203" h="2389">
                  <a:moveTo>
                    <a:pt x="0" y="2389"/>
                  </a:moveTo>
                  <a:lnTo>
                    <a:pt x="2672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11067351" y="6531634"/>
              <a:ext cx="204053" cy="31344"/>
            </a:xfrm>
            <a:custGeom>
              <a:avLst/>
              <a:pathLst>
                <a:path w="204053" h="31344">
                  <a:moveTo>
                    <a:pt x="0" y="0"/>
                  </a:moveTo>
                  <a:lnTo>
                    <a:pt x="204053" y="313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11406924" y="6525669"/>
              <a:ext cx="123007" cy="6954"/>
            </a:xfrm>
            <a:custGeom>
              <a:avLst/>
              <a:pathLst>
                <a:path w="123007" h="6954">
                  <a:moveTo>
                    <a:pt x="0" y="6954"/>
                  </a:moveTo>
                  <a:lnTo>
                    <a:pt x="1230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11067351" y="6586022"/>
              <a:ext cx="138587" cy="22533"/>
            </a:xfrm>
            <a:custGeom>
              <a:avLst/>
              <a:pathLst>
                <a:path w="138587" h="22533">
                  <a:moveTo>
                    <a:pt x="0" y="0"/>
                  </a:moveTo>
                  <a:lnTo>
                    <a:pt x="138587" y="2253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11067351" y="6552196"/>
              <a:ext cx="334133" cy="82103"/>
            </a:xfrm>
            <a:custGeom>
              <a:avLst/>
              <a:pathLst>
                <a:path w="334133" h="82103">
                  <a:moveTo>
                    <a:pt x="0" y="0"/>
                  </a:moveTo>
                  <a:lnTo>
                    <a:pt x="133046" y="82103"/>
                  </a:lnTo>
                  <a:lnTo>
                    <a:pt x="334133" y="2064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11067351" y="6557800"/>
              <a:ext cx="471196" cy="63457"/>
            </a:xfrm>
            <a:custGeom>
              <a:avLst/>
              <a:pathLst>
                <a:path w="471196" h="63457">
                  <a:moveTo>
                    <a:pt x="0" y="63457"/>
                  </a:moveTo>
                  <a:lnTo>
                    <a:pt x="265036" y="0"/>
                  </a:lnTo>
                  <a:lnTo>
                    <a:pt x="471196" y="301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11067351" y="6566173"/>
              <a:ext cx="193915" cy="22449"/>
            </a:xfrm>
            <a:custGeom>
              <a:avLst/>
              <a:pathLst>
                <a:path w="193915" h="22449">
                  <a:moveTo>
                    <a:pt x="0" y="22449"/>
                  </a:moveTo>
                  <a:lnTo>
                    <a:pt x="1939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11526121" y="6588046"/>
              <a:ext cx="128804" cy="74678"/>
            </a:xfrm>
            <a:custGeom>
              <a:avLst/>
              <a:pathLst>
                <a:path w="128804" h="74678">
                  <a:moveTo>
                    <a:pt x="0" y="74678"/>
                  </a:moveTo>
                  <a:lnTo>
                    <a:pt x="1288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11267351" y="6616284"/>
              <a:ext cx="273732" cy="19183"/>
            </a:xfrm>
            <a:custGeom>
              <a:avLst/>
              <a:pathLst>
                <a:path w="273732" h="19183">
                  <a:moveTo>
                    <a:pt x="0" y="19183"/>
                  </a:moveTo>
                  <a:lnTo>
                    <a:pt x="139377" y="0"/>
                  </a:lnTo>
                  <a:lnTo>
                    <a:pt x="273732" y="174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11220793" y="6500461"/>
              <a:ext cx="377536" cy="83453"/>
            </a:xfrm>
            <a:custGeom>
              <a:avLst/>
              <a:pathLst>
                <a:path w="377536" h="83453">
                  <a:moveTo>
                    <a:pt x="0" y="76212"/>
                  </a:moveTo>
                  <a:lnTo>
                    <a:pt x="115217" y="28870"/>
                  </a:lnTo>
                  <a:lnTo>
                    <a:pt x="273715" y="83453"/>
                  </a:lnTo>
                  <a:lnTo>
                    <a:pt x="37753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11067351" y="6632509"/>
              <a:ext cx="200281" cy="8713"/>
            </a:xfrm>
            <a:custGeom>
              <a:avLst/>
              <a:pathLst>
                <a:path w="200281" h="8713">
                  <a:moveTo>
                    <a:pt x="0" y="8713"/>
                  </a:moveTo>
                  <a:lnTo>
                    <a:pt x="2002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11067351" y="6535184"/>
              <a:ext cx="472464" cy="34922"/>
            </a:xfrm>
            <a:custGeom>
              <a:avLst/>
              <a:pathLst>
                <a:path w="472464" h="34922">
                  <a:moveTo>
                    <a:pt x="0" y="0"/>
                  </a:moveTo>
                  <a:lnTo>
                    <a:pt x="225543" y="34922"/>
                  </a:lnTo>
                  <a:lnTo>
                    <a:pt x="344384" y="31329"/>
                  </a:lnTo>
                  <a:lnTo>
                    <a:pt x="472464" y="329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11067351" y="6587968"/>
              <a:ext cx="198978" cy="17882"/>
            </a:xfrm>
            <a:custGeom>
              <a:avLst/>
              <a:pathLst>
                <a:path w="198978" h="17882">
                  <a:moveTo>
                    <a:pt x="0" y="17882"/>
                  </a:moveTo>
                  <a:lnTo>
                    <a:pt x="1989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11067351" y="6573163"/>
              <a:ext cx="343297" cy="59720"/>
            </a:xfrm>
            <a:custGeom>
              <a:avLst/>
              <a:pathLst>
                <a:path w="343297" h="59720">
                  <a:moveTo>
                    <a:pt x="0" y="47590"/>
                  </a:moveTo>
                  <a:lnTo>
                    <a:pt x="79891" y="0"/>
                  </a:lnTo>
                  <a:lnTo>
                    <a:pt x="211880" y="3821"/>
                  </a:lnTo>
                  <a:lnTo>
                    <a:pt x="343297" y="597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11067351" y="6543423"/>
              <a:ext cx="479529" cy="67979"/>
            </a:xfrm>
            <a:custGeom>
              <a:avLst/>
              <a:pathLst>
                <a:path w="479529" h="67979">
                  <a:moveTo>
                    <a:pt x="0" y="0"/>
                  </a:moveTo>
                  <a:lnTo>
                    <a:pt x="225543" y="26068"/>
                  </a:lnTo>
                  <a:lnTo>
                    <a:pt x="479529" y="6797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11067351" y="6426018"/>
              <a:ext cx="210358" cy="48662"/>
            </a:xfrm>
            <a:custGeom>
              <a:avLst/>
              <a:pathLst>
                <a:path w="210358" h="48662">
                  <a:moveTo>
                    <a:pt x="0" y="48662"/>
                  </a:moveTo>
                  <a:lnTo>
                    <a:pt x="2103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11067351" y="6601687"/>
              <a:ext cx="266119" cy="41809"/>
            </a:xfrm>
            <a:custGeom>
              <a:avLst/>
              <a:pathLst>
                <a:path w="266119" h="41809">
                  <a:moveTo>
                    <a:pt x="0" y="0"/>
                  </a:moveTo>
                  <a:lnTo>
                    <a:pt x="133237" y="41809"/>
                  </a:lnTo>
                  <a:lnTo>
                    <a:pt x="266119" y="124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11067351" y="6561980"/>
              <a:ext cx="296148" cy="30614"/>
            </a:xfrm>
            <a:custGeom>
              <a:avLst/>
              <a:pathLst>
                <a:path w="296148" h="30614">
                  <a:moveTo>
                    <a:pt x="0" y="0"/>
                  </a:moveTo>
                  <a:lnTo>
                    <a:pt x="136909" y="30614"/>
                  </a:lnTo>
                  <a:lnTo>
                    <a:pt x="296148" y="300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11067351" y="6538519"/>
              <a:ext cx="235917" cy="36486"/>
            </a:xfrm>
            <a:custGeom>
              <a:avLst/>
              <a:pathLst>
                <a:path w="235917" h="36486">
                  <a:moveTo>
                    <a:pt x="0" y="36486"/>
                  </a:moveTo>
                  <a:lnTo>
                    <a:pt x="78804" y="0"/>
                  </a:lnTo>
                  <a:lnTo>
                    <a:pt x="235917" y="705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11656119" y="6545466"/>
              <a:ext cx="84239" cy="27043"/>
            </a:xfrm>
            <a:custGeom>
              <a:avLst/>
              <a:pathLst>
                <a:path w="84239" h="27043">
                  <a:moveTo>
                    <a:pt x="0" y="27043"/>
                  </a:moveTo>
                  <a:lnTo>
                    <a:pt x="842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11067351" y="6510681"/>
              <a:ext cx="643859" cy="133163"/>
            </a:xfrm>
            <a:custGeom>
              <a:avLst/>
              <a:pathLst>
                <a:path w="643859" h="133163">
                  <a:moveTo>
                    <a:pt x="0" y="38162"/>
                  </a:moveTo>
                  <a:lnTo>
                    <a:pt x="215597" y="0"/>
                  </a:lnTo>
                  <a:lnTo>
                    <a:pt x="336431" y="23034"/>
                  </a:lnTo>
                  <a:lnTo>
                    <a:pt x="472663" y="133163"/>
                  </a:lnTo>
                  <a:lnTo>
                    <a:pt x="643859" y="808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11067351" y="6521820"/>
              <a:ext cx="143116" cy="33184"/>
            </a:xfrm>
            <a:custGeom>
              <a:avLst/>
              <a:pathLst>
                <a:path w="143116" h="33184">
                  <a:moveTo>
                    <a:pt x="0" y="0"/>
                  </a:moveTo>
                  <a:lnTo>
                    <a:pt x="143116" y="3318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11067351" y="6529380"/>
              <a:ext cx="149637" cy="41152"/>
            </a:xfrm>
            <a:custGeom>
              <a:avLst/>
              <a:pathLst>
                <a:path w="149637" h="41152">
                  <a:moveTo>
                    <a:pt x="0" y="0"/>
                  </a:moveTo>
                  <a:lnTo>
                    <a:pt x="149637" y="411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11203039" y="6566742"/>
              <a:ext cx="128985" cy="7294"/>
            </a:xfrm>
            <a:custGeom>
              <a:avLst/>
              <a:pathLst>
                <a:path w="128985" h="7294">
                  <a:moveTo>
                    <a:pt x="0" y="0"/>
                  </a:moveTo>
                  <a:lnTo>
                    <a:pt x="128985" y="729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11067351" y="6504447"/>
              <a:ext cx="398007" cy="52603"/>
            </a:xfrm>
            <a:custGeom>
              <a:avLst/>
              <a:pathLst>
                <a:path w="398007" h="52603">
                  <a:moveTo>
                    <a:pt x="0" y="19005"/>
                  </a:moveTo>
                  <a:lnTo>
                    <a:pt x="150876" y="5103"/>
                  </a:lnTo>
                  <a:lnTo>
                    <a:pt x="264855" y="52603"/>
                  </a:lnTo>
                  <a:lnTo>
                    <a:pt x="3980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11067351" y="6580834"/>
              <a:ext cx="232971" cy="11287"/>
            </a:xfrm>
            <a:custGeom>
              <a:avLst/>
              <a:pathLst>
                <a:path w="232971" h="11287">
                  <a:moveTo>
                    <a:pt x="0" y="0"/>
                  </a:moveTo>
                  <a:lnTo>
                    <a:pt x="232971" y="112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11067351" y="6315557"/>
              <a:ext cx="525906" cy="176644"/>
            </a:xfrm>
            <a:custGeom>
              <a:avLst/>
              <a:pathLst>
                <a:path w="525906" h="176644">
                  <a:moveTo>
                    <a:pt x="0" y="176644"/>
                  </a:moveTo>
                  <a:lnTo>
                    <a:pt x="178712" y="132202"/>
                  </a:lnTo>
                  <a:lnTo>
                    <a:pt x="267391" y="61130"/>
                  </a:lnTo>
                  <a:lnTo>
                    <a:pt x="399275" y="95959"/>
                  </a:lnTo>
                  <a:lnTo>
                    <a:pt x="52590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11067351" y="6580306"/>
              <a:ext cx="216431" cy="34538"/>
            </a:xfrm>
            <a:custGeom>
              <a:avLst/>
              <a:pathLst>
                <a:path w="216431" h="34538">
                  <a:moveTo>
                    <a:pt x="0" y="0"/>
                  </a:moveTo>
                  <a:lnTo>
                    <a:pt x="216431" y="345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11067351" y="6542591"/>
              <a:ext cx="399151" cy="64030"/>
            </a:xfrm>
            <a:custGeom>
              <a:avLst/>
              <a:pathLst>
                <a:path w="399151" h="64030">
                  <a:moveTo>
                    <a:pt x="0" y="0"/>
                  </a:moveTo>
                  <a:lnTo>
                    <a:pt x="134296" y="21839"/>
                  </a:lnTo>
                  <a:lnTo>
                    <a:pt x="269912" y="15986"/>
                  </a:lnTo>
                  <a:lnTo>
                    <a:pt x="399151" y="640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11067351" y="6543993"/>
              <a:ext cx="331032" cy="80138"/>
            </a:xfrm>
            <a:custGeom>
              <a:avLst/>
              <a:pathLst>
                <a:path w="331032" h="80138">
                  <a:moveTo>
                    <a:pt x="0" y="68759"/>
                  </a:moveTo>
                  <a:lnTo>
                    <a:pt x="199275" y="80138"/>
                  </a:lnTo>
                  <a:lnTo>
                    <a:pt x="3310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11067351" y="6437396"/>
              <a:ext cx="396552" cy="78095"/>
            </a:xfrm>
            <a:custGeom>
              <a:avLst/>
              <a:pathLst>
                <a:path w="396552" h="78095">
                  <a:moveTo>
                    <a:pt x="0" y="76984"/>
                  </a:moveTo>
                  <a:lnTo>
                    <a:pt x="141815" y="78095"/>
                  </a:lnTo>
                  <a:lnTo>
                    <a:pt x="269746" y="52802"/>
                  </a:lnTo>
                  <a:lnTo>
                    <a:pt x="3965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11067351" y="6558844"/>
              <a:ext cx="140398" cy="6041"/>
            </a:xfrm>
            <a:custGeom>
              <a:avLst/>
              <a:pathLst>
                <a:path w="140398" h="6041">
                  <a:moveTo>
                    <a:pt x="0" y="0"/>
                  </a:moveTo>
                  <a:lnTo>
                    <a:pt x="140398" y="60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11067351" y="6536170"/>
              <a:ext cx="204891" cy="7200"/>
            </a:xfrm>
            <a:custGeom>
              <a:avLst/>
              <a:pathLst>
                <a:path w="204891" h="7200">
                  <a:moveTo>
                    <a:pt x="0" y="7200"/>
                  </a:moveTo>
                  <a:lnTo>
                    <a:pt x="20489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11067351" y="6528295"/>
              <a:ext cx="87459" cy="26473"/>
            </a:xfrm>
            <a:custGeom>
              <a:avLst/>
              <a:pathLst>
                <a:path w="87459" h="26473">
                  <a:moveTo>
                    <a:pt x="0" y="0"/>
                  </a:moveTo>
                  <a:lnTo>
                    <a:pt x="87459" y="2647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11067351" y="6483974"/>
              <a:ext cx="209058" cy="117244"/>
            </a:xfrm>
            <a:custGeom>
              <a:avLst/>
              <a:pathLst>
                <a:path w="209058" h="117244">
                  <a:moveTo>
                    <a:pt x="0" y="0"/>
                  </a:moveTo>
                  <a:lnTo>
                    <a:pt x="69324" y="117244"/>
                  </a:lnTo>
                  <a:lnTo>
                    <a:pt x="140398" y="78115"/>
                  </a:lnTo>
                  <a:lnTo>
                    <a:pt x="209058" y="689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11067351" y="6550048"/>
              <a:ext cx="71641" cy="46237"/>
            </a:xfrm>
            <a:custGeom>
              <a:avLst/>
              <a:pathLst>
                <a:path w="71641" h="46237">
                  <a:moveTo>
                    <a:pt x="0" y="0"/>
                  </a:moveTo>
                  <a:lnTo>
                    <a:pt x="71641" y="462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11067351" y="6472176"/>
              <a:ext cx="398007" cy="64425"/>
            </a:xfrm>
            <a:custGeom>
              <a:avLst/>
              <a:pathLst>
                <a:path w="398007" h="64425">
                  <a:moveTo>
                    <a:pt x="0" y="49658"/>
                  </a:moveTo>
                  <a:lnTo>
                    <a:pt x="150876" y="33894"/>
                  </a:lnTo>
                  <a:lnTo>
                    <a:pt x="254710" y="64425"/>
                  </a:lnTo>
                  <a:lnTo>
                    <a:pt x="3980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11067351" y="6497722"/>
              <a:ext cx="610182" cy="58511"/>
            </a:xfrm>
            <a:custGeom>
              <a:avLst/>
              <a:pathLst>
                <a:path w="610182" h="58511">
                  <a:moveTo>
                    <a:pt x="0" y="57781"/>
                  </a:moveTo>
                  <a:lnTo>
                    <a:pt x="200218" y="58511"/>
                  </a:lnTo>
                  <a:lnTo>
                    <a:pt x="322863" y="21478"/>
                  </a:lnTo>
                  <a:lnTo>
                    <a:pt x="468696" y="0"/>
                  </a:lnTo>
                  <a:lnTo>
                    <a:pt x="610182" y="169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11067351" y="6449445"/>
              <a:ext cx="402899" cy="37661"/>
            </a:xfrm>
            <a:custGeom>
              <a:avLst/>
              <a:pathLst>
                <a:path w="402899" h="37661">
                  <a:moveTo>
                    <a:pt x="0" y="0"/>
                  </a:moveTo>
                  <a:lnTo>
                    <a:pt x="299269" y="6574"/>
                  </a:lnTo>
                  <a:lnTo>
                    <a:pt x="402899" y="376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11067351" y="6494755"/>
              <a:ext cx="127625" cy="46203"/>
            </a:xfrm>
            <a:custGeom>
              <a:avLst/>
              <a:pathLst>
                <a:path w="127625" h="46203">
                  <a:moveTo>
                    <a:pt x="0" y="0"/>
                  </a:moveTo>
                  <a:lnTo>
                    <a:pt x="127625" y="4620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11067351" y="6575220"/>
              <a:ext cx="131780" cy="46280"/>
            </a:xfrm>
            <a:custGeom>
              <a:avLst/>
              <a:pathLst>
                <a:path w="131780" h="46280">
                  <a:moveTo>
                    <a:pt x="0" y="46280"/>
                  </a:moveTo>
                  <a:lnTo>
                    <a:pt x="1317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11067351" y="6514993"/>
              <a:ext cx="163405" cy="10004"/>
            </a:xfrm>
            <a:custGeom>
              <a:avLst/>
              <a:pathLst>
                <a:path w="163405" h="10004">
                  <a:moveTo>
                    <a:pt x="0" y="0"/>
                  </a:moveTo>
                  <a:lnTo>
                    <a:pt x="163405" y="100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11067351" y="6553650"/>
              <a:ext cx="357609" cy="135"/>
            </a:xfrm>
            <a:custGeom>
              <a:avLst/>
              <a:pathLst>
                <a:path w="357609" h="135">
                  <a:moveTo>
                    <a:pt x="0" y="0"/>
                  </a:moveTo>
                  <a:lnTo>
                    <a:pt x="357609" y="1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11067351" y="6516647"/>
              <a:ext cx="198913" cy="4757"/>
            </a:xfrm>
            <a:custGeom>
              <a:avLst/>
              <a:pathLst>
                <a:path w="198913" h="4757">
                  <a:moveTo>
                    <a:pt x="0" y="4757"/>
                  </a:moveTo>
                  <a:lnTo>
                    <a:pt x="1989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11067351" y="6542970"/>
              <a:ext cx="127646" cy="9763"/>
            </a:xfrm>
            <a:custGeom>
              <a:avLst/>
              <a:pathLst>
                <a:path w="127646" h="9763">
                  <a:moveTo>
                    <a:pt x="0" y="0"/>
                  </a:moveTo>
                  <a:lnTo>
                    <a:pt x="127646" y="97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11067351" y="6600636"/>
              <a:ext cx="163405" cy="6554"/>
            </a:xfrm>
            <a:custGeom>
              <a:avLst/>
              <a:pathLst>
                <a:path w="163405" h="6554">
                  <a:moveTo>
                    <a:pt x="0" y="0"/>
                  </a:moveTo>
                  <a:lnTo>
                    <a:pt x="163405" y="65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11533837" y="6571327"/>
              <a:ext cx="134344" cy="3702"/>
            </a:xfrm>
            <a:custGeom>
              <a:avLst/>
              <a:pathLst>
                <a:path w="134344" h="3702">
                  <a:moveTo>
                    <a:pt x="0" y="0"/>
                  </a:moveTo>
                  <a:lnTo>
                    <a:pt x="134344" y="37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11335105" y="6581175"/>
              <a:ext cx="263406" cy="6860"/>
            </a:xfrm>
            <a:custGeom>
              <a:avLst/>
              <a:pathLst>
                <a:path w="263406" h="6860">
                  <a:moveTo>
                    <a:pt x="0" y="0"/>
                  </a:moveTo>
                  <a:lnTo>
                    <a:pt x="131521" y="6860"/>
                  </a:lnTo>
                  <a:lnTo>
                    <a:pt x="263406" y="19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11067351" y="6545985"/>
              <a:ext cx="134239" cy="3359"/>
            </a:xfrm>
            <a:custGeom>
              <a:avLst/>
              <a:pathLst>
                <a:path w="134239" h="3359">
                  <a:moveTo>
                    <a:pt x="0" y="0"/>
                  </a:moveTo>
                  <a:lnTo>
                    <a:pt x="134239" y="33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11215609" y="6517402"/>
              <a:ext cx="244619" cy="55143"/>
            </a:xfrm>
            <a:custGeom>
              <a:avLst/>
              <a:pathLst>
                <a:path w="244619" h="55143">
                  <a:moveTo>
                    <a:pt x="0" y="55143"/>
                  </a:moveTo>
                  <a:lnTo>
                    <a:pt x="54459" y="22164"/>
                  </a:lnTo>
                  <a:lnTo>
                    <a:pt x="129640" y="4035"/>
                  </a:lnTo>
                  <a:lnTo>
                    <a:pt x="2446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11067351" y="6488588"/>
              <a:ext cx="199094" cy="24643"/>
            </a:xfrm>
            <a:custGeom>
              <a:avLst/>
              <a:pathLst>
                <a:path w="199094" h="24643">
                  <a:moveTo>
                    <a:pt x="0" y="0"/>
                  </a:moveTo>
                  <a:lnTo>
                    <a:pt x="199094" y="246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11067351" y="6558298"/>
              <a:ext cx="136232" cy="40261"/>
            </a:xfrm>
            <a:custGeom>
              <a:avLst/>
              <a:pathLst>
                <a:path w="136232" h="40261">
                  <a:moveTo>
                    <a:pt x="0" y="40261"/>
                  </a:moveTo>
                  <a:lnTo>
                    <a:pt x="66203" y="0"/>
                  </a:lnTo>
                  <a:lnTo>
                    <a:pt x="136232" y="265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11067351" y="6395485"/>
              <a:ext cx="154546" cy="46144"/>
            </a:xfrm>
            <a:custGeom>
              <a:avLst/>
              <a:pathLst>
                <a:path w="154546" h="46144">
                  <a:moveTo>
                    <a:pt x="0" y="46144"/>
                  </a:moveTo>
                  <a:lnTo>
                    <a:pt x="1545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11734380" y="6590697"/>
              <a:ext cx="131521" cy="3293"/>
            </a:xfrm>
            <a:custGeom>
              <a:avLst/>
              <a:pathLst>
                <a:path w="131521" h="3293">
                  <a:moveTo>
                    <a:pt x="0" y="3293"/>
                  </a:moveTo>
                  <a:lnTo>
                    <a:pt x="1315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11067351" y="6576869"/>
              <a:ext cx="145652" cy="21842"/>
            </a:xfrm>
            <a:custGeom>
              <a:avLst/>
              <a:pathLst>
                <a:path w="145652" h="21842">
                  <a:moveTo>
                    <a:pt x="0" y="0"/>
                  </a:moveTo>
                  <a:lnTo>
                    <a:pt x="145652" y="218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11209204" y="6562175"/>
              <a:ext cx="130589" cy="13363"/>
            </a:xfrm>
            <a:custGeom>
              <a:avLst/>
              <a:pathLst>
                <a:path w="130589" h="13363">
                  <a:moveTo>
                    <a:pt x="0" y="13363"/>
                  </a:moveTo>
                  <a:lnTo>
                    <a:pt x="1305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11067351" y="6457807"/>
              <a:ext cx="205300" cy="50933"/>
            </a:xfrm>
            <a:custGeom>
              <a:avLst/>
              <a:pathLst>
                <a:path w="205300" h="50933">
                  <a:moveTo>
                    <a:pt x="0" y="50933"/>
                  </a:moveTo>
                  <a:lnTo>
                    <a:pt x="2053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11067351" y="6513743"/>
              <a:ext cx="263949" cy="144508"/>
            </a:xfrm>
            <a:custGeom>
              <a:avLst/>
              <a:pathLst>
                <a:path w="263949" h="144508">
                  <a:moveTo>
                    <a:pt x="0" y="62302"/>
                  </a:moveTo>
                  <a:lnTo>
                    <a:pt x="149914" y="144508"/>
                  </a:lnTo>
                  <a:lnTo>
                    <a:pt x="2639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11067351" y="6548273"/>
              <a:ext cx="309036" cy="13119"/>
            </a:xfrm>
            <a:custGeom>
              <a:avLst/>
              <a:pathLst>
                <a:path w="309036" h="13119">
                  <a:moveTo>
                    <a:pt x="0" y="0"/>
                  </a:moveTo>
                  <a:lnTo>
                    <a:pt x="309036" y="131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11067351" y="6556933"/>
              <a:ext cx="338494" cy="53100"/>
            </a:xfrm>
            <a:custGeom>
              <a:avLst/>
              <a:pathLst>
                <a:path w="338494" h="53100">
                  <a:moveTo>
                    <a:pt x="0" y="0"/>
                  </a:moveTo>
                  <a:lnTo>
                    <a:pt x="146014" y="16954"/>
                  </a:lnTo>
                  <a:lnTo>
                    <a:pt x="338494" y="531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11205619" y="6588458"/>
              <a:ext cx="268106" cy="46122"/>
            </a:xfrm>
            <a:custGeom>
              <a:avLst/>
              <a:pathLst>
                <a:path w="268106" h="46122">
                  <a:moveTo>
                    <a:pt x="0" y="26260"/>
                  </a:moveTo>
                  <a:lnTo>
                    <a:pt x="135283" y="0"/>
                  </a:lnTo>
                  <a:lnTo>
                    <a:pt x="268106" y="461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11067351" y="6582479"/>
              <a:ext cx="234782" cy="7110"/>
            </a:xfrm>
            <a:custGeom>
              <a:avLst/>
              <a:pathLst>
                <a:path w="234782" h="7110">
                  <a:moveTo>
                    <a:pt x="0" y="7110"/>
                  </a:moveTo>
                  <a:lnTo>
                    <a:pt x="2347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11233400" y="6492761"/>
              <a:ext cx="242090" cy="42953"/>
            </a:xfrm>
            <a:custGeom>
              <a:avLst/>
              <a:pathLst>
                <a:path w="242090" h="42953">
                  <a:moveTo>
                    <a:pt x="0" y="42953"/>
                  </a:moveTo>
                  <a:lnTo>
                    <a:pt x="98806" y="0"/>
                  </a:lnTo>
                  <a:lnTo>
                    <a:pt x="242090" y="376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11067351" y="6431602"/>
              <a:ext cx="276268" cy="85484"/>
            </a:xfrm>
            <a:custGeom>
              <a:avLst/>
              <a:pathLst>
                <a:path w="276268" h="85484">
                  <a:moveTo>
                    <a:pt x="0" y="85351"/>
                  </a:moveTo>
                  <a:lnTo>
                    <a:pt x="167029" y="85484"/>
                  </a:lnTo>
                  <a:lnTo>
                    <a:pt x="2762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11067351" y="6584896"/>
              <a:ext cx="145833" cy="31676"/>
            </a:xfrm>
            <a:custGeom>
              <a:avLst/>
              <a:pathLst>
                <a:path w="145833" h="31676">
                  <a:moveTo>
                    <a:pt x="0" y="31676"/>
                  </a:moveTo>
                  <a:lnTo>
                    <a:pt x="14583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11067351" y="6509413"/>
              <a:ext cx="346007" cy="27377"/>
            </a:xfrm>
            <a:custGeom>
              <a:avLst/>
              <a:pathLst>
                <a:path w="346007" h="27377">
                  <a:moveTo>
                    <a:pt x="0" y="27377"/>
                  </a:moveTo>
                  <a:lnTo>
                    <a:pt x="3460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11067351" y="6586601"/>
              <a:ext cx="411791" cy="31104"/>
            </a:xfrm>
            <a:custGeom>
              <a:avLst/>
              <a:pathLst>
                <a:path w="411791" h="31104">
                  <a:moveTo>
                    <a:pt x="0" y="31104"/>
                  </a:moveTo>
                  <a:lnTo>
                    <a:pt x="136790" y="16951"/>
                  </a:lnTo>
                  <a:lnTo>
                    <a:pt x="309117" y="0"/>
                  </a:lnTo>
                  <a:lnTo>
                    <a:pt x="411791" y="1564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11067351" y="6522917"/>
              <a:ext cx="67175" cy="38999"/>
            </a:xfrm>
            <a:custGeom>
              <a:avLst/>
              <a:pathLst>
                <a:path w="67175" h="38999">
                  <a:moveTo>
                    <a:pt x="0" y="38999"/>
                  </a:moveTo>
                  <a:lnTo>
                    <a:pt x="671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11067351" y="6475843"/>
              <a:ext cx="542391" cy="72335"/>
            </a:xfrm>
            <a:custGeom>
              <a:avLst/>
              <a:pathLst>
                <a:path w="542391" h="72335">
                  <a:moveTo>
                    <a:pt x="0" y="56717"/>
                  </a:moveTo>
                  <a:lnTo>
                    <a:pt x="178712" y="72335"/>
                  </a:lnTo>
                  <a:lnTo>
                    <a:pt x="264855" y="37658"/>
                  </a:lnTo>
                  <a:lnTo>
                    <a:pt x="411951" y="0"/>
                  </a:lnTo>
                  <a:lnTo>
                    <a:pt x="542391" y="305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11067351" y="6329055"/>
              <a:ext cx="228079" cy="233570"/>
            </a:xfrm>
            <a:custGeom>
              <a:avLst/>
              <a:pathLst>
                <a:path w="228079" h="233570">
                  <a:moveTo>
                    <a:pt x="0" y="233570"/>
                  </a:moveTo>
                  <a:lnTo>
                    <a:pt x="2280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11067351" y="6513140"/>
              <a:ext cx="131735" cy="47375"/>
            </a:xfrm>
            <a:custGeom>
              <a:avLst/>
              <a:pathLst>
                <a:path w="131735" h="47375">
                  <a:moveTo>
                    <a:pt x="0" y="47375"/>
                  </a:moveTo>
                  <a:lnTo>
                    <a:pt x="1317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11259861" y="6440340"/>
              <a:ext cx="398913" cy="126014"/>
            </a:xfrm>
            <a:custGeom>
              <a:avLst/>
              <a:pathLst>
                <a:path w="398913" h="126014">
                  <a:moveTo>
                    <a:pt x="0" y="0"/>
                  </a:moveTo>
                  <a:lnTo>
                    <a:pt x="136956" y="126014"/>
                  </a:lnTo>
                  <a:lnTo>
                    <a:pt x="266304" y="5299"/>
                  </a:lnTo>
                  <a:lnTo>
                    <a:pt x="398913" y="7767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11067351" y="6548507"/>
              <a:ext cx="384239" cy="19067"/>
            </a:xfrm>
            <a:custGeom>
              <a:avLst/>
              <a:pathLst>
                <a:path w="384239" h="19067">
                  <a:moveTo>
                    <a:pt x="0" y="0"/>
                  </a:moveTo>
                  <a:lnTo>
                    <a:pt x="82427" y="9064"/>
                  </a:lnTo>
                  <a:lnTo>
                    <a:pt x="384239" y="190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11398148" y="6362444"/>
              <a:ext cx="155812" cy="84605"/>
            </a:xfrm>
            <a:custGeom>
              <a:avLst/>
              <a:pathLst>
                <a:path w="155812" h="84605">
                  <a:moveTo>
                    <a:pt x="0" y="84605"/>
                  </a:moveTo>
                  <a:lnTo>
                    <a:pt x="1558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11067351" y="6571652"/>
              <a:ext cx="199094" cy="36815"/>
            </a:xfrm>
            <a:custGeom>
              <a:avLst/>
              <a:pathLst>
                <a:path w="199094" h="36815">
                  <a:moveTo>
                    <a:pt x="0" y="36815"/>
                  </a:moveTo>
                  <a:lnTo>
                    <a:pt x="1990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11067351" y="6571827"/>
              <a:ext cx="385296" cy="23889"/>
            </a:xfrm>
            <a:custGeom>
              <a:avLst/>
              <a:pathLst>
                <a:path w="385296" h="23889">
                  <a:moveTo>
                    <a:pt x="0" y="5930"/>
                  </a:moveTo>
                  <a:lnTo>
                    <a:pt x="212681" y="23889"/>
                  </a:lnTo>
                  <a:lnTo>
                    <a:pt x="38529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11292894" y="6520921"/>
              <a:ext cx="247282" cy="37791"/>
            </a:xfrm>
            <a:custGeom>
              <a:avLst/>
              <a:pathLst>
                <a:path w="247282" h="37791">
                  <a:moveTo>
                    <a:pt x="0" y="24964"/>
                  </a:moveTo>
                  <a:lnTo>
                    <a:pt x="117351" y="0"/>
                  </a:lnTo>
                  <a:lnTo>
                    <a:pt x="247282" y="377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11067351" y="6497940"/>
              <a:ext cx="402536" cy="123590"/>
            </a:xfrm>
            <a:custGeom>
              <a:avLst/>
              <a:pathLst>
                <a:path w="402536" h="123590">
                  <a:moveTo>
                    <a:pt x="0" y="0"/>
                  </a:moveTo>
                  <a:lnTo>
                    <a:pt x="136775" y="123590"/>
                  </a:lnTo>
                  <a:lnTo>
                    <a:pt x="266123" y="47810"/>
                  </a:lnTo>
                  <a:lnTo>
                    <a:pt x="402536" y="561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11067351" y="6513858"/>
              <a:ext cx="257246" cy="32131"/>
            </a:xfrm>
            <a:custGeom>
              <a:avLst/>
              <a:pathLst>
                <a:path w="257246" h="32131">
                  <a:moveTo>
                    <a:pt x="0" y="0"/>
                  </a:moveTo>
                  <a:lnTo>
                    <a:pt x="134669" y="32019"/>
                  </a:lnTo>
                  <a:lnTo>
                    <a:pt x="257246" y="321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11067351" y="6559760"/>
              <a:ext cx="274637" cy="44787"/>
            </a:xfrm>
            <a:custGeom>
              <a:avLst/>
              <a:pathLst>
                <a:path w="274637" h="44787">
                  <a:moveTo>
                    <a:pt x="0" y="0"/>
                  </a:moveTo>
                  <a:lnTo>
                    <a:pt x="274637" y="447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11067351" y="6546413"/>
              <a:ext cx="136449" cy="29232"/>
            </a:xfrm>
            <a:custGeom>
              <a:avLst/>
              <a:pathLst>
                <a:path w="136449" h="29232">
                  <a:moveTo>
                    <a:pt x="0" y="29232"/>
                  </a:moveTo>
                  <a:lnTo>
                    <a:pt x="1364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11282206" y="6512525"/>
              <a:ext cx="204348" cy="50264"/>
            </a:xfrm>
            <a:custGeom>
              <a:avLst/>
              <a:pathLst>
                <a:path w="204348" h="50264">
                  <a:moveTo>
                    <a:pt x="0" y="50264"/>
                  </a:moveTo>
                  <a:lnTo>
                    <a:pt x="2043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11067351" y="6575708"/>
              <a:ext cx="144521" cy="29507"/>
            </a:xfrm>
            <a:custGeom>
              <a:avLst/>
              <a:pathLst>
                <a:path w="144521" h="29507">
                  <a:moveTo>
                    <a:pt x="0" y="29507"/>
                  </a:moveTo>
                  <a:lnTo>
                    <a:pt x="1445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11067351" y="6589186"/>
              <a:ext cx="351921" cy="19552"/>
            </a:xfrm>
            <a:custGeom>
              <a:avLst/>
              <a:pathLst>
                <a:path w="351921" h="19552">
                  <a:moveTo>
                    <a:pt x="0" y="0"/>
                  </a:moveTo>
                  <a:lnTo>
                    <a:pt x="351921" y="195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11067351" y="6557127"/>
              <a:ext cx="140398" cy="29806"/>
            </a:xfrm>
            <a:custGeom>
              <a:avLst/>
              <a:pathLst>
                <a:path w="140398" h="29806">
                  <a:moveTo>
                    <a:pt x="0" y="29806"/>
                  </a:moveTo>
                  <a:lnTo>
                    <a:pt x="1403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11067351" y="6348784"/>
              <a:ext cx="277717" cy="89870"/>
            </a:xfrm>
            <a:custGeom>
              <a:avLst/>
              <a:pathLst>
                <a:path w="277717" h="89870">
                  <a:moveTo>
                    <a:pt x="0" y="89870"/>
                  </a:moveTo>
                  <a:lnTo>
                    <a:pt x="138587" y="68826"/>
                  </a:lnTo>
                  <a:lnTo>
                    <a:pt x="2777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11067351" y="6587252"/>
              <a:ext cx="138167" cy="23115"/>
            </a:xfrm>
            <a:custGeom>
              <a:avLst/>
              <a:pathLst>
                <a:path w="138167" h="23115">
                  <a:moveTo>
                    <a:pt x="0" y="23115"/>
                  </a:moveTo>
                  <a:lnTo>
                    <a:pt x="1381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11067351" y="6522309"/>
              <a:ext cx="270833" cy="76157"/>
            </a:xfrm>
            <a:custGeom>
              <a:avLst/>
              <a:pathLst>
                <a:path w="270833" h="76157">
                  <a:moveTo>
                    <a:pt x="0" y="25549"/>
                  </a:moveTo>
                  <a:lnTo>
                    <a:pt x="132858" y="0"/>
                  </a:lnTo>
                  <a:lnTo>
                    <a:pt x="270833" y="761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11067351" y="6602499"/>
              <a:ext cx="598147" cy="104160"/>
            </a:xfrm>
            <a:custGeom>
              <a:avLst/>
              <a:pathLst>
                <a:path w="598147" h="104160">
                  <a:moveTo>
                    <a:pt x="0" y="11299"/>
                  </a:moveTo>
                  <a:lnTo>
                    <a:pt x="196516" y="0"/>
                  </a:lnTo>
                  <a:lnTo>
                    <a:pt x="332385" y="6236"/>
                  </a:lnTo>
                  <a:lnTo>
                    <a:pt x="464270" y="104160"/>
                  </a:lnTo>
                  <a:lnTo>
                    <a:pt x="598147" y="571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11067351" y="6570498"/>
              <a:ext cx="345833" cy="41546"/>
            </a:xfrm>
            <a:custGeom>
              <a:avLst/>
              <a:pathLst>
                <a:path w="345833" h="41546">
                  <a:moveTo>
                    <a:pt x="0" y="0"/>
                  </a:moveTo>
                  <a:lnTo>
                    <a:pt x="143116" y="41546"/>
                  </a:lnTo>
                  <a:lnTo>
                    <a:pt x="345833" y="168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11067351" y="6505001"/>
              <a:ext cx="429529" cy="58263"/>
            </a:xfrm>
            <a:custGeom>
              <a:avLst/>
              <a:pathLst>
                <a:path w="429529" h="58263">
                  <a:moveTo>
                    <a:pt x="0" y="0"/>
                  </a:moveTo>
                  <a:lnTo>
                    <a:pt x="146014" y="37986"/>
                  </a:lnTo>
                  <a:lnTo>
                    <a:pt x="277536" y="57285"/>
                  </a:lnTo>
                  <a:lnTo>
                    <a:pt x="429529" y="582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11067351" y="6516543"/>
              <a:ext cx="628442" cy="61078"/>
            </a:xfrm>
            <a:custGeom>
              <a:avLst/>
              <a:pathLst>
                <a:path w="628442" h="61078">
                  <a:moveTo>
                    <a:pt x="0" y="61078"/>
                  </a:moveTo>
                  <a:lnTo>
                    <a:pt x="203261" y="0"/>
                  </a:lnTo>
                  <a:lnTo>
                    <a:pt x="342049" y="6894"/>
                  </a:lnTo>
                  <a:lnTo>
                    <a:pt x="456159" y="60171"/>
                  </a:lnTo>
                  <a:lnTo>
                    <a:pt x="628442" y="334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11334742" y="6591794"/>
              <a:ext cx="132971" cy="41699"/>
            </a:xfrm>
            <a:custGeom>
              <a:avLst/>
              <a:pathLst>
                <a:path w="132971" h="41699">
                  <a:moveTo>
                    <a:pt x="0" y="0"/>
                  </a:moveTo>
                  <a:lnTo>
                    <a:pt x="132971" y="4169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11067351" y="6546696"/>
              <a:ext cx="932247" cy="7791"/>
            </a:xfrm>
            <a:custGeom>
              <a:avLst/>
              <a:pathLst>
                <a:path w="932247" h="7791">
                  <a:moveTo>
                    <a:pt x="0" y="7791"/>
                  </a:moveTo>
                  <a:lnTo>
                    <a:pt x="9416" y="7713"/>
                  </a:lnTo>
                  <a:lnTo>
                    <a:pt x="18833" y="7634"/>
                  </a:lnTo>
                  <a:lnTo>
                    <a:pt x="28249" y="7555"/>
                  </a:lnTo>
                  <a:lnTo>
                    <a:pt x="37666" y="7477"/>
                  </a:lnTo>
                  <a:lnTo>
                    <a:pt x="47083" y="7398"/>
                  </a:lnTo>
                  <a:lnTo>
                    <a:pt x="56499" y="7319"/>
                  </a:lnTo>
                  <a:lnTo>
                    <a:pt x="65916" y="7241"/>
                  </a:lnTo>
                  <a:lnTo>
                    <a:pt x="75333" y="7162"/>
                  </a:lnTo>
                  <a:lnTo>
                    <a:pt x="84749" y="7083"/>
                  </a:lnTo>
                  <a:lnTo>
                    <a:pt x="94166" y="7004"/>
                  </a:lnTo>
                  <a:lnTo>
                    <a:pt x="103583" y="6926"/>
                  </a:lnTo>
                  <a:lnTo>
                    <a:pt x="112999" y="6847"/>
                  </a:lnTo>
                  <a:lnTo>
                    <a:pt x="122416" y="6768"/>
                  </a:lnTo>
                  <a:lnTo>
                    <a:pt x="131832" y="6690"/>
                  </a:lnTo>
                  <a:lnTo>
                    <a:pt x="141249" y="6611"/>
                  </a:lnTo>
                  <a:lnTo>
                    <a:pt x="150666" y="6532"/>
                  </a:lnTo>
                  <a:lnTo>
                    <a:pt x="160082" y="6453"/>
                  </a:lnTo>
                  <a:lnTo>
                    <a:pt x="169499" y="6375"/>
                  </a:lnTo>
                  <a:lnTo>
                    <a:pt x="178916" y="6296"/>
                  </a:lnTo>
                  <a:lnTo>
                    <a:pt x="188332" y="6217"/>
                  </a:lnTo>
                  <a:lnTo>
                    <a:pt x="197749" y="6139"/>
                  </a:lnTo>
                  <a:lnTo>
                    <a:pt x="207166" y="6060"/>
                  </a:lnTo>
                  <a:lnTo>
                    <a:pt x="216582" y="5981"/>
                  </a:lnTo>
                  <a:lnTo>
                    <a:pt x="225999" y="5903"/>
                  </a:lnTo>
                  <a:lnTo>
                    <a:pt x="235416" y="5824"/>
                  </a:lnTo>
                  <a:lnTo>
                    <a:pt x="244832" y="5745"/>
                  </a:lnTo>
                  <a:lnTo>
                    <a:pt x="254249" y="5666"/>
                  </a:lnTo>
                  <a:lnTo>
                    <a:pt x="263665" y="5588"/>
                  </a:lnTo>
                  <a:lnTo>
                    <a:pt x="273082" y="5509"/>
                  </a:lnTo>
                  <a:lnTo>
                    <a:pt x="282499" y="5430"/>
                  </a:lnTo>
                  <a:lnTo>
                    <a:pt x="291915" y="5352"/>
                  </a:lnTo>
                  <a:lnTo>
                    <a:pt x="301332" y="5273"/>
                  </a:lnTo>
                  <a:lnTo>
                    <a:pt x="310749" y="5194"/>
                  </a:lnTo>
                  <a:lnTo>
                    <a:pt x="320165" y="5115"/>
                  </a:lnTo>
                  <a:lnTo>
                    <a:pt x="329582" y="5037"/>
                  </a:lnTo>
                  <a:lnTo>
                    <a:pt x="338999" y="4958"/>
                  </a:lnTo>
                  <a:lnTo>
                    <a:pt x="348415" y="4879"/>
                  </a:lnTo>
                  <a:lnTo>
                    <a:pt x="357832" y="4801"/>
                  </a:lnTo>
                  <a:lnTo>
                    <a:pt x="367248" y="4722"/>
                  </a:lnTo>
                  <a:lnTo>
                    <a:pt x="376665" y="4643"/>
                  </a:lnTo>
                  <a:lnTo>
                    <a:pt x="386082" y="4564"/>
                  </a:lnTo>
                  <a:lnTo>
                    <a:pt x="395498" y="4486"/>
                  </a:lnTo>
                  <a:lnTo>
                    <a:pt x="404915" y="4407"/>
                  </a:lnTo>
                  <a:lnTo>
                    <a:pt x="414332" y="4328"/>
                  </a:lnTo>
                  <a:lnTo>
                    <a:pt x="423748" y="4250"/>
                  </a:lnTo>
                  <a:lnTo>
                    <a:pt x="433165" y="4171"/>
                  </a:lnTo>
                  <a:lnTo>
                    <a:pt x="442582" y="4092"/>
                  </a:lnTo>
                  <a:lnTo>
                    <a:pt x="451998" y="4014"/>
                  </a:lnTo>
                  <a:lnTo>
                    <a:pt x="461415" y="3935"/>
                  </a:lnTo>
                  <a:lnTo>
                    <a:pt x="470832" y="3856"/>
                  </a:lnTo>
                  <a:lnTo>
                    <a:pt x="480248" y="3777"/>
                  </a:lnTo>
                  <a:lnTo>
                    <a:pt x="489665" y="3699"/>
                  </a:lnTo>
                  <a:lnTo>
                    <a:pt x="499081" y="3620"/>
                  </a:lnTo>
                  <a:lnTo>
                    <a:pt x="508498" y="3541"/>
                  </a:lnTo>
                  <a:lnTo>
                    <a:pt x="517915" y="3463"/>
                  </a:lnTo>
                  <a:lnTo>
                    <a:pt x="527331" y="3384"/>
                  </a:lnTo>
                  <a:lnTo>
                    <a:pt x="536748" y="3305"/>
                  </a:lnTo>
                  <a:lnTo>
                    <a:pt x="546165" y="3226"/>
                  </a:lnTo>
                  <a:lnTo>
                    <a:pt x="555581" y="3148"/>
                  </a:lnTo>
                  <a:lnTo>
                    <a:pt x="564998" y="3069"/>
                  </a:lnTo>
                  <a:lnTo>
                    <a:pt x="574415" y="2990"/>
                  </a:lnTo>
                  <a:lnTo>
                    <a:pt x="583831" y="2912"/>
                  </a:lnTo>
                  <a:lnTo>
                    <a:pt x="593248" y="2833"/>
                  </a:lnTo>
                  <a:lnTo>
                    <a:pt x="602664" y="2754"/>
                  </a:lnTo>
                  <a:lnTo>
                    <a:pt x="612081" y="2676"/>
                  </a:lnTo>
                  <a:lnTo>
                    <a:pt x="621498" y="2597"/>
                  </a:lnTo>
                  <a:lnTo>
                    <a:pt x="630914" y="2518"/>
                  </a:lnTo>
                  <a:lnTo>
                    <a:pt x="640331" y="2439"/>
                  </a:lnTo>
                  <a:lnTo>
                    <a:pt x="649748" y="2361"/>
                  </a:lnTo>
                  <a:lnTo>
                    <a:pt x="659164" y="2282"/>
                  </a:lnTo>
                  <a:lnTo>
                    <a:pt x="668581" y="2203"/>
                  </a:lnTo>
                  <a:lnTo>
                    <a:pt x="677998" y="2125"/>
                  </a:lnTo>
                  <a:lnTo>
                    <a:pt x="687414" y="2046"/>
                  </a:lnTo>
                  <a:lnTo>
                    <a:pt x="696831" y="1967"/>
                  </a:lnTo>
                  <a:lnTo>
                    <a:pt x="706248" y="1888"/>
                  </a:lnTo>
                  <a:lnTo>
                    <a:pt x="715664" y="1810"/>
                  </a:lnTo>
                  <a:lnTo>
                    <a:pt x="725081" y="1731"/>
                  </a:lnTo>
                  <a:lnTo>
                    <a:pt x="734497" y="1652"/>
                  </a:lnTo>
                  <a:lnTo>
                    <a:pt x="743914" y="1574"/>
                  </a:lnTo>
                  <a:lnTo>
                    <a:pt x="753331" y="1495"/>
                  </a:lnTo>
                  <a:lnTo>
                    <a:pt x="762747" y="1416"/>
                  </a:lnTo>
                  <a:lnTo>
                    <a:pt x="772164" y="1338"/>
                  </a:lnTo>
                  <a:lnTo>
                    <a:pt x="781581" y="1259"/>
                  </a:lnTo>
                  <a:lnTo>
                    <a:pt x="790997" y="1180"/>
                  </a:lnTo>
                  <a:lnTo>
                    <a:pt x="800414" y="1101"/>
                  </a:lnTo>
                  <a:lnTo>
                    <a:pt x="809831" y="1023"/>
                  </a:lnTo>
                  <a:lnTo>
                    <a:pt x="819247" y="944"/>
                  </a:lnTo>
                  <a:lnTo>
                    <a:pt x="828664" y="865"/>
                  </a:lnTo>
                  <a:lnTo>
                    <a:pt x="838081" y="787"/>
                  </a:lnTo>
                  <a:lnTo>
                    <a:pt x="847497" y="708"/>
                  </a:lnTo>
                  <a:lnTo>
                    <a:pt x="856914" y="629"/>
                  </a:lnTo>
                  <a:lnTo>
                    <a:pt x="866330" y="550"/>
                  </a:lnTo>
                  <a:lnTo>
                    <a:pt x="875747" y="472"/>
                  </a:lnTo>
                  <a:lnTo>
                    <a:pt x="885164" y="393"/>
                  </a:lnTo>
                  <a:lnTo>
                    <a:pt x="894580" y="314"/>
                  </a:lnTo>
                  <a:lnTo>
                    <a:pt x="903997" y="236"/>
                  </a:lnTo>
                  <a:lnTo>
                    <a:pt x="913414" y="157"/>
                  </a:lnTo>
                  <a:lnTo>
                    <a:pt x="922830" y="78"/>
                  </a:lnTo>
                  <a:lnTo>
                    <a:pt x="932247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7" name="tx2877"/>
            <p:cNvSpPr/>
            <p:nvPr/>
          </p:nvSpPr>
          <p:spPr>
            <a:xfrm>
              <a:off x="10985242" y="5439774"/>
              <a:ext cx="1014356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0.012 Z/year</a:t>
              </a:r>
            </a:p>
          </p:txBody>
        </p:sp>
        <p:sp>
          <p:nvSpPr>
            <p:cNvPr id="2878" name="rc2878"/>
            <p:cNvSpPr/>
            <p:nvPr/>
          </p:nvSpPr>
          <p:spPr>
            <a:xfrm>
              <a:off x="11020738" y="5418670"/>
              <a:ext cx="1025472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tx2879"/>
            <p:cNvSpPr/>
            <p:nvPr/>
          </p:nvSpPr>
          <p:spPr>
            <a:xfrm>
              <a:off x="10895953" y="652176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880" name="tx2880"/>
            <p:cNvSpPr/>
            <p:nvPr/>
          </p:nvSpPr>
          <p:spPr>
            <a:xfrm>
              <a:off x="10895953" y="6283543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881" name="tx2881"/>
            <p:cNvSpPr/>
            <p:nvPr/>
          </p:nvSpPr>
          <p:spPr>
            <a:xfrm>
              <a:off x="10833797" y="604248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882" name="tx2882"/>
            <p:cNvSpPr/>
            <p:nvPr/>
          </p:nvSpPr>
          <p:spPr>
            <a:xfrm>
              <a:off x="10833797" y="5802838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883" name="tx2883"/>
            <p:cNvSpPr/>
            <p:nvPr/>
          </p:nvSpPr>
          <p:spPr>
            <a:xfrm>
              <a:off x="10833797" y="556319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884" name="pl2884"/>
            <p:cNvSpPr/>
            <p:nvPr/>
          </p:nvSpPr>
          <p:spPr>
            <a:xfrm>
              <a:off x="10985944" y="65634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10985944" y="63238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10985944" y="60841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10985944" y="584452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10985944" y="56048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11067351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11397967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11728583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tx2892"/>
            <p:cNvSpPr/>
            <p:nvPr/>
          </p:nvSpPr>
          <p:spPr>
            <a:xfrm>
              <a:off x="11036273" y="68289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893" name="tx2893"/>
            <p:cNvSpPr/>
            <p:nvPr/>
          </p:nvSpPr>
          <p:spPr>
            <a:xfrm>
              <a:off x="11366889" y="68303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894" name="tx2894"/>
            <p:cNvSpPr/>
            <p:nvPr/>
          </p:nvSpPr>
          <p:spPr>
            <a:xfrm>
              <a:off x="11666428" y="6828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895" name="tx2895"/>
            <p:cNvSpPr/>
            <p:nvPr/>
          </p:nvSpPr>
          <p:spPr>
            <a:xfrm>
              <a:off x="10912294" y="69763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2896" name="tx2896"/>
            <p:cNvSpPr/>
            <p:nvPr/>
          </p:nvSpPr>
          <p:spPr>
            <a:xfrm rot="-5400000">
              <a:off x="10152384" y="6027779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(Z)</a:t>
              </a:r>
            </a:p>
          </p:txBody>
        </p:sp>
        <p:sp>
          <p:nvSpPr>
            <p:cNvPr id="2897" name="rc2897"/>
            <p:cNvSpPr/>
            <p:nvPr/>
          </p:nvSpPr>
          <p:spPr>
            <a:xfrm>
              <a:off x="10591800" y="71778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rc2898"/>
            <p:cNvSpPr/>
            <p:nvPr/>
          </p:nvSpPr>
          <p:spPr>
            <a:xfrm>
              <a:off x="11020738" y="7247470"/>
              <a:ext cx="1025472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11020738" y="8451655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11020738" y="8167443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11020738" y="7883230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11020738" y="7599018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11020738" y="7314805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11232659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11563275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11893891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11020738" y="8593762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11020738" y="8309549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11020738" y="8025337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11020738" y="7741124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11020738" y="7456912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11067351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11397967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11728583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11042525" y="8147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11118515" y="8150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11176583" y="8138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11042525" y="8354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11042525" y="8132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11042525" y="7880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11121148" y="7809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11278442" y="7954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11042525" y="8319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11261851" y="8369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11443250" y="8092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11592163" y="8048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11042525" y="8038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11042525" y="8357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11042525" y="8304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11042525" y="7860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11042525" y="7768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11042525" y="8388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11182137" y="8377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11245362" y="8367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11042525" y="7305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11105931" y="7283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11118560" y="7945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11189937" y="8050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11115988" y="7909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11042525" y="8125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11128728" y="7967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11264445" y="794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11413998" y="8122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11491438" y="8190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11042525" y="7994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11042525" y="8175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11042525" y="7895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11042525" y="8119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11113429" y="8262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11042525" y="7725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11042525" y="8238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11108467" y="8027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11175850" y="8126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11042525" y="7495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11112578" y="7507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11179558" y="8302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11042525" y="7982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11121510" y="8011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11042525" y="8093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11125611" y="8221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11186728" y="8190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11042525" y="8162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11104074" y="7851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11187227" y="7902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11248096" y="7963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11042525" y="8154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11109589" y="8129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11042525" y="8299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11118612" y="8221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11042525" y="8310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11179153" y="8222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11042525" y="8319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11042525" y="7985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11176671" y="7782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11042525" y="8379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11109735" y="8486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11042525" y="8286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11113539" y="8377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11042525" y="8282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11108689" y="8256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11176764" y="8278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11374447" y="8203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11437815" y="8253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4"/>
            <p:cNvSpPr/>
            <p:nvPr/>
          </p:nvSpPr>
          <p:spPr>
            <a:xfrm>
              <a:off x="11499953" y="8220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5"/>
            <p:cNvSpPr/>
            <p:nvPr/>
          </p:nvSpPr>
          <p:spPr>
            <a:xfrm>
              <a:off x="11570967" y="8279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6"/>
            <p:cNvSpPr/>
            <p:nvPr/>
          </p:nvSpPr>
          <p:spPr>
            <a:xfrm>
              <a:off x="11636772" y="8171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7"/>
            <p:cNvSpPr/>
            <p:nvPr/>
          </p:nvSpPr>
          <p:spPr>
            <a:xfrm>
              <a:off x="11709011" y="8142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8"/>
            <p:cNvSpPr/>
            <p:nvPr/>
          </p:nvSpPr>
          <p:spPr>
            <a:xfrm>
              <a:off x="11042525" y="8061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9"/>
            <p:cNvSpPr/>
            <p:nvPr/>
          </p:nvSpPr>
          <p:spPr>
            <a:xfrm>
              <a:off x="11169336" y="8089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90"/>
            <p:cNvSpPr/>
            <p:nvPr/>
          </p:nvSpPr>
          <p:spPr>
            <a:xfrm>
              <a:off x="11306112" y="8152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1"/>
            <p:cNvSpPr/>
            <p:nvPr/>
          </p:nvSpPr>
          <p:spPr>
            <a:xfrm>
              <a:off x="11373322" y="8163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2"/>
            <p:cNvSpPr/>
            <p:nvPr/>
          </p:nvSpPr>
          <p:spPr>
            <a:xfrm>
              <a:off x="11439264" y="8299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3"/>
            <p:cNvSpPr/>
            <p:nvPr/>
          </p:nvSpPr>
          <p:spPr>
            <a:xfrm>
              <a:off x="11042525" y="7985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4"/>
            <p:cNvSpPr/>
            <p:nvPr/>
          </p:nvSpPr>
          <p:spPr>
            <a:xfrm>
              <a:off x="11108648" y="8182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5"/>
            <p:cNvSpPr/>
            <p:nvPr/>
          </p:nvSpPr>
          <p:spPr>
            <a:xfrm>
              <a:off x="11242706" y="8354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6"/>
            <p:cNvSpPr/>
            <p:nvPr/>
          </p:nvSpPr>
          <p:spPr>
            <a:xfrm>
              <a:off x="11042525" y="8331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7"/>
            <p:cNvSpPr/>
            <p:nvPr/>
          </p:nvSpPr>
          <p:spPr>
            <a:xfrm>
              <a:off x="11124952" y="8307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8"/>
            <p:cNvSpPr/>
            <p:nvPr/>
          </p:nvSpPr>
          <p:spPr>
            <a:xfrm>
              <a:off x="11241438" y="8194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9"/>
            <p:cNvSpPr/>
            <p:nvPr/>
          </p:nvSpPr>
          <p:spPr>
            <a:xfrm>
              <a:off x="11042525" y="8372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3000"/>
            <p:cNvSpPr/>
            <p:nvPr/>
          </p:nvSpPr>
          <p:spPr>
            <a:xfrm>
              <a:off x="11167163" y="8306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1"/>
            <p:cNvSpPr/>
            <p:nvPr/>
          </p:nvSpPr>
          <p:spPr>
            <a:xfrm>
              <a:off x="11042525" y="7630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2"/>
            <p:cNvSpPr/>
            <p:nvPr/>
          </p:nvSpPr>
          <p:spPr>
            <a:xfrm>
              <a:off x="11111547" y="7869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3"/>
            <p:cNvSpPr/>
            <p:nvPr/>
          </p:nvSpPr>
          <p:spPr>
            <a:xfrm>
              <a:off x="11176140" y="7906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4"/>
            <p:cNvSpPr/>
            <p:nvPr/>
          </p:nvSpPr>
          <p:spPr>
            <a:xfrm>
              <a:off x="11042525" y="8014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5"/>
            <p:cNvSpPr/>
            <p:nvPr/>
          </p:nvSpPr>
          <p:spPr>
            <a:xfrm>
              <a:off x="11042525" y="8285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6"/>
            <p:cNvSpPr/>
            <p:nvPr/>
          </p:nvSpPr>
          <p:spPr>
            <a:xfrm>
              <a:off x="11114626" y="8131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7"/>
            <p:cNvSpPr/>
            <p:nvPr/>
          </p:nvSpPr>
          <p:spPr>
            <a:xfrm>
              <a:off x="11182871" y="8263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8"/>
            <p:cNvSpPr/>
            <p:nvPr/>
          </p:nvSpPr>
          <p:spPr>
            <a:xfrm>
              <a:off x="11250134" y="8241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9"/>
            <p:cNvSpPr/>
            <p:nvPr/>
          </p:nvSpPr>
          <p:spPr>
            <a:xfrm>
              <a:off x="11317163" y="8272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10"/>
            <p:cNvSpPr/>
            <p:nvPr/>
          </p:nvSpPr>
          <p:spPr>
            <a:xfrm>
              <a:off x="11042525" y="8070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1"/>
            <p:cNvSpPr/>
            <p:nvPr/>
          </p:nvSpPr>
          <p:spPr>
            <a:xfrm>
              <a:off x="11042525" y="8163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2"/>
            <p:cNvSpPr/>
            <p:nvPr/>
          </p:nvSpPr>
          <p:spPr>
            <a:xfrm>
              <a:off x="11169211" y="8235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3"/>
            <p:cNvSpPr/>
            <p:nvPr/>
          </p:nvSpPr>
          <p:spPr>
            <a:xfrm>
              <a:off x="11241438" y="8184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4"/>
            <p:cNvSpPr/>
            <p:nvPr/>
          </p:nvSpPr>
          <p:spPr>
            <a:xfrm>
              <a:off x="11042525" y="8266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5"/>
            <p:cNvSpPr/>
            <p:nvPr/>
          </p:nvSpPr>
          <p:spPr>
            <a:xfrm>
              <a:off x="11105931" y="8071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6"/>
            <p:cNvSpPr/>
            <p:nvPr/>
          </p:nvSpPr>
          <p:spPr>
            <a:xfrm>
              <a:off x="11171510" y="8149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7"/>
            <p:cNvSpPr/>
            <p:nvPr/>
          </p:nvSpPr>
          <p:spPr>
            <a:xfrm>
              <a:off x="11042525" y="8343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8"/>
            <p:cNvSpPr/>
            <p:nvPr/>
          </p:nvSpPr>
          <p:spPr>
            <a:xfrm>
              <a:off x="11042525" y="8284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9"/>
            <p:cNvSpPr/>
            <p:nvPr/>
          </p:nvSpPr>
          <p:spPr>
            <a:xfrm>
              <a:off x="11119922" y="8237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20"/>
            <p:cNvSpPr/>
            <p:nvPr/>
          </p:nvSpPr>
          <p:spPr>
            <a:xfrm>
              <a:off x="11118497" y="8337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1"/>
            <p:cNvSpPr/>
            <p:nvPr/>
          </p:nvSpPr>
          <p:spPr>
            <a:xfrm>
              <a:off x="11122778" y="8256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2"/>
            <p:cNvSpPr/>
            <p:nvPr/>
          </p:nvSpPr>
          <p:spPr>
            <a:xfrm>
              <a:off x="11042525" y="7616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3"/>
            <p:cNvSpPr/>
            <p:nvPr/>
          </p:nvSpPr>
          <p:spPr>
            <a:xfrm>
              <a:off x="11042525" y="8393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4"/>
            <p:cNvSpPr/>
            <p:nvPr/>
          </p:nvSpPr>
          <p:spPr>
            <a:xfrm>
              <a:off x="11176773" y="8426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5"/>
            <p:cNvSpPr/>
            <p:nvPr/>
          </p:nvSpPr>
          <p:spPr>
            <a:xfrm>
              <a:off x="11314967" y="8332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6"/>
            <p:cNvSpPr/>
            <p:nvPr/>
          </p:nvSpPr>
          <p:spPr>
            <a:xfrm>
              <a:off x="11451411" y="8120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7"/>
            <p:cNvSpPr/>
            <p:nvPr/>
          </p:nvSpPr>
          <p:spPr>
            <a:xfrm>
              <a:off x="11042525" y="8405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8"/>
            <p:cNvSpPr/>
            <p:nvPr/>
          </p:nvSpPr>
          <p:spPr>
            <a:xfrm>
              <a:off x="11111003" y="8220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9"/>
            <p:cNvSpPr/>
            <p:nvPr/>
          </p:nvSpPr>
          <p:spPr>
            <a:xfrm>
              <a:off x="11178463" y="8178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30"/>
            <p:cNvSpPr/>
            <p:nvPr/>
          </p:nvSpPr>
          <p:spPr>
            <a:xfrm>
              <a:off x="11244337" y="8165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1"/>
            <p:cNvSpPr/>
            <p:nvPr/>
          </p:nvSpPr>
          <p:spPr>
            <a:xfrm>
              <a:off x="11330569" y="8170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2"/>
            <p:cNvSpPr/>
            <p:nvPr/>
          </p:nvSpPr>
          <p:spPr>
            <a:xfrm>
              <a:off x="11042525" y="7956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3"/>
            <p:cNvSpPr/>
            <p:nvPr/>
          </p:nvSpPr>
          <p:spPr>
            <a:xfrm>
              <a:off x="11274771" y="8022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4"/>
            <p:cNvSpPr/>
            <p:nvPr/>
          </p:nvSpPr>
          <p:spPr>
            <a:xfrm>
              <a:off x="11042525" y="7769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5"/>
            <p:cNvSpPr/>
            <p:nvPr/>
          </p:nvSpPr>
          <p:spPr>
            <a:xfrm>
              <a:off x="11109673" y="7797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6"/>
            <p:cNvSpPr/>
            <p:nvPr/>
          </p:nvSpPr>
          <p:spPr>
            <a:xfrm>
              <a:off x="11187149" y="8202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7"/>
            <p:cNvSpPr/>
            <p:nvPr/>
          </p:nvSpPr>
          <p:spPr>
            <a:xfrm>
              <a:off x="11042525" y="8088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8"/>
            <p:cNvSpPr/>
            <p:nvPr/>
          </p:nvSpPr>
          <p:spPr>
            <a:xfrm>
              <a:off x="11256655" y="8156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9"/>
            <p:cNvSpPr/>
            <p:nvPr/>
          </p:nvSpPr>
          <p:spPr>
            <a:xfrm>
              <a:off x="11327670" y="8174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40"/>
            <p:cNvSpPr/>
            <p:nvPr/>
          </p:nvSpPr>
          <p:spPr>
            <a:xfrm>
              <a:off x="11373244" y="8243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1"/>
            <p:cNvSpPr/>
            <p:nvPr/>
          </p:nvSpPr>
          <p:spPr>
            <a:xfrm>
              <a:off x="11042525" y="8330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2"/>
            <p:cNvSpPr/>
            <p:nvPr/>
          </p:nvSpPr>
          <p:spPr>
            <a:xfrm>
              <a:off x="11042525" y="7980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3"/>
            <p:cNvSpPr/>
            <p:nvPr/>
          </p:nvSpPr>
          <p:spPr>
            <a:xfrm>
              <a:off x="11266884" y="7699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4"/>
            <p:cNvSpPr/>
            <p:nvPr/>
          </p:nvSpPr>
          <p:spPr>
            <a:xfrm>
              <a:off x="11380653" y="7768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5"/>
            <p:cNvSpPr/>
            <p:nvPr/>
          </p:nvSpPr>
          <p:spPr>
            <a:xfrm>
              <a:off x="11512537" y="7594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6"/>
            <p:cNvSpPr/>
            <p:nvPr/>
          </p:nvSpPr>
          <p:spPr>
            <a:xfrm>
              <a:off x="11042525" y="7985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7"/>
            <p:cNvSpPr/>
            <p:nvPr/>
          </p:nvSpPr>
          <p:spPr>
            <a:xfrm>
              <a:off x="11121929" y="8046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8"/>
            <p:cNvSpPr/>
            <p:nvPr/>
          </p:nvSpPr>
          <p:spPr>
            <a:xfrm>
              <a:off x="11175315" y="8057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9"/>
            <p:cNvSpPr/>
            <p:nvPr/>
          </p:nvSpPr>
          <p:spPr>
            <a:xfrm>
              <a:off x="11042525" y="7910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50"/>
            <p:cNvSpPr/>
            <p:nvPr/>
          </p:nvSpPr>
          <p:spPr>
            <a:xfrm>
              <a:off x="11111184" y="7933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1"/>
            <p:cNvSpPr/>
            <p:nvPr/>
          </p:nvSpPr>
          <p:spPr>
            <a:xfrm>
              <a:off x="11192163" y="7897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2"/>
            <p:cNvSpPr/>
            <p:nvPr/>
          </p:nvSpPr>
          <p:spPr>
            <a:xfrm>
              <a:off x="11249771" y="8280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3"/>
            <p:cNvSpPr/>
            <p:nvPr/>
          </p:nvSpPr>
          <p:spPr>
            <a:xfrm>
              <a:off x="11395424" y="8182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4"/>
            <p:cNvSpPr/>
            <p:nvPr/>
          </p:nvSpPr>
          <p:spPr>
            <a:xfrm>
              <a:off x="11042525" y="8180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5"/>
            <p:cNvSpPr/>
            <p:nvPr/>
          </p:nvSpPr>
          <p:spPr>
            <a:xfrm>
              <a:off x="11119757" y="8362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6"/>
            <p:cNvSpPr/>
            <p:nvPr/>
          </p:nvSpPr>
          <p:spPr>
            <a:xfrm>
              <a:off x="11181836" y="8374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7"/>
            <p:cNvSpPr/>
            <p:nvPr/>
          </p:nvSpPr>
          <p:spPr>
            <a:xfrm>
              <a:off x="11042525" y="8348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11109373" y="8398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9"/>
            <p:cNvSpPr/>
            <p:nvPr/>
          </p:nvSpPr>
          <p:spPr>
            <a:xfrm>
              <a:off x="11177774" y="8460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11234735" y="8438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11308648" y="8438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11042525" y="8339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11113720" y="8328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11179520" y="8285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11042525" y="8293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11112254" y="8246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11184537" y="8385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8"/>
            <p:cNvSpPr/>
            <p:nvPr/>
          </p:nvSpPr>
          <p:spPr>
            <a:xfrm>
              <a:off x="11255528" y="8416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11042525" y="7826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70"/>
            <p:cNvSpPr/>
            <p:nvPr/>
          </p:nvSpPr>
          <p:spPr>
            <a:xfrm>
              <a:off x="11142553" y="8242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11187452" y="824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2"/>
            <p:cNvSpPr/>
            <p:nvPr/>
          </p:nvSpPr>
          <p:spPr>
            <a:xfrm>
              <a:off x="11042525" y="7632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11181854" y="7587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4"/>
            <p:cNvSpPr/>
            <p:nvPr/>
          </p:nvSpPr>
          <p:spPr>
            <a:xfrm>
              <a:off x="11247779" y="7666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5"/>
            <p:cNvSpPr/>
            <p:nvPr/>
          </p:nvSpPr>
          <p:spPr>
            <a:xfrm>
              <a:off x="11410395" y="7893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6"/>
            <p:cNvSpPr/>
            <p:nvPr/>
          </p:nvSpPr>
          <p:spPr>
            <a:xfrm>
              <a:off x="11042525" y="8263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7"/>
            <p:cNvSpPr/>
            <p:nvPr/>
          </p:nvSpPr>
          <p:spPr>
            <a:xfrm>
              <a:off x="11119872" y="8278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8"/>
            <p:cNvSpPr/>
            <p:nvPr/>
          </p:nvSpPr>
          <p:spPr>
            <a:xfrm>
              <a:off x="11042525" y="7743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9"/>
            <p:cNvSpPr/>
            <p:nvPr/>
          </p:nvSpPr>
          <p:spPr>
            <a:xfrm>
              <a:off x="11118310" y="8001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80"/>
            <p:cNvSpPr/>
            <p:nvPr/>
          </p:nvSpPr>
          <p:spPr>
            <a:xfrm>
              <a:off x="11042525" y="8267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1"/>
            <p:cNvSpPr/>
            <p:nvPr/>
          </p:nvSpPr>
          <p:spPr>
            <a:xfrm>
              <a:off x="11042525" y="8087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2"/>
            <p:cNvSpPr/>
            <p:nvPr/>
          </p:nvSpPr>
          <p:spPr>
            <a:xfrm>
              <a:off x="11445035" y="8338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3"/>
            <p:cNvSpPr/>
            <p:nvPr/>
          </p:nvSpPr>
          <p:spPr>
            <a:xfrm>
              <a:off x="11109877" y="7696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4"/>
            <p:cNvSpPr/>
            <p:nvPr/>
          </p:nvSpPr>
          <p:spPr>
            <a:xfrm>
              <a:off x="11176221" y="7713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5"/>
            <p:cNvSpPr/>
            <p:nvPr/>
          </p:nvSpPr>
          <p:spPr>
            <a:xfrm>
              <a:off x="11412490" y="7947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6"/>
            <p:cNvSpPr/>
            <p:nvPr/>
          </p:nvSpPr>
          <p:spPr>
            <a:xfrm>
              <a:off x="11042525" y="8115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7"/>
            <p:cNvSpPr/>
            <p:nvPr/>
          </p:nvSpPr>
          <p:spPr>
            <a:xfrm>
              <a:off x="11042525" y="8199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8"/>
            <p:cNvSpPr/>
            <p:nvPr/>
          </p:nvSpPr>
          <p:spPr>
            <a:xfrm>
              <a:off x="11042525" y="8181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9"/>
            <p:cNvSpPr/>
            <p:nvPr/>
          </p:nvSpPr>
          <p:spPr>
            <a:xfrm>
              <a:off x="11231293" y="8231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90"/>
            <p:cNvSpPr/>
            <p:nvPr/>
          </p:nvSpPr>
          <p:spPr>
            <a:xfrm>
              <a:off x="11312453" y="8246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1"/>
            <p:cNvSpPr/>
            <p:nvPr/>
          </p:nvSpPr>
          <p:spPr>
            <a:xfrm>
              <a:off x="11373322" y="8256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2"/>
            <p:cNvSpPr/>
            <p:nvPr/>
          </p:nvSpPr>
          <p:spPr>
            <a:xfrm>
              <a:off x="11251402" y="8285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3"/>
            <p:cNvSpPr/>
            <p:nvPr/>
          </p:nvSpPr>
          <p:spPr>
            <a:xfrm>
              <a:off x="11465895" y="8091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4"/>
            <p:cNvSpPr/>
            <p:nvPr/>
          </p:nvSpPr>
          <p:spPr>
            <a:xfrm>
              <a:off x="11042525" y="8148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5"/>
            <p:cNvSpPr/>
            <p:nvPr/>
          </p:nvSpPr>
          <p:spPr>
            <a:xfrm>
              <a:off x="11118569" y="8228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6"/>
            <p:cNvSpPr/>
            <p:nvPr/>
          </p:nvSpPr>
          <p:spPr>
            <a:xfrm>
              <a:off x="11114626" y="7745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7"/>
            <p:cNvSpPr/>
            <p:nvPr/>
          </p:nvSpPr>
          <p:spPr>
            <a:xfrm>
              <a:off x="11182979" y="7998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8"/>
            <p:cNvSpPr/>
            <p:nvPr/>
          </p:nvSpPr>
          <p:spPr>
            <a:xfrm>
              <a:off x="11042525" y="8390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9"/>
            <p:cNvSpPr/>
            <p:nvPr/>
          </p:nvSpPr>
          <p:spPr>
            <a:xfrm>
              <a:off x="11190978" y="8270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100"/>
            <p:cNvSpPr/>
            <p:nvPr/>
          </p:nvSpPr>
          <p:spPr>
            <a:xfrm>
              <a:off x="11388804" y="8128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1"/>
            <p:cNvSpPr/>
            <p:nvPr/>
          </p:nvSpPr>
          <p:spPr>
            <a:xfrm>
              <a:off x="11517971" y="8058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2"/>
            <p:cNvSpPr/>
            <p:nvPr/>
          </p:nvSpPr>
          <p:spPr>
            <a:xfrm>
              <a:off x="11042525" y="8207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3"/>
            <p:cNvSpPr/>
            <p:nvPr/>
          </p:nvSpPr>
          <p:spPr>
            <a:xfrm>
              <a:off x="11175858" y="8086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4"/>
            <p:cNvSpPr/>
            <p:nvPr/>
          </p:nvSpPr>
          <p:spPr>
            <a:xfrm>
              <a:off x="11042525" y="8367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5"/>
            <p:cNvSpPr/>
            <p:nvPr/>
          </p:nvSpPr>
          <p:spPr>
            <a:xfrm>
              <a:off x="11335641" y="8238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6"/>
            <p:cNvSpPr/>
            <p:nvPr/>
          </p:nvSpPr>
          <p:spPr>
            <a:xfrm>
              <a:off x="11042525" y="8359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7"/>
            <p:cNvSpPr/>
            <p:nvPr/>
          </p:nvSpPr>
          <p:spPr>
            <a:xfrm>
              <a:off x="11042525" y="8325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8"/>
            <p:cNvSpPr/>
            <p:nvPr/>
          </p:nvSpPr>
          <p:spPr>
            <a:xfrm>
              <a:off x="11176402" y="8310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9"/>
            <p:cNvSpPr/>
            <p:nvPr/>
          </p:nvSpPr>
          <p:spPr>
            <a:xfrm>
              <a:off x="11042525" y="8378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10"/>
            <p:cNvSpPr/>
            <p:nvPr/>
          </p:nvSpPr>
          <p:spPr>
            <a:xfrm>
              <a:off x="11042525" y="8160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1"/>
            <p:cNvSpPr/>
            <p:nvPr/>
          </p:nvSpPr>
          <p:spPr>
            <a:xfrm>
              <a:off x="11125677" y="8272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2"/>
            <p:cNvSpPr/>
            <p:nvPr/>
          </p:nvSpPr>
          <p:spPr>
            <a:xfrm>
              <a:off x="11248237" y="8012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3"/>
            <p:cNvSpPr/>
            <p:nvPr/>
          </p:nvSpPr>
          <p:spPr>
            <a:xfrm>
              <a:off x="11199771" y="7570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4"/>
            <p:cNvSpPr/>
            <p:nvPr/>
          </p:nvSpPr>
          <p:spPr>
            <a:xfrm>
              <a:off x="11307380" y="7799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5"/>
            <p:cNvSpPr/>
            <p:nvPr/>
          </p:nvSpPr>
          <p:spPr>
            <a:xfrm>
              <a:off x="11180759" y="8127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6"/>
            <p:cNvSpPr/>
            <p:nvPr/>
          </p:nvSpPr>
          <p:spPr>
            <a:xfrm>
              <a:off x="11242706" y="8110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7"/>
            <p:cNvSpPr/>
            <p:nvPr/>
          </p:nvSpPr>
          <p:spPr>
            <a:xfrm>
              <a:off x="11042525" y="8363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8"/>
            <p:cNvSpPr/>
            <p:nvPr/>
          </p:nvSpPr>
          <p:spPr>
            <a:xfrm>
              <a:off x="11313721" y="8215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9"/>
            <p:cNvSpPr/>
            <p:nvPr/>
          </p:nvSpPr>
          <p:spPr>
            <a:xfrm>
              <a:off x="11454482" y="8185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20"/>
            <p:cNvSpPr/>
            <p:nvPr/>
          </p:nvSpPr>
          <p:spPr>
            <a:xfrm>
              <a:off x="11599772" y="8077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1"/>
            <p:cNvSpPr/>
            <p:nvPr/>
          </p:nvSpPr>
          <p:spPr>
            <a:xfrm>
              <a:off x="11042525" y="8272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2"/>
            <p:cNvSpPr/>
            <p:nvPr/>
          </p:nvSpPr>
          <p:spPr>
            <a:xfrm>
              <a:off x="11192163" y="8240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3"/>
            <p:cNvSpPr/>
            <p:nvPr/>
          </p:nvSpPr>
          <p:spPr>
            <a:xfrm>
              <a:off x="11114960" y="8189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4"/>
            <p:cNvSpPr/>
            <p:nvPr/>
          </p:nvSpPr>
          <p:spPr>
            <a:xfrm>
              <a:off x="11183286" y="822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5"/>
            <p:cNvSpPr/>
            <p:nvPr/>
          </p:nvSpPr>
          <p:spPr>
            <a:xfrm>
              <a:off x="11184554" y="8026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6"/>
            <p:cNvSpPr/>
            <p:nvPr/>
          </p:nvSpPr>
          <p:spPr>
            <a:xfrm>
              <a:off x="11042525" y="7646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7"/>
            <p:cNvSpPr/>
            <p:nvPr/>
          </p:nvSpPr>
          <p:spPr>
            <a:xfrm>
              <a:off x="11042525" y="8379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8"/>
            <p:cNvSpPr/>
            <p:nvPr/>
          </p:nvSpPr>
          <p:spPr>
            <a:xfrm>
              <a:off x="11108467" y="7720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9"/>
            <p:cNvSpPr/>
            <p:nvPr/>
          </p:nvSpPr>
          <p:spPr>
            <a:xfrm>
              <a:off x="11176851" y="7946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30"/>
            <p:cNvSpPr/>
            <p:nvPr/>
          </p:nvSpPr>
          <p:spPr>
            <a:xfrm>
              <a:off x="11245424" y="8082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1"/>
            <p:cNvSpPr/>
            <p:nvPr/>
          </p:nvSpPr>
          <p:spPr>
            <a:xfrm>
              <a:off x="11321329" y="8293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2"/>
            <p:cNvSpPr/>
            <p:nvPr/>
          </p:nvSpPr>
          <p:spPr>
            <a:xfrm>
              <a:off x="11115532" y="8391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3"/>
            <p:cNvSpPr/>
            <p:nvPr/>
          </p:nvSpPr>
          <p:spPr>
            <a:xfrm>
              <a:off x="11174409" y="8510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4"/>
            <p:cNvSpPr/>
            <p:nvPr/>
          </p:nvSpPr>
          <p:spPr>
            <a:xfrm>
              <a:off x="11253576" y="8366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5"/>
            <p:cNvSpPr/>
            <p:nvPr/>
          </p:nvSpPr>
          <p:spPr>
            <a:xfrm>
              <a:off x="11317344" y="8311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6"/>
            <p:cNvSpPr/>
            <p:nvPr/>
          </p:nvSpPr>
          <p:spPr>
            <a:xfrm>
              <a:off x="11506125" y="8082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7"/>
            <p:cNvSpPr/>
            <p:nvPr/>
          </p:nvSpPr>
          <p:spPr>
            <a:xfrm>
              <a:off x="11633105" y="8012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8"/>
            <p:cNvSpPr/>
            <p:nvPr/>
          </p:nvSpPr>
          <p:spPr>
            <a:xfrm>
              <a:off x="11714250" y="8135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9"/>
            <p:cNvSpPr/>
            <p:nvPr/>
          </p:nvSpPr>
          <p:spPr>
            <a:xfrm>
              <a:off x="11111003" y="7765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40"/>
            <p:cNvSpPr/>
            <p:nvPr/>
          </p:nvSpPr>
          <p:spPr>
            <a:xfrm>
              <a:off x="11197092" y="7795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1"/>
            <p:cNvSpPr/>
            <p:nvPr/>
          </p:nvSpPr>
          <p:spPr>
            <a:xfrm>
              <a:off x="11263177" y="7868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2"/>
            <p:cNvSpPr/>
            <p:nvPr/>
          </p:nvSpPr>
          <p:spPr>
            <a:xfrm>
              <a:off x="11331474" y="7785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3"/>
            <p:cNvSpPr/>
            <p:nvPr/>
          </p:nvSpPr>
          <p:spPr>
            <a:xfrm>
              <a:off x="11110460" y="8238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4"/>
            <p:cNvSpPr/>
            <p:nvPr/>
          </p:nvSpPr>
          <p:spPr>
            <a:xfrm>
              <a:off x="11245242" y="8218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5"/>
            <p:cNvSpPr/>
            <p:nvPr/>
          </p:nvSpPr>
          <p:spPr>
            <a:xfrm>
              <a:off x="11308467" y="8252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6"/>
            <p:cNvSpPr/>
            <p:nvPr/>
          </p:nvSpPr>
          <p:spPr>
            <a:xfrm>
              <a:off x="11042525" y="7757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7"/>
            <p:cNvSpPr/>
            <p:nvPr/>
          </p:nvSpPr>
          <p:spPr>
            <a:xfrm>
              <a:off x="11042525" y="7963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8"/>
            <p:cNvSpPr/>
            <p:nvPr/>
          </p:nvSpPr>
          <p:spPr>
            <a:xfrm>
              <a:off x="11110947" y="7997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9"/>
            <p:cNvSpPr/>
            <p:nvPr/>
          </p:nvSpPr>
          <p:spPr>
            <a:xfrm>
              <a:off x="11110773" y="7967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50"/>
            <p:cNvSpPr/>
            <p:nvPr/>
          </p:nvSpPr>
          <p:spPr>
            <a:xfrm>
              <a:off x="11042525" y="8035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1"/>
            <p:cNvSpPr/>
            <p:nvPr/>
          </p:nvSpPr>
          <p:spPr>
            <a:xfrm>
              <a:off x="11111135" y="8028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2"/>
            <p:cNvSpPr/>
            <p:nvPr/>
          </p:nvSpPr>
          <p:spPr>
            <a:xfrm>
              <a:off x="11042525" y="8221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3"/>
            <p:cNvSpPr/>
            <p:nvPr/>
          </p:nvSpPr>
          <p:spPr>
            <a:xfrm>
              <a:off x="11109916" y="8226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4"/>
            <p:cNvSpPr/>
            <p:nvPr/>
          </p:nvSpPr>
          <p:spPr>
            <a:xfrm>
              <a:off x="11185812" y="8183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5"/>
            <p:cNvSpPr/>
            <p:nvPr/>
          </p:nvSpPr>
          <p:spPr>
            <a:xfrm>
              <a:off x="11042525" y="8173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6"/>
            <p:cNvSpPr/>
            <p:nvPr/>
          </p:nvSpPr>
          <p:spPr>
            <a:xfrm>
              <a:off x="11122031" y="8245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7"/>
            <p:cNvSpPr/>
            <p:nvPr/>
          </p:nvSpPr>
          <p:spPr>
            <a:xfrm>
              <a:off x="11042525" y="7939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8"/>
            <p:cNvSpPr/>
            <p:nvPr/>
          </p:nvSpPr>
          <p:spPr>
            <a:xfrm>
              <a:off x="11111365" y="8051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9"/>
            <p:cNvSpPr/>
            <p:nvPr/>
          </p:nvSpPr>
          <p:spPr>
            <a:xfrm>
              <a:off x="11178576" y="8079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60"/>
            <p:cNvSpPr/>
            <p:nvPr/>
          </p:nvSpPr>
          <p:spPr>
            <a:xfrm>
              <a:off x="11042525" y="8390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1"/>
            <p:cNvSpPr/>
            <p:nvPr/>
          </p:nvSpPr>
          <p:spPr>
            <a:xfrm>
              <a:off x="11042525" y="8142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2"/>
            <p:cNvSpPr/>
            <p:nvPr/>
          </p:nvSpPr>
          <p:spPr>
            <a:xfrm>
              <a:off x="11102628" y="8149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3"/>
            <p:cNvSpPr/>
            <p:nvPr/>
          </p:nvSpPr>
          <p:spPr>
            <a:xfrm>
              <a:off x="11185236" y="8060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4"/>
            <p:cNvSpPr/>
            <p:nvPr/>
          </p:nvSpPr>
          <p:spPr>
            <a:xfrm>
              <a:off x="11529119" y="8326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5"/>
            <p:cNvSpPr/>
            <p:nvPr/>
          </p:nvSpPr>
          <p:spPr>
            <a:xfrm>
              <a:off x="11198503" y="8011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6"/>
            <p:cNvSpPr/>
            <p:nvPr/>
          </p:nvSpPr>
          <p:spPr>
            <a:xfrm>
              <a:off x="11318793" y="8161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7"/>
            <p:cNvSpPr/>
            <p:nvPr/>
          </p:nvSpPr>
          <p:spPr>
            <a:xfrm>
              <a:off x="11387271" y="8124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8"/>
            <p:cNvSpPr/>
            <p:nvPr/>
          </p:nvSpPr>
          <p:spPr>
            <a:xfrm>
              <a:off x="11042525" y="8315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9"/>
            <p:cNvSpPr/>
            <p:nvPr/>
          </p:nvSpPr>
          <p:spPr>
            <a:xfrm>
              <a:off x="11042525" y="8387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70"/>
            <p:cNvSpPr/>
            <p:nvPr/>
          </p:nvSpPr>
          <p:spPr>
            <a:xfrm>
              <a:off x="11200909" y="8413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1"/>
            <p:cNvSpPr/>
            <p:nvPr/>
          </p:nvSpPr>
          <p:spPr>
            <a:xfrm>
              <a:off x="11042525" y="8302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2"/>
            <p:cNvSpPr/>
            <p:nvPr/>
          </p:nvSpPr>
          <p:spPr>
            <a:xfrm>
              <a:off x="11042525" y="8187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3"/>
            <p:cNvSpPr/>
            <p:nvPr/>
          </p:nvSpPr>
          <p:spPr>
            <a:xfrm>
              <a:off x="11117344" y="8128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4"/>
            <p:cNvSpPr/>
            <p:nvPr/>
          </p:nvSpPr>
          <p:spPr>
            <a:xfrm>
              <a:off x="11042525" y="7994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5"/>
            <p:cNvSpPr/>
            <p:nvPr/>
          </p:nvSpPr>
          <p:spPr>
            <a:xfrm>
              <a:off x="11184286" y="7925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6"/>
            <p:cNvSpPr/>
            <p:nvPr/>
          </p:nvSpPr>
          <p:spPr>
            <a:xfrm>
              <a:off x="11309728" y="7972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7"/>
            <p:cNvSpPr/>
            <p:nvPr/>
          </p:nvSpPr>
          <p:spPr>
            <a:xfrm>
              <a:off x="11384649" y="7970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8"/>
            <p:cNvSpPr/>
            <p:nvPr/>
          </p:nvSpPr>
          <p:spPr>
            <a:xfrm>
              <a:off x="11042525" y="8153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9"/>
            <p:cNvSpPr/>
            <p:nvPr/>
          </p:nvSpPr>
          <p:spPr>
            <a:xfrm>
              <a:off x="11112146" y="8108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80"/>
            <p:cNvSpPr/>
            <p:nvPr/>
          </p:nvSpPr>
          <p:spPr>
            <a:xfrm>
              <a:off x="11121141" y="8353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1"/>
            <p:cNvSpPr/>
            <p:nvPr/>
          </p:nvSpPr>
          <p:spPr>
            <a:xfrm>
              <a:off x="11042525" y="8333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2"/>
            <p:cNvSpPr/>
            <p:nvPr/>
          </p:nvSpPr>
          <p:spPr>
            <a:xfrm>
              <a:off x="11117010" y="8219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3"/>
            <p:cNvSpPr/>
            <p:nvPr/>
          </p:nvSpPr>
          <p:spPr>
            <a:xfrm>
              <a:off x="11042525" y="8306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4"/>
            <p:cNvSpPr/>
            <p:nvPr/>
          </p:nvSpPr>
          <p:spPr>
            <a:xfrm>
              <a:off x="11117244" y="8325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5"/>
            <p:cNvSpPr/>
            <p:nvPr/>
          </p:nvSpPr>
          <p:spPr>
            <a:xfrm>
              <a:off x="11042525" y="7979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6"/>
            <p:cNvSpPr/>
            <p:nvPr/>
          </p:nvSpPr>
          <p:spPr>
            <a:xfrm>
              <a:off x="11122416" y="7908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7"/>
            <p:cNvSpPr/>
            <p:nvPr/>
          </p:nvSpPr>
          <p:spPr>
            <a:xfrm>
              <a:off x="11042525" y="8162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8"/>
            <p:cNvSpPr/>
            <p:nvPr/>
          </p:nvSpPr>
          <p:spPr>
            <a:xfrm>
              <a:off x="11042525" y="8120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9"/>
            <p:cNvSpPr/>
            <p:nvPr/>
          </p:nvSpPr>
          <p:spPr>
            <a:xfrm>
              <a:off x="11120911" y="8111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90"/>
            <p:cNvSpPr/>
            <p:nvPr/>
          </p:nvSpPr>
          <p:spPr>
            <a:xfrm>
              <a:off x="11195967" y="8235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1"/>
            <p:cNvSpPr/>
            <p:nvPr/>
          </p:nvSpPr>
          <p:spPr>
            <a:xfrm>
              <a:off x="11324047" y="8246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2"/>
            <p:cNvSpPr/>
            <p:nvPr/>
          </p:nvSpPr>
          <p:spPr>
            <a:xfrm>
              <a:off x="11042525" y="8092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3"/>
            <p:cNvSpPr/>
            <p:nvPr/>
          </p:nvSpPr>
          <p:spPr>
            <a:xfrm>
              <a:off x="11042525" y="8366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4"/>
            <p:cNvSpPr/>
            <p:nvPr/>
          </p:nvSpPr>
          <p:spPr>
            <a:xfrm>
              <a:off x="11176071" y="8201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5"/>
            <p:cNvSpPr/>
            <p:nvPr/>
          </p:nvSpPr>
          <p:spPr>
            <a:xfrm>
              <a:off x="11042525" y="8263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6"/>
            <p:cNvSpPr/>
            <p:nvPr/>
          </p:nvSpPr>
          <p:spPr>
            <a:xfrm>
              <a:off x="11109561" y="8287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7"/>
            <p:cNvSpPr/>
            <p:nvPr/>
          </p:nvSpPr>
          <p:spPr>
            <a:xfrm>
              <a:off x="11175503" y="8175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8"/>
            <p:cNvSpPr/>
            <p:nvPr/>
          </p:nvSpPr>
          <p:spPr>
            <a:xfrm>
              <a:off x="11042525" y="8391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9"/>
            <p:cNvSpPr/>
            <p:nvPr/>
          </p:nvSpPr>
          <p:spPr>
            <a:xfrm>
              <a:off x="11042525" y="7913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200"/>
            <p:cNvSpPr/>
            <p:nvPr/>
          </p:nvSpPr>
          <p:spPr>
            <a:xfrm>
              <a:off x="11042525" y="8113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1"/>
            <p:cNvSpPr/>
            <p:nvPr/>
          </p:nvSpPr>
          <p:spPr>
            <a:xfrm>
              <a:off x="11042525" y="8346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2"/>
            <p:cNvSpPr/>
            <p:nvPr/>
          </p:nvSpPr>
          <p:spPr>
            <a:xfrm>
              <a:off x="11167986" y="8290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3"/>
            <p:cNvSpPr/>
            <p:nvPr/>
          </p:nvSpPr>
          <p:spPr>
            <a:xfrm>
              <a:off x="11042525" y="8015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4"/>
            <p:cNvSpPr/>
            <p:nvPr/>
          </p:nvSpPr>
          <p:spPr>
            <a:xfrm>
              <a:off x="11175985" y="7980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5"/>
            <p:cNvSpPr/>
            <p:nvPr/>
          </p:nvSpPr>
          <p:spPr>
            <a:xfrm>
              <a:off x="11243068" y="8005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6"/>
            <p:cNvSpPr/>
            <p:nvPr/>
          </p:nvSpPr>
          <p:spPr>
            <a:xfrm>
              <a:off x="11313721" y="7975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7"/>
            <p:cNvSpPr/>
            <p:nvPr/>
          </p:nvSpPr>
          <p:spPr>
            <a:xfrm>
              <a:off x="11373685" y="8000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8"/>
            <p:cNvSpPr/>
            <p:nvPr/>
          </p:nvSpPr>
          <p:spPr>
            <a:xfrm>
              <a:off x="11042525" y="8391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9"/>
            <p:cNvSpPr/>
            <p:nvPr/>
          </p:nvSpPr>
          <p:spPr>
            <a:xfrm>
              <a:off x="11175629" y="8379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10"/>
            <p:cNvSpPr/>
            <p:nvPr/>
          </p:nvSpPr>
          <p:spPr>
            <a:xfrm>
              <a:off x="11313702" y="8413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1"/>
            <p:cNvSpPr/>
            <p:nvPr/>
          </p:nvSpPr>
          <p:spPr>
            <a:xfrm>
              <a:off x="11042525" y="7943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2"/>
            <p:cNvSpPr/>
            <p:nvPr/>
          </p:nvSpPr>
          <p:spPr>
            <a:xfrm>
              <a:off x="11107199" y="8065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3"/>
            <p:cNvSpPr/>
            <p:nvPr/>
          </p:nvSpPr>
          <p:spPr>
            <a:xfrm>
              <a:off x="11179397" y="8104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4"/>
            <p:cNvSpPr/>
            <p:nvPr/>
          </p:nvSpPr>
          <p:spPr>
            <a:xfrm>
              <a:off x="11241257" y="8164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5"/>
            <p:cNvSpPr/>
            <p:nvPr/>
          </p:nvSpPr>
          <p:spPr>
            <a:xfrm>
              <a:off x="11318612" y="8302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6"/>
            <p:cNvSpPr/>
            <p:nvPr/>
          </p:nvSpPr>
          <p:spPr>
            <a:xfrm>
              <a:off x="11175496" y="8168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7"/>
            <p:cNvSpPr/>
            <p:nvPr/>
          </p:nvSpPr>
          <p:spPr>
            <a:xfrm>
              <a:off x="11242706" y="8190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8"/>
            <p:cNvSpPr/>
            <p:nvPr/>
          </p:nvSpPr>
          <p:spPr>
            <a:xfrm>
              <a:off x="11042525" y="8166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9"/>
            <p:cNvSpPr/>
            <p:nvPr/>
          </p:nvSpPr>
          <p:spPr>
            <a:xfrm>
              <a:off x="11121139" y="8190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20"/>
            <p:cNvSpPr/>
            <p:nvPr/>
          </p:nvSpPr>
          <p:spPr>
            <a:xfrm>
              <a:off x="11203394" y="8313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1"/>
            <p:cNvSpPr/>
            <p:nvPr/>
          </p:nvSpPr>
          <p:spPr>
            <a:xfrm>
              <a:off x="11042525" y="8213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2"/>
            <p:cNvSpPr/>
            <p:nvPr/>
          </p:nvSpPr>
          <p:spPr>
            <a:xfrm>
              <a:off x="11042525" y="8128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3"/>
            <p:cNvSpPr/>
            <p:nvPr/>
          </p:nvSpPr>
          <p:spPr>
            <a:xfrm>
              <a:off x="11042525" y="8219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4"/>
            <p:cNvSpPr/>
            <p:nvPr/>
          </p:nvSpPr>
          <p:spPr>
            <a:xfrm>
              <a:off x="11175654" y="8018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5"/>
            <p:cNvSpPr/>
            <p:nvPr/>
          </p:nvSpPr>
          <p:spPr>
            <a:xfrm>
              <a:off x="11328915" y="7833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6"/>
            <p:cNvSpPr/>
            <p:nvPr/>
          </p:nvSpPr>
          <p:spPr>
            <a:xfrm>
              <a:off x="11042525" y="8111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7"/>
            <p:cNvSpPr/>
            <p:nvPr/>
          </p:nvSpPr>
          <p:spPr>
            <a:xfrm>
              <a:off x="11042525" y="8273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8"/>
            <p:cNvSpPr/>
            <p:nvPr/>
          </p:nvSpPr>
          <p:spPr>
            <a:xfrm>
              <a:off x="11107151" y="8204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9"/>
            <p:cNvSpPr/>
            <p:nvPr/>
          </p:nvSpPr>
          <p:spPr>
            <a:xfrm>
              <a:off x="11180702" y="8161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30"/>
            <p:cNvSpPr/>
            <p:nvPr/>
          </p:nvSpPr>
          <p:spPr>
            <a:xfrm>
              <a:off x="11262213" y="8198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1"/>
            <p:cNvSpPr/>
            <p:nvPr/>
          </p:nvSpPr>
          <p:spPr>
            <a:xfrm>
              <a:off x="11351897" y="8290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11067351" y="8163761"/>
              <a:ext cx="134058" cy="11140"/>
            </a:xfrm>
            <a:custGeom>
              <a:avLst/>
              <a:pathLst>
                <a:path w="134058" h="11140">
                  <a:moveTo>
                    <a:pt x="0" y="8209"/>
                  </a:moveTo>
                  <a:lnTo>
                    <a:pt x="75990" y="11140"/>
                  </a:lnTo>
                  <a:lnTo>
                    <a:pt x="1340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11067351" y="7834066"/>
              <a:ext cx="235917" cy="145363"/>
            </a:xfrm>
            <a:custGeom>
              <a:avLst/>
              <a:pathLst>
                <a:path w="235917" h="145363">
                  <a:moveTo>
                    <a:pt x="0" y="71693"/>
                  </a:moveTo>
                  <a:lnTo>
                    <a:pt x="78623" y="0"/>
                  </a:lnTo>
                  <a:lnTo>
                    <a:pt x="235917" y="1453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11286677" y="8073075"/>
              <a:ext cx="330311" cy="320871"/>
            </a:xfrm>
            <a:custGeom>
              <a:avLst/>
              <a:pathLst>
                <a:path w="330311" h="320871">
                  <a:moveTo>
                    <a:pt x="0" y="320871"/>
                  </a:moveTo>
                  <a:lnTo>
                    <a:pt x="181398" y="43765"/>
                  </a:lnTo>
                  <a:lnTo>
                    <a:pt x="3303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11067351" y="8392571"/>
              <a:ext cx="202836" cy="21181"/>
            </a:xfrm>
            <a:custGeom>
              <a:avLst/>
              <a:pathLst>
                <a:path w="202836" h="21181">
                  <a:moveTo>
                    <a:pt x="0" y="21181"/>
                  </a:moveTo>
                  <a:lnTo>
                    <a:pt x="139612" y="10026"/>
                  </a:lnTo>
                  <a:lnTo>
                    <a:pt x="20283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11067351" y="7308803"/>
              <a:ext cx="63405" cy="21742"/>
            </a:xfrm>
            <a:custGeom>
              <a:avLst/>
              <a:pathLst>
                <a:path w="63405" h="21742">
                  <a:moveTo>
                    <a:pt x="0" y="21742"/>
                  </a:moveTo>
                  <a:lnTo>
                    <a:pt x="634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11143386" y="7970551"/>
              <a:ext cx="71376" cy="104827"/>
            </a:xfrm>
            <a:custGeom>
              <a:avLst/>
              <a:pathLst>
                <a:path w="71376" h="104827">
                  <a:moveTo>
                    <a:pt x="0" y="0"/>
                  </a:moveTo>
                  <a:lnTo>
                    <a:pt x="71376" y="1048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11067351" y="7969410"/>
              <a:ext cx="448913" cy="246311"/>
            </a:xfrm>
            <a:custGeom>
              <a:avLst/>
              <a:pathLst>
                <a:path w="448913" h="246311">
                  <a:moveTo>
                    <a:pt x="0" y="180994"/>
                  </a:moveTo>
                  <a:lnTo>
                    <a:pt x="86203" y="23364"/>
                  </a:lnTo>
                  <a:lnTo>
                    <a:pt x="221920" y="0"/>
                  </a:lnTo>
                  <a:lnTo>
                    <a:pt x="371473" y="177844"/>
                  </a:lnTo>
                  <a:lnTo>
                    <a:pt x="448913" y="2463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11067351" y="8144483"/>
              <a:ext cx="70904" cy="142971"/>
            </a:xfrm>
            <a:custGeom>
              <a:avLst/>
              <a:pathLst>
                <a:path w="70904" h="142971">
                  <a:moveTo>
                    <a:pt x="0" y="0"/>
                  </a:moveTo>
                  <a:lnTo>
                    <a:pt x="70904" y="1429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11133293" y="8052102"/>
              <a:ext cx="67383" cy="98995"/>
            </a:xfrm>
            <a:custGeom>
              <a:avLst/>
              <a:pathLst>
                <a:path w="67383" h="98995">
                  <a:moveTo>
                    <a:pt x="0" y="0"/>
                  </a:moveTo>
                  <a:lnTo>
                    <a:pt x="67383" y="989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11067351" y="7520804"/>
              <a:ext cx="70052" cy="12008"/>
            </a:xfrm>
            <a:custGeom>
              <a:avLst/>
              <a:pathLst>
                <a:path w="70052" h="12008">
                  <a:moveTo>
                    <a:pt x="0" y="0"/>
                  </a:moveTo>
                  <a:lnTo>
                    <a:pt x="70052" y="120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11067351" y="8007581"/>
              <a:ext cx="78985" cy="29085"/>
            </a:xfrm>
            <a:custGeom>
              <a:avLst/>
              <a:pathLst>
                <a:path w="78985" h="29085">
                  <a:moveTo>
                    <a:pt x="0" y="0"/>
                  </a:moveTo>
                  <a:lnTo>
                    <a:pt x="78985" y="290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11067351" y="8117831"/>
              <a:ext cx="144203" cy="128432"/>
            </a:xfrm>
            <a:custGeom>
              <a:avLst/>
              <a:pathLst>
                <a:path w="144203" h="128432">
                  <a:moveTo>
                    <a:pt x="0" y="0"/>
                  </a:moveTo>
                  <a:lnTo>
                    <a:pt x="83085" y="128432"/>
                  </a:lnTo>
                  <a:lnTo>
                    <a:pt x="144203" y="9767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11067351" y="7875862"/>
              <a:ext cx="205571" cy="311184"/>
            </a:xfrm>
            <a:custGeom>
              <a:avLst/>
              <a:pathLst>
                <a:path w="205571" h="311184">
                  <a:moveTo>
                    <a:pt x="0" y="311184"/>
                  </a:moveTo>
                  <a:lnTo>
                    <a:pt x="61549" y="0"/>
                  </a:lnTo>
                  <a:lnTo>
                    <a:pt x="144701" y="51419"/>
                  </a:lnTo>
                  <a:lnTo>
                    <a:pt x="205571" y="1129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11067351" y="8154138"/>
              <a:ext cx="67064" cy="25059"/>
            </a:xfrm>
            <a:custGeom>
              <a:avLst/>
              <a:pathLst>
                <a:path w="67064" h="25059">
                  <a:moveTo>
                    <a:pt x="0" y="25059"/>
                  </a:moveTo>
                  <a:lnTo>
                    <a:pt x="670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11067351" y="8246039"/>
              <a:ext cx="76087" cy="78328"/>
            </a:xfrm>
            <a:custGeom>
              <a:avLst/>
              <a:pathLst>
                <a:path w="76087" h="78328">
                  <a:moveTo>
                    <a:pt x="0" y="78328"/>
                  </a:moveTo>
                  <a:lnTo>
                    <a:pt x="760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11067351" y="8247270"/>
              <a:ext cx="136628" cy="88108"/>
            </a:xfrm>
            <a:custGeom>
              <a:avLst/>
              <a:pathLst>
                <a:path w="136628" h="88108">
                  <a:moveTo>
                    <a:pt x="0" y="88108"/>
                  </a:moveTo>
                  <a:lnTo>
                    <a:pt x="1366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11067351" y="8404750"/>
              <a:ext cx="67210" cy="106496"/>
            </a:xfrm>
            <a:custGeom>
              <a:avLst/>
              <a:pathLst>
                <a:path w="67210" h="106496">
                  <a:moveTo>
                    <a:pt x="0" y="0"/>
                  </a:moveTo>
                  <a:lnTo>
                    <a:pt x="67210" y="1064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11067351" y="8311492"/>
              <a:ext cx="71014" cy="91172"/>
            </a:xfrm>
            <a:custGeom>
              <a:avLst/>
              <a:pathLst>
                <a:path w="71014" h="91172">
                  <a:moveTo>
                    <a:pt x="0" y="0"/>
                  </a:moveTo>
                  <a:lnTo>
                    <a:pt x="71014" y="9117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11067351" y="8167422"/>
              <a:ext cx="666486" cy="140332"/>
            </a:xfrm>
            <a:custGeom>
              <a:avLst/>
              <a:pathLst>
                <a:path w="666486" h="140332">
                  <a:moveTo>
                    <a:pt x="0" y="140332"/>
                  </a:moveTo>
                  <a:lnTo>
                    <a:pt x="66164" y="113942"/>
                  </a:lnTo>
                  <a:lnTo>
                    <a:pt x="134239" y="135997"/>
                  </a:lnTo>
                  <a:lnTo>
                    <a:pt x="331922" y="60930"/>
                  </a:lnTo>
                  <a:lnTo>
                    <a:pt x="395290" y="111240"/>
                  </a:lnTo>
                  <a:lnTo>
                    <a:pt x="457428" y="78001"/>
                  </a:lnTo>
                  <a:lnTo>
                    <a:pt x="528442" y="136537"/>
                  </a:lnTo>
                  <a:lnTo>
                    <a:pt x="594247" y="28652"/>
                  </a:lnTo>
                  <a:lnTo>
                    <a:pt x="6664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11067351" y="8086569"/>
              <a:ext cx="396739" cy="237492"/>
            </a:xfrm>
            <a:custGeom>
              <a:avLst/>
              <a:pathLst>
                <a:path w="396739" h="237492">
                  <a:moveTo>
                    <a:pt x="0" y="0"/>
                  </a:moveTo>
                  <a:lnTo>
                    <a:pt x="126811" y="28191"/>
                  </a:lnTo>
                  <a:lnTo>
                    <a:pt x="263587" y="90623"/>
                  </a:lnTo>
                  <a:lnTo>
                    <a:pt x="330797" y="101997"/>
                  </a:lnTo>
                  <a:lnTo>
                    <a:pt x="396739" y="2374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11067351" y="8332800"/>
              <a:ext cx="82427" cy="23807"/>
            </a:xfrm>
            <a:custGeom>
              <a:avLst/>
              <a:pathLst>
                <a:path w="82427" h="23807">
                  <a:moveTo>
                    <a:pt x="0" y="23807"/>
                  </a:moveTo>
                  <a:lnTo>
                    <a:pt x="824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11067351" y="8331166"/>
              <a:ext cx="124637" cy="65965"/>
            </a:xfrm>
            <a:custGeom>
              <a:avLst/>
              <a:pathLst>
                <a:path w="124637" h="65965">
                  <a:moveTo>
                    <a:pt x="0" y="65965"/>
                  </a:moveTo>
                  <a:lnTo>
                    <a:pt x="1246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11067351" y="7655311"/>
              <a:ext cx="133615" cy="276444"/>
            </a:xfrm>
            <a:custGeom>
              <a:avLst/>
              <a:pathLst>
                <a:path w="133615" h="276444">
                  <a:moveTo>
                    <a:pt x="0" y="0"/>
                  </a:moveTo>
                  <a:lnTo>
                    <a:pt x="69021" y="238753"/>
                  </a:lnTo>
                  <a:lnTo>
                    <a:pt x="133615" y="2764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11067351" y="8156723"/>
              <a:ext cx="274637" cy="153601"/>
            </a:xfrm>
            <a:custGeom>
              <a:avLst/>
              <a:pathLst>
                <a:path w="274637" h="153601">
                  <a:moveTo>
                    <a:pt x="0" y="153601"/>
                  </a:moveTo>
                  <a:lnTo>
                    <a:pt x="72101" y="0"/>
                  </a:lnTo>
                  <a:lnTo>
                    <a:pt x="140346" y="131139"/>
                  </a:lnTo>
                  <a:lnTo>
                    <a:pt x="207608" y="109907"/>
                  </a:lnTo>
                  <a:lnTo>
                    <a:pt x="274637" y="1409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11067351" y="8187976"/>
              <a:ext cx="198913" cy="72584"/>
            </a:xfrm>
            <a:custGeom>
              <a:avLst/>
              <a:pathLst>
                <a:path w="198913" h="72584">
                  <a:moveTo>
                    <a:pt x="0" y="0"/>
                  </a:moveTo>
                  <a:lnTo>
                    <a:pt x="126686" y="72584"/>
                  </a:lnTo>
                  <a:lnTo>
                    <a:pt x="198913" y="212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11130757" y="8096276"/>
              <a:ext cx="65579" cy="77741"/>
            </a:xfrm>
            <a:custGeom>
              <a:avLst/>
              <a:pathLst>
                <a:path w="65579" h="77741">
                  <a:moveTo>
                    <a:pt x="0" y="0"/>
                  </a:moveTo>
                  <a:lnTo>
                    <a:pt x="65579" y="777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11067351" y="8262176"/>
              <a:ext cx="77397" cy="47536"/>
            </a:xfrm>
            <a:custGeom>
              <a:avLst/>
              <a:pathLst>
                <a:path w="77397" h="47536">
                  <a:moveTo>
                    <a:pt x="0" y="47536"/>
                  </a:moveTo>
                  <a:lnTo>
                    <a:pt x="773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11067351" y="8145533"/>
              <a:ext cx="408886" cy="306247"/>
            </a:xfrm>
            <a:custGeom>
              <a:avLst/>
              <a:pathLst>
                <a:path w="408886" h="306247">
                  <a:moveTo>
                    <a:pt x="0" y="273291"/>
                  </a:moveTo>
                  <a:lnTo>
                    <a:pt x="134248" y="306247"/>
                  </a:lnTo>
                  <a:lnTo>
                    <a:pt x="272442" y="212115"/>
                  </a:lnTo>
                  <a:lnTo>
                    <a:pt x="4088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11067351" y="8190254"/>
              <a:ext cx="288043" cy="239697"/>
            </a:xfrm>
            <a:custGeom>
              <a:avLst/>
              <a:pathLst>
                <a:path w="288043" h="239697">
                  <a:moveTo>
                    <a:pt x="0" y="239697"/>
                  </a:moveTo>
                  <a:lnTo>
                    <a:pt x="68478" y="55472"/>
                  </a:lnTo>
                  <a:lnTo>
                    <a:pt x="135938" y="13249"/>
                  </a:lnTo>
                  <a:lnTo>
                    <a:pt x="201811" y="0"/>
                  </a:lnTo>
                  <a:lnTo>
                    <a:pt x="288043" y="49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11067351" y="7981150"/>
              <a:ext cx="232246" cy="66364"/>
            </a:xfrm>
            <a:custGeom>
              <a:avLst/>
              <a:pathLst>
                <a:path w="232246" h="66364">
                  <a:moveTo>
                    <a:pt x="0" y="0"/>
                  </a:moveTo>
                  <a:lnTo>
                    <a:pt x="232246" y="663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11067351" y="7794607"/>
              <a:ext cx="67148" cy="27878"/>
            </a:xfrm>
            <a:custGeom>
              <a:avLst/>
              <a:pathLst>
                <a:path w="67148" h="27878">
                  <a:moveTo>
                    <a:pt x="0" y="0"/>
                  </a:moveTo>
                  <a:lnTo>
                    <a:pt x="67148" y="278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11067351" y="8113139"/>
              <a:ext cx="330718" cy="155567"/>
            </a:xfrm>
            <a:custGeom>
              <a:avLst/>
              <a:pathLst>
                <a:path w="330718" h="155567">
                  <a:moveTo>
                    <a:pt x="0" y="0"/>
                  </a:moveTo>
                  <a:lnTo>
                    <a:pt x="214130" y="68211"/>
                  </a:lnTo>
                  <a:lnTo>
                    <a:pt x="285145" y="86050"/>
                  </a:lnTo>
                  <a:lnTo>
                    <a:pt x="330718" y="1555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11067351" y="7619079"/>
              <a:ext cx="470012" cy="385817"/>
            </a:xfrm>
            <a:custGeom>
              <a:avLst/>
              <a:pathLst>
                <a:path w="470012" h="385817">
                  <a:moveTo>
                    <a:pt x="0" y="385817"/>
                  </a:moveTo>
                  <a:lnTo>
                    <a:pt x="224359" y="105169"/>
                  </a:lnTo>
                  <a:lnTo>
                    <a:pt x="338128" y="173778"/>
                  </a:lnTo>
                  <a:lnTo>
                    <a:pt x="4700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11067351" y="8010481"/>
              <a:ext cx="132790" cy="72321"/>
            </a:xfrm>
            <a:custGeom>
              <a:avLst/>
              <a:pathLst>
                <a:path w="132790" h="72321">
                  <a:moveTo>
                    <a:pt x="0" y="0"/>
                  </a:moveTo>
                  <a:lnTo>
                    <a:pt x="79403" y="60651"/>
                  </a:lnTo>
                  <a:lnTo>
                    <a:pt x="132790" y="723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11067351" y="7922469"/>
              <a:ext cx="149637" cy="35915"/>
            </a:xfrm>
            <a:custGeom>
              <a:avLst/>
              <a:pathLst>
                <a:path w="149637" h="35915">
                  <a:moveTo>
                    <a:pt x="0" y="13098"/>
                  </a:moveTo>
                  <a:lnTo>
                    <a:pt x="68659" y="35915"/>
                  </a:lnTo>
                  <a:lnTo>
                    <a:pt x="1496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11274597" y="8207384"/>
              <a:ext cx="145652" cy="98335"/>
            </a:xfrm>
            <a:custGeom>
              <a:avLst/>
              <a:pathLst>
                <a:path w="145652" h="98335">
                  <a:moveTo>
                    <a:pt x="0" y="98335"/>
                  </a:moveTo>
                  <a:lnTo>
                    <a:pt x="1456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11144583" y="8387713"/>
              <a:ext cx="62079" cy="11722"/>
            </a:xfrm>
            <a:custGeom>
              <a:avLst/>
              <a:pathLst>
                <a:path w="62079" h="11722">
                  <a:moveTo>
                    <a:pt x="0" y="0"/>
                  </a:moveTo>
                  <a:lnTo>
                    <a:pt x="62079" y="117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11067351" y="8373300"/>
              <a:ext cx="266123" cy="112219"/>
            </a:xfrm>
            <a:custGeom>
              <a:avLst/>
              <a:pathLst>
                <a:path w="266123" h="112219">
                  <a:moveTo>
                    <a:pt x="0" y="0"/>
                  </a:moveTo>
                  <a:lnTo>
                    <a:pt x="66847" y="50150"/>
                  </a:lnTo>
                  <a:lnTo>
                    <a:pt x="135249" y="112219"/>
                  </a:lnTo>
                  <a:lnTo>
                    <a:pt x="192210" y="90001"/>
                  </a:lnTo>
                  <a:lnTo>
                    <a:pt x="266123" y="896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11067351" y="8309916"/>
              <a:ext cx="136994" cy="54089"/>
            </a:xfrm>
            <a:custGeom>
              <a:avLst/>
              <a:pathLst>
                <a:path w="136994" h="54089">
                  <a:moveTo>
                    <a:pt x="0" y="54089"/>
                  </a:moveTo>
                  <a:lnTo>
                    <a:pt x="71195" y="43513"/>
                  </a:lnTo>
                  <a:lnTo>
                    <a:pt x="1369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11067351" y="8271174"/>
              <a:ext cx="213003" cy="170276"/>
            </a:xfrm>
            <a:custGeom>
              <a:avLst/>
              <a:pathLst>
                <a:path w="213003" h="170276">
                  <a:moveTo>
                    <a:pt x="0" y="47217"/>
                  </a:moveTo>
                  <a:lnTo>
                    <a:pt x="69729" y="0"/>
                  </a:lnTo>
                  <a:lnTo>
                    <a:pt x="142012" y="138805"/>
                  </a:lnTo>
                  <a:lnTo>
                    <a:pt x="213003" y="1702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11167379" y="8267625"/>
              <a:ext cx="44899" cy="5869"/>
            </a:xfrm>
            <a:custGeom>
              <a:avLst/>
              <a:pathLst>
                <a:path w="44899" h="5869">
                  <a:moveTo>
                    <a:pt x="0" y="0"/>
                  </a:moveTo>
                  <a:lnTo>
                    <a:pt x="44899" y="58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11067351" y="7612188"/>
              <a:ext cx="367870" cy="305686"/>
            </a:xfrm>
            <a:custGeom>
              <a:avLst/>
              <a:pathLst>
                <a:path w="367870" h="305686">
                  <a:moveTo>
                    <a:pt x="0" y="44728"/>
                  </a:moveTo>
                  <a:lnTo>
                    <a:pt x="139329" y="0"/>
                  </a:lnTo>
                  <a:lnTo>
                    <a:pt x="205253" y="78880"/>
                  </a:lnTo>
                  <a:lnTo>
                    <a:pt x="367870" y="3056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11067351" y="8288159"/>
              <a:ext cx="77347" cy="15565"/>
            </a:xfrm>
            <a:custGeom>
              <a:avLst/>
              <a:pathLst>
                <a:path w="77347" h="15565">
                  <a:moveTo>
                    <a:pt x="0" y="0"/>
                  </a:moveTo>
                  <a:lnTo>
                    <a:pt x="77347" y="1556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11067351" y="7768237"/>
              <a:ext cx="75785" cy="258384"/>
            </a:xfrm>
            <a:custGeom>
              <a:avLst/>
              <a:pathLst>
                <a:path w="75785" h="258384">
                  <a:moveTo>
                    <a:pt x="0" y="0"/>
                  </a:moveTo>
                  <a:lnTo>
                    <a:pt x="75785" y="25838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11134703" y="7721372"/>
              <a:ext cx="302613" cy="250581"/>
            </a:xfrm>
            <a:custGeom>
              <a:avLst/>
              <a:pathLst>
                <a:path w="302613" h="250581">
                  <a:moveTo>
                    <a:pt x="0" y="0"/>
                  </a:moveTo>
                  <a:lnTo>
                    <a:pt x="66343" y="17098"/>
                  </a:lnTo>
                  <a:lnTo>
                    <a:pt x="302613" y="2505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11256119" y="8256601"/>
              <a:ext cx="142029" cy="24232"/>
            </a:xfrm>
            <a:custGeom>
              <a:avLst/>
              <a:pathLst>
                <a:path w="142029" h="24232">
                  <a:moveTo>
                    <a:pt x="0" y="0"/>
                  </a:moveTo>
                  <a:lnTo>
                    <a:pt x="81159" y="15033"/>
                  </a:lnTo>
                  <a:lnTo>
                    <a:pt x="142029" y="242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11276228" y="8116044"/>
              <a:ext cx="214492" cy="194707"/>
            </a:xfrm>
            <a:custGeom>
              <a:avLst/>
              <a:pathLst>
                <a:path w="214492" h="194707">
                  <a:moveTo>
                    <a:pt x="0" y="194707"/>
                  </a:moveTo>
                  <a:lnTo>
                    <a:pt x="21449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11067351" y="8173083"/>
              <a:ext cx="76043" cy="80574"/>
            </a:xfrm>
            <a:custGeom>
              <a:avLst/>
              <a:pathLst>
                <a:path w="76043" h="80574">
                  <a:moveTo>
                    <a:pt x="0" y="0"/>
                  </a:moveTo>
                  <a:lnTo>
                    <a:pt x="76043" y="805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11139452" y="7770663"/>
              <a:ext cx="68352" cy="252330"/>
            </a:xfrm>
            <a:custGeom>
              <a:avLst/>
              <a:pathLst>
                <a:path w="68352" h="252330">
                  <a:moveTo>
                    <a:pt x="0" y="0"/>
                  </a:moveTo>
                  <a:lnTo>
                    <a:pt x="68352" y="2523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11215804" y="8082930"/>
              <a:ext cx="326993" cy="212852"/>
            </a:xfrm>
            <a:custGeom>
              <a:avLst/>
              <a:pathLst>
                <a:path w="326993" h="212852">
                  <a:moveTo>
                    <a:pt x="0" y="212852"/>
                  </a:moveTo>
                  <a:lnTo>
                    <a:pt x="197826" y="70328"/>
                  </a:lnTo>
                  <a:lnTo>
                    <a:pt x="3269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11067351" y="8111420"/>
              <a:ext cx="133333" cy="121322"/>
            </a:xfrm>
            <a:custGeom>
              <a:avLst/>
              <a:pathLst>
                <a:path w="133333" h="121322">
                  <a:moveTo>
                    <a:pt x="0" y="121322"/>
                  </a:moveTo>
                  <a:lnTo>
                    <a:pt x="13333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11067351" y="8263361"/>
              <a:ext cx="293116" cy="128841"/>
            </a:xfrm>
            <a:custGeom>
              <a:avLst/>
              <a:pathLst>
                <a:path w="293116" h="128841">
                  <a:moveTo>
                    <a:pt x="0" y="128841"/>
                  </a:moveTo>
                  <a:lnTo>
                    <a:pt x="2931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11067351" y="8335213"/>
              <a:ext cx="133876" cy="15265"/>
            </a:xfrm>
            <a:custGeom>
              <a:avLst/>
              <a:pathLst>
                <a:path w="133876" h="15265">
                  <a:moveTo>
                    <a:pt x="0" y="15265"/>
                  </a:moveTo>
                  <a:lnTo>
                    <a:pt x="13387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11067351" y="8185239"/>
              <a:ext cx="83152" cy="112585"/>
            </a:xfrm>
            <a:custGeom>
              <a:avLst/>
              <a:pathLst>
                <a:path w="83152" h="112585">
                  <a:moveTo>
                    <a:pt x="0" y="0"/>
                  </a:moveTo>
                  <a:lnTo>
                    <a:pt x="83152" y="1125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11224597" y="7594885"/>
              <a:ext cx="107608" cy="229676"/>
            </a:xfrm>
            <a:custGeom>
              <a:avLst/>
              <a:pathLst>
                <a:path w="107608" h="229676">
                  <a:moveTo>
                    <a:pt x="0" y="0"/>
                  </a:moveTo>
                  <a:lnTo>
                    <a:pt x="107608" y="2296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11205585" y="8135719"/>
              <a:ext cx="61946" cy="16634"/>
            </a:xfrm>
            <a:custGeom>
              <a:avLst/>
              <a:pathLst>
                <a:path w="61946" h="16634">
                  <a:moveTo>
                    <a:pt x="0" y="16634"/>
                  </a:moveTo>
                  <a:lnTo>
                    <a:pt x="619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11067351" y="8102083"/>
              <a:ext cx="557247" cy="285914"/>
            </a:xfrm>
            <a:custGeom>
              <a:avLst/>
              <a:pathLst>
                <a:path w="557247" h="285914">
                  <a:moveTo>
                    <a:pt x="0" y="285914"/>
                  </a:moveTo>
                  <a:lnTo>
                    <a:pt x="271195" y="138426"/>
                  </a:lnTo>
                  <a:lnTo>
                    <a:pt x="411956" y="108261"/>
                  </a:lnTo>
                  <a:lnTo>
                    <a:pt x="5572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11067351" y="8265598"/>
              <a:ext cx="149637" cy="31336"/>
            </a:xfrm>
            <a:custGeom>
              <a:avLst/>
              <a:pathLst>
                <a:path w="149637" h="31336">
                  <a:moveTo>
                    <a:pt x="0" y="31336"/>
                  </a:moveTo>
                  <a:lnTo>
                    <a:pt x="1496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11139786" y="8214514"/>
              <a:ext cx="68325" cy="31210"/>
            </a:xfrm>
            <a:custGeom>
              <a:avLst/>
              <a:pathLst>
                <a:path w="68325" h="31210">
                  <a:moveTo>
                    <a:pt x="0" y="0"/>
                  </a:moveTo>
                  <a:lnTo>
                    <a:pt x="68325" y="312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11133293" y="7745714"/>
              <a:ext cx="212862" cy="573066"/>
            </a:xfrm>
            <a:custGeom>
              <a:avLst/>
              <a:pathLst>
                <a:path w="212862" h="573066">
                  <a:moveTo>
                    <a:pt x="0" y="0"/>
                  </a:moveTo>
                  <a:lnTo>
                    <a:pt x="68384" y="225263"/>
                  </a:lnTo>
                  <a:lnTo>
                    <a:pt x="136956" y="361290"/>
                  </a:lnTo>
                  <a:lnTo>
                    <a:pt x="212862" y="5730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11140358" y="8037050"/>
              <a:ext cx="598718" cy="498409"/>
            </a:xfrm>
            <a:custGeom>
              <a:avLst/>
              <a:pathLst>
                <a:path w="598718" h="498409">
                  <a:moveTo>
                    <a:pt x="0" y="379291"/>
                  </a:moveTo>
                  <a:lnTo>
                    <a:pt x="58876" y="498409"/>
                  </a:lnTo>
                  <a:lnTo>
                    <a:pt x="138043" y="353887"/>
                  </a:lnTo>
                  <a:lnTo>
                    <a:pt x="201811" y="299636"/>
                  </a:lnTo>
                  <a:lnTo>
                    <a:pt x="390592" y="69919"/>
                  </a:lnTo>
                  <a:lnTo>
                    <a:pt x="517573" y="0"/>
                  </a:lnTo>
                  <a:lnTo>
                    <a:pt x="598718" y="1231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11135829" y="7790052"/>
              <a:ext cx="220471" cy="103442"/>
            </a:xfrm>
            <a:custGeom>
              <a:avLst/>
              <a:pathLst>
                <a:path w="220471" h="103442">
                  <a:moveTo>
                    <a:pt x="0" y="0"/>
                  </a:moveTo>
                  <a:lnTo>
                    <a:pt x="86089" y="29929"/>
                  </a:lnTo>
                  <a:lnTo>
                    <a:pt x="152174" y="103442"/>
                  </a:lnTo>
                  <a:lnTo>
                    <a:pt x="220471" y="2027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11270068" y="8242965"/>
              <a:ext cx="63224" cy="34101"/>
            </a:xfrm>
            <a:custGeom>
              <a:avLst/>
              <a:pathLst>
                <a:path w="63224" h="34101">
                  <a:moveTo>
                    <a:pt x="0" y="0"/>
                  </a:moveTo>
                  <a:lnTo>
                    <a:pt x="63224" y="341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11067351" y="7988322"/>
              <a:ext cx="68422" cy="34109"/>
            </a:xfrm>
            <a:custGeom>
              <a:avLst/>
              <a:pathLst>
                <a:path w="68422" h="34109">
                  <a:moveTo>
                    <a:pt x="0" y="0"/>
                  </a:moveTo>
                  <a:lnTo>
                    <a:pt x="68422" y="341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11067351" y="8053555"/>
              <a:ext cx="68610" cy="6826"/>
            </a:xfrm>
            <a:custGeom>
              <a:avLst/>
              <a:pathLst>
                <a:path w="68610" h="6826">
                  <a:moveTo>
                    <a:pt x="0" y="6826"/>
                  </a:moveTo>
                  <a:lnTo>
                    <a:pt x="686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11067351" y="8207839"/>
              <a:ext cx="143287" cy="43621"/>
            </a:xfrm>
            <a:custGeom>
              <a:avLst/>
              <a:pathLst>
                <a:path w="143287" h="43621">
                  <a:moveTo>
                    <a:pt x="0" y="38424"/>
                  </a:moveTo>
                  <a:lnTo>
                    <a:pt x="67391" y="43621"/>
                  </a:lnTo>
                  <a:lnTo>
                    <a:pt x="1432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11067351" y="8198285"/>
              <a:ext cx="79506" cy="72353"/>
            </a:xfrm>
            <a:custGeom>
              <a:avLst/>
              <a:pathLst>
                <a:path w="79506" h="72353">
                  <a:moveTo>
                    <a:pt x="0" y="0"/>
                  </a:moveTo>
                  <a:lnTo>
                    <a:pt x="79506" y="723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11067351" y="7963955"/>
              <a:ext cx="136050" cy="140188"/>
            </a:xfrm>
            <a:custGeom>
              <a:avLst/>
              <a:pathLst>
                <a:path w="136050" h="140188">
                  <a:moveTo>
                    <a:pt x="0" y="0"/>
                  </a:moveTo>
                  <a:lnTo>
                    <a:pt x="68840" y="112731"/>
                  </a:lnTo>
                  <a:lnTo>
                    <a:pt x="136050" y="1401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11067351" y="8085720"/>
              <a:ext cx="142711" cy="88445"/>
            </a:xfrm>
            <a:custGeom>
              <a:avLst/>
              <a:pathLst>
                <a:path w="142711" h="88445">
                  <a:moveTo>
                    <a:pt x="0" y="81340"/>
                  </a:moveTo>
                  <a:lnTo>
                    <a:pt x="60102" y="88445"/>
                  </a:lnTo>
                  <a:lnTo>
                    <a:pt x="1427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11223329" y="8036481"/>
              <a:ext cx="188768" cy="149665"/>
            </a:xfrm>
            <a:custGeom>
              <a:avLst/>
              <a:pathLst>
                <a:path w="188768" h="149665">
                  <a:moveTo>
                    <a:pt x="0" y="0"/>
                  </a:moveTo>
                  <a:lnTo>
                    <a:pt x="120289" y="149665"/>
                  </a:lnTo>
                  <a:lnTo>
                    <a:pt x="188768" y="1127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11067351" y="8411842"/>
              <a:ext cx="158384" cy="26711"/>
            </a:xfrm>
            <a:custGeom>
              <a:avLst/>
              <a:pathLst>
                <a:path w="158384" h="26711">
                  <a:moveTo>
                    <a:pt x="0" y="0"/>
                  </a:moveTo>
                  <a:lnTo>
                    <a:pt x="158384" y="267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11067351" y="8153186"/>
              <a:ext cx="74818" cy="58803"/>
            </a:xfrm>
            <a:custGeom>
              <a:avLst/>
              <a:pathLst>
                <a:path w="74818" h="58803">
                  <a:moveTo>
                    <a:pt x="0" y="58803"/>
                  </a:moveTo>
                  <a:lnTo>
                    <a:pt x="748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11209112" y="7950146"/>
              <a:ext cx="200362" cy="46944"/>
            </a:xfrm>
            <a:custGeom>
              <a:avLst/>
              <a:pathLst>
                <a:path w="200362" h="46944">
                  <a:moveTo>
                    <a:pt x="0" y="0"/>
                  </a:moveTo>
                  <a:lnTo>
                    <a:pt x="125441" y="46944"/>
                  </a:lnTo>
                  <a:lnTo>
                    <a:pt x="200362" y="453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11067351" y="8133825"/>
              <a:ext cx="69621" cy="44744"/>
            </a:xfrm>
            <a:custGeom>
              <a:avLst/>
              <a:pathLst>
                <a:path w="69621" h="44744">
                  <a:moveTo>
                    <a:pt x="0" y="44744"/>
                  </a:moveTo>
                  <a:lnTo>
                    <a:pt x="696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11067351" y="8244693"/>
              <a:ext cx="74485" cy="114131"/>
            </a:xfrm>
            <a:custGeom>
              <a:avLst/>
              <a:pathLst>
                <a:path w="74485" h="114131">
                  <a:moveTo>
                    <a:pt x="0" y="114131"/>
                  </a:moveTo>
                  <a:lnTo>
                    <a:pt x="7448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11067351" y="8331497"/>
              <a:ext cx="74719" cy="18944"/>
            </a:xfrm>
            <a:custGeom>
              <a:avLst/>
              <a:pathLst>
                <a:path w="74719" h="18944">
                  <a:moveTo>
                    <a:pt x="0" y="0"/>
                  </a:moveTo>
                  <a:lnTo>
                    <a:pt x="74719" y="189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11067351" y="7933612"/>
              <a:ext cx="79891" cy="70495"/>
            </a:xfrm>
            <a:custGeom>
              <a:avLst/>
              <a:pathLst>
                <a:path w="79891" h="70495">
                  <a:moveTo>
                    <a:pt x="0" y="70495"/>
                  </a:moveTo>
                  <a:lnTo>
                    <a:pt x="7989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11067351" y="8136295"/>
              <a:ext cx="281522" cy="134849"/>
            </a:xfrm>
            <a:custGeom>
              <a:avLst/>
              <a:pathLst>
                <a:path w="281522" h="134849">
                  <a:moveTo>
                    <a:pt x="0" y="9139"/>
                  </a:moveTo>
                  <a:lnTo>
                    <a:pt x="78386" y="0"/>
                  </a:lnTo>
                  <a:lnTo>
                    <a:pt x="153442" y="124070"/>
                  </a:lnTo>
                  <a:lnTo>
                    <a:pt x="281522" y="1348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11067351" y="8200559"/>
              <a:ext cx="132978" cy="111848"/>
            </a:xfrm>
            <a:custGeom>
              <a:avLst/>
              <a:pathLst>
                <a:path w="132978" h="111848">
                  <a:moveTo>
                    <a:pt x="0" y="87399"/>
                  </a:moveTo>
                  <a:lnTo>
                    <a:pt x="67036" y="111848"/>
                  </a:lnTo>
                  <a:lnTo>
                    <a:pt x="1329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11067351" y="8315249"/>
              <a:ext cx="125461" cy="56499"/>
            </a:xfrm>
            <a:custGeom>
              <a:avLst/>
              <a:pathLst>
                <a:path w="125461" h="56499">
                  <a:moveTo>
                    <a:pt x="0" y="56499"/>
                  </a:moveTo>
                  <a:lnTo>
                    <a:pt x="12546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11067351" y="8000436"/>
              <a:ext cx="331159" cy="40356"/>
            </a:xfrm>
            <a:custGeom>
              <a:avLst/>
              <a:pathLst>
                <a:path w="331159" h="40356">
                  <a:moveTo>
                    <a:pt x="0" y="40356"/>
                  </a:moveTo>
                  <a:lnTo>
                    <a:pt x="133460" y="5089"/>
                  </a:lnTo>
                  <a:lnTo>
                    <a:pt x="200543" y="29523"/>
                  </a:lnTo>
                  <a:lnTo>
                    <a:pt x="271195" y="0"/>
                  </a:lnTo>
                  <a:lnTo>
                    <a:pt x="331159" y="244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11067351" y="8404792"/>
              <a:ext cx="271177" cy="33229"/>
            </a:xfrm>
            <a:custGeom>
              <a:avLst/>
              <a:pathLst>
                <a:path w="271177" h="33229">
                  <a:moveTo>
                    <a:pt x="0" y="11808"/>
                  </a:moveTo>
                  <a:lnTo>
                    <a:pt x="133104" y="0"/>
                  </a:lnTo>
                  <a:lnTo>
                    <a:pt x="271177" y="3322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11067351" y="7968342"/>
              <a:ext cx="276087" cy="359040"/>
            </a:xfrm>
            <a:custGeom>
              <a:avLst/>
              <a:pathLst>
                <a:path w="276087" h="359040">
                  <a:moveTo>
                    <a:pt x="0" y="0"/>
                  </a:moveTo>
                  <a:lnTo>
                    <a:pt x="64673" y="121584"/>
                  </a:lnTo>
                  <a:lnTo>
                    <a:pt x="136872" y="161169"/>
                  </a:lnTo>
                  <a:lnTo>
                    <a:pt x="198732" y="221000"/>
                  </a:lnTo>
                  <a:lnTo>
                    <a:pt x="276087" y="3590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11200322" y="8193689"/>
              <a:ext cx="67210" cy="21257"/>
            </a:xfrm>
            <a:custGeom>
              <a:avLst/>
              <a:pathLst>
                <a:path w="67210" h="21257">
                  <a:moveTo>
                    <a:pt x="0" y="0"/>
                  </a:moveTo>
                  <a:lnTo>
                    <a:pt x="67210" y="212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11067351" y="8191714"/>
              <a:ext cx="160869" cy="146852"/>
            </a:xfrm>
            <a:custGeom>
              <a:avLst/>
              <a:pathLst>
                <a:path w="160869" h="146852">
                  <a:moveTo>
                    <a:pt x="0" y="0"/>
                  </a:moveTo>
                  <a:lnTo>
                    <a:pt x="78613" y="24050"/>
                  </a:lnTo>
                  <a:lnTo>
                    <a:pt x="160869" y="1468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11067351" y="7858349"/>
              <a:ext cx="286390" cy="385609"/>
            </a:xfrm>
            <a:custGeom>
              <a:avLst/>
              <a:pathLst>
                <a:path w="286390" h="385609">
                  <a:moveTo>
                    <a:pt x="0" y="385609"/>
                  </a:moveTo>
                  <a:lnTo>
                    <a:pt x="133129" y="185409"/>
                  </a:lnTo>
                  <a:lnTo>
                    <a:pt x="2863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11067351" y="8186303"/>
              <a:ext cx="309372" cy="128883"/>
            </a:xfrm>
            <a:custGeom>
              <a:avLst/>
              <a:pathLst>
                <a:path w="309372" h="128883">
                  <a:moveTo>
                    <a:pt x="0" y="111569"/>
                  </a:moveTo>
                  <a:lnTo>
                    <a:pt x="64625" y="43450"/>
                  </a:lnTo>
                  <a:lnTo>
                    <a:pt x="138176" y="0"/>
                  </a:lnTo>
                  <a:lnTo>
                    <a:pt x="219688" y="37059"/>
                  </a:lnTo>
                  <a:lnTo>
                    <a:pt x="309372" y="1288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11067351" y="8072469"/>
              <a:ext cx="932247" cy="93016"/>
            </a:xfrm>
            <a:custGeom>
              <a:avLst/>
              <a:pathLst>
                <a:path w="932247" h="93016">
                  <a:moveTo>
                    <a:pt x="0" y="93016"/>
                  </a:moveTo>
                  <a:lnTo>
                    <a:pt x="9416" y="92076"/>
                  </a:lnTo>
                  <a:lnTo>
                    <a:pt x="18833" y="91136"/>
                  </a:lnTo>
                  <a:lnTo>
                    <a:pt x="28249" y="90197"/>
                  </a:lnTo>
                  <a:lnTo>
                    <a:pt x="37666" y="89257"/>
                  </a:lnTo>
                  <a:lnTo>
                    <a:pt x="47083" y="88318"/>
                  </a:lnTo>
                  <a:lnTo>
                    <a:pt x="56499" y="87378"/>
                  </a:lnTo>
                  <a:lnTo>
                    <a:pt x="65916" y="86439"/>
                  </a:lnTo>
                  <a:lnTo>
                    <a:pt x="75333" y="85499"/>
                  </a:lnTo>
                  <a:lnTo>
                    <a:pt x="84749" y="84560"/>
                  </a:lnTo>
                  <a:lnTo>
                    <a:pt x="94166" y="83620"/>
                  </a:lnTo>
                  <a:lnTo>
                    <a:pt x="103583" y="82680"/>
                  </a:lnTo>
                  <a:lnTo>
                    <a:pt x="112999" y="81741"/>
                  </a:lnTo>
                  <a:lnTo>
                    <a:pt x="122416" y="80801"/>
                  </a:lnTo>
                  <a:lnTo>
                    <a:pt x="131832" y="79862"/>
                  </a:lnTo>
                  <a:lnTo>
                    <a:pt x="141249" y="78922"/>
                  </a:lnTo>
                  <a:lnTo>
                    <a:pt x="150666" y="77983"/>
                  </a:lnTo>
                  <a:lnTo>
                    <a:pt x="160082" y="77043"/>
                  </a:lnTo>
                  <a:lnTo>
                    <a:pt x="169499" y="76104"/>
                  </a:lnTo>
                  <a:lnTo>
                    <a:pt x="178916" y="75164"/>
                  </a:lnTo>
                  <a:lnTo>
                    <a:pt x="188332" y="74224"/>
                  </a:lnTo>
                  <a:lnTo>
                    <a:pt x="197749" y="73285"/>
                  </a:lnTo>
                  <a:lnTo>
                    <a:pt x="207166" y="72345"/>
                  </a:lnTo>
                  <a:lnTo>
                    <a:pt x="216582" y="71406"/>
                  </a:lnTo>
                  <a:lnTo>
                    <a:pt x="225999" y="70466"/>
                  </a:lnTo>
                  <a:lnTo>
                    <a:pt x="235416" y="69527"/>
                  </a:lnTo>
                  <a:lnTo>
                    <a:pt x="244832" y="68587"/>
                  </a:lnTo>
                  <a:lnTo>
                    <a:pt x="254249" y="67648"/>
                  </a:lnTo>
                  <a:lnTo>
                    <a:pt x="263665" y="66708"/>
                  </a:lnTo>
                  <a:lnTo>
                    <a:pt x="273082" y="65768"/>
                  </a:lnTo>
                  <a:lnTo>
                    <a:pt x="282499" y="64829"/>
                  </a:lnTo>
                  <a:lnTo>
                    <a:pt x="291915" y="63889"/>
                  </a:lnTo>
                  <a:lnTo>
                    <a:pt x="301332" y="62950"/>
                  </a:lnTo>
                  <a:lnTo>
                    <a:pt x="310749" y="62010"/>
                  </a:lnTo>
                  <a:lnTo>
                    <a:pt x="320165" y="61071"/>
                  </a:lnTo>
                  <a:lnTo>
                    <a:pt x="329582" y="60131"/>
                  </a:lnTo>
                  <a:lnTo>
                    <a:pt x="338999" y="59192"/>
                  </a:lnTo>
                  <a:lnTo>
                    <a:pt x="348415" y="58252"/>
                  </a:lnTo>
                  <a:lnTo>
                    <a:pt x="357832" y="57312"/>
                  </a:lnTo>
                  <a:lnTo>
                    <a:pt x="367248" y="56373"/>
                  </a:lnTo>
                  <a:lnTo>
                    <a:pt x="376665" y="55433"/>
                  </a:lnTo>
                  <a:lnTo>
                    <a:pt x="386082" y="54494"/>
                  </a:lnTo>
                  <a:lnTo>
                    <a:pt x="395498" y="53554"/>
                  </a:lnTo>
                  <a:lnTo>
                    <a:pt x="404915" y="52615"/>
                  </a:lnTo>
                  <a:lnTo>
                    <a:pt x="414332" y="51675"/>
                  </a:lnTo>
                  <a:lnTo>
                    <a:pt x="423748" y="50736"/>
                  </a:lnTo>
                  <a:lnTo>
                    <a:pt x="433165" y="49796"/>
                  </a:lnTo>
                  <a:lnTo>
                    <a:pt x="442582" y="48856"/>
                  </a:lnTo>
                  <a:lnTo>
                    <a:pt x="451998" y="47917"/>
                  </a:lnTo>
                  <a:lnTo>
                    <a:pt x="461415" y="46977"/>
                  </a:lnTo>
                  <a:lnTo>
                    <a:pt x="470832" y="46038"/>
                  </a:lnTo>
                  <a:lnTo>
                    <a:pt x="480248" y="45098"/>
                  </a:lnTo>
                  <a:lnTo>
                    <a:pt x="489665" y="44159"/>
                  </a:lnTo>
                  <a:lnTo>
                    <a:pt x="499081" y="43219"/>
                  </a:lnTo>
                  <a:lnTo>
                    <a:pt x="508498" y="42280"/>
                  </a:lnTo>
                  <a:lnTo>
                    <a:pt x="517915" y="41340"/>
                  </a:lnTo>
                  <a:lnTo>
                    <a:pt x="527331" y="40400"/>
                  </a:lnTo>
                  <a:lnTo>
                    <a:pt x="536748" y="39461"/>
                  </a:lnTo>
                  <a:lnTo>
                    <a:pt x="546165" y="38521"/>
                  </a:lnTo>
                  <a:lnTo>
                    <a:pt x="555581" y="37582"/>
                  </a:lnTo>
                  <a:lnTo>
                    <a:pt x="564998" y="36642"/>
                  </a:lnTo>
                  <a:lnTo>
                    <a:pt x="574415" y="35703"/>
                  </a:lnTo>
                  <a:lnTo>
                    <a:pt x="583831" y="34763"/>
                  </a:lnTo>
                  <a:lnTo>
                    <a:pt x="593248" y="33824"/>
                  </a:lnTo>
                  <a:lnTo>
                    <a:pt x="602664" y="32884"/>
                  </a:lnTo>
                  <a:lnTo>
                    <a:pt x="612081" y="31944"/>
                  </a:lnTo>
                  <a:lnTo>
                    <a:pt x="621498" y="31005"/>
                  </a:lnTo>
                  <a:lnTo>
                    <a:pt x="630914" y="30065"/>
                  </a:lnTo>
                  <a:lnTo>
                    <a:pt x="640331" y="29126"/>
                  </a:lnTo>
                  <a:lnTo>
                    <a:pt x="649748" y="28186"/>
                  </a:lnTo>
                  <a:lnTo>
                    <a:pt x="659164" y="27247"/>
                  </a:lnTo>
                  <a:lnTo>
                    <a:pt x="668581" y="26307"/>
                  </a:lnTo>
                  <a:lnTo>
                    <a:pt x="677998" y="25368"/>
                  </a:lnTo>
                  <a:lnTo>
                    <a:pt x="687414" y="24428"/>
                  </a:lnTo>
                  <a:lnTo>
                    <a:pt x="696831" y="23488"/>
                  </a:lnTo>
                  <a:lnTo>
                    <a:pt x="706248" y="22549"/>
                  </a:lnTo>
                  <a:lnTo>
                    <a:pt x="715664" y="21609"/>
                  </a:lnTo>
                  <a:lnTo>
                    <a:pt x="725081" y="20670"/>
                  </a:lnTo>
                  <a:lnTo>
                    <a:pt x="734497" y="19730"/>
                  </a:lnTo>
                  <a:lnTo>
                    <a:pt x="743914" y="18791"/>
                  </a:lnTo>
                  <a:lnTo>
                    <a:pt x="753331" y="17851"/>
                  </a:lnTo>
                  <a:lnTo>
                    <a:pt x="762747" y="16912"/>
                  </a:lnTo>
                  <a:lnTo>
                    <a:pt x="772164" y="15972"/>
                  </a:lnTo>
                  <a:lnTo>
                    <a:pt x="781581" y="15032"/>
                  </a:lnTo>
                  <a:lnTo>
                    <a:pt x="790997" y="14093"/>
                  </a:lnTo>
                  <a:lnTo>
                    <a:pt x="800414" y="13153"/>
                  </a:lnTo>
                  <a:lnTo>
                    <a:pt x="809831" y="12214"/>
                  </a:lnTo>
                  <a:lnTo>
                    <a:pt x="819247" y="11274"/>
                  </a:lnTo>
                  <a:lnTo>
                    <a:pt x="828664" y="10335"/>
                  </a:lnTo>
                  <a:lnTo>
                    <a:pt x="838081" y="9395"/>
                  </a:lnTo>
                  <a:lnTo>
                    <a:pt x="847497" y="8456"/>
                  </a:lnTo>
                  <a:lnTo>
                    <a:pt x="856914" y="7516"/>
                  </a:lnTo>
                  <a:lnTo>
                    <a:pt x="866330" y="6576"/>
                  </a:lnTo>
                  <a:lnTo>
                    <a:pt x="875747" y="5637"/>
                  </a:lnTo>
                  <a:lnTo>
                    <a:pt x="885164" y="4697"/>
                  </a:lnTo>
                  <a:lnTo>
                    <a:pt x="894580" y="3758"/>
                  </a:lnTo>
                  <a:lnTo>
                    <a:pt x="903997" y="2818"/>
                  </a:lnTo>
                  <a:lnTo>
                    <a:pt x="913414" y="1879"/>
                  </a:lnTo>
                  <a:lnTo>
                    <a:pt x="922830" y="939"/>
                  </a:lnTo>
                  <a:lnTo>
                    <a:pt x="932247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320" name="tx3320"/>
            <p:cNvSpPr/>
            <p:nvPr/>
          </p:nvSpPr>
          <p:spPr>
            <a:xfrm>
              <a:off x="10985242" y="7268574"/>
              <a:ext cx="1014356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0.116 Z/year</a:t>
              </a:r>
            </a:p>
          </p:txBody>
        </p:sp>
        <p:sp>
          <p:nvSpPr>
            <p:cNvPr id="3321" name="rc3321"/>
            <p:cNvSpPr/>
            <p:nvPr/>
          </p:nvSpPr>
          <p:spPr>
            <a:xfrm>
              <a:off x="11020738" y="7247470"/>
              <a:ext cx="1025472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tx3322"/>
            <p:cNvSpPr/>
            <p:nvPr/>
          </p:nvSpPr>
          <p:spPr>
            <a:xfrm>
              <a:off x="10895953" y="8552070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323" name="tx3323"/>
            <p:cNvSpPr/>
            <p:nvPr/>
          </p:nvSpPr>
          <p:spPr>
            <a:xfrm>
              <a:off x="10895953" y="8269276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24" name="tx3324"/>
            <p:cNvSpPr/>
            <p:nvPr/>
          </p:nvSpPr>
          <p:spPr>
            <a:xfrm>
              <a:off x="10833797" y="7983645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325" name="tx3325"/>
            <p:cNvSpPr/>
            <p:nvPr/>
          </p:nvSpPr>
          <p:spPr>
            <a:xfrm>
              <a:off x="10833797" y="769943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3326" name="tx3326"/>
            <p:cNvSpPr/>
            <p:nvPr/>
          </p:nvSpPr>
          <p:spPr>
            <a:xfrm>
              <a:off x="10833797" y="741522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327" name="pl3327"/>
            <p:cNvSpPr/>
            <p:nvPr/>
          </p:nvSpPr>
          <p:spPr>
            <a:xfrm>
              <a:off x="10985944" y="859376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10985944" y="830954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10985944" y="802533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10985944" y="774112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10985944" y="74569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11067351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11397967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1172858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tx3335"/>
            <p:cNvSpPr/>
            <p:nvPr/>
          </p:nvSpPr>
          <p:spPr>
            <a:xfrm>
              <a:off x="11036273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336" name="tx3336"/>
            <p:cNvSpPr/>
            <p:nvPr/>
          </p:nvSpPr>
          <p:spPr>
            <a:xfrm>
              <a:off x="11366889" y="86591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37" name="tx3337"/>
            <p:cNvSpPr/>
            <p:nvPr/>
          </p:nvSpPr>
          <p:spPr>
            <a:xfrm>
              <a:off x="11666428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338" name="tx3338"/>
            <p:cNvSpPr/>
            <p:nvPr/>
          </p:nvSpPr>
          <p:spPr>
            <a:xfrm>
              <a:off x="10912294" y="88051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3339" name="tx3339"/>
            <p:cNvSpPr/>
            <p:nvPr/>
          </p:nvSpPr>
          <p:spPr>
            <a:xfrm rot="-5400000">
              <a:off x="10152384" y="7856579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(Z)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2026-02-17T12:00:11Z</dcterms:modified>
</cp:coreProperties>
</file>