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4746236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420440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3662582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00738" y="3120755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00738" y="2578928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400738" y="2037102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425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5585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691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4475323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00738" y="3933496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400738" y="339166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00738" y="2849842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400738" y="2308015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400738" y="1766188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8589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8992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21250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61070" y="4622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61070" y="4340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65577" y="4413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61070" y="4489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61070" y="4379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46174" y="4303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61070" y="4512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561070" y="4477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886607" y="434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606226" y="4566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948764" y="4508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832478" y="4153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19494" y="4193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561070" y="3639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862927" y="3644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093588" y="3623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61070" y="4389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270250" y="4448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612433" y="4316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146390" y="4294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61070" y="4035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61070" y="4377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124221" y="4299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61070" y="3611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61070" y="4503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68118" y="4451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61070" y="4391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61070" y="4451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120214" y="4407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61070" y="4487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54690" y="4377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115192" y="4397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61070" y="4390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61070" y="4356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561070" y="3137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73385" y="3000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498202" y="3277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61070" y="4563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61070" y="421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61070" y="3969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353020" y="4570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414428" y="4546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432298" y="4070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152866" y="3533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744393" y="3450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61070" y="3431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61070" y="4012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61070" y="3945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61070" y="4541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61070" y="4432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61070" y="3008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61070" y="292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449079" y="4369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61070" y="4107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115650" y="4080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366797" y="4060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61070" y="4216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886132" y="4011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61070" y="4453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197213" y="4485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61070" y="4331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406622" y="4219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61070" y="4422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422453" y="4230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61070" y="4481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561070" y="426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61070" y="438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352900" y="4250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881100" y="4273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399945" y="4241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102943" y="4197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61070" y="449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135076" y="4444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1070" y="4258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37750" y="4371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120933" y="4421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66145" y="443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399695" y="4364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169924" y="4315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478584" y="445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454386" y="4519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953082" y="4469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480562" y="4434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561070" y="4413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561070" y="2037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812937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863105" y="3254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146635" y="3454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852889" y="319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561070" y="3604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903496" y="3303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442603" y="3258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036669" y="3598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344285" y="3722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561070" y="4397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099345" y="4557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894325" y="4497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61070" y="4327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124758" y="436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804077" y="4404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561070" y="3348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41689" y="4441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561070" y="3700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561070" y="4386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4115110" y="4326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561070" y="4435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093588" y="4445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561070" y="2914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561070" y="4535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561070" y="4359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477144" y="4442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561070" y="3593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842722" y="3866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561070" y="4277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874946" y="4070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398256" y="4076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6232294" y="3977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135868" y="4494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561070" y="4434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402304" y="4435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561070" y="440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61070" y="4529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25186" y="4495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663526" y="444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397058" y="4496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561070" y="4626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984082" y="4468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561070" y="442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351585" y="451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61070" y="2833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561070" y="4425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627501" y="4403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241836" y="4451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561070" y="4559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61070" y="4352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368081" y="4384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886206" y="4195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430238" y="4374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926775" y="4301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61070" y="3868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561070" y="4432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09148" y="4644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561070" y="4308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852889" y="4378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561070" y="4446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561070" y="4479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096016" y="4408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23011" y="3416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090678" y="360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61070" y="4446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61070" y="2401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839340" y="2417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561070" y="439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351211" y="4325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561070" y="4403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351846" y="4401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875009" y="4476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398891" y="4502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561070" y="445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561070" y="44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998598" y="4394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561070" y="4464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69791" y="4420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45058" y="4338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561070" y="4419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61070" y="4402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61070" y="446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561070" y="4390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561070" y="4463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351754" y="4459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898664" y="4521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422546" y="4536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6076679" y="4496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105405" y="393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61070" y="3331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874824" y="3387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561070" y="3542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891112" y="378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133886" y="3735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111159" y="4421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561070" y="441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561070" y="3674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805563" y="3073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135868" y="3171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377660" y="3289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561070" y="3659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827469" y="361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561070" y="3937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863310" y="378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61070" y="4565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561070" y="4594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561070" y="3951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103798" y="3783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561070" y="4395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822514" y="439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094307" y="4462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4347613" y="4278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900428" y="4387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423443" y="4307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61070" y="4256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561070" y="3974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561070" y="3336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093938" y="2949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561070" y="4159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918001" y="4281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61070" y="4453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8414" y="4513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561070" y="4497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561070" y="4084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828049" y="4287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561070" y="4525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128065" y="4545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561070" y="4451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094213" y="4416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561070" y="3905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843161" y="408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61070" y="4356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178503" y="4273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561070" y="3905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823894" y="3854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094307" y="3897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879561" y="3753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131278" y="3843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378107" y="3779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660197" y="389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921592" y="3685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208546" y="3630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561070" y="3482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064803" y="3536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608115" y="365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875093" y="3670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137035" y="3929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561070" y="4534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089270" y="4622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673490" y="4559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185249" y="4558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1070" y="3330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823731" y="3712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561070" y="4461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356249" y="4042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561070" y="3992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888497" y="3946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351211" y="3730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133993" y="4599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641937" y="4592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165259" y="4485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61070" y="458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561070" y="4505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61070" y="4460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561070" y="4069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056168" y="3943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61070" y="2658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835245" y="3114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91830" y="3186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561070" y="4175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886607" y="4336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424882" y="4505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014249" y="4473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561070" y="4407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364884" y="4152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61070" y="4542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421734" y="4263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561070" y="4446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829488" y="4455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561070" y="3391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561070" y="4343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561070" y="4476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084233" y="4545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608115" y="4489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272323" y="4506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561070" y="4464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561070" y="4358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561070" y="4558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561070" y="4511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446201" y="446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61070" y="4471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133886" y="4431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639059" y="4432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185969" y="4444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561070" y="4072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561070" y="4496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113149" y="4445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561070" y="3910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847478" y="3616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118566" y="3867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385753" y="3826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652012" y="3886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561070" y="3500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561070" y="4390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561070" y="4410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637619" y="437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1070" y="4505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120214" y="441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641937" y="4317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61070" y="3676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64306" y="3815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351211" y="3716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561070" y="4466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351931" y="4446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61070" y="4368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561070" y="3914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825742" y="4320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812937" y="3501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073439" y="3649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561070" y="4363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381435" y="4355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893084" y="4380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561070" y="4449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4196493" y="4539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649133" y="4418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5206838" y="4480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561070" y="4607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561070" y="4020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561070" y="4482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200091" y="4495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561070" y="445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097906" y="4472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561070" y="390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868514" y="3818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561070" y="4304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331062" y="4214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4899981" y="4428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5685384" y="4536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561070" y="4667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862854" y="4009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561070" y="4544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561070" y="4343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4090438" y="4475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879861" y="3847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561070" y="2625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561070" y="4117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4094345" y="4174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643290" y="3994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5185286" y="3588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561070" y="4510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114457" y="4575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561070" y="4374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4141083" y="4375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4639778" y="445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157184" y="4509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3561070" y="4138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833086" y="3786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4101057" y="370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362725" y="3680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4705264" y="3690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561070" y="3274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483621" y="3401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3561070" y="4515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180296" y="4609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069744" y="452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561070" y="439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846165" y="4189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074158" y="4372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561070" y="2924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827803" y="2977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561070" y="4572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4101903" y="4485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135560" y="3751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561070" y="4251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4449079" y="4304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561070" y="4520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922232" y="449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561070" y="4419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561070" y="4218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705041" y="4086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561070" y="3533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411659" y="3657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693750" y="369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874781" y="3824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561070" y="4321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561070" y="4486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129840" y="4414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629704" y="4403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561070" y="4425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4149765" y="4462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4613148" y="4532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5182418" y="4557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561070" y="4476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561070" y="3995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561070" y="4387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869067" y="4528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141370" y="4475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493696" y="4511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561070" y="3326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452292" y="2790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04212" y="2914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428095" y="2582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561070" y="4513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561070" y="3337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876485" y="3453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088551" y="3475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561070" y="4355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561070" y="4345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673431" y="4434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3561070" y="4515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561070" y="445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561070" y="319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833806" y="3237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4155475" y="3169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4384314" y="3901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962887" y="3713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733329" y="4438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201800" y="4367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561070" y="4401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561070" y="4432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868347" y="4381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4230315" y="4386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561070" y="3708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561070" y="4463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561070" y="4139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878318" y="409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867860" y="4058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114457" y="4080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561070" y="4030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826609" y="4126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4098320" y="4245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4324585" y="4202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618190" y="4201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561070" y="4386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61070" y="4330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561070" y="4012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843880" y="3992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105253" y="3909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561070" y="4389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092149" y="4598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561070" y="4484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362006" y="4466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3561070" y="4409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4069488" y="4474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703573" y="4390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561070" y="449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561070" y="4398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4352969" y="4395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4951692" y="4446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5394976" y="4523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6077894" y="4475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561070" y="3925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838056" y="3828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125184" y="4094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4407182" y="4154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561070" y="3033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3561070" y="4394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4069654" y="4548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762646" y="4408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561070" y="4396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088551" y="4487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561070" y="4422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134999" y="4350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768983" y="4480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561070" y="4460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104345" y="4612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561070" y="4438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561070" y="4142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561070" y="448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561070" y="4428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113122" y="4456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958412" y="3828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136765" y="3839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4401585" y="4507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5569525" y="4591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561070" y="2661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114528" y="2576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376398" y="272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5022358" y="3160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561070" y="4522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561070" y="3867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868318" y="3897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4353020" y="4424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5414428" y="4418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61070" y="4305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3561070" y="4557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3561070" y="4379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4371628" y="4450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4909954" y="4375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5398575" y="4359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561070" y="4426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3561070" y="4514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561070" y="4503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4111578" y="455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561070" y="2874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862111" y="3368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561070" y="3875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3561070" y="3532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561070" y="4426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4089569" y="4605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888345" y="4466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5159958" y="401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561070" y="4582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613872" y="4432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5432798" y="4500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561070" y="4508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4331357" y="4458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83439" y="4670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895088" y="4501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828613" y="2784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4092149" y="2817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5030680" y="3263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561070" y="3585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561070" y="4551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3561070" y="4352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3561070" y="3745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561070" y="3710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4310913" y="380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633302" y="3829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875093" y="3847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390790" y="3911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5242818" y="353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561070" y="4282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355529" y="461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909175" y="4571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5442872" y="4604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4170587" y="4481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4628264" y="4367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257866" y="4491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5670272" y="4302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1070" y="4589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561070" y="462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4356646" y="4608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561070" y="3641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863139" y="3795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561070" y="4387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456995" y="4466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929065" y="4458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437835" y="4456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561070" y="4584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561070" y="4547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351469" y="4500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847478" y="2878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4118995" y="3354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561070" y="4110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150770" y="3882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936593" y="3603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5449681" y="3469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561070" y="4466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561070" y="458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878422" y="446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402721" y="447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924747" y="4602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3561070" y="4264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561070" y="4404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561070" y="3761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4090709" y="3530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561070" y="4157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561070" y="4406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56995" y="4465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465900" y="455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561070" y="4250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396673" y="4140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561070" y="4538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090328" y="4626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618172" y="4560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561070" y="444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104915" y="4511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37460" y="4510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561070" y="4478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874104" y="4395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498202" y="4411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5899830" y="4465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6234453" y="4404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561070" y="4110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725413" y="3813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526798" y="4474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561070" y="4051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561070" y="444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561070" y="4418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4417487" y="4332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897472" y="438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5438625" y="4627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6118665" y="4508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561070" y="4350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129569" y="4426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561070" y="4374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155475" y="4461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561070" y="3980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4092868" y="3951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448360" y="4478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4367043" y="4363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61070" y="4088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561070" y="4318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4100064" y="4452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612433" y="4469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561070" y="4281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561070" y="4361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160396" y="432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613152" y="4430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5142072" y="4311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561070" y="3664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891375" y="3879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561070" y="4484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486500" y="4510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561070" y="4561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561070" y="4290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270970" y="4189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623227" y="4022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147109" y="4100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5650123" y="388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3561070" y="4624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3561070" y="4490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420800" y="4568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3561070" y="4516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561070" y="4467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561070" y="4525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4378221" y="3388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185699" y="2542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13152" y="2975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561070" y="4404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4094534" y="4447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633243" y="4434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5146616" y="4543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561070" y="4563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352650" y="4589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4876027" y="440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6193434" y="4484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401585" y="4444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3561070" y="43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124402" y="4343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4632582" y="4279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5136291" y="4159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4110178" y="3608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4356249" y="3576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3561070" y="4058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4638339" y="3776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5197483" y="3712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5774617" y="3505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4446920" y="4270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3561070" y="4441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4118774" y="4448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561070" y="3884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155475" y="3824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848804" y="3727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120214" y="3786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125251" y="3416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4351211" y="4394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561070" y="2497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561070" y="408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823011" y="283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094653" y="3261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4367043" y="3262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4668563" y="3926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851076" y="4112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4084952" y="4340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4399426" y="406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4652731" y="3960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5402623" y="3521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5907026" y="3381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6229358" y="3616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833086" y="2915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175058" y="2973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437565" y="3113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708862" y="295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561070" y="4406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374959" y="4390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561070" y="4372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908483" y="4432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561070" y="4271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36448" y="4537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118774" y="4448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391510" y="4428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3830927" y="382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366323" y="3781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4617470" y="3846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561070" y="4421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845652" y="4526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3561070" y="4357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4160396" y="4321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572854" y="4384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5142072" y="4238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561070" y="2901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561070" y="4433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356394" y="4435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4843576" y="435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422869" y="4296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5984891" y="4334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561070" y="329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832864" y="3360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73385" y="4450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561070" y="419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749854" y="4208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5161502" y="4272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832172" y="3303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561070" y="4296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068035" y="4394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3561070" y="4423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561070" y="4583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4084541" y="4472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3561070" y="4342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210166" y="4358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931493" y="4491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914911" y="4399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561070" y="4429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4981597" y="4429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3561070" y="4356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4351211" y="4345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561070" y="4263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561070" y="4405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4068118" y="4421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561070" y="4161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3561070" y="453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210166" y="4550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216989" y="4525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561070" y="4557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3561070" y="3426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833611" y="3419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561070" y="3781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828768" y="3791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4130249" y="3707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5414088" y="4463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5947744" y="4471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3561070" y="453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624666" y="4485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147109" y="450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670991" y="4489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561070" y="3696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876892" y="3834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561070" y="3248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834525" y="3463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101504" y="3516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561070" y="4104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561070" y="3636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799816" y="3650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127962" y="3480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61070" y="4512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4360566" y="414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5493965" y="3981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180662" y="352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658488" y="3666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4930504" y="359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3561070" y="3966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4118381" y="4576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3561070" y="4405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094307" y="4413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561070" y="4104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190219" y="4148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561070" y="4443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5159343" y="4396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149995" y="447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366323" y="4397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664965" y="4356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5121696" y="4347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561070" y="4282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4351931" y="4338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3561070" y="4424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561070" y="394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561070" y="3722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858273" y="360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3561070" y="3353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4124187" y="3221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4622478" y="3148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4920085" y="3302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3561070" y="3658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837626" y="357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561070" y="4437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3561070" y="4531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824051" y="4440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102223" y="4500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561070" y="455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873355" y="4040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561070" y="4175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4174975" y="4071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3561070" y="4490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561070" y="4500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6210705" y="4514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6733148" y="4507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3561070" y="4002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856947" y="3784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3561070" y="4482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4139643" y="4525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4124551" y="4472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4643290" y="4442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3561070" y="432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4376583" y="4212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5388366" y="4226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3561070" y="4457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561070" y="3944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857877" y="3980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3561070" y="332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3878422" y="3190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561070" y="3668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561070" y="3595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872443" y="3577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4170587" y="3814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4679357" y="3828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3561070" y="4480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4156574" y="4666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609554" y="4332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3561070" y="4417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4788651" y="444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3561070" y="4472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3561070" y="4550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3561070" y="4386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3561070" y="4437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4141083" y="446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4905667" y="4550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3561070" y="3535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110310" y="4568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4647694" y="4502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5175306" y="460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3561070" y="4511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493696" y="4488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3561070" y="4492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561070" y="4064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220665" y="4389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4613152" y="4285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5182319" y="4293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3561070" y="4522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561070" y="4234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561070" y="4346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224558" y="4346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4658488" y="4153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5688982" y="4000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3561070" y="4565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140363" y="4493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561070" y="4391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4935512" y="4322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091555" y="3748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3561070" y="4523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4348231" y="452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561070" y="4574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04443" y="4536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4788973" y="4497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5196824" y="4533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561070" y="4507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1070" y="444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827909" y="4359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561070" y="3867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827359" y="3914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4089300" y="3700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3561070" y="4106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3561070" y="4381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0970" y="4417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4613152" y="4332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5197459" y="4246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15608" y="431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561070" y="3198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826405" y="3146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4089180" y="4456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3561070" y="3580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561070" y="402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059439" y="3919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561070" y="44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129569" y="429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561070" y="444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4467070" y="391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561070" y="4280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3561070" y="4438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084363" y="433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325779" y="4172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869810" y="4451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5383618" y="4178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5910379" y="4342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5429919" y="4392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844600" y="4195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411659" y="4475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561070" y="4501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932933" y="4443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561070" y="3395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091213" y="3321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357688" y="3374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4638339" y="3311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876533" y="3358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561070" y="4113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4089799" y="4084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638266" y="4147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561070" y="4417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888497" y="4438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087381" y="4454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3561070" y="4390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4875093" y="4181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494024" y="3989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61070" y="4553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351931" y="4470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3561070" y="448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05902" y="4524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091579" y="4470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3561070" y="4430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653451" y="4415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3561070" y="3256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3817974" y="348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104766" y="3564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350492" y="3672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657769" y="3942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4456995" y="4412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4923151" y="4355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5439274" y="4434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4089270" y="3687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4356249" y="372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3561070" y="430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104382" y="4576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4618190" y="4405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5160062" y="442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4341689" y="4590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561070" y="3677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873347" y="3722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4200091" y="3957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3561070" y="4314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3561070" y="4507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61070" y="4339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096016" y="4412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582928" y="4405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4361866" y="4424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561070" y="4436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4652012" y="4538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3561070" y="4472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4103088" y="4406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4414538" y="4450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5226267" y="433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3561070" y="446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3561070" y="459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3561070" y="4546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4135153" y="4473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3561070" y="451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4959006" y="4547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3561070" y="4498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4118774" y="4430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3561070" y="4162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4111578" y="4114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4664245" y="3958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561070" y="4558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109911" y="449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561070" y="4487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561070" y="3772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561070" y="4416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4088822" y="4358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4636900" y="4524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561070" y="3609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3561070" y="442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3561070" y="4541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561070" y="4565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41689" y="4540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881403" y="4547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5405285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5937083" y="466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561070" y="4467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4129569" y="4555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4934822" y="449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3561070" y="3783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089897" y="3394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4698695" y="3039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3561070" y="4319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4141083" y="4405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4663526" y="444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5267286" y="4444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3561070" y="448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4368482" y="4345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4919790" y="4361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5373069" y="4475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6057427" y="4414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3561070" y="4145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3561070" y="3577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3561070" y="388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3817783" y="374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109948" y="3666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4433735" y="3737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4789988" y="3912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4623227" y="4516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5151427" y="4604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3561070" y="4748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561070" y="4516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3561070" y="4368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3561070" y="4514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3585896" y="4365074"/>
              <a:ext cx="704506" cy="73345"/>
            </a:xfrm>
            <a:custGeom>
              <a:avLst/>
              <a:pathLst>
                <a:path w="704506" h="73345">
                  <a:moveTo>
                    <a:pt x="0" y="0"/>
                  </a:moveTo>
                  <a:lnTo>
                    <a:pt x="704506" y="733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3585896" y="4328223"/>
              <a:ext cx="785103" cy="75932"/>
            </a:xfrm>
            <a:custGeom>
              <a:avLst/>
              <a:pathLst>
                <a:path w="785103" h="75932">
                  <a:moveTo>
                    <a:pt x="0" y="75932"/>
                  </a:moveTo>
                  <a:lnTo>
                    <a:pt x="785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3585896" y="4370827"/>
              <a:ext cx="2387693" cy="220169"/>
            </a:xfrm>
            <a:custGeom>
              <a:avLst/>
              <a:pathLst>
                <a:path w="2387693" h="220169">
                  <a:moveTo>
                    <a:pt x="0" y="131227"/>
                  </a:moveTo>
                  <a:lnTo>
                    <a:pt x="1325537" y="0"/>
                  </a:lnTo>
                  <a:lnTo>
                    <a:pt x="2045155" y="220169"/>
                  </a:lnTo>
                  <a:lnTo>
                    <a:pt x="2387693" y="1622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3857304" y="4178524"/>
              <a:ext cx="287015" cy="39707"/>
            </a:xfrm>
            <a:custGeom>
              <a:avLst/>
              <a:pathLst>
                <a:path w="287015" h="39707">
                  <a:moveTo>
                    <a:pt x="0" y="0"/>
                  </a:moveTo>
                  <a:lnTo>
                    <a:pt x="287015" y="397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3585896" y="3648418"/>
              <a:ext cx="532517" cy="21289"/>
            </a:xfrm>
            <a:custGeom>
              <a:avLst/>
              <a:pathLst>
                <a:path w="532517" h="21289">
                  <a:moveTo>
                    <a:pt x="0" y="15687"/>
                  </a:moveTo>
                  <a:lnTo>
                    <a:pt x="301856" y="21289"/>
                  </a:lnTo>
                  <a:lnTo>
                    <a:pt x="5325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3585896" y="4319438"/>
              <a:ext cx="1585319" cy="154283"/>
            </a:xfrm>
            <a:custGeom>
              <a:avLst/>
              <a:pathLst>
                <a:path w="1585319" h="154283">
                  <a:moveTo>
                    <a:pt x="0" y="94413"/>
                  </a:moveTo>
                  <a:lnTo>
                    <a:pt x="709180" y="154283"/>
                  </a:lnTo>
                  <a:lnTo>
                    <a:pt x="1051362" y="21910"/>
                  </a:lnTo>
                  <a:lnTo>
                    <a:pt x="15853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3585896" y="4324629"/>
              <a:ext cx="563150" cy="78075"/>
            </a:xfrm>
            <a:custGeom>
              <a:avLst/>
              <a:pathLst>
                <a:path w="563150" h="78075">
                  <a:moveTo>
                    <a:pt x="0" y="78075"/>
                  </a:moveTo>
                  <a:lnTo>
                    <a:pt x="5631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3585896" y="4475956"/>
              <a:ext cx="507047" cy="51966"/>
            </a:xfrm>
            <a:custGeom>
              <a:avLst/>
              <a:pathLst>
                <a:path w="507047" h="51966">
                  <a:moveTo>
                    <a:pt x="0" y="51966"/>
                  </a:moveTo>
                  <a:lnTo>
                    <a:pt x="5070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3585896" y="4432766"/>
              <a:ext cx="559143" cy="43685"/>
            </a:xfrm>
            <a:custGeom>
              <a:avLst/>
              <a:pathLst>
                <a:path w="559143" h="43685">
                  <a:moveTo>
                    <a:pt x="0" y="43685"/>
                  </a:moveTo>
                  <a:lnTo>
                    <a:pt x="5591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3585896" y="4402539"/>
              <a:ext cx="554121" cy="110115"/>
            </a:xfrm>
            <a:custGeom>
              <a:avLst/>
              <a:pathLst>
                <a:path w="554121" h="110115">
                  <a:moveTo>
                    <a:pt x="0" y="110115"/>
                  </a:moveTo>
                  <a:lnTo>
                    <a:pt x="293620" y="0"/>
                  </a:lnTo>
                  <a:lnTo>
                    <a:pt x="554121" y="195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3585896" y="3024890"/>
              <a:ext cx="937131" cy="277797"/>
            </a:xfrm>
            <a:custGeom>
              <a:avLst/>
              <a:pathLst>
                <a:path w="937131" h="277797">
                  <a:moveTo>
                    <a:pt x="0" y="137009"/>
                  </a:moveTo>
                  <a:lnTo>
                    <a:pt x="312314" y="0"/>
                  </a:lnTo>
                  <a:lnTo>
                    <a:pt x="937131" y="2777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4377846" y="4571184"/>
              <a:ext cx="1061407" cy="23943"/>
            </a:xfrm>
            <a:custGeom>
              <a:avLst/>
              <a:pathLst>
                <a:path w="1061407" h="23943">
                  <a:moveTo>
                    <a:pt x="0" y="23943"/>
                  </a:moveTo>
                  <a:lnTo>
                    <a:pt x="10614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4457124" y="3475113"/>
              <a:ext cx="1312094" cy="619739"/>
            </a:xfrm>
            <a:custGeom>
              <a:avLst/>
              <a:pathLst>
                <a:path w="1312094" h="619739">
                  <a:moveTo>
                    <a:pt x="0" y="619739"/>
                  </a:moveTo>
                  <a:lnTo>
                    <a:pt x="720568" y="83639"/>
                  </a:lnTo>
                  <a:lnTo>
                    <a:pt x="1312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3585896" y="4085687"/>
              <a:ext cx="805726" cy="47015"/>
            </a:xfrm>
            <a:custGeom>
              <a:avLst/>
              <a:pathLst>
                <a:path w="805726" h="47015">
                  <a:moveTo>
                    <a:pt x="0" y="47015"/>
                  </a:moveTo>
                  <a:lnTo>
                    <a:pt x="554580" y="19161"/>
                  </a:lnTo>
                  <a:lnTo>
                    <a:pt x="8057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3585896" y="4478017"/>
              <a:ext cx="636142" cy="32319"/>
            </a:xfrm>
            <a:custGeom>
              <a:avLst/>
              <a:pathLst>
                <a:path w="636142" h="32319">
                  <a:moveTo>
                    <a:pt x="0" y="0"/>
                  </a:moveTo>
                  <a:lnTo>
                    <a:pt x="636142" y="323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3585896" y="4244728"/>
              <a:ext cx="845551" cy="111873"/>
            </a:xfrm>
            <a:custGeom>
              <a:avLst/>
              <a:pathLst>
                <a:path w="845551" h="111873">
                  <a:moveTo>
                    <a:pt x="0" y="111873"/>
                  </a:moveTo>
                  <a:lnTo>
                    <a:pt x="845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3585896" y="4255566"/>
              <a:ext cx="861383" cy="192093"/>
            </a:xfrm>
            <a:custGeom>
              <a:avLst/>
              <a:pathLst>
                <a:path w="861383" h="192093">
                  <a:moveTo>
                    <a:pt x="0" y="192093"/>
                  </a:moveTo>
                  <a:lnTo>
                    <a:pt x="8613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3585896" y="4266114"/>
              <a:ext cx="1838874" cy="146551"/>
            </a:xfrm>
            <a:custGeom>
              <a:avLst/>
              <a:pathLst>
                <a:path w="1838874" h="146551">
                  <a:moveTo>
                    <a:pt x="0" y="146551"/>
                  </a:moveTo>
                  <a:lnTo>
                    <a:pt x="791829" y="9550"/>
                  </a:lnTo>
                  <a:lnTo>
                    <a:pt x="1320029" y="32146"/>
                  </a:lnTo>
                  <a:lnTo>
                    <a:pt x="18388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3585896" y="4283317"/>
              <a:ext cx="559863" cy="162991"/>
            </a:xfrm>
            <a:custGeom>
              <a:avLst/>
              <a:pathLst>
                <a:path w="559863" h="162991">
                  <a:moveTo>
                    <a:pt x="0" y="0"/>
                  </a:moveTo>
                  <a:lnTo>
                    <a:pt x="276679" y="112895"/>
                  </a:lnTo>
                  <a:lnTo>
                    <a:pt x="559863" y="1629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4890971" y="4389457"/>
              <a:ext cx="533549" cy="65493"/>
            </a:xfrm>
            <a:custGeom>
              <a:avLst/>
              <a:pathLst>
                <a:path w="533549" h="65493">
                  <a:moveTo>
                    <a:pt x="0" y="65493"/>
                  </a:moveTo>
                  <a:lnTo>
                    <a:pt x="5335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4194750" y="4339841"/>
              <a:ext cx="308659" cy="136280"/>
            </a:xfrm>
            <a:custGeom>
              <a:avLst/>
              <a:pathLst>
                <a:path w="308659" h="136280">
                  <a:moveTo>
                    <a:pt x="0" y="0"/>
                  </a:moveTo>
                  <a:lnTo>
                    <a:pt x="308659" y="1362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5479212" y="4459773"/>
              <a:ext cx="1026175" cy="85047"/>
            </a:xfrm>
            <a:custGeom>
              <a:avLst/>
              <a:pathLst>
                <a:path w="1026175" h="85047">
                  <a:moveTo>
                    <a:pt x="0" y="85047"/>
                  </a:moveTo>
                  <a:lnTo>
                    <a:pt x="498695" y="34917"/>
                  </a:lnTo>
                  <a:lnTo>
                    <a:pt x="10261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3585896" y="1905530"/>
              <a:ext cx="251866" cy="157104"/>
            </a:xfrm>
            <a:custGeom>
              <a:avLst/>
              <a:pathLst>
                <a:path w="251866" h="157104">
                  <a:moveTo>
                    <a:pt x="0" y="157104"/>
                  </a:moveTo>
                  <a:lnTo>
                    <a:pt x="2518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3887931" y="3279184"/>
              <a:ext cx="283529" cy="200330"/>
            </a:xfrm>
            <a:custGeom>
              <a:avLst/>
              <a:pathLst>
                <a:path w="283529" h="200330">
                  <a:moveTo>
                    <a:pt x="0" y="0"/>
                  </a:moveTo>
                  <a:lnTo>
                    <a:pt x="283529" y="2003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3585896" y="3283540"/>
              <a:ext cx="1783214" cy="464179"/>
            </a:xfrm>
            <a:custGeom>
              <a:avLst/>
              <a:pathLst>
                <a:path w="1783214" h="464179">
                  <a:moveTo>
                    <a:pt x="0" y="345889"/>
                  </a:moveTo>
                  <a:lnTo>
                    <a:pt x="342426" y="44650"/>
                  </a:lnTo>
                  <a:lnTo>
                    <a:pt x="881532" y="0"/>
                  </a:lnTo>
                  <a:lnTo>
                    <a:pt x="1475599" y="339869"/>
                  </a:lnTo>
                  <a:lnTo>
                    <a:pt x="1783214" y="4641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3585896" y="4422426"/>
              <a:ext cx="538274" cy="160045"/>
            </a:xfrm>
            <a:custGeom>
              <a:avLst/>
              <a:pathLst>
                <a:path w="538274" h="160045">
                  <a:moveTo>
                    <a:pt x="0" y="0"/>
                  </a:moveTo>
                  <a:lnTo>
                    <a:pt x="538274" y="1600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3585896" y="4352617"/>
              <a:ext cx="1243007" cy="76852"/>
            </a:xfrm>
            <a:custGeom>
              <a:avLst/>
              <a:pathLst>
                <a:path w="1243007" h="76852">
                  <a:moveTo>
                    <a:pt x="0" y="0"/>
                  </a:moveTo>
                  <a:lnTo>
                    <a:pt x="563687" y="36451"/>
                  </a:lnTo>
                  <a:lnTo>
                    <a:pt x="1243007" y="768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3585896" y="4351109"/>
              <a:ext cx="554039" cy="60032"/>
            </a:xfrm>
            <a:custGeom>
              <a:avLst/>
              <a:pathLst>
                <a:path w="554039" h="60032">
                  <a:moveTo>
                    <a:pt x="0" y="60032"/>
                  </a:moveTo>
                  <a:lnTo>
                    <a:pt x="5540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3585896" y="4460012"/>
              <a:ext cx="532517" cy="10711"/>
            </a:xfrm>
            <a:custGeom>
              <a:avLst/>
              <a:pathLst>
                <a:path w="532517" h="10711">
                  <a:moveTo>
                    <a:pt x="0" y="0"/>
                  </a:moveTo>
                  <a:lnTo>
                    <a:pt x="532517" y="107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3585896" y="4383976"/>
              <a:ext cx="916074" cy="83205"/>
            </a:xfrm>
            <a:custGeom>
              <a:avLst/>
              <a:pathLst>
                <a:path w="916074" h="83205">
                  <a:moveTo>
                    <a:pt x="0" y="0"/>
                  </a:moveTo>
                  <a:lnTo>
                    <a:pt x="916074" y="832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3585896" y="3618114"/>
              <a:ext cx="281651" cy="273225"/>
            </a:xfrm>
            <a:custGeom>
              <a:avLst/>
              <a:pathLst>
                <a:path w="281651" h="273225">
                  <a:moveTo>
                    <a:pt x="0" y="0"/>
                  </a:moveTo>
                  <a:lnTo>
                    <a:pt x="281651" y="2732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4899772" y="4002448"/>
              <a:ext cx="1357347" cy="98581"/>
            </a:xfrm>
            <a:custGeom>
              <a:avLst/>
              <a:pathLst>
                <a:path w="1357347" h="98581">
                  <a:moveTo>
                    <a:pt x="0" y="92568"/>
                  </a:moveTo>
                  <a:lnTo>
                    <a:pt x="523310" y="98581"/>
                  </a:lnTo>
                  <a:lnTo>
                    <a:pt x="13573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3585896" y="4459526"/>
              <a:ext cx="841233" cy="1098"/>
            </a:xfrm>
            <a:custGeom>
              <a:avLst/>
              <a:pathLst>
                <a:path w="841233" h="1098">
                  <a:moveTo>
                    <a:pt x="0" y="0"/>
                  </a:moveTo>
                  <a:lnTo>
                    <a:pt x="841233" y="10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3585896" y="4466747"/>
              <a:ext cx="1102455" cy="87336"/>
            </a:xfrm>
            <a:custGeom>
              <a:avLst/>
              <a:pathLst>
                <a:path w="1102455" h="87336">
                  <a:moveTo>
                    <a:pt x="0" y="87336"/>
                  </a:moveTo>
                  <a:lnTo>
                    <a:pt x="564115" y="53399"/>
                  </a:lnTo>
                  <a:lnTo>
                    <a:pt x="11024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3585896" y="4493766"/>
              <a:ext cx="1423012" cy="157908"/>
            </a:xfrm>
            <a:custGeom>
              <a:avLst/>
              <a:pathLst>
                <a:path w="1423012" h="157908">
                  <a:moveTo>
                    <a:pt x="0" y="157908"/>
                  </a:moveTo>
                  <a:lnTo>
                    <a:pt x="1423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3585896" y="4428721"/>
              <a:ext cx="1066431" cy="22062"/>
            </a:xfrm>
            <a:custGeom>
              <a:avLst/>
              <a:pathLst>
                <a:path w="1066431" h="22062">
                  <a:moveTo>
                    <a:pt x="0" y="22062"/>
                  </a:moveTo>
                  <a:lnTo>
                    <a:pt x="1066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3585896" y="4219934"/>
              <a:ext cx="2365704" cy="189510"/>
            </a:xfrm>
            <a:custGeom>
              <a:avLst/>
              <a:pathLst>
                <a:path w="2365704" h="189510">
                  <a:moveTo>
                    <a:pt x="0" y="157533"/>
                  </a:moveTo>
                  <a:lnTo>
                    <a:pt x="807010" y="189510"/>
                  </a:lnTo>
                  <a:lnTo>
                    <a:pt x="1325136" y="0"/>
                  </a:lnTo>
                  <a:lnTo>
                    <a:pt x="1869167" y="179539"/>
                  </a:lnTo>
                  <a:lnTo>
                    <a:pt x="2365704" y="1068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3585896" y="4457105"/>
              <a:ext cx="548077" cy="211893"/>
            </a:xfrm>
            <a:custGeom>
              <a:avLst/>
              <a:pathLst>
                <a:path w="548077" h="211893">
                  <a:moveTo>
                    <a:pt x="0" y="0"/>
                  </a:moveTo>
                  <a:lnTo>
                    <a:pt x="548077" y="2118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3585896" y="4333453"/>
              <a:ext cx="291819" cy="69754"/>
            </a:xfrm>
            <a:custGeom>
              <a:avLst/>
              <a:pathLst>
                <a:path w="291819" h="69754">
                  <a:moveTo>
                    <a:pt x="0" y="0"/>
                  </a:moveTo>
                  <a:lnTo>
                    <a:pt x="291819" y="697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3585896" y="4433321"/>
              <a:ext cx="534945" cy="70988"/>
            </a:xfrm>
            <a:custGeom>
              <a:avLst/>
              <a:pathLst>
                <a:path w="534945" h="70988">
                  <a:moveTo>
                    <a:pt x="0" y="70988"/>
                  </a:moveTo>
                  <a:lnTo>
                    <a:pt x="5349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3847837" y="3441569"/>
              <a:ext cx="267666" cy="189186"/>
            </a:xfrm>
            <a:custGeom>
              <a:avLst/>
              <a:pathLst>
                <a:path w="267666" h="189186">
                  <a:moveTo>
                    <a:pt x="0" y="0"/>
                  </a:moveTo>
                  <a:lnTo>
                    <a:pt x="267666" y="1891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3585896" y="2426229"/>
              <a:ext cx="278270" cy="16412"/>
            </a:xfrm>
            <a:custGeom>
              <a:avLst/>
              <a:pathLst>
                <a:path w="278270" h="16412">
                  <a:moveTo>
                    <a:pt x="0" y="0"/>
                  </a:moveTo>
                  <a:lnTo>
                    <a:pt x="278270" y="164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3585896" y="4426570"/>
              <a:ext cx="1837820" cy="100546"/>
            </a:xfrm>
            <a:custGeom>
              <a:avLst/>
              <a:pathLst>
                <a:path w="1837820" h="100546">
                  <a:moveTo>
                    <a:pt x="0" y="1680"/>
                  </a:moveTo>
                  <a:lnTo>
                    <a:pt x="790776" y="0"/>
                  </a:lnTo>
                  <a:lnTo>
                    <a:pt x="1313938" y="74299"/>
                  </a:lnTo>
                  <a:lnTo>
                    <a:pt x="1837820" y="1005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3585896" y="4419452"/>
              <a:ext cx="437528" cy="104029"/>
            </a:xfrm>
            <a:custGeom>
              <a:avLst/>
              <a:pathLst>
                <a:path w="437528" h="104029">
                  <a:moveTo>
                    <a:pt x="0" y="104029"/>
                  </a:moveTo>
                  <a:lnTo>
                    <a:pt x="4375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3585896" y="4445146"/>
              <a:ext cx="508721" cy="44622"/>
            </a:xfrm>
            <a:custGeom>
              <a:avLst/>
              <a:pathLst>
                <a:path w="508721" h="44622">
                  <a:moveTo>
                    <a:pt x="0" y="44622"/>
                  </a:moveTo>
                  <a:lnTo>
                    <a:pt x="5087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3585896" y="4484359"/>
              <a:ext cx="2515609" cy="77419"/>
            </a:xfrm>
            <a:custGeom>
              <a:avLst/>
              <a:pathLst>
                <a:path w="2515609" h="77419">
                  <a:moveTo>
                    <a:pt x="0" y="3633"/>
                  </a:moveTo>
                  <a:lnTo>
                    <a:pt x="790683" y="0"/>
                  </a:lnTo>
                  <a:lnTo>
                    <a:pt x="1337593" y="62043"/>
                  </a:lnTo>
                  <a:lnTo>
                    <a:pt x="1861475" y="77419"/>
                  </a:lnTo>
                  <a:lnTo>
                    <a:pt x="2515609" y="367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3585896" y="3356487"/>
              <a:ext cx="313753" cy="55583"/>
            </a:xfrm>
            <a:custGeom>
              <a:avLst/>
              <a:pathLst>
                <a:path w="313753" h="55583">
                  <a:moveTo>
                    <a:pt x="0" y="0"/>
                  </a:moveTo>
                  <a:lnTo>
                    <a:pt x="313753" y="555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3585896" y="3567180"/>
              <a:ext cx="572816" cy="245440"/>
            </a:xfrm>
            <a:custGeom>
              <a:avLst/>
              <a:pathLst>
                <a:path w="572816" h="245440">
                  <a:moveTo>
                    <a:pt x="0" y="0"/>
                  </a:moveTo>
                  <a:lnTo>
                    <a:pt x="330041" y="245440"/>
                  </a:lnTo>
                  <a:lnTo>
                    <a:pt x="572816" y="1930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3585896" y="3098228"/>
              <a:ext cx="816589" cy="601225"/>
            </a:xfrm>
            <a:custGeom>
              <a:avLst/>
              <a:pathLst>
                <a:path w="816589" h="601225">
                  <a:moveTo>
                    <a:pt x="0" y="601225"/>
                  </a:moveTo>
                  <a:lnTo>
                    <a:pt x="244493" y="0"/>
                  </a:lnTo>
                  <a:lnTo>
                    <a:pt x="574798" y="98264"/>
                  </a:lnTo>
                  <a:lnTo>
                    <a:pt x="816589" y="2158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3585896" y="3636565"/>
              <a:ext cx="266398" cy="47890"/>
            </a:xfrm>
            <a:custGeom>
              <a:avLst/>
              <a:pathLst>
                <a:path w="266398" h="47890">
                  <a:moveTo>
                    <a:pt x="0" y="47890"/>
                  </a:moveTo>
                  <a:lnTo>
                    <a:pt x="266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3585896" y="3812192"/>
              <a:ext cx="302239" cy="149690"/>
            </a:xfrm>
            <a:custGeom>
              <a:avLst/>
              <a:pathLst>
                <a:path w="302239" h="149690">
                  <a:moveTo>
                    <a:pt x="0" y="149690"/>
                  </a:moveTo>
                  <a:lnTo>
                    <a:pt x="302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3585896" y="3808008"/>
              <a:ext cx="542727" cy="168380"/>
            </a:xfrm>
            <a:custGeom>
              <a:avLst/>
              <a:pathLst>
                <a:path w="542727" h="168380">
                  <a:moveTo>
                    <a:pt x="0" y="168380"/>
                  </a:moveTo>
                  <a:lnTo>
                    <a:pt x="5427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3585896" y="4303301"/>
              <a:ext cx="1862372" cy="184421"/>
            </a:xfrm>
            <a:custGeom>
              <a:avLst/>
              <a:pathLst>
                <a:path w="1862372" h="184421">
                  <a:moveTo>
                    <a:pt x="0" y="117493"/>
                  </a:moveTo>
                  <a:lnTo>
                    <a:pt x="261443" y="120565"/>
                  </a:lnTo>
                  <a:lnTo>
                    <a:pt x="533237" y="184421"/>
                  </a:lnTo>
                  <a:lnTo>
                    <a:pt x="786542" y="0"/>
                  </a:lnTo>
                  <a:lnTo>
                    <a:pt x="1339357" y="108784"/>
                  </a:lnTo>
                  <a:lnTo>
                    <a:pt x="1862372" y="292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3585896" y="4184446"/>
              <a:ext cx="356930" cy="122066"/>
            </a:xfrm>
            <a:custGeom>
              <a:avLst/>
              <a:pathLst>
                <a:path w="356930" h="122066">
                  <a:moveTo>
                    <a:pt x="0" y="0"/>
                  </a:moveTo>
                  <a:lnTo>
                    <a:pt x="356930" y="1220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3585896" y="4108962"/>
              <a:ext cx="266978" cy="203519"/>
            </a:xfrm>
            <a:custGeom>
              <a:avLst/>
              <a:pathLst>
                <a:path w="266978" h="203519">
                  <a:moveTo>
                    <a:pt x="0" y="0"/>
                  </a:moveTo>
                  <a:lnTo>
                    <a:pt x="266978" y="2035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3585896" y="4550738"/>
              <a:ext cx="566994" cy="19627"/>
            </a:xfrm>
            <a:custGeom>
              <a:avLst/>
              <a:pathLst>
                <a:path w="566994" h="19627">
                  <a:moveTo>
                    <a:pt x="0" y="0"/>
                  </a:moveTo>
                  <a:lnTo>
                    <a:pt x="566994" y="196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3585896" y="4441664"/>
              <a:ext cx="533142" cy="34673"/>
            </a:xfrm>
            <a:custGeom>
              <a:avLst/>
              <a:pathLst>
                <a:path w="533142" h="34673">
                  <a:moveTo>
                    <a:pt x="0" y="34673"/>
                  </a:moveTo>
                  <a:lnTo>
                    <a:pt x="5331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3585896" y="3930741"/>
              <a:ext cx="282090" cy="174236"/>
            </a:xfrm>
            <a:custGeom>
              <a:avLst/>
              <a:pathLst>
                <a:path w="282090" h="174236">
                  <a:moveTo>
                    <a:pt x="0" y="0"/>
                  </a:moveTo>
                  <a:lnTo>
                    <a:pt x="282090" y="1742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3585896" y="4298166"/>
              <a:ext cx="617432" cy="83244"/>
            </a:xfrm>
            <a:custGeom>
              <a:avLst/>
              <a:pathLst>
                <a:path w="617432" h="83244">
                  <a:moveTo>
                    <a:pt x="0" y="83244"/>
                  </a:moveTo>
                  <a:lnTo>
                    <a:pt x="6174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3585896" y="3655415"/>
              <a:ext cx="2647476" cy="274718"/>
            </a:xfrm>
            <a:custGeom>
              <a:avLst/>
              <a:pathLst>
                <a:path w="2647476" h="274718">
                  <a:moveTo>
                    <a:pt x="0" y="274718"/>
                  </a:moveTo>
                  <a:lnTo>
                    <a:pt x="262823" y="224286"/>
                  </a:lnTo>
                  <a:lnTo>
                    <a:pt x="533237" y="266434"/>
                  </a:lnTo>
                  <a:lnTo>
                    <a:pt x="1318490" y="122977"/>
                  </a:lnTo>
                  <a:lnTo>
                    <a:pt x="1570207" y="212586"/>
                  </a:lnTo>
                  <a:lnTo>
                    <a:pt x="1817036" y="149064"/>
                  </a:lnTo>
                  <a:lnTo>
                    <a:pt x="2099127" y="260929"/>
                  </a:lnTo>
                  <a:lnTo>
                    <a:pt x="2360521" y="54755"/>
                  </a:lnTo>
                  <a:lnTo>
                    <a:pt x="26474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3585896" y="3507436"/>
              <a:ext cx="1575964" cy="447324"/>
            </a:xfrm>
            <a:custGeom>
              <a:avLst/>
              <a:pathLst>
                <a:path w="1575964" h="447324">
                  <a:moveTo>
                    <a:pt x="0" y="0"/>
                  </a:moveTo>
                  <a:lnTo>
                    <a:pt x="503732" y="53876"/>
                  </a:lnTo>
                  <a:lnTo>
                    <a:pt x="1047044" y="173186"/>
                  </a:lnTo>
                  <a:lnTo>
                    <a:pt x="1314023" y="188386"/>
                  </a:lnTo>
                  <a:lnTo>
                    <a:pt x="1575964" y="4473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3585896" y="4558991"/>
              <a:ext cx="1624178" cy="88465"/>
            </a:xfrm>
            <a:custGeom>
              <a:avLst/>
              <a:pathLst>
                <a:path w="1624178" h="88465">
                  <a:moveTo>
                    <a:pt x="0" y="0"/>
                  </a:moveTo>
                  <a:lnTo>
                    <a:pt x="528199" y="88465"/>
                  </a:lnTo>
                  <a:lnTo>
                    <a:pt x="1112420" y="25071"/>
                  </a:lnTo>
                  <a:lnTo>
                    <a:pt x="1624178" y="247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3585896" y="3971462"/>
              <a:ext cx="327426" cy="45497"/>
            </a:xfrm>
            <a:custGeom>
              <a:avLst/>
              <a:pathLst>
                <a:path w="327426" h="45497">
                  <a:moveTo>
                    <a:pt x="0" y="45497"/>
                  </a:moveTo>
                  <a:lnTo>
                    <a:pt x="3274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4158819" y="4510469"/>
              <a:ext cx="1031266" cy="114179"/>
            </a:xfrm>
            <a:custGeom>
              <a:avLst/>
              <a:pathLst>
                <a:path w="1031266" h="114179">
                  <a:moveTo>
                    <a:pt x="0" y="114179"/>
                  </a:moveTo>
                  <a:lnTo>
                    <a:pt x="507944" y="106452"/>
                  </a:lnTo>
                  <a:lnTo>
                    <a:pt x="10312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3585896" y="3968339"/>
              <a:ext cx="495097" cy="126063"/>
            </a:xfrm>
            <a:custGeom>
              <a:avLst/>
              <a:pathLst>
                <a:path w="495097" h="126063">
                  <a:moveTo>
                    <a:pt x="0" y="126063"/>
                  </a:moveTo>
                  <a:lnTo>
                    <a:pt x="495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3585896" y="2683279"/>
              <a:ext cx="530759" cy="528299"/>
            </a:xfrm>
            <a:custGeom>
              <a:avLst/>
              <a:pathLst>
                <a:path w="530759" h="528299">
                  <a:moveTo>
                    <a:pt x="0" y="0"/>
                  </a:moveTo>
                  <a:lnTo>
                    <a:pt x="274174" y="456270"/>
                  </a:lnTo>
                  <a:lnTo>
                    <a:pt x="530759" y="5282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3585896" y="4200290"/>
              <a:ext cx="2453179" cy="329609"/>
            </a:xfrm>
            <a:custGeom>
              <a:avLst/>
              <a:pathLst>
                <a:path w="2453179" h="329609">
                  <a:moveTo>
                    <a:pt x="0" y="0"/>
                  </a:moveTo>
                  <a:lnTo>
                    <a:pt x="1325537" y="160855"/>
                  </a:lnTo>
                  <a:lnTo>
                    <a:pt x="1863811" y="329609"/>
                  </a:lnTo>
                  <a:lnTo>
                    <a:pt x="2453179" y="2984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3585896" y="4176972"/>
              <a:ext cx="803813" cy="255170"/>
            </a:xfrm>
            <a:custGeom>
              <a:avLst/>
              <a:pathLst>
                <a:path w="803813" h="255170">
                  <a:moveTo>
                    <a:pt x="0" y="255170"/>
                  </a:moveTo>
                  <a:lnTo>
                    <a:pt x="8038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3585896" y="4470983"/>
              <a:ext cx="268417" cy="9314"/>
            </a:xfrm>
            <a:custGeom>
              <a:avLst/>
              <a:pathLst>
                <a:path w="268417" h="9314">
                  <a:moveTo>
                    <a:pt x="0" y="0"/>
                  </a:moveTo>
                  <a:lnTo>
                    <a:pt x="268417" y="93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3585896" y="4500974"/>
              <a:ext cx="1711252" cy="69108"/>
            </a:xfrm>
            <a:custGeom>
              <a:avLst/>
              <a:pathLst>
                <a:path w="1711252" h="69108">
                  <a:moveTo>
                    <a:pt x="0" y="0"/>
                  </a:moveTo>
                  <a:lnTo>
                    <a:pt x="523162" y="69108"/>
                  </a:lnTo>
                  <a:lnTo>
                    <a:pt x="1047044" y="12899"/>
                  </a:lnTo>
                  <a:lnTo>
                    <a:pt x="1711252" y="308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3585896" y="4487579"/>
              <a:ext cx="885130" cy="48267"/>
            </a:xfrm>
            <a:custGeom>
              <a:avLst/>
              <a:pathLst>
                <a:path w="885130" h="48267">
                  <a:moveTo>
                    <a:pt x="0" y="48267"/>
                  </a:moveTo>
                  <a:lnTo>
                    <a:pt x="8851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3585896" y="4456356"/>
              <a:ext cx="1624898" cy="39576"/>
            </a:xfrm>
            <a:custGeom>
              <a:avLst/>
              <a:pathLst>
                <a:path w="1624898" h="39576">
                  <a:moveTo>
                    <a:pt x="0" y="39576"/>
                  </a:moveTo>
                  <a:lnTo>
                    <a:pt x="572816" y="0"/>
                  </a:lnTo>
                  <a:lnTo>
                    <a:pt x="1077988" y="1250"/>
                  </a:lnTo>
                  <a:lnTo>
                    <a:pt x="1624898" y="126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3585896" y="4469916"/>
              <a:ext cx="552079" cy="51503"/>
            </a:xfrm>
            <a:custGeom>
              <a:avLst/>
              <a:pathLst>
                <a:path w="552079" h="51503">
                  <a:moveTo>
                    <a:pt x="0" y="51503"/>
                  </a:moveTo>
                  <a:lnTo>
                    <a:pt x="5520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3585896" y="3641505"/>
              <a:ext cx="1090941" cy="293540"/>
            </a:xfrm>
            <a:custGeom>
              <a:avLst/>
              <a:pathLst>
                <a:path w="1090941" h="293540">
                  <a:moveTo>
                    <a:pt x="0" y="293540"/>
                  </a:moveTo>
                  <a:lnTo>
                    <a:pt x="286408" y="0"/>
                  </a:lnTo>
                  <a:lnTo>
                    <a:pt x="557495" y="250614"/>
                  </a:lnTo>
                  <a:lnTo>
                    <a:pt x="824682" y="210039"/>
                  </a:lnTo>
                  <a:lnTo>
                    <a:pt x="1090941" y="2694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3585896" y="4397752"/>
              <a:ext cx="1076549" cy="37332"/>
            </a:xfrm>
            <a:custGeom>
              <a:avLst/>
              <a:pathLst>
                <a:path w="1076549" h="37332">
                  <a:moveTo>
                    <a:pt x="0" y="37332"/>
                  </a:moveTo>
                  <a:lnTo>
                    <a:pt x="10765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3585896" y="4342345"/>
              <a:ext cx="1080866" cy="187904"/>
            </a:xfrm>
            <a:custGeom>
              <a:avLst/>
              <a:pathLst>
                <a:path w="1080866" h="187904">
                  <a:moveTo>
                    <a:pt x="0" y="187904"/>
                  </a:moveTo>
                  <a:lnTo>
                    <a:pt x="559143" y="97141"/>
                  </a:lnTo>
                  <a:lnTo>
                    <a:pt x="10808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3585896" y="3701231"/>
              <a:ext cx="790141" cy="138712"/>
            </a:xfrm>
            <a:custGeom>
              <a:avLst/>
              <a:pathLst>
                <a:path w="790141" h="138712">
                  <a:moveTo>
                    <a:pt x="0" y="0"/>
                  </a:moveTo>
                  <a:lnTo>
                    <a:pt x="503235" y="138712"/>
                  </a:lnTo>
                  <a:lnTo>
                    <a:pt x="790141" y="405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3837763" y="3525987"/>
              <a:ext cx="260501" cy="148568"/>
            </a:xfrm>
            <a:custGeom>
              <a:avLst/>
              <a:pathLst>
                <a:path w="260501" h="148568">
                  <a:moveTo>
                    <a:pt x="0" y="0"/>
                  </a:moveTo>
                  <a:lnTo>
                    <a:pt x="260501" y="1485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3585896" y="4380432"/>
              <a:ext cx="1332013" cy="25296"/>
            </a:xfrm>
            <a:custGeom>
              <a:avLst/>
              <a:pathLst>
                <a:path w="1332013" h="25296">
                  <a:moveTo>
                    <a:pt x="0" y="7910"/>
                  </a:moveTo>
                  <a:lnTo>
                    <a:pt x="820365" y="0"/>
                  </a:lnTo>
                  <a:lnTo>
                    <a:pt x="1332013" y="252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3585896" y="4442916"/>
              <a:ext cx="1645767" cy="121799"/>
            </a:xfrm>
            <a:custGeom>
              <a:avLst/>
              <a:pathLst>
                <a:path w="1645767" h="121799">
                  <a:moveTo>
                    <a:pt x="0" y="31812"/>
                  </a:moveTo>
                  <a:lnTo>
                    <a:pt x="635423" y="121799"/>
                  </a:lnTo>
                  <a:lnTo>
                    <a:pt x="1088063" y="0"/>
                  </a:lnTo>
                  <a:lnTo>
                    <a:pt x="1645767" y="624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3585896" y="4507249"/>
              <a:ext cx="639021" cy="13333"/>
            </a:xfrm>
            <a:custGeom>
              <a:avLst/>
              <a:pathLst>
                <a:path w="639021" h="13333">
                  <a:moveTo>
                    <a:pt x="0" y="0"/>
                  </a:moveTo>
                  <a:lnTo>
                    <a:pt x="639021" y="133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3585896" y="4477190"/>
              <a:ext cx="536835" cy="19860"/>
            </a:xfrm>
            <a:custGeom>
              <a:avLst/>
              <a:pathLst>
                <a:path w="536835" h="19860">
                  <a:moveTo>
                    <a:pt x="0" y="0"/>
                  </a:moveTo>
                  <a:lnTo>
                    <a:pt x="536835" y="198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3585896" y="3843031"/>
              <a:ext cx="307444" cy="90845"/>
            </a:xfrm>
            <a:custGeom>
              <a:avLst/>
              <a:pathLst>
                <a:path w="307444" h="90845">
                  <a:moveTo>
                    <a:pt x="0" y="90845"/>
                  </a:moveTo>
                  <a:lnTo>
                    <a:pt x="307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3585896" y="4239519"/>
              <a:ext cx="2124313" cy="322181"/>
            </a:xfrm>
            <a:custGeom>
              <a:avLst/>
              <a:pathLst>
                <a:path w="2124313" h="322181">
                  <a:moveTo>
                    <a:pt x="0" y="89336"/>
                  </a:moveTo>
                  <a:lnTo>
                    <a:pt x="769991" y="0"/>
                  </a:lnTo>
                  <a:lnTo>
                    <a:pt x="1338911" y="213774"/>
                  </a:lnTo>
                  <a:lnTo>
                    <a:pt x="2124313" y="3221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3585896" y="4368192"/>
              <a:ext cx="529367" cy="132258"/>
            </a:xfrm>
            <a:custGeom>
              <a:avLst/>
              <a:pathLst>
                <a:path w="529367" h="132258">
                  <a:moveTo>
                    <a:pt x="0" y="0"/>
                  </a:moveTo>
                  <a:lnTo>
                    <a:pt x="529367" y="1322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3585896" y="3613584"/>
              <a:ext cx="1624216" cy="585255"/>
            </a:xfrm>
            <a:custGeom>
              <a:avLst/>
              <a:pathLst>
                <a:path w="1624216" h="585255">
                  <a:moveTo>
                    <a:pt x="0" y="528810"/>
                  </a:moveTo>
                  <a:lnTo>
                    <a:pt x="533274" y="585255"/>
                  </a:lnTo>
                  <a:lnTo>
                    <a:pt x="1082219" y="405363"/>
                  </a:lnTo>
                  <a:lnTo>
                    <a:pt x="16242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3585896" y="4399467"/>
              <a:ext cx="1596113" cy="134452"/>
            </a:xfrm>
            <a:custGeom>
              <a:avLst/>
              <a:pathLst>
                <a:path w="1596113" h="134452">
                  <a:moveTo>
                    <a:pt x="0" y="0"/>
                  </a:moveTo>
                  <a:lnTo>
                    <a:pt x="580012" y="1346"/>
                  </a:lnTo>
                  <a:lnTo>
                    <a:pt x="1078708" y="83738"/>
                  </a:lnTo>
                  <a:lnTo>
                    <a:pt x="1596113" y="1344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3585896" y="3705584"/>
              <a:ext cx="1144193" cy="458074"/>
            </a:xfrm>
            <a:custGeom>
              <a:avLst/>
              <a:pathLst>
                <a:path w="1144193" h="458074">
                  <a:moveTo>
                    <a:pt x="0" y="458074"/>
                  </a:moveTo>
                  <a:lnTo>
                    <a:pt x="272015" y="106010"/>
                  </a:lnTo>
                  <a:lnTo>
                    <a:pt x="539987" y="25319"/>
                  </a:lnTo>
                  <a:lnTo>
                    <a:pt x="801654" y="0"/>
                  </a:lnTo>
                  <a:lnTo>
                    <a:pt x="1144193" y="95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3585896" y="3299439"/>
              <a:ext cx="922550" cy="126825"/>
            </a:xfrm>
            <a:custGeom>
              <a:avLst/>
              <a:pathLst>
                <a:path w="922550" h="126825">
                  <a:moveTo>
                    <a:pt x="0" y="0"/>
                  </a:moveTo>
                  <a:lnTo>
                    <a:pt x="922550" y="1268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3585896" y="4540039"/>
              <a:ext cx="1508674" cy="94150"/>
            </a:xfrm>
            <a:custGeom>
              <a:avLst/>
              <a:pathLst>
                <a:path w="1508674" h="94150">
                  <a:moveTo>
                    <a:pt x="0" y="0"/>
                  </a:moveTo>
                  <a:lnTo>
                    <a:pt x="619225" y="94150"/>
                  </a:lnTo>
                  <a:lnTo>
                    <a:pt x="1508674" y="113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3585896" y="4214197"/>
              <a:ext cx="513087" cy="203298"/>
            </a:xfrm>
            <a:custGeom>
              <a:avLst/>
              <a:pathLst>
                <a:path w="513087" h="203298">
                  <a:moveTo>
                    <a:pt x="0" y="203298"/>
                  </a:moveTo>
                  <a:lnTo>
                    <a:pt x="285094" y="0"/>
                  </a:lnTo>
                  <a:lnTo>
                    <a:pt x="513087" y="1835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3585896" y="2949481"/>
              <a:ext cx="266732" cy="53277"/>
            </a:xfrm>
            <a:custGeom>
              <a:avLst/>
              <a:pathLst>
                <a:path w="266732" h="53277">
                  <a:moveTo>
                    <a:pt x="0" y="0"/>
                  </a:moveTo>
                  <a:lnTo>
                    <a:pt x="266732" y="532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3585896" y="4510326"/>
              <a:ext cx="540832" cy="86595"/>
            </a:xfrm>
            <a:custGeom>
              <a:avLst/>
              <a:pathLst>
                <a:path w="540832" h="86595">
                  <a:moveTo>
                    <a:pt x="0" y="86595"/>
                  </a:moveTo>
                  <a:lnTo>
                    <a:pt x="5408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3585896" y="4276450"/>
              <a:ext cx="888009" cy="52530"/>
            </a:xfrm>
            <a:custGeom>
              <a:avLst/>
              <a:pathLst>
                <a:path w="888009" h="52530">
                  <a:moveTo>
                    <a:pt x="0" y="0"/>
                  </a:moveTo>
                  <a:lnTo>
                    <a:pt x="888009" y="525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3585896" y="4521766"/>
              <a:ext cx="361161" cy="23266"/>
            </a:xfrm>
            <a:custGeom>
              <a:avLst/>
              <a:pathLst>
                <a:path w="361161" h="23266">
                  <a:moveTo>
                    <a:pt x="0" y="23266"/>
                  </a:moveTo>
                  <a:lnTo>
                    <a:pt x="3611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3585896" y="4111803"/>
              <a:ext cx="1143971" cy="131601"/>
            </a:xfrm>
            <a:custGeom>
              <a:avLst/>
              <a:pathLst>
                <a:path w="1143971" h="131601">
                  <a:moveTo>
                    <a:pt x="0" y="131601"/>
                  </a:moveTo>
                  <a:lnTo>
                    <a:pt x="11439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3585896" y="3558214"/>
              <a:ext cx="1313710" cy="290761"/>
            </a:xfrm>
            <a:custGeom>
              <a:avLst/>
              <a:pathLst>
                <a:path w="1313710" h="290761">
                  <a:moveTo>
                    <a:pt x="0" y="0"/>
                  </a:moveTo>
                  <a:lnTo>
                    <a:pt x="850589" y="123818"/>
                  </a:lnTo>
                  <a:lnTo>
                    <a:pt x="1132679" y="157910"/>
                  </a:lnTo>
                  <a:lnTo>
                    <a:pt x="1313710" y="2907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3585896" y="4428735"/>
              <a:ext cx="1068633" cy="82608"/>
            </a:xfrm>
            <a:custGeom>
              <a:avLst/>
              <a:pathLst>
                <a:path w="1068633" h="82608">
                  <a:moveTo>
                    <a:pt x="0" y="82608"/>
                  </a:moveTo>
                  <a:lnTo>
                    <a:pt x="568769" y="10444"/>
                  </a:lnTo>
                  <a:lnTo>
                    <a:pt x="10686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3585896" y="4450447"/>
              <a:ext cx="1621347" cy="131443"/>
            </a:xfrm>
            <a:custGeom>
              <a:avLst/>
              <a:pathLst>
                <a:path w="1621347" h="131443">
                  <a:moveTo>
                    <a:pt x="0" y="0"/>
                  </a:moveTo>
                  <a:lnTo>
                    <a:pt x="588695" y="36674"/>
                  </a:lnTo>
                  <a:lnTo>
                    <a:pt x="1052078" y="107169"/>
                  </a:lnTo>
                  <a:lnTo>
                    <a:pt x="1621347" y="1314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3585896" y="4412678"/>
              <a:ext cx="932625" cy="140993"/>
            </a:xfrm>
            <a:custGeom>
              <a:avLst/>
              <a:pathLst>
                <a:path w="932625" h="140993">
                  <a:moveTo>
                    <a:pt x="0" y="0"/>
                  </a:moveTo>
                  <a:lnTo>
                    <a:pt x="307996" y="140993"/>
                  </a:lnTo>
                  <a:lnTo>
                    <a:pt x="580299" y="87914"/>
                  </a:lnTo>
                  <a:lnTo>
                    <a:pt x="932625" y="1236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3585896" y="2607502"/>
              <a:ext cx="1867024" cy="743854"/>
            </a:xfrm>
            <a:custGeom>
              <a:avLst/>
              <a:pathLst>
                <a:path w="1867024" h="743854">
                  <a:moveTo>
                    <a:pt x="0" y="743854"/>
                  </a:moveTo>
                  <a:lnTo>
                    <a:pt x="891221" y="207520"/>
                  </a:lnTo>
                  <a:lnTo>
                    <a:pt x="1343142" y="332100"/>
                  </a:lnTo>
                  <a:lnTo>
                    <a:pt x="18670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3585896" y="3362029"/>
              <a:ext cx="527480" cy="138210"/>
            </a:xfrm>
            <a:custGeom>
              <a:avLst/>
              <a:pathLst>
                <a:path w="527480" h="138210">
                  <a:moveTo>
                    <a:pt x="0" y="0"/>
                  </a:moveTo>
                  <a:lnTo>
                    <a:pt x="315415" y="115908"/>
                  </a:lnTo>
                  <a:lnTo>
                    <a:pt x="527480" y="1382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3585896" y="4370215"/>
              <a:ext cx="1112361" cy="88802"/>
            </a:xfrm>
            <a:custGeom>
              <a:avLst/>
              <a:pathLst>
                <a:path w="1112361" h="88802">
                  <a:moveTo>
                    <a:pt x="0" y="0"/>
                  </a:moveTo>
                  <a:lnTo>
                    <a:pt x="1112361" y="888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3585896" y="3193834"/>
              <a:ext cx="594404" cy="68636"/>
            </a:xfrm>
            <a:custGeom>
              <a:avLst/>
              <a:pathLst>
                <a:path w="594404" h="68636">
                  <a:moveTo>
                    <a:pt x="0" y="25032"/>
                  </a:moveTo>
                  <a:lnTo>
                    <a:pt x="272735" y="68636"/>
                  </a:ln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4409140" y="3738320"/>
              <a:ext cx="578573" cy="187924"/>
            </a:xfrm>
            <a:custGeom>
              <a:avLst/>
              <a:pathLst>
                <a:path w="578573" h="187924">
                  <a:moveTo>
                    <a:pt x="0" y="187924"/>
                  </a:moveTo>
                  <a:lnTo>
                    <a:pt x="578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4758155" y="4392133"/>
              <a:ext cx="468471" cy="71044"/>
            </a:xfrm>
            <a:custGeom>
              <a:avLst/>
              <a:pathLst>
                <a:path w="468471" h="71044">
                  <a:moveTo>
                    <a:pt x="0" y="71044"/>
                  </a:moveTo>
                  <a:lnTo>
                    <a:pt x="468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3585896" y="4406780"/>
              <a:ext cx="669245" cy="50587"/>
            </a:xfrm>
            <a:custGeom>
              <a:avLst/>
              <a:pathLst>
                <a:path w="669245" h="50587">
                  <a:moveTo>
                    <a:pt x="0" y="50587"/>
                  </a:moveTo>
                  <a:lnTo>
                    <a:pt x="307277" y="0"/>
                  </a:lnTo>
                  <a:lnTo>
                    <a:pt x="669245" y="45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3585896" y="4117398"/>
              <a:ext cx="317247" cy="46813"/>
            </a:xfrm>
            <a:custGeom>
              <a:avLst/>
              <a:pathLst>
                <a:path w="317247" h="46813">
                  <a:moveTo>
                    <a:pt x="0" y="46813"/>
                  </a:moveTo>
                  <a:lnTo>
                    <a:pt x="31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3892686" y="4082939"/>
              <a:ext cx="246597" cy="22403"/>
            </a:xfrm>
            <a:custGeom>
              <a:avLst/>
              <a:pathLst>
                <a:path w="246597" h="22403">
                  <a:moveTo>
                    <a:pt x="0" y="0"/>
                  </a:moveTo>
                  <a:lnTo>
                    <a:pt x="246597" y="224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3585896" y="4055395"/>
              <a:ext cx="1057119" cy="214457"/>
            </a:xfrm>
            <a:custGeom>
              <a:avLst/>
              <a:pathLst>
                <a:path w="1057119" h="214457">
                  <a:moveTo>
                    <a:pt x="0" y="0"/>
                  </a:moveTo>
                  <a:lnTo>
                    <a:pt x="265539" y="95841"/>
                  </a:lnTo>
                  <a:lnTo>
                    <a:pt x="537250" y="214457"/>
                  </a:lnTo>
                  <a:lnTo>
                    <a:pt x="763515" y="171997"/>
                  </a:lnTo>
                  <a:lnTo>
                    <a:pt x="1057119" y="1713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3585896" y="3934266"/>
              <a:ext cx="544182" cy="103368"/>
            </a:xfrm>
            <a:custGeom>
              <a:avLst/>
              <a:pathLst>
                <a:path w="544182" h="103368">
                  <a:moveTo>
                    <a:pt x="0" y="103368"/>
                  </a:moveTo>
                  <a:lnTo>
                    <a:pt x="282810" y="83156"/>
                  </a:lnTo>
                  <a:lnTo>
                    <a:pt x="5441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3585896" y="4414368"/>
              <a:ext cx="531078" cy="209356"/>
            </a:xfrm>
            <a:custGeom>
              <a:avLst/>
              <a:pathLst>
                <a:path w="531078" h="209356">
                  <a:moveTo>
                    <a:pt x="0" y="0"/>
                  </a:moveTo>
                  <a:lnTo>
                    <a:pt x="531078" y="2093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3585896" y="4491202"/>
              <a:ext cx="800935" cy="18564"/>
            </a:xfrm>
            <a:custGeom>
              <a:avLst/>
              <a:pathLst>
                <a:path w="800935" h="18564">
                  <a:moveTo>
                    <a:pt x="0" y="18564"/>
                  </a:moveTo>
                  <a:lnTo>
                    <a:pt x="800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3585896" y="4415091"/>
              <a:ext cx="1142502" cy="84546"/>
            </a:xfrm>
            <a:custGeom>
              <a:avLst/>
              <a:pathLst>
                <a:path w="1142502" h="84546">
                  <a:moveTo>
                    <a:pt x="0" y="19216"/>
                  </a:moveTo>
                  <a:lnTo>
                    <a:pt x="508418" y="84546"/>
                  </a:lnTo>
                  <a:lnTo>
                    <a:pt x="11425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3585896" y="4420396"/>
              <a:ext cx="2516824" cy="128304"/>
            </a:xfrm>
            <a:custGeom>
              <a:avLst/>
              <a:pathLst>
                <a:path w="2516824" h="128304">
                  <a:moveTo>
                    <a:pt x="0" y="3376"/>
                  </a:moveTo>
                  <a:lnTo>
                    <a:pt x="791898" y="0"/>
                  </a:lnTo>
                  <a:lnTo>
                    <a:pt x="1390621" y="50548"/>
                  </a:lnTo>
                  <a:lnTo>
                    <a:pt x="1833906" y="128304"/>
                  </a:lnTo>
                  <a:lnTo>
                    <a:pt x="2516824" y="795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3585896" y="3853691"/>
              <a:ext cx="846112" cy="325407"/>
            </a:xfrm>
            <a:custGeom>
              <a:avLst/>
              <a:pathLst>
                <a:path w="846112" h="325407">
                  <a:moveTo>
                    <a:pt x="0" y="96771"/>
                  </a:moveTo>
                  <a:lnTo>
                    <a:pt x="276986" y="0"/>
                  </a:lnTo>
                  <a:lnTo>
                    <a:pt x="564114" y="265264"/>
                  </a:lnTo>
                  <a:lnTo>
                    <a:pt x="846112" y="3254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3585896" y="4419471"/>
              <a:ext cx="1201576" cy="153543"/>
            </a:xfrm>
            <a:custGeom>
              <a:avLst/>
              <a:pathLst>
                <a:path w="1201576" h="153543">
                  <a:moveTo>
                    <a:pt x="0" y="0"/>
                  </a:moveTo>
                  <a:lnTo>
                    <a:pt x="508583" y="153543"/>
                  </a:lnTo>
                  <a:lnTo>
                    <a:pt x="1201576" y="133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3585896" y="4421716"/>
              <a:ext cx="527480" cy="90871"/>
            </a:xfrm>
            <a:custGeom>
              <a:avLst/>
              <a:pathLst>
                <a:path w="527480" h="90871">
                  <a:moveTo>
                    <a:pt x="0" y="0"/>
                  </a:moveTo>
                  <a:lnTo>
                    <a:pt x="527480" y="908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3585896" y="4375729"/>
              <a:ext cx="1207912" cy="130092"/>
            </a:xfrm>
            <a:custGeom>
              <a:avLst/>
              <a:pathLst>
                <a:path w="1207912" h="130092">
                  <a:moveTo>
                    <a:pt x="0" y="71592"/>
                  </a:moveTo>
                  <a:lnTo>
                    <a:pt x="573929" y="0"/>
                  </a:lnTo>
                  <a:lnTo>
                    <a:pt x="1207912" y="1300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3585896" y="4485644"/>
              <a:ext cx="543274" cy="151869"/>
            </a:xfrm>
            <a:custGeom>
              <a:avLst/>
              <a:pathLst>
                <a:path w="543274" h="151869">
                  <a:moveTo>
                    <a:pt x="0" y="0"/>
                  </a:moveTo>
                  <a:lnTo>
                    <a:pt x="543274" y="1518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3585896" y="4453316"/>
              <a:ext cx="552051" cy="27514"/>
            </a:xfrm>
            <a:custGeom>
              <a:avLst/>
              <a:pathLst>
                <a:path w="552051" h="27514">
                  <a:moveTo>
                    <a:pt x="0" y="0"/>
                  </a:moveTo>
                  <a:lnTo>
                    <a:pt x="552051" y="275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3983238" y="3853444"/>
              <a:ext cx="178353" cy="11216"/>
            </a:xfrm>
            <a:custGeom>
              <a:avLst/>
              <a:pathLst>
                <a:path w="178353" h="11216">
                  <a:moveTo>
                    <a:pt x="0" y="0"/>
                  </a:moveTo>
                  <a:lnTo>
                    <a:pt x="178353" y="11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4426410" y="4532571"/>
              <a:ext cx="1167940" cy="83988"/>
            </a:xfrm>
            <a:custGeom>
              <a:avLst/>
              <a:pathLst>
                <a:path w="1167940" h="83988">
                  <a:moveTo>
                    <a:pt x="0" y="0"/>
                  </a:moveTo>
                  <a:lnTo>
                    <a:pt x="1167940" y="839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3585896" y="2600870"/>
              <a:ext cx="1461287" cy="584183"/>
            </a:xfrm>
            <a:custGeom>
              <a:avLst/>
              <a:pathLst>
                <a:path w="1461287" h="584183">
                  <a:moveTo>
                    <a:pt x="0" y="85478"/>
                  </a:moveTo>
                  <a:lnTo>
                    <a:pt x="553457" y="0"/>
                  </a:lnTo>
                  <a:lnTo>
                    <a:pt x="815327" y="150744"/>
                  </a:lnTo>
                  <a:lnTo>
                    <a:pt x="1461287" y="5841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3585896" y="3892687"/>
              <a:ext cx="307247" cy="29747"/>
            </a:xfrm>
            <a:custGeom>
              <a:avLst/>
              <a:pathLst>
                <a:path w="307247" h="29747">
                  <a:moveTo>
                    <a:pt x="0" y="0"/>
                  </a:moveTo>
                  <a:lnTo>
                    <a:pt x="307247" y="297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4377846" y="4443539"/>
              <a:ext cx="1061407" cy="5416"/>
            </a:xfrm>
            <a:custGeom>
              <a:avLst/>
              <a:pathLst>
                <a:path w="1061407" h="5416">
                  <a:moveTo>
                    <a:pt x="0" y="5416"/>
                  </a:moveTo>
                  <a:lnTo>
                    <a:pt x="10614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3585896" y="4404577"/>
              <a:ext cx="810557" cy="71040"/>
            </a:xfrm>
            <a:custGeom>
              <a:avLst/>
              <a:pathLst>
                <a:path w="810557" h="71040">
                  <a:moveTo>
                    <a:pt x="0" y="0"/>
                  </a:moveTo>
                  <a:lnTo>
                    <a:pt x="810557" y="710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4934780" y="4384522"/>
              <a:ext cx="488620" cy="15761"/>
            </a:xfrm>
            <a:custGeom>
              <a:avLst/>
              <a:pathLst>
                <a:path w="488620" h="15761">
                  <a:moveTo>
                    <a:pt x="0" y="15761"/>
                  </a:moveTo>
                  <a:lnTo>
                    <a:pt x="4886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3585896" y="4527848"/>
              <a:ext cx="550508" cy="51072"/>
            </a:xfrm>
            <a:custGeom>
              <a:avLst/>
              <a:pathLst>
                <a:path w="550508" h="51072">
                  <a:moveTo>
                    <a:pt x="0" y="0"/>
                  </a:moveTo>
                  <a:lnTo>
                    <a:pt x="550508" y="510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3585896" y="2899087"/>
              <a:ext cx="301040" cy="493786"/>
            </a:xfrm>
            <a:custGeom>
              <a:avLst/>
              <a:pathLst>
                <a:path w="301040" h="493786">
                  <a:moveTo>
                    <a:pt x="0" y="0"/>
                  </a:moveTo>
                  <a:lnTo>
                    <a:pt x="301040" y="4937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3585896" y="4451181"/>
              <a:ext cx="1327275" cy="179550"/>
            </a:xfrm>
            <a:custGeom>
              <a:avLst/>
              <a:pathLst>
                <a:path w="1327275" h="179550">
                  <a:moveTo>
                    <a:pt x="0" y="0"/>
                  </a:moveTo>
                  <a:lnTo>
                    <a:pt x="528498" y="179550"/>
                  </a:lnTo>
                  <a:lnTo>
                    <a:pt x="1327275" y="402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3585896" y="4457345"/>
              <a:ext cx="1871727" cy="150361"/>
            </a:xfrm>
            <a:custGeom>
              <a:avLst/>
              <a:pathLst>
                <a:path w="1871727" h="150361">
                  <a:moveTo>
                    <a:pt x="0" y="150361"/>
                  </a:moveTo>
                  <a:lnTo>
                    <a:pt x="1052801" y="0"/>
                  </a:lnTo>
                  <a:lnTo>
                    <a:pt x="1871727" y="682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3585896" y="4482860"/>
              <a:ext cx="770286" cy="50880"/>
            </a:xfrm>
            <a:custGeom>
              <a:avLst/>
              <a:pathLst>
                <a:path w="770286" h="50880">
                  <a:moveTo>
                    <a:pt x="0" y="50880"/>
                  </a:moveTo>
                  <a:lnTo>
                    <a:pt x="7702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5408265" y="4525897"/>
              <a:ext cx="511648" cy="169257"/>
            </a:xfrm>
            <a:custGeom>
              <a:avLst/>
              <a:pathLst>
                <a:path w="511648" h="169257">
                  <a:moveTo>
                    <a:pt x="0" y="169257"/>
                  </a:moveTo>
                  <a:lnTo>
                    <a:pt x="5116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3853439" y="2809527"/>
              <a:ext cx="1202067" cy="478874"/>
            </a:xfrm>
            <a:custGeom>
              <a:avLst/>
              <a:pathLst>
                <a:path w="1202067" h="478874">
                  <a:moveTo>
                    <a:pt x="0" y="0"/>
                  </a:moveTo>
                  <a:lnTo>
                    <a:pt x="263535" y="32676"/>
                  </a:lnTo>
                  <a:lnTo>
                    <a:pt x="1202067" y="4788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4335739" y="3832378"/>
              <a:ext cx="564180" cy="39773"/>
            </a:xfrm>
            <a:custGeom>
              <a:avLst/>
              <a:pathLst>
                <a:path w="564180" h="39773">
                  <a:moveTo>
                    <a:pt x="0" y="0"/>
                  </a:moveTo>
                  <a:lnTo>
                    <a:pt x="322389" y="22192"/>
                  </a:lnTo>
                  <a:lnTo>
                    <a:pt x="564180" y="397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415616" y="3563765"/>
              <a:ext cx="852028" cy="372096"/>
            </a:xfrm>
            <a:custGeom>
              <a:avLst/>
              <a:pathLst>
                <a:path w="852028" h="372096">
                  <a:moveTo>
                    <a:pt x="0" y="372096"/>
                  </a:moveTo>
                  <a:lnTo>
                    <a:pt x="8520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380355" y="4596435"/>
              <a:ext cx="1087343" cy="43477"/>
            </a:xfrm>
            <a:custGeom>
              <a:avLst/>
              <a:pathLst>
                <a:path w="1087343" h="43477">
                  <a:moveTo>
                    <a:pt x="0" y="43477"/>
                  </a:moveTo>
                  <a:lnTo>
                    <a:pt x="553646" y="0"/>
                  </a:lnTo>
                  <a:lnTo>
                    <a:pt x="1087343" y="329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4195413" y="4327388"/>
              <a:ext cx="1499684" cy="189144"/>
            </a:xfrm>
            <a:custGeom>
              <a:avLst/>
              <a:pathLst>
                <a:path w="1499684" h="189144">
                  <a:moveTo>
                    <a:pt x="0" y="179270"/>
                  </a:moveTo>
                  <a:lnTo>
                    <a:pt x="457677" y="65434"/>
                  </a:lnTo>
                  <a:lnTo>
                    <a:pt x="1087278" y="189144"/>
                  </a:lnTo>
                  <a:lnTo>
                    <a:pt x="14996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3585896" y="4633209"/>
              <a:ext cx="795575" cy="19749"/>
            </a:xfrm>
            <a:custGeom>
              <a:avLst/>
              <a:pathLst>
                <a:path w="795575" h="19749">
                  <a:moveTo>
                    <a:pt x="0" y="19749"/>
                  </a:moveTo>
                  <a:lnTo>
                    <a:pt x="7955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3585896" y="3666234"/>
              <a:ext cx="302068" cy="153982"/>
            </a:xfrm>
            <a:custGeom>
              <a:avLst/>
              <a:pathLst>
                <a:path w="302068" h="153982">
                  <a:moveTo>
                    <a:pt x="0" y="0"/>
                  </a:moveTo>
                  <a:lnTo>
                    <a:pt x="302068" y="1539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3585896" y="4412624"/>
              <a:ext cx="1876764" cy="79151"/>
            </a:xfrm>
            <a:custGeom>
              <a:avLst/>
              <a:pathLst>
                <a:path w="1876764" h="79151">
                  <a:moveTo>
                    <a:pt x="0" y="0"/>
                  </a:moveTo>
                  <a:lnTo>
                    <a:pt x="895924" y="79151"/>
                  </a:lnTo>
                  <a:lnTo>
                    <a:pt x="1367994" y="71006"/>
                  </a:lnTo>
                  <a:lnTo>
                    <a:pt x="1876764" y="682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3585896" y="4525720"/>
              <a:ext cx="790398" cy="47066"/>
            </a:xfrm>
            <a:custGeom>
              <a:avLst/>
              <a:pathLst>
                <a:path w="790398" h="47066">
                  <a:moveTo>
                    <a:pt x="0" y="47066"/>
                  </a:moveTo>
                  <a:lnTo>
                    <a:pt x="79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3872304" y="2903723"/>
              <a:ext cx="271516" cy="475680"/>
            </a:xfrm>
            <a:custGeom>
              <a:avLst/>
              <a:pathLst>
                <a:path w="271516" h="475680">
                  <a:moveTo>
                    <a:pt x="0" y="0"/>
                  </a:moveTo>
                  <a:lnTo>
                    <a:pt x="271516" y="4756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4175596" y="3493946"/>
              <a:ext cx="1298911" cy="413309"/>
            </a:xfrm>
            <a:custGeom>
              <a:avLst/>
              <a:pathLst>
                <a:path w="1298911" h="413309">
                  <a:moveTo>
                    <a:pt x="0" y="413309"/>
                  </a:moveTo>
                  <a:lnTo>
                    <a:pt x="785823" y="134400"/>
                  </a:lnTo>
                  <a:lnTo>
                    <a:pt x="12989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3585896" y="4492165"/>
              <a:ext cx="1363676" cy="135354"/>
            </a:xfrm>
            <a:custGeom>
              <a:avLst/>
              <a:pathLst>
                <a:path w="1363676" h="135354">
                  <a:moveTo>
                    <a:pt x="0" y="114399"/>
                  </a:moveTo>
                  <a:lnTo>
                    <a:pt x="317351" y="0"/>
                  </a:lnTo>
                  <a:lnTo>
                    <a:pt x="841650" y="8662"/>
                  </a:lnTo>
                  <a:lnTo>
                    <a:pt x="1363676" y="1353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3585896" y="3554928"/>
              <a:ext cx="529639" cy="231854"/>
            </a:xfrm>
            <a:custGeom>
              <a:avLst/>
              <a:pathLst>
                <a:path w="529639" h="231854">
                  <a:moveTo>
                    <a:pt x="0" y="231854"/>
                  </a:moveTo>
                  <a:lnTo>
                    <a:pt x="5296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3585896" y="4431297"/>
              <a:ext cx="1904830" cy="147536"/>
            </a:xfrm>
            <a:custGeom>
              <a:avLst/>
              <a:pathLst>
                <a:path w="1904830" h="147536">
                  <a:moveTo>
                    <a:pt x="0" y="0"/>
                  </a:moveTo>
                  <a:lnTo>
                    <a:pt x="895924" y="59084"/>
                  </a:lnTo>
                  <a:lnTo>
                    <a:pt x="1904830" y="1475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3585896" y="4165202"/>
              <a:ext cx="835602" cy="110293"/>
            </a:xfrm>
            <a:custGeom>
              <a:avLst/>
              <a:pathLst>
                <a:path w="835602" h="110293">
                  <a:moveTo>
                    <a:pt x="0" y="110293"/>
                  </a:moveTo>
                  <a:lnTo>
                    <a:pt x="8356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3585896" y="4563351"/>
              <a:ext cx="1057101" cy="88223"/>
            </a:xfrm>
            <a:custGeom>
              <a:avLst/>
              <a:pathLst>
                <a:path w="1057101" h="88223">
                  <a:moveTo>
                    <a:pt x="0" y="0"/>
                  </a:moveTo>
                  <a:lnTo>
                    <a:pt x="529257" y="88223"/>
                  </a:lnTo>
                  <a:lnTo>
                    <a:pt x="1057101" y="217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3585896" y="4473357"/>
              <a:ext cx="1176389" cy="62850"/>
            </a:xfrm>
            <a:custGeom>
              <a:avLst/>
              <a:pathLst>
                <a:path w="1176389" h="62850">
                  <a:moveTo>
                    <a:pt x="0" y="0"/>
                  </a:moveTo>
                  <a:lnTo>
                    <a:pt x="543844" y="62850"/>
                  </a:lnTo>
                  <a:lnTo>
                    <a:pt x="1176389" y="615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3585896" y="4420182"/>
              <a:ext cx="937131" cy="82694"/>
            </a:xfrm>
            <a:custGeom>
              <a:avLst/>
              <a:pathLst>
                <a:path w="937131" h="82694">
                  <a:moveTo>
                    <a:pt x="0" y="82694"/>
                  </a:moveTo>
                  <a:lnTo>
                    <a:pt x="313034" y="0"/>
                  </a:lnTo>
                  <a:lnTo>
                    <a:pt x="937131" y="159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5924656" y="4429391"/>
              <a:ext cx="334622" cy="61293"/>
            </a:xfrm>
            <a:custGeom>
              <a:avLst/>
              <a:pathLst>
                <a:path w="334622" h="61293">
                  <a:moveTo>
                    <a:pt x="0" y="61293"/>
                  </a:moveTo>
                  <a:lnTo>
                    <a:pt x="3346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3585896" y="3838760"/>
              <a:ext cx="1164342" cy="296128"/>
            </a:xfrm>
            <a:custGeom>
              <a:avLst/>
              <a:pathLst>
                <a:path w="1164342" h="296128">
                  <a:moveTo>
                    <a:pt x="0" y="296128"/>
                  </a:moveTo>
                  <a:lnTo>
                    <a:pt x="11643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3585896" y="4357087"/>
              <a:ext cx="2557594" cy="295274"/>
            </a:xfrm>
            <a:custGeom>
              <a:avLst/>
              <a:pathLst>
                <a:path w="2557594" h="295274">
                  <a:moveTo>
                    <a:pt x="0" y="86495"/>
                  </a:moveTo>
                  <a:lnTo>
                    <a:pt x="856416" y="0"/>
                  </a:lnTo>
                  <a:lnTo>
                    <a:pt x="1336402" y="52206"/>
                  </a:lnTo>
                  <a:lnTo>
                    <a:pt x="1877555" y="295274"/>
                  </a:lnTo>
                  <a:lnTo>
                    <a:pt x="2557594" y="1766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3585896" y="4375799"/>
              <a:ext cx="568498" cy="75212"/>
            </a:xfrm>
            <a:custGeom>
              <a:avLst/>
              <a:pathLst>
                <a:path w="568498" h="75212">
                  <a:moveTo>
                    <a:pt x="0" y="0"/>
                  </a:moveTo>
                  <a:lnTo>
                    <a:pt x="568498" y="752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3585896" y="4399469"/>
              <a:ext cx="594404" cy="86735"/>
            </a:xfrm>
            <a:custGeom>
              <a:avLst/>
              <a:pathLst>
                <a:path w="594404" h="86735">
                  <a:moveTo>
                    <a:pt x="0" y="0"/>
                  </a:moveTo>
                  <a:lnTo>
                    <a:pt x="594404" y="867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3585896" y="3976073"/>
              <a:ext cx="531798" cy="29173"/>
            </a:xfrm>
            <a:custGeom>
              <a:avLst/>
              <a:pathLst>
                <a:path w="531798" h="29173">
                  <a:moveTo>
                    <a:pt x="0" y="29173"/>
                  </a:moveTo>
                  <a:lnTo>
                    <a:pt x="5317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4124890" y="4477612"/>
              <a:ext cx="512368" cy="16532"/>
            </a:xfrm>
            <a:custGeom>
              <a:avLst/>
              <a:pathLst>
                <a:path w="512368" h="16532">
                  <a:moveTo>
                    <a:pt x="0" y="0"/>
                  </a:moveTo>
                  <a:lnTo>
                    <a:pt x="512368" y="165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3585896" y="4336422"/>
              <a:ext cx="1581001" cy="119224"/>
            </a:xfrm>
            <a:custGeom>
              <a:avLst/>
              <a:pathLst>
                <a:path w="1581001" h="119224">
                  <a:moveTo>
                    <a:pt x="0" y="49612"/>
                  </a:moveTo>
                  <a:lnTo>
                    <a:pt x="599326" y="18103"/>
                  </a:lnTo>
                  <a:lnTo>
                    <a:pt x="1052082" y="119224"/>
                  </a:lnTo>
                  <a:lnTo>
                    <a:pt x="15810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3585896" y="3689465"/>
              <a:ext cx="330304" cy="215157"/>
            </a:xfrm>
            <a:custGeom>
              <a:avLst/>
              <a:pathLst>
                <a:path w="330304" h="215157">
                  <a:moveTo>
                    <a:pt x="0" y="0"/>
                  </a:moveTo>
                  <a:lnTo>
                    <a:pt x="330304" y="2151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3585896" y="4509552"/>
              <a:ext cx="925429" cy="25583"/>
            </a:xfrm>
            <a:custGeom>
              <a:avLst/>
              <a:pathLst>
                <a:path w="925429" h="25583">
                  <a:moveTo>
                    <a:pt x="0" y="0"/>
                  </a:moveTo>
                  <a:lnTo>
                    <a:pt x="925429" y="255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3585896" y="3908310"/>
              <a:ext cx="2089052" cy="406895"/>
            </a:xfrm>
            <a:custGeom>
              <a:avLst/>
              <a:pathLst>
                <a:path w="2089052" h="406895">
                  <a:moveTo>
                    <a:pt x="0" y="406895"/>
                  </a:moveTo>
                  <a:lnTo>
                    <a:pt x="709899" y="306169"/>
                  </a:lnTo>
                  <a:lnTo>
                    <a:pt x="1062156" y="138549"/>
                  </a:lnTo>
                  <a:lnTo>
                    <a:pt x="1586039" y="217489"/>
                  </a:lnTo>
                  <a:lnTo>
                    <a:pt x="20890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3585896" y="4514891"/>
              <a:ext cx="859729" cy="78280"/>
            </a:xfrm>
            <a:custGeom>
              <a:avLst/>
              <a:pathLst>
                <a:path w="859729" h="78280">
                  <a:moveTo>
                    <a:pt x="0" y="0"/>
                  </a:moveTo>
                  <a:lnTo>
                    <a:pt x="859729" y="782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4210525" y="2567802"/>
              <a:ext cx="427453" cy="432388"/>
            </a:xfrm>
            <a:custGeom>
              <a:avLst/>
              <a:pathLst>
                <a:path w="427453" h="432388">
                  <a:moveTo>
                    <a:pt x="0" y="0"/>
                  </a:moveTo>
                  <a:lnTo>
                    <a:pt x="427453" y="4323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3585896" y="4429412"/>
              <a:ext cx="1585545" cy="138586"/>
            </a:xfrm>
            <a:custGeom>
              <a:avLst/>
              <a:pathLst>
                <a:path w="1585545" h="138586">
                  <a:moveTo>
                    <a:pt x="0" y="0"/>
                  </a:moveTo>
                  <a:lnTo>
                    <a:pt x="533463" y="42962"/>
                  </a:lnTo>
                  <a:lnTo>
                    <a:pt x="1072172" y="29695"/>
                  </a:lnTo>
                  <a:lnTo>
                    <a:pt x="1585545" y="1385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3585896" y="4432589"/>
              <a:ext cx="1314957" cy="181631"/>
            </a:xfrm>
            <a:custGeom>
              <a:avLst/>
              <a:pathLst>
                <a:path w="1314957" h="181631">
                  <a:moveTo>
                    <a:pt x="0" y="155841"/>
                  </a:moveTo>
                  <a:lnTo>
                    <a:pt x="791580" y="181631"/>
                  </a:lnTo>
                  <a:lnTo>
                    <a:pt x="13149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3585896" y="4184454"/>
              <a:ext cx="1575221" cy="183538"/>
            </a:xfrm>
            <a:custGeom>
              <a:avLst/>
              <a:pathLst>
                <a:path w="1575221" h="183538">
                  <a:moveTo>
                    <a:pt x="0" y="181018"/>
                  </a:moveTo>
                  <a:lnTo>
                    <a:pt x="563331" y="183538"/>
                  </a:lnTo>
                  <a:lnTo>
                    <a:pt x="1071511" y="119674"/>
                  </a:lnTo>
                  <a:lnTo>
                    <a:pt x="15752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4135004" y="3601365"/>
              <a:ext cx="246070" cy="31789"/>
            </a:xfrm>
            <a:custGeom>
              <a:avLst/>
              <a:pathLst>
                <a:path w="246070" h="31789">
                  <a:moveTo>
                    <a:pt x="0" y="31789"/>
                  </a:moveTo>
                  <a:lnTo>
                    <a:pt x="2460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3585896" y="3530549"/>
              <a:ext cx="2213546" cy="552934"/>
            </a:xfrm>
            <a:custGeom>
              <a:avLst/>
              <a:pathLst>
                <a:path w="2213546" h="552934">
                  <a:moveTo>
                    <a:pt x="0" y="552934"/>
                  </a:moveTo>
                  <a:lnTo>
                    <a:pt x="1077268" y="271075"/>
                  </a:lnTo>
                  <a:lnTo>
                    <a:pt x="1636412" y="206893"/>
                  </a:lnTo>
                  <a:lnTo>
                    <a:pt x="2213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3585896" y="4466249"/>
              <a:ext cx="557704" cy="7156"/>
            </a:xfrm>
            <a:custGeom>
              <a:avLst/>
              <a:pathLst>
                <a:path w="557704" h="7156">
                  <a:moveTo>
                    <a:pt x="0" y="0"/>
                  </a:moveTo>
                  <a:lnTo>
                    <a:pt x="557704" y="71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3585896" y="3849570"/>
              <a:ext cx="594404" cy="59885"/>
            </a:xfrm>
            <a:custGeom>
              <a:avLst/>
              <a:pathLst>
                <a:path w="594404" h="59885">
                  <a:moveTo>
                    <a:pt x="0" y="59885"/>
                  </a:move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3873629" y="3751947"/>
              <a:ext cx="271410" cy="59645"/>
            </a:xfrm>
            <a:custGeom>
              <a:avLst/>
              <a:pathLst>
                <a:path w="271410" h="59645">
                  <a:moveTo>
                    <a:pt x="0" y="0"/>
                  </a:moveTo>
                  <a:lnTo>
                    <a:pt x="271410" y="596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3847837" y="2856046"/>
              <a:ext cx="845551" cy="1095160"/>
            </a:xfrm>
            <a:custGeom>
              <a:avLst/>
              <a:pathLst>
                <a:path w="845551" h="1095160">
                  <a:moveTo>
                    <a:pt x="0" y="0"/>
                  </a:moveTo>
                  <a:lnTo>
                    <a:pt x="271642" y="430491"/>
                  </a:lnTo>
                  <a:lnTo>
                    <a:pt x="544031" y="431409"/>
                  </a:lnTo>
                  <a:lnTo>
                    <a:pt x="845551" y="10951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3875902" y="3406268"/>
              <a:ext cx="2378281" cy="959022"/>
            </a:xfrm>
            <a:custGeom>
              <a:avLst/>
              <a:pathLst>
                <a:path w="2378281" h="959022">
                  <a:moveTo>
                    <a:pt x="0" y="731382"/>
                  </a:moveTo>
                  <a:lnTo>
                    <a:pt x="233875" y="959022"/>
                  </a:lnTo>
                  <a:lnTo>
                    <a:pt x="548349" y="682834"/>
                  </a:lnTo>
                  <a:lnTo>
                    <a:pt x="801654" y="579158"/>
                  </a:lnTo>
                  <a:lnTo>
                    <a:pt x="1551546" y="140156"/>
                  </a:lnTo>
                  <a:lnTo>
                    <a:pt x="2055949" y="0"/>
                  </a:lnTo>
                  <a:lnTo>
                    <a:pt x="2378281" y="2353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3857912" y="2940776"/>
              <a:ext cx="875775" cy="197685"/>
            </a:xfrm>
            <a:custGeom>
              <a:avLst/>
              <a:pathLst>
                <a:path w="875775" h="197685">
                  <a:moveTo>
                    <a:pt x="0" y="0"/>
                  </a:moveTo>
                  <a:lnTo>
                    <a:pt x="341972" y="57196"/>
                  </a:lnTo>
                  <a:lnTo>
                    <a:pt x="604479" y="197685"/>
                  </a:lnTo>
                  <a:lnTo>
                    <a:pt x="875775" y="387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3585896" y="4414859"/>
              <a:ext cx="813888" cy="16319"/>
            </a:xfrm>
            <a:custGeom>
              <a:avLst/>
              <a:pathLst>
                <a:path w="813888" h="16319">
                  <a:moveTo>
                    <a:pt x="0" y="16319"/>
                  </a:moveTo>
                  <a:lnTo>
                    <a:pt x="8138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3585896" y="4397009"/>
              <a:ext cx="347412" cy="60001"/>
            </a:xfrm>
            <a:custGeom>
              <a:avLst/>
              <a:pathLst>
                <a:path w="347412" h="60001">
                  <a:moveTo>
                    <a:pt x="0" y="0"/>
                  </a:moveTo>
                  <a:lnTo>
                    <a:pt x="347412" y="600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3585896" y="4296559"/>
              <a:ext cx="830439" cy="265731"/>
            </a:xfrm>
            <a:custGeom>
              <a:avLst/>
              <a:pathLst>
                <a:path w="830439" h="265731">
                  <a:moveTo>
                    <a:pt x="0" y="0"/>
                  </a:moveTo>
                  <a:lnTo>
                    <a:pt x="275377" y="265731"/>
                  </a:lnTo>
                  <a:lnTo>
                    <a:pt x="557704" y="177047"/>
                  </a:lnTo>
                  <a:lnTo>
                    <a:pt x="830439" y="1563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4391149" y="3806318"/>
              <a:ext cx="251146" cy="65170"/>
            </a:xfrm>
            <a:custGeom>
              <a:avLst/>
              <a:pathLst>
                <a:path w="251146" h="65170">
                  <a:moveTo>
                    <a:pt x="0" y="0"/>
                  </a:moveTo>
                  <a:lnTo>
                    <a:pt x="251146" y="651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3585896" y="4446314"/>
              <a:ext cx="284581" cy="104796"/>
            </a:xfrm>
            <a:custGeom>
              <a:avLst/>
              <a:pathLst>
                <a:path w="284581" h="104796">
                  <a:moveTo>
                    <a:pt x="0" y="0"/>
                  </a:moveTo>
                  <a:lnTo>
                    <a:pt x="284581" y="1047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3585896" y="4263283"/>
              <a:ext cx="1581001" cy="146019"/>
            </a:xfrm>
            <a:custGeom>
              <a:avLst/>
              <a:pathLst>
                <a:path w="1581001" h="146019">
                  <a:moveTo>
                    <a:pt x="0" y="119086"/>
                  </a:moveTo>
                  <a:lnTo>
                    <a:pt x="599326" y="83357"/>
                  </a:lnTo>
                  <a:lnTo>
                    <a:pt x="1011783" y="146019"/>
                  </a:lnTo>
                  <a:lnTo>
                    <a:pt x="15810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3585896" y="4321182"/>
              <a:ext cx="2423820" cy="139151"/>
            </a:xfrm>
            <a:custGeom>
              <a:avLst/>
              <a:pathLst>
                <a:path w="2423820" h="139151">
                  <a:moveTo>
                    <a:pt x="0" y="137495"/>
                  </a:moveTo>
                  <a:lnTo>
                    <a:pt x="795323" y="139151"/>
                  </a:lnTo>
                  <a:lnTo>
                    <a:pt x="1282505" y="55215"/>
                  </a:lnTo>
                  <a:lnTo>
                    <a:pt x="1861798" y="0"/>
                  </a:lnTo>
                  <a:lnTo>
                    <a:pt x="2423820" y="383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3585896" y="3319681"/>
              <a:ext cx="271793" cy="65185"/>
            </a:xfrm>
            <a:custGeom>
              <a:avLst/>
              <a:pathLst>
                <a:path w="271793" h="65185">
                  <a:moveTo>
                    <a:pt x="0" y="0"/>
                  </a:moveTo>
                  <a:lnTo>
                    <a:pt x="271793" y="651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3585896" y="4218298"/>
              <a:ext cx="1600431" cy="78822"/>
            </a:xfrm>
            <a:custGeom>
              <a:avLst/>
              <a:pathLst>
                <a:path w="1600431" h="78822">
                  <a:moveTo>
                    <a:pt x="0" y="0"/>
                  </a:moveTo>
                  <a:lnTo>
                    <a:pt x="1188784" y="14901"/>
                  </a:lnTo>
                  <a:lnTo>
                    <a:pt x="1600431" y="788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3585896" y="4320992"/>
              <a:ext cx="506965" cy="98182"/>
            </a:xfrm>
            <a:custGeom>
              <a:avLst/>
              <a:pathLst>
                <a:path w="506965" h="98182">
                  <a:moveTo>
                    <a:pt x="0" y="0"/>
                  </a:moveTo>
                  <a:lnTo>
                    <a:pt x="506965" y="981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3585896" y="4496827"/>
              <a:ext cx="523471" cy="111429"/>
            </a:xfrm>
            <a:custGeom>
              <a:avLst/>
              <a:pathLst>
                <a:path w="523471" h="111429">
                  <a:moveTo>
                    <a:pt x="0" y="111429"/>
                  </a:moveTo>
                  <a:lnTo>
                    <a:pt x="523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3585896" y="4366861"/>
              <a:ext cx="649095" cy="16138"/>
            </a:xfrm>
            <a:custGeom>
              <a:avLst/>
              <a:pathLst>
                <a:path w="649095" h="16138">
                  <a:moveTo>
                    <a:pt x="0" y="0"/>
                  </a:moveTo>
                  <a:lnTo>
                    <a:pt x="649095" y="16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3585896" y="4454477"/>
              <a:ext cx="1420526" cy="306"/>
            </a:xfrm>
            <a:custGeom>
              <a:avLst/>
              <a:pathLst>
                <a:path w="1420526" h="306">
                  <a:moveTo>
                    <a:pt x="0" y="0"/>
                  </a:moveTo>
                  <a:lnTo>
                    <a:pt x="1420526" y="3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3585896" y="4370611"/>
              <a:ext cx="790141" cy="10783"/>
            </a:xfrm>
            <a:custGeom>
              <a:avLst/>
              <a:pathLst>
                <a:path w="790141" h="10783">
                  <a:moveTo>
                    <a:pt x="0" y="10783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3585896" y="4430271"/>
              <a:ext cx="507047" cy="15592"/>
            </a:xfrm>
            <a:custGeom>
              <a:avLst/>
              <a:pathLst>
                <a:path w="507047" h="15592">
                  <a:moveTo>
                    <a:pt x="0" y="0"/>
                  </a:moveTo>
                  <a:lnTo>
                    <a:pt x="507047" y="155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3585896" y="4560969"/>
              <a:ext cx="649095" cy="14855"/>
            </a:xfrm>
            <a:custGeom>
              <a:avLst/>
              <a:pathLst>
                <a:path w="649095" h="14855">
                  <a:moveTo>
                    <a:pt x="0" y="0"/>
                  </a:moveTo>
                  <a:lnTo>
                    <a:pt x="649095" y="148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3585896" y="3444345"/>
              <a:ext cx="272540" cy="6508"/>
            </a:xfrm>
            <a:custGeom>
              <a:avLst/>
              <a:pathLst>
                <a:path w="272540" h="6508">
                  <a:moveTo>
                    <a:pt x="0" y="6508"/>
                  </a:moveTo>
                  <a:lnTo>
                    <a:pt x="2725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3585896" y="3732654"/>
              <a:ext cx="569178" cy="83362"/>
            </a:xfrm>
            <a:custGeom>
              <a:avLst/>
              <a:pathLst>
                <a:path w="569178" h="83362">
                  <a:moveTo>
                    <a:pt x="0" y="73430"/>
                  </a:moveTo>
                  <a:lnTo>
                    <a:pt x="267698" y="83362"/>
                  </a:lnTo>
                  <a:lnTo>
                    <a:pt x="5691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5438914" y="4488005"/>
              <a:ext cx="533656" cy="8391"/>
            </a:xfrm>
            <a:custGeom>
              <a:avLst/>
              <a:pathLst>
                <a:path w="533656" h="8391">
                  <a:moveTo>
                    <a:pt x="0" y="0"/>
                  </a:moveTo>
                  <a:lnTo>
                    <a:pt x="533656" y="83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4649492" y="4510325"/>
              <a:ext cx="1046325" cy="15550"/>
            </a:xfrm>
            <a:custGeom>
              <a:avLst/>
              <a:pathLst>
                <a:path w="1046325" h="15550">
                  <a:moveTo>
                    <a:pt x="0" y="0"/>
                  </a:moveTo>
                  <a:lnTo>
                    <a:pt x="522442" y="15550"/>
                  </a:lnTo>
                  <a:lnTo>
                    <a:pt x="1046325" y="43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3585896" y="3720933"/>
              <a:ext cx="315822" cy="138271"/>
            </a:xfrm>
            <a:custGeom>
              <a:avLst/>
              <a:pathLst>
                <a:path w="315822" h="138271">
                  <a:moveTo>
                    <a:pt x="0" y="0"/>
                  </a:moveTo>
                  <a:lnTo>
                    <a:pt x="315822" y="1382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3585896" y="3273115"/>
              <a:ext cx="540433" cy="267907"/>
            </a:xfrm>
            <a:custGeom>
              <a:avLst/>
              <a:pathLst>
                <a:path w="540433" h="267907">
                  <a:moveTo>
                    <a:pt x="0" y="0"/>
                  </a:moveTo>
                  <a:lnTo>
                    <a:pt x="273455" y="215435"/>
                  </a:lnTo>
                  <a:lnTo>
                    <a:pt x="540433" y="2679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3585896" y="3505814"/>
              <a:ext cx="566892" cy="169023"/>
            </a:xfrm>
            <a:custGeom>
              <a:avLst/>
              <a:pathLst>
                <a:path w="566892" h="169023">
                  <a:moveTo>
                    <a:pt x="0" y="155446"/>
                  </a:moveTo>
                  <a:lnTo>
                    <a:pt x="238746" y="169023"/>
                  </a:lnTo>
                  <a:lnTo>
                    <a:pt x="5668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4205488" y="3552869"/>
              <a:ext cx="749842" cy="138328"/>
            </a:xfrm>
            <a:custGeom>
              <a:avLst/>
              <a:pathLst>
                <a:path w="749842" h="138328">
                  <a:moveTo>
                    <a:pt x="0" y="0"/>
                  </a:moveTo>
                  <a:lnTo>
                    <a:pt x="477826" y="138328"/>
                  </a:lnTo>
                  <a:lnTo>
                    <a:pt x="749842" y="677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3585896" y="4430567"/>
              <a:ext cx="533237" cy="7614"/>
            </a:xfrm>
            <a:custGeom>
              <a:avLst/>
              <a:pathLst>
                <a:path w="533237" h="7614">
                  <a:moveTo>
                    <a:pt x="0" y="0"/>
                  </a:moveTo>
                  <a:lnTo>
                    <a:pt x="533237" y="76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3585896" y="4129051"/>
              <a:ext cx="629149" cy="44510"/>
            </a:xfrm>
            <a:custGeom>
              <a:avLst/>
              <a:pathLst>
                <a:path w="629149" h="44510">
                  <a:moveTo>
                    <a:pt x="0" y="0"/>
                  </a:moveTo>
                  <a:lnTo>
                    <a:pt x="629149" y="445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4174821" y="4372321"/>
              <a:ext cx="971701" cy="124981"/>
            </a:xfrm>
            <a:custGeom>
              <a:avLst/>
              <a:pathLst>
                <a:path w="971701" h="124981">
                  <a:moveTo>
                    <a:pt x="0" y="124981"/>
                  </a:moveTo>
                  <a:lnTo>
                    <a:pt x="216327" y="50235"/>
                  </a:lnTo>
                  <a:lnTo>
                    <a:pt x="514969" y="9147"/>
                  </a:lnTo>
                  <a:lnTo>
                    <a:pt x="971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3585896" y="4307015"/>
              <a:ext cx="790860" cy="55853"/>
            </a:xfrm>
            <a:custGeom>
              <a:avLst/>
              <a:pathLst>
                <a:path w="790860" h="55853">
                  <a:moveTo>
                    <a:pt x="0" y="0"/>
                  </a:moveTo>
                  <a:lnTo>
                    <a:pt x="790860" y="558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3585896" y="3634746"/>
              <a:ext cx="297202" cy="112376"/>
            </a:xfrm>
            <a:custGeom>
              <a:avLst/>
              <a:pathLst>
                <a:path w="297202" h="112376">
                  <a:moveTo>
                    <a:pt x="0" y="112376"/>
                  </a:moveTo>
                  <a:lnTo>
                    <a:pt x="2972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4149013" y="3173549"/>
              <a:ext cx="795897" cy="153381"/>
            </a:xfrm>
            <a:custGeom>
              <a:avLst/>
              <a:pathLst>
                <a:path w="795897" h="153381">
                  <a:moveTo>
                    <a:pt x="0" y="73176"/>
                  </a:moveTo>
                  <a:lnTo>
                    <a:pt x="498290" y="0"/>
                  </a:lnTo>
                  <a:lnTo>
                    <a:pt x="795897" y="1533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3585896" y="3597746"/>
              <a:ext cx="276555" cy="85508"/>
            </a:xfrm>
            <a:custGeom>
              <a:avLst/>
              <a:pathLst>
                <a:path w="276555" h="85508">
                  <a:moveTo>
                    <a:pt x="0" y="85508"/>
                  </a:moveTo>
                  <a:lnTo>
                    <a:pt x="27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3585896" y="4465011"/>
              <a:ext cx="541153" cy="91251"/>
            </a:xfrm>
            <a:custGeom>
              <a:avLst/>
              <a:pathLst>
                <a:path w="541153" h="91251">
                  <a:moveTo>
                    <a:pt x="0" y="91251"/>
                  </a:moveTo>
                  <a:lnTo>
                    <a:pt x="262981" y="0"/>
                  </a:lnTo>
                  <a:lnTo>
                    <a:pt x="541153" y="602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3585896" y="4096001"/>
              <a:ext cx="613905" cy="104586"/>
            </a:xfrm>
            <a:custGeom>
              <a:avLst/>
              <a:pathLst>
                <a:path w="613905" h="104586">
                  <a:moveTo>
                    <a:pt x="0" y="104586"/>
                  </a:moveTo>
                  <a:lnTo>
                    <a:pt x="6139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6235531" y="4531907"/>
              <a:ext cx="522442" cy="7465"/>
            </a:xfrm>
            <a:custGeom>
              <a:avLst/>
              <a:pathLst>
                <a:path w="522442" h="7465">
                  <a:moveTo>
                    <a:pt x="0" y="7465"/>
                  </a:moveTo>
                  <a:lnTo>
                    <a:pt x="5224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3585896" y="3809620"/>
              <a:ext cx="295877" cy="218111"/>
            </a:xfrm>
            <a:custGeom>
              <a:avLst/>
              <a:pathLst>
                <a:path w="295877" h="218111">
                  <a:moveTo>
                    <a:pt x="0" y="218111"/>
                  </a:moveTo>
                  <a:lnTo>
                    <a:pt x="2958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3585896" y="4507101"/>
              <a:ext cx="578573" cy="42968"/>
            </a:xfrm>
            <a:custGeom>
              <a:avLst/>
              <a:pathLst>
                <a:path w="578573" h="42968">
                  <a:moveTo>
                    <a:pt x="0" y="0"/>
                  </a:moveTo>
                  <a:lnTo>
                    <a:pt x="578573" y="429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4149377" y="4467263"/>
              <a:ext cx="518738" cy="30287"/>
            </a:xfrm>
            <a:custGeom>
              <a:avLst/>
              <a:pathLst>
                <a:path w="518738" h="30287">
                  <a:moveTo>
                    <a:pt x="0" y="30287"/>
                  </a:moveTo>
                  <a:lnTo>
                    <a:pt x="5187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3585896" y="4237252"/>
              <a:ext cx="815512" cy="115439"/>
            </a:xfrm>
            <a:custGeom>
              <a:avLst/>
              <a:pathLst>
                <a:path w="815512" h="115439">
                  <a:moveTo>
                    <a:pt x="0" y="115439"/>
                  </a:moveTo>
                  <a:lnTo>
                    <a:pt x="8155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3585896" y="3968971"/>
              <a:ext cx="296807" cy="36203"/>
            </a:xfrm>
            <a:custGeom>
              <a:avLst/>
              <a:pathLst>
                <a:path w="296807" h="36203">
                  <a:moveTo>
                    <a:pt x="0" y="0"/>
                  </a:moveTo>
                  <a:lnTo>
                    <a:pt x="296807" y="362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3585896" y="3215127"/>
              <a:ext cx="317351" cy="134721"/>
            </a:xfrm>
            <a:custGeom>
              <a:avLst/>
              <a:pathLst>
                <a:path w="317351" h="134721">
                  <a:moveTo>
                    <a:pt x="0" y="134721"/>
                  </a:moveTo>
                  <a:lnTo>
                    <a:pt x="3173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3585896" y="3602467"/>
              <a:ext cx="1118287" cy="251168"/>
            </a:xfrm>
            <a:custGeom>
              <a:avLst/>
              <a:pathLst>
                <a:path w="1118287" h="251168">
                  <a:moveTo>
                    <a:pt x="0" y="17465"/>
                  </a:moveTo>
                  <a:lnTo>
                    <a:pt x="311372" y="0"/>
                  </a:lnTo>
                  <a:lnTo>
                    <a:pt x="609516" y="237106"/>
                  </a:lnTo>
                  <a:lnTo>
                    <a:pt x="1118287" y="2511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3585896" y="4357492"/>
              <a:ext cx="1048484" cy="334061"/>
            </a:xfrm>
            <a:custGeom>
              <a:avLst/>
              <a:pathLst>
                <a:path w="1048484" h="334061">
                  <a:moveTo>
                    <a:pt x="0" y="147742"/>
                  </a:moveTo>
                  <a:lnTo>
                    <a:pt x="595503" y="334061"/>
                  </a:lnTo>
                  <a:lnTo>
                    <a:pt x="10484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3585896" y="4442289"/>
              <a:ext cx="1227580" cy="29735"/>
            </a:xfrm>
            <a:custGeom>
              <a:avLst/>
              <a:pathLst>
                <a:path w="1227580" h="29735">
                  <a:moveTo>
                    <a:pt x="0" y="0"/>
                  </a:moveTo>
                  <a:lnTo>
                    <a:pt x="1227580" y="297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3585896" y="4461917"/>
              <a:ext cx="1344597" cy="113814"/>
            </a:xfrm>
            <a:custGeom>
              <a:avLst/>
              <a:pathLst>
                <a:path w="1344597" h="113814">
                  <a:moveTo>
                    <a:pt x="0" y="0"/>
                  </a:moveTo>
                  <a:lnTo>
                    <a:pt x="580012" y="31890"/>
                  </a:lnTo>
                  <a:lnTo>
                    <a:pt x="1344597" y="1138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4135136" y="4526831"/>
              <a:ext cx="1064995" cy="104536"/>
            </a:xfrm>
            <a:custGeom>
              <a:avLst/>
              <a:pathLst>
                <a:path w="1064995" h="104536">
                  <a:moveTo>
                    <a:pt x="0" y="66055"/>
                  </a:moveTo>
                  <a:lnTo>
                    <a:pt x="537383" y="0"/>
                  </a:lnTo>
                  <a:lnTo>
                    <a:pt x="1064995" y="1045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3585896" y="4513280"/>
              <a:ext cx="932625" cy="22652"/>
            </a:xfrm>
            <a:custGeom>
              <a:avLst/>
              <a:pathLst>
                <a:path w="932625" h="22652">
                  <a:moveTo>
                    <a:pt x="0" y="22652"/>
                  </a:moveTo>
                  <a:lnTo>
                    <a:pt x="932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4245491" y="4309938"/>
              <a:ext cx="961654" cy="103889"/>
            </a:xfrm>
            <a:custGeom>
              <a:avLst/>
              <a:pathLst>
                <a:path w="961654" h="103889">
                  <a:moveTo>
                    <a:pt x="0" y="103889"/>
                  </a:moveTo>
                  <a:lnTo>
                    <a:pt x="392486" y="0"/>
                  </a:lnTo>
                  <a:lnTo>
                    <a:pt x="961654" y="85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3585896" y="4177859"/>
              <a:ext cx="1097418" cy="193748"/>
            </a:xfrm>
            <a:custGeom>
              <a:avLst/>
              <a:pathLst>
                <a:path w="1097418" h="193748">
                  <a:moveTo>
                    <a:pt x="0" y="193445"/>
                  </a:moveTo>
                  <a:lnTo>
                    <a:pt x="663488" y="193748"/>
                  </a:lnTo>
                  <a:lnTo>
                    <a:pt x="10974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3585896" y="4518758"/>
              <a:ext cx="579292" cy="71793"/>
            </a:xfrm>
            <a:custGeom>
              <a:avLst/>
              <a:pathLst>
                <a:path w="579292" h="71793">
                  <a:moveTo>
                    <a:pt x="0" y="71793"/>
                  </a:moveTo>
                  <a:lnTo>
                    <a:pt x="5792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3585896" y="4347679"/>
              <a:ext cx="1374441" cy="68587"/>
            </a:xfrm>
            <a:custGeom>
              <a:avLst/>
              <a:pathLst>
                <a:path w="1374441" h="68587">
                  <a:moveTo>
                    <a:pt x="0" y="68587"/>
                  </a:moveTo>
                  <a:lnTo>
                    <a:pt x="13744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3585896" y="4522622"/>
              <a:ext cx="1635753" cy="77033"/>
            </a:xfrm>
            <a:custGeom>
              <a:avLst/>
              <a:pathLst>
                <a:path w="1635753" h="77033">
                  <a:moveTo>
                    <a:pt x="0" y="77033"/>
                  </a:moveTo>
                  <a:lnTo>
                    <a:pt x="543372" y="38421"/>
                  </a:lnTo>
                  <a:lnTo>
                    <a:pt x="1227903" y="0"/>
                  </a:lnTo>
                  <a:lnTo>
                    <a:pt x="1635753" y="354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3585896" y="4384821"/>
              <a:ext cx="266838" cy="88391"/>
            </a:xfrm>
            <a:custGeom>
              <a:avLst/>
              <a:pathLst>
                <a:path w="266838" h="88391">
                  <a:moveTo>
                    <a:pt x="0" y="88391"/>
                  </a:moveTo>
                  <a:lnTo>
                    <a:pt x="266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3585896" y="3725278"/>
              <a:ext cx="528229" cy="213748"/>
            </a:xfrm>
            <a:custGeom>
              <a:avLst/>
              <a:pathLst>
                <a:path w="528229" h="213748">
                  <a:moveTo>
                    <a:pt x="0" y="167024"/>
                  </a:moveTo>
                  <a:lnTo>
                    <a:pt x="266288" y="213748"/>
                  </a:lnTo>
                  <a:lnTo>
                    <a:pt x="5282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3585896" y="4271594"/>
              <a:ext cx="2154537" cy="170483"/>
            </a:xfrm>
            <a:custGeom>
              <a:avLst/>
              <a:pathLst>
                <a:path w="2154537" h="170483">
                  <a:moveTo>
                    <a:pt x="0" y="135084"/>
                  </a:moveTo>
                  <a:lnTo>
                    <a:pt x="709899" y="170483"/>
                  </a:lnTo>
                  <a:lnTo>
                    <a:pt x="1052082" y="85352"/>
                  </a:lnTo>
                  <a:lnTo>
                    <a:pt x="1636388" y="0"/>
                  </a:lnTo>
                  <a:lnTo>
                    <a:pt x="2154537" y="692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3585896" y="3170906"/>
              <a:ext cx="265334" cy="52355"/>
            </a:xfrm>
            <a:custGeom>
              <a:avLst/>
              <a:pathLst>
                <a:path w="265334" h="52355">
                  <a:moveTo>
                    <a:pt x="0" y="52355"/>
                  </a:moveTo>
                  <a:lnTo>
                    <a:pt x="2653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3585896" y="3944456"/>
              <a:ext cx="498369" cy="107974"/>
            </a:xfrm>
            <a:custGeom>
              <a:avLst/>
              <a:pathLst>
                <a:path w="498369" h="107974">
                  <a:moveTo>
                    <a:pt x="0" y="107974"/>
                  </a:moveTo>
                  <a:lnTo>
                    <a:pt x="498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3585896" y="3938901"/>
              <a:ext cx="905999" cy="529380"/>
            </a:xfrm>
            <a:custGeom>
              <a:avLst/>
              <a:pathLst>
                <a:path w="905999" h="529380">
                  <a:moveTo>
                    <a:pt x="0" y="529380"/>
                  </a:moveTo>
                  <a:lnTo>
                    <a:pt x="9059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3585896" y="4356124"/>
              <a:ext cx="523292" cy="107376"/>
            </a:xfrm>
            <a:custGeom>
              <a:avLst/>
              <a:pathLst>
                <a:path w="523292" h="107376">
                  <a:moveTo>
                    <a:pt x="0" y="107376"/>
                  </a:moveTo>
                  <a:lnTo>
                    <a:pt x="5232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4350605" y="4197663"/>
              <a:ext cx="1584599" cy="279071"/>
            </a:xfrm>
            <a:custGeom>
              <a:avLst/>
              <a:pathLst>
                <a:path w="1584599" h="279071">
                  <a:moveTo>
                    <a:pt x="0" y="0"/>
                  </a:moveTo>
                  <a:lnTo>
                    <a:pt x="544031" y="279071"/>
                  </a:lnTo>
                  <a:lnTo>
                    <a:pt x="1057839" y="5475"/>
                  </a:lnTo>
                  <a:lnTo>
                    <a:pt x="1584599" y="1695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3585896" y="3336296"/>
              <a:ext cx="1315462" cy="83659"/>
            </a:xfrm>
            <a:custGeom>
              <a:avLst/>
              <a:pathLst>
                <a:path w="1315462" h="83659">
                  <a:moveTo>
                    <a:pt x="0" y="83659"/>
                  </a:moveTo>
                  <a:lnTo>
                    <a:pt x="530142" y="9725"/>
                  </a:lnTo>
                  <a:lnTo>
                    <a:pt x="796617" y="62956"/>
                  </a:lnTo>
                  <a:lnTo>
                    <a:pt x="1077268" y="0"/>
                  </a:lnTo>
                  <a:lnTo>
                    <a:pt x="1315462" y="466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3585896" y="4109042"/>
              <a:ext cx="1077196" cy="63502"/>
            </a:xfrm>
            <a:custGeom>
              <a:avLst/>
              <a:pathLst>
                <a:path w="1077196" h="63502">
                  <a:moveTo>
                    <a:pt x="0" y="29103"/>
                  </a:moveTo>
                  <a:lnTo>
                    <a:pt x="528728" y="0"/>
                  </a:lnTo>
                  <a:lnTo>
                    <a:pt x="1077196" y="635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3585896" y="4442821"/>
              <a:ext cx="1526310" cy="36679"/>
            </a:xfrm>
            <a:custGeom>
              <a:avLst/>
              <a:pathLst>
                <a:path w="1526310" h="36679">
                  <a:moveTo>
                    <a:pt x="0" y="0"/>
                  </a:moveTo>
                  <a:lnTo>
                    <a:pt x="327426" y="20545"/>
                  </a:lnTo>
                  <a:lnTo>
                    <a:pt x="1526310" y="366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4899919" y="4014577"/>
              <a:ext cx="618930" cy="191756"/>
            </a:xfrm>
            <a:custGeom>
              <a:avLst/>
              <a:pathLst>
                <a:path w="618930" h="191756">
                  <a:moveTo>
                    <a:pt x="0" y="191756"/>
                  </a:moveTo>
                  <a:lnTo>
                    <a:pt x="6189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3585896" y="4495277"/>
              <a:ext cx="790860" cy="83440"/>
            </a:xfrm>
            <a:custGeom>
              <a:avLst/>
              <a:pathLst>
                <a:path w="790860" h="83440">
                  <a:moveTo>
                    <a:pt x="0" y="83440"/>
                  </a:moveTo>
                  <a:lnTo>
                    <a:pt x="7908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3585896" y="4495673"/>
              <a:ext cx="1530508" cy="54144"/>
            </a:xfrm>
            <a:custGeom>
              <a:avLst/>
              <a:pathLst>
                <a:path w="1530508" h="54144">
                  <a:moveTo>
                    <a:pt x="0" y="13441"/>
                  </a:moveTo>
                  <a:lnTo>
                    <a:pt x="844832" y="54144"/>
                  </a:lnTo>
                  <a:lnTo>
                    <a:pt x="15305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3585896" y="3281499"/>
              <a:ext cx="1096698" cy="686146"/>
            </a:xfrm>
            <a:custGeom>
              <a:avLst/>
              <a:pathLst>
                <a:path w="1096698" h="686146">
                  <a:moveTo>
                    <a:pt x="0" y="0"/>
                  </a:moveTo>
                  <a:lnTo>
                    <a:pt x="256903" y="232354"/>
                  </a:lnTo>
                  <a:lnTo>
                    <a:pt x="543695" y="308003"/>
                  </a:lnTo>
                  <a:lnTo>
                    <a:pt x="789421" y="415807"/>
                  </a:lnTo>
                  <a:lnTo>
                    <a:pt x="1096698" y="6861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4481821" y="4380296"/>
              <a:ext cx="982279" cy="79118"/>
            </a:xfrm>
            <a:custGeom>
              <a:avLst/>
              <a:pathLst>
                <a:path w="982279" h="79118">
                  <a:moveTo>
                    <a:pt x="0" y="56581"/>
                  </a:moveTo>
                  <a:lnTo>
                    <a:pt x="466155" y="0"/>
                  </a:lnTo>
                  <a:lnTo>
                    <a:pt x="982279" y="791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4114096" y="3712149"/>
              <a:ext cx="266978" cy="40623"/>
            </a:xfrm>
            <a:custGeom>
              <a:avLst/>
              <a:pathLst>
                <a:path w="266978" h="40623">
                  <a:moveTo>
                    <a:pt x="0" y="0"/>
                  </a:moveTo>
                  <a:lnTo>
                    <a:pt x="266978" y="406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3585896" y="4328213"/>
              <a:ext cx="1598992" cy="273578"/>
            </a:xfrm>
            <a:custGeom>
              <a:avLst/>
              <a:pathLst>
                <a:path w="1598992" h="273578">
                  <a:moveTo>
                    <a:pt x="0" y="0"/>
                  </a:moveTo>
                  <a:lnTo>
                    <a:pt x="543311" y="273578"/>
                  </a:lnTo>
                  <a:lnTo>
                    <a:pt x="1057119" y="101825"/>
                  </a:lnTo>
                  <a:lnTo>
                    <a:pt x="1598992" y="1206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3585896" y="3701837"/>
              <a:ext cx="639021" cy="280643"/>
            </a:xfrm>
            <a:custGeom>
              <a:avLst/>
              <a:pathLst>
                <a:path w="639021" h="280643">
                  <a:moveTo>
                    <a:pt x="0" y="0"/>
                  </a:moveTo>
                  <a:lnTo>
                    <a:pt x="312277" y="45962"/>
                  </a:lnTo>
                  <a:lnTo>
                    <a:pt x="639021" y="2806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3585896" y="4364289"/>
              <a:ext cx="1021858" cy="72570"/>
            </a:xfrm>
            <a:custGeom>
              <a:avLst/>
              <a:pathLst>
                <a:path w="1021858" h="72570">
                  <a:moveTo>
                    <a:pt x="0" y="0"/>
                  </a:moveTo>
                  <a:lnTo>
                    <a:pt x="534945" y="72570"/>
                  </a:lnTo>
                  <a:lnTo>
                    <a:pt x="1021858" y="662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3585896" y="4461789"/>
              <a:ext cx="1090941" cy="101510"/>
            </a:xfrm>
            <a:custGeom>
              <a:avLst/>
              <a:pathLst>
                <a:path w="1090941" h="101510">
                  <a:moveTo>
                    <a:pt x="0" y="0"/>
                  </a:moveTo>
                  <a:lnTo>
                    <a:pt x="1090941" y="1015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3585896" y="4431538"/>
              <a:ext cx="542018" cy="66254"/>
            </a:xfrm>
            <a:custGeom>
              <a:avLst/>
              <a:pathLst>
                <a:path w="542018" h="66254">
                  <a:moveTo>
                    <a:pt x="0" y="66254"/>
                  </a:moveTo>
                  <a:lnTo>
                    <a:pt x="5420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4439364" y="4361267"/>
              <a:ext cx="811729" cy="113923"/>
            </a:xfrm>
            <a:custGeom>
              <a:avLst/>
              <a:pathLst>
                <a:path w="811729" h="113923">
                  <a:moveTo>
                    <a:pt x="0" y="113923"/>
                  </a:moveTo>
                  <a:lnTo>
                    <a:pt x="8117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3585896" y="4497935"/>
              <a:ext cx="574082" cy="73413"/>
            </a:xfrm>
            <a:custGeom>
              <a:avLst/>
              <a:pathLst>
                <a:path w="574082" h="73413">
                  <a:moveTo>
                    <a:pt x="0" y="73413"/>
                  </a:moveTo>
                  <a:lnTo>
                    <a:pt x="5740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3585896" y="4535017"/>
              <a:ext cx="1397935" cy="37780"/>
            </a:xfrm>
            <a:custGeom>
              <a:avLst/>
              <a:pathLst>
                <a:path w="1397935" h="37780">
                  <a:moveTo>
                    <a:pt x="0" y="0"/>
                  </a:moveTo>
                  <a:lnTo>
                    <a:pt x="1397935" y="377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3585896" y="4455822"/>
              <a:ext cx="557704" cy="67554"/>
            </a:xfrm>
            <a:custGeom>
              <a:avLst/>
              <a:pathLst>
                <a:path w="557704" h="67554">
                  <a:moveTo>
                    <a:pt x="0" y="67554"/>
                  </a:moveTo>
                  <a:lnTo>
                    <a:pt x="557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3585896" y="3983616"/>
              <a:ext cx="1103175" cy="203689"/>
            </a:xfrm>
            <a:custGeom>
              <a:avLst/>
              <a:pathLst>
                <a:path w="1103175" h="203689">
                  <a:moveTo>
                    <a:pt x="0" y="203689"/>
                  </a:moveTo>
                  <a:lnTo>
                    <a:pt x="550508" y="155992"/>
                  </a:lnTo>
                  <a:lnTo>
                    <a:pt x="11031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3585896" y="4524099"/>
              <a:ext cx="548840" cy="58927"/>
            </a:xfrm>
            <a:custGeom>
              <a:avLst/>
              <a:pathLst>
                <a:path w="548840" h="58927">
                  <a:moveTo>
                    <a:pt x="0" y="58927"/>
                  </a:moveTo>
                  <a:lnTo>
                    <a:pt x="5488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3585896" y="4383443"/>
              <a:ext cx="1075829" cy="166072"/>
            </a:xfrm>
            <a:custGeom>
              <a:avLst/>
              <a:pathLst>
                <a:path w="1075829" h="166072">
                  <a:moveTo>
                    <a:pt x="0" y="57908"/>
                  </a:moveTo>
                  <a:lnTo>
                    <a:pt x="527751" y="0"/>
                  </a:lnTo>
                  <a:lnTo>
                    <a:pt x="1075829" y="1660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3585896" y="4565191"/>
              <a:ext cx="2376012" cy="229540"/>
            </a:xfrm>
            <a:custGeom>
              <a:avLst/>
              <a:pathLst>
                <a:path w="2376012" h="229540">
                  <a:moveTo>
                    <a:pt x="0" y="25610"/>
                  </a:moveTo>
                  <a:lnTo>
                    <a:pt x="780618" y="0"/>
                  </a:lnTo>
                  <a:lnTo>
                    <a:pt x="1320332" y="7598"/>
                  </a:lnTo>
                  <a:lnTo>
                    <a:pt x="1844214" y="229540"/>
                  </a:lnTo>
                  <a:lnTo>
                    <a:pt x="2376012" y="1230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3585896" y="4492662"/>
              <a:ext cx="1373751" cy="87626"/>
            </a:xfrm>
            <a:custGeom>
              <a:avLst/>
              <a:pathLst>
                <a:path w="1373751" h="87626">
                  <a:moveTo>
                    <a:pt x="0" y="0"/>
                  </a:moveTo>
                  <a:lnTo>
                    <a:pt x="568498" y="87626"/>
                  </a:lnTo>
                  <a:lnTo>
                    <a:pt x="1373751" y="317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3585896" y="3064759"/>
              <a:ext cx="1137624" cy="743456"/>
            </a:xfrm>
            <a:custGeom>
              <a:avLst/>
              <a:pathLst>
                <a:path w="1137624" h="743456">
                  <a:moveTo>
                    <a:pt x="0" y="743456"/>
                  </a:moveTo>
                  <a:lnTo>
                    <a:pt x="528827" y="354327"/>
                  </a:lnTo>
                  <a:lnTo>
                    <a:pt x="11376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3585896" y="4344214"/>
              <a:ext cx="1706215" cy="125515"/>
            </a:xfrm>
            <a:custGeom>
              <a:avLst/>
              <a:pathLst>
                <a:path w="1706215" h="125515">
                  <a:moveTo>
                    <a:pt x="0" y="0"/>
                  </a:moveTo>
                  <a:lnTo>
                    <a:pt x="580012" y="86095"/>
                  </a:lnTo>
                  <a:lnTo>
                    <a:pt x="1102455" y="123300"/>
                  </a:lnTo>
                  <a:lnTo>
                    <a:pt x="1706215" y="1255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3585896" y="4370373"/>
              <a:ext cx="2496356" cy="138432"/>
            </a:xfrm>
            <a:custGeom>
              <a:avLst/>
              <a:pathLst>
                <a:path w="2496356" h="138432">
                  <a:moveTo>
                    <a:pt x="0" y="138432"/>
                  </a:moveTo>
                  <a:lnTo>
                    <a:pt x="807411" y="0"/>
                  </a:lnTo>
                  <a:lnTo>
                    <a:pt x="1358720" y="15626"/>
                  </a:lnTo>
                  <a:lnTo>
                    <a:pt x="1811999" y="129841"/>
                  </a:lnTo>
                  <a:lnTo>
                    <a:pt x="2496356" y="691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3585896" y="3691498"/>
              <a:ext cx="1228917" cy="246303"/>
            </a:xfrm>
            <a:custGeom>
              <a:avLst/>
              <a:pathLst>
                <a:path w="1228917" h="246303">
                  <a:moveTo>
                    <a:pt x="0" y="219751"/>
                  </a:moveTo>
                  <a:lnTo>
                    <a:pt x="256713" y="83037"/>
                  </a:lnTo>
                  <a:lnTo>
                    <a:pt x="548878" y="0"/>
                  </a:lnTo>
                  <a:lnTo>
                    <a:pt x="872665" y="70822"/>
                  </a:lnTo>
                  <a:lnTo>
                    <a:pt x="1228917" y="2463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648053" y="4540928"/>
              <a:ext cx="528199" cy="87974"/>
            </a:xfrm>
            <a:custGeom>
              <a:avLst/>
              <a:pathLst>
                <a:path w="528199" h="87974">
                  <a:moveTo>
                    <a:pt x="0" y="0"/>
                  </a:moveTo>
                  <a:lnTo>
                    <a:pt x="528199" y="879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rc1247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tx1248"/>
            <p:cNvSpPr/>
            <p:nvPr/>
          </p:nvSpPr>
          <p:spPr>
            <a:xfrm>
              <a:off x="3275953" y="44336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49" name="tx1249"/>
            <p:cNvSpPr/>
            <p:nvPr/>
          </p:nvSpPr>
          <p:spPr>
            <a:xfrm>
              <a:off x="3275953" y="3893223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50" name="tx1250"/>
            <p:cNvSpPr/>
            <p:nvPr/>
          </p:nvSpPr>
          <p:spPr>
            <a:xfrm>
              <a:off x="3213797" y="334997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51" name="tx1251"/>
            <p:cNvSpPr/>
            <p:nvPr/>
          </p:nvSpPr>
          <p:spPr>
            <a:xfrm>
              <a:off x="3213797" y="280815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252" name="tx1252"/>
            <p:cNvSpPr/>
            <p:nvPr/>
          </p:nvSpPr>
          <p:spPr>
            <a:xfrm>
              <a:off x="3213797" y="226632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253" name="tx1253"/>
            <p:cNvSpPr/>
            <p:nvPr/>
          </p:nvSpPr>
          <p:spPr>
            <a:xfrm>
              <a:off x="3213797" y="172449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254" name="pl1254"/>
            <p:cNvSpPr/>
            <p:nvPr/>
          </p:nvSpPr>
          <p:spPr>
            <a:xfrm>
              <a:off x="3365944" y="44753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3365944" y="39334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3365944" y="33916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3365944" y="28498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3365944" y="23080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3365944" y="17661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358589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489920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621250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tx1263"/>
            <p:cNvSpPr/>
            <p:nvPr/>
          </p:nvSpPr>
          <p:spPr>
            <a:xfrm>
              <a:off x="3554818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64" name="tx1264"/>
            <p:cNvSpPr/>
            <p:nvPr/>
          </p:nvSpPr>
          <p:spPr>
            <a:xfrm>
              <a:off x="4868122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65" name="tx1265"/>
            <p:cNvSpPr/>
            <p:nvPr/>
          </p:nvSpPr>
          <p:spPr>
            <a:xfrm>
              <a:off x="6150348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66" name="tx1266"/>
            <p:cNvSpPr/>
            <p:nvPr/>
          </p:nvSpPr>
          <p:spPr>
            <a:xfrm>
              <a:off x="4816294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267" name="tx1267"/>
            <p:cNvSpPr/>
            <p:nvPr/>
          </p:nvSpPr>
          <p:spPr>
            <a:xfrm rot="-5400000">
              <a:off x="2532384" y="32845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(Z)</a:t>
              </a:r>
            </a:p>
          </p:txBody>
        </p:sp>
        <p:sp>
          <p:nvSpPr>
            <p:cNvPr id="1268" name="rc1268"/>
            <p:cNvSpPr/>
            <p:nvPr/>
          </p:nvSpPr>
          <p:spPr>
            <a:xfrm>
              <a:off x="7543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rc1269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7613389" y="4287855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7613389" y="3274099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7613389" y="2260344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781488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86208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942681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1023278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11038751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1184471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7613389" y="4794732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7613389" y="3780977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7613389" y="2767222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821786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902383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982979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1063576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11441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7884360" y="4744044"/>
              <a:ext cx="138959" cy="506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8301240" y="4744044"/>
              <a:ext cx="138959" cy="506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8440200" y="4642669"/>
              <a:ext cx="138959" cy="1520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8579160" y="4642669"/>
              <a:ext cx="138959" cy="1520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8718120" y="4744044"/>
              <a:ext cx="138959" cy="506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8857080" y="4642669"/>
              <a:ext cx="138959" cy="1520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8996040" y="4490606"/>
              <a:ext cx="138959" cy="30412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9135000" y="4642669"/>
              <a:ext cx="138959" cy="1520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9273960" y="4389230"/>
              <a:ext cx="138959" cy="40550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9412920" y="4237167"/>
              <a:ext cx="138959" cy="55756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9551880" y="3172724"/>
              <a:ext cx="138959" cy="162200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9690840" y="1905530"/>
              <a:ext cx="13895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9829799" y="2361720"/>
              <a:ext cx="138959" cy="243301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9968759" y="3071348"/>
              <a:ext cx="138959" cy="172338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10107719" y="3933040"/>
              <a:ext cx="138959" cy="86169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102466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103856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105245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106635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109414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110804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83012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89960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91350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92739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94129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95518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96908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98297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99687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10107719" y="4744044"/>
              <a:ext cx="138959" cy="5068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10246679" y="4490606"/>
              <a:ext cx="138959" cy="30412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10385639" y="4135791"/>
              <a:ext cx="138959" cy="65894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10524599" y="4591981"/>
              <a:ext cx="138959" cy="202751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10663559" y="4591981"/>
              <a:ext cx="138959" cy="202751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10941479" y="4693357"/>
              <a:ext cx="138959" cy="101375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11080439" y="4744044"/>
              <a:ext cx="138959" cy="5068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11219399" y="4693357"/>
              <a:ext cx="138959" cy="101375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1023595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44" name="pg1344"/>
            <p:cNvSpPr/>
            <p:nvPr/>
          </p:nvSpPr>
          <p:spPr>
            <a:xfrm>
              <a:off x="10276573" y="2767222"/>
              <a:ext cx="1019769" cy="787324"/>
            </a:xfrm>
            <a:custGeom>
              <a:avLst/>
              <a:pathLst>
                <a:path w="1019769" h="787324">
                  <a:moveTo>
                    <a:pt x="25146" y="787324"/>
                  </a:moveTo>
                  <a:lnTo>
                    <a:pt x="994623" y="787324"/>
                  </a:lnTo>
                  <a:lnTo>
                    <a:pt x="993610" y="787303"/>
                  </a:lnTo>
                  <a:lnTo>
                    <a:pt x="997654" y="787140"/>
                  </a:lnTo>
                  <a:lnTo>
                    <a:pt x="1001619" y="786331"/>
                  </a:lnTo>
                  <a:lnTo>
                    <a:pt x="1005402" y="784896"/>
                  </a:lnTo>
                  <a:lnTo>
                    <a:pt x="1008907" y="782872"/>
                  </a:lnTo>
                  <a:lnTo>
                    <a:pt x="1012042" y="780313"/>
                  </a:lnTo>
                  <a:lnTo>
                    <a:pt x="1014725" y="777284"/>
                  </a:lnTo>
                  <a:lnTo>
                    <a:pt x="1016888" y="773864"/>
                  </a:lnTo>
                  <a:lnTo>
                    <a:pt x="1018474" y="770141"/>
                  </a:lnTo>
                  <a:lnTo>
                    <a:pt x="1019443" y="766211"/>
                  </a:lnTo>
                  <a:lnTo>
                    <a:pt x="1019769" y="762178"/>
                  </a:lnTo>
                  <a:lnTo>
                    <a:pt x="1019769" y="25145"/>
                  </a:lnTo>
                  <a:lnTo>
                    <a:pt x="1019443" y="21112"/>
                  </a:lnTo>
                  <a:lnTo>
                    <a:pt x="1018474" y="17183"/>
                  </a:lnTo>
                  <a:lnTo>
                    <a:pt x="1016888" y="13460"/>
                  </a:lnTo>
                  <a:lnTo>
                    <a:pt x="1014725" y="10039"/>
                  </a:lnTo>
                  <a:lnTo>
                    <a:pt x="1012042" y="7010"/>
                  </a:lnTo>
                  <a:lnTo>
                    <a:pt x="1008907" y="4451"/>
                  </a:lnTo>
                  <a:lnTo>
                    <a:pt x="1005402" y="2427"/>
                  </a:lnTo>
                  <a:lnTo>
                    <a:pt x="1001619" y="992"/>
                  </a:lnTo>
                  <a:lnTo>
                    <a:pt x="997654" y="183"/>
                  </a:lnTo>
                  <a:lnTo>
                    <a:pt x="994623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762178"/>
                  </a:lnTo>
                  <a:lnTo>
                    <a:pt x="81" y="760154"/>
                  </a:lnTo>
                  <a:lnTo>
                    <a:pt x="81" y="764201"/>
                  </a:lnTo>
                  <a:lnTo>
                    <a:pt x="730" y="768195"/>
                  </a:lnTo>
                  <a:lnTo>
                    <a:pt x="2012" y="772034"/>
                  </a:lnTo>
                  <a:lnTo>
                    <a:pt x="3892" y="775617"/>
                  </a:lnTo>
                  <a:lnTo>
                    <a:pt x="6323" y="778852"/>
                  </a:lnTo>
                  <a:lnTo>
                    <a:pt x="9242" y="781656"/>
                  </a:lnTo>
                  <a:lnTo>
                    <a:pt x="12573" y="783955"/>
                  </a:lnTo>
                  <a:lnTo>
                    <a:pt x="16229" y="785690"/>
                  </a:lnTo>
                  <a:lnTo>
                    <a:pt x="20116" y="786815"/>
                  </a:lnTo>
                  <a:lnTo>
                    <a:pt x="24133" y="787303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tx1345"/>
            <p:cNvSpPr/>
            <p:nvPr/>
          </p:nvSpPr>
          <p:spPr>
            <a:xfrm>
              <a:off x="10318483" y="2778027"/>
              <a:ext cx="6289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 Z/year</a:t>
              </a:r>
            </a:p>
          </p:txBody>
        </p:sp>
        <p:sp>
          <p:nvSpPr>
            <p:cNvPr id="1346" name="tx1346"/>
            <p:cNvSpPr/>
            <p:nvPr/>
          </p:nvSpPr>
          <p:spPr>
            <a:xfrm>
              <a:off x="10318483" y="3008185"/>
              <a:ext cx="531992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0.54</a:t>
              </a:r>
            </a:p>
          </p:txBody>
        </p:sp>
        <p:sp>
          <p:nvSpPr>
            <p:cNvPr id="1347" name="tx1347"/>
            <p:cNvSpPr/>
            <p:nvPr/>
          </p:nvSpPr>
          <p:spPr>
            <a:xfrm>
              <a:off x="10318483" y="3181659"/>
              <a:ext cx="935949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0.833</a:t>
              </a:r>
            </a:p>
          </p:txBody>
        </p:sp>
        <p:sp>
          <p:nvSpPr>
            <p:cNvPr id="1348" name="tx1348"/>
            <p:cNvSpPr/>
            <p:nvPr/>
          </p:nvSpPr>
          <p:spPr>
            <a:xfrm>
              <a:off x="10318483" y="3384464"/>
              <a:ext cx="897135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-1.689</a:t>
              </a:r>
            </a:p>
          </p:txBody>
        </p:sp>
        <p:sp>
          <p:nvSpPr>
            <p:cNvPr id="1349" name="pg1349"/>
            <p:cNvSpPr/>
            <p:nvPr/>
          </p:nvSpPr>
          <p:spPr>
            <a:xfrm>
              <a:off x="7814880" y="2529998"/>
              <a:ext cx="4029838" cy="2264734"/>
            </a:xfrm>
            <a:custGeom>
              <a:avLst/>
              <a:pathLst>
                <a:path w="4029838" h="2264734">
                  <a:moveTo>
                    <a:pt x="0" y="2213588"/>
                  </a:moveTo>
                  <a:lnTo>
                    <a:pt x="7886" y="2212182"/>
                  </a:lnTo>
                  <a:lnTo>
                    <a:pt x="15772" y="2210939"/>
                  </a:lnTo>
                  <a:lnTo>
                    <a:pt x="23658" y="2209837"/>
                  </a:lnTo>
                  <a:lnTo>
                    <a:pt x="31544" y="2208877"/>
                  </a:lnTo>
                  <a:lnTo>
                    <a:pt x="39430" y="2208067"/>
                  </a:lnTo>
                  <a:lnTo>
                    <a:pt x="47317" y="2207421"/>
                  </a:lnTo>
                  <a:lnTo>
                    <a:pt x="55203" y="2206986"/>
                  </a:lnTo>
                  <a:lnTo>
                    <a:pt x="63089" y="2206716"/>
                  </a:lnTo>
                  <a:lnTo>
                    <a:pt x="70975" y="2206613"/>
                  </a:lnTo>
                  <a:lnTo>
                    <a:pt x="78861" y="2206677"/>
                  </a:lnTo>
                  <a:lnTo>
                    <a:pt x="86747" y="2206934"/>
                  </a:lnTo>
                  <a:lnTo>
                    <a:pt x="94634" y="2207386"/>
                  </a:lnTo>
                  <a:lnTo>
                    <a:pt x="102520" y="2207993"/>
                  </a:lnTo>
                  <a:lnTo>
                    <a:pt x="110406" y="2208752"/>
                  </a:lnTo>
                  <a:lnTo>
                    <a:pt x="118292" y="2209657"/>
                  </a:lnTo>
                  <a:lnTo>
                    <a:pt x="126178" y="2210733"/>
                  </a:lnTo>
                  <a:lnTo>
                    <a:pt x="134065" y="2211943"/>
                  </a:lnTo>
                  <a:lnTo>
                    <a:pt x="141951" y="2213264"/>
                  </a:lnTo>
                  <a:lnTo>
                    <a:pt x="149837" y="2214685"/>
                  </a:lnTo>
                  <a:lnTo>
                    <a:pt x="157723" y="2216198"/>
                  </a:lnTo>
                  <a:lnTo>
                    <a:pt x="165609" y="2217809"/>
                  </a:lnTo>
                  <a:lnTo>
                    <a:pt x="173495" y="2219474"/>
                  </a:lnTo>
                  <a:lnTo>
                    <a:pt x="181382" y="2221181"/>
                  </a:lnTo>
                  <a:lnTo>
                    <a:pt x="189268" y="2222918"/>
                  </a:lnTo>
                  <a:lnTo>
                    <a:pt x="197154" y="2224674"/>
                  </a:lnTo>
                  <a:lnTo>
                    <a:pt x="205040" y="2226425"/>
                  </a:lnTo>
                  <a:lnTo>
                    <a:pt x="212926" y="2228157"/>
                  </a:lnTo>
                  <a:lnTo>
                    <a:pt x="220813" y="2229859"/>
                  </a:lnTo>
                  <a:lnTo>
                    <a:pt x="228699" y="2231518"/>
                  </a:lnTo>
                  <a:lnTo>
                    <a:pt x="236585" y="2233109"/>
                  </a:lnTo>
                  <a:lnTo>
                    <a:pt x="244471" y="2234618"/>
                  </a:lnTo>
                  <a:lnTo>
                    <a:pt x="252357" y="2236044"/>
                  </a:lnTo>
                  <a:lnTo>
                    <a:pt x="260243" y="2237379"/>
                  </a:lnTo>
                  <a:lnTo>
                    <a:pt x="268130" y="2238614"/>
                  </a:lnTo>
                  <a:lnTo>
                    <a:pt x="276016" y="2239703"/>
                  </a:lnTo>
                  <a:lnTo>
                    <a:pt x="283902" y="2240667"/>
                  </a:lnTo>
                  <a:lnTo>
                    <a:pt x="291788" y="2241505"/>
                  </a:lnTo>
                  <a:lnTo>
                    <a:pt x="299674" y="2242214"/>
                  </a:lnTo>
                  <a:lnTo>
                    <a:pt x="307561" y="2242778"/>
                  </a:lnTo>
                  <a:lnTo>
                    <a:pt x="315447" y="2243160"/>
                  </a:lnTo>
                  <a:lnTo>
                    <a:pt x="323333" y="2243399"/>
                  </a:lnTo>
                  <a:lnTo>
                    <a:pt x="331219" y="2243494"/>
                  </a:lnTo>
                  <a:lnTo>
                    <a:pt x="339105" y="2243444"/>
                  </a:lnTo>
                  <a:lnTo>
                    <a:pt x="346991" y="2243222"/>
                  </a:lnTo>
                  <a:lnTo>
                    <a:pt x="354878" y="2242828"/>
                  </a:lnTo>
                  <a:lnTo>
                    <a:pt x="362764" y="2242291"/>
                  </a:lnTo>
                  <a:lnTo>
                    <a:pt x="370650" y="2241613"/>
                  </a:lnTo>
                  <a:lnTo>
                    <a:pt x="378536" y="2240797"/>
                  </a:lnTo>
                  <a:lnTo>
                    <a:pt x="386422" y="2239808"/>
                  </a:lnTo>
                  <a:lnTo>
                    <a:pt x="394309" y="2238680"/>
                  </a:lnTo>
                  <a:lnTo>
                    <a:pt x="402195" y="2237428"/>
                  </a:lnTo>
                  <a:lnTo>
                    <a:pt x="410081" y="2236058"/>
                  </a:lnTo>
                  <a:lnTo>
                    <a:pt x="417967" y="2234571"/>
                  </a:lnTo>
                  <a:lnTo>
                    <a:pt x="425853" y="2232943"/>
                  </a:lnTo>
                  <a:lnTo>
                    <a:pt x="433739" y="2231219"/>
                  </a:lnTo>
                  <a:lnTo>
                    <a:pt x="441626" y="2229406"/>
                  </a:lnTo>
                  <a:lnTo>
                    <a:pt x="449512" y="2227511"/>
                  </a:lnTo>
                  <a:lnTo>
                    <a:pt x="457398" y="2225531"/>
                  </a:lnTo>
                  <a:lnTo>
                    <a:pt x="465284" y="2223473"/>
                  </a:lnTo>
                  <a:lnTo>
                    <a:pt x="473170" y="2221362"/>
                  </a:lnTo>
                  <a:lnTo>
                    <a:pt x="481056" y="2219205"/>
                  </a:lnTo>
                  <a:lnTo>
                    <a:pt x="488943" y="2217010"/>
                  </a:lnTo>
                  <a:lnTo>
                    <a:pt x="496829" y="2214781"/>
                  </a:lnTo>
                  <a:lnTo>
                    <a:pt x="504715" y="2212534"/>
                  </a:lnTo>
                  <a:lnTo>
                    <a:pt x="512601" y="2210279"/>
                  </a:lnTo>
                  <a:lnTo>
                    <a:pt x="520487" y="2208026"/>
                  </a:lnTo>
                  <a:lnTo>
                    <a:pt x="528374" y="2205779"/>
                  </a:lnTo>
                  <a:lnTo>
                    <a:pt x="536260" y="2203556"/>
                  </a:lnTo>
                  <a:lnTo>
                    <a:pt x="544146" y="2201362"/>
                  </a:lnTo>
                  <a:lnTo>
                    <a:pt x="552032" y="2199202"/>
                  </a:lnTo>
                  <a:lnTo>
                    <a:pt x="559918" y="2197082"/>
                  </a:lnTo>
                  <a:lnTo>
                    <a:pt x="567804" y="2195011"/>
                  </a:lnTo>
                  <a:lnTo>
                    <a:pt x="575691" y="2193008"/>
                  </a:lnTo>
                  <a:lnTo>
                    <a:pt x="583577" y="2191064"/>
                  </a:lnTo>
                  <a:lnTo>
                    <a:pt x="591463" y="2189183"/>
                  </a:lnTo>
                  <a:lnTo>
                    <a:pt x="599349" y="2187366"/>
                  </a:lnTo>
                  <a:lnTo>
                    <a:pt x="607235" y="2185630"/>
                  </a:lnTo>
                  <a:lnTo>
                    <a:pt x="615122" y="2183978"/>
                  </a:lnTo>
                  <a:lnTo>
                    <a:pt x="623008" y="2182398"/>
                  </a:lnTo>
                  <a:lnTo>
                    <a:pt x="630894" y="2180891"/>
                  </a:lnTo>
                  <a:lnTo>
                    <a:pt x="638780" y="2179457"/>
                  </a:lnTo>
                  <a:lnTo>
                    <a:pt x="646666" y="2178116"/>
                  </a:lnTo>
                  <a:lnTo>
                    <a:pt x="654552" y="2176850"/>
                  </a:lnTo>
                  <a:lnTo>
                    <a:pt x="662439" y="2175653"/>
                  </a:lnTo>
                  <a:lnTo>
                    <a:pt x="670325" y="2174523"/>
                  </a:lnTo>
                  <a:lnTo>
                    <a:pt x="678211" y="2173459"/>
                  </a:lnTo>
                  <a:lnTo>
                    <a:pt x="686097" y="2172477"/>
                  </a:lnTo>
                  <a:lnTo>
                    <a:pt x="693983" y="2171550"/>
                  </a:lnTo>
                  <a:lnTo>
                    <a:pt x="701870" y="2170678"/>
                  </a:lnTo>
                  <a:lnTo>
                    <a:pt x="709756" y="2169855"/>
                  </a:lnTo>
                  <a:lnTo>
                    <a:pt x="717642" y="2169086"/>
                  </a:lnTo>
                  <a:lnTo>
                    <a:pt x="725528" y="2168368"/>
                  </a:lnTo>
                  <a:lnTo>
                    <a:pt x="733414" y="2167687"/>
                  </a:lnTo>
                  <a:lnTo>
                    <a:pt x="741300" y="2167040"/>
                  </a:lnTo>
                  <a:lnTo>
                    <a:pt x="749187" y="2166425"/>
                  </a:lnTo>
                  <a:lnTo>
                    <a:pt x="757073" y="2165844"/>
                  </a:lnTo>
                  <a:lnTo>
                    <a:pt x="764959" y="2165288"/>
                  </a:lnTo>
                  <a:lnTo>
                    <a:pt x="772845" y="2164751"/>
                  </a:lnTo>
                  <a:lnTo>
                    <a:pt x="780731" y="2164232"/>
                  </a:lnTo>
                  <a:lnTo>
                    <a:pt x="788618" y="2163727"/>
                  </a:lnTo>
                  <a:lnTo>
                    <a:pt x="796504" y="2163237"/>
                  </a:lnTo>
                  <a:lnTo>
                    <a:pt x="804390" y="2162754"/>
                  </a:lnTo>
                  <a:lnTo>
                    <a:pt x="812276" y="2162277"/>
                  </a:lnTo>
                  <a:lnTo>
                    <a:pt x="820162" y="2161801"/>
                  </a:lnTo>
                  <a:lnTo>
                    <a:pt x="828048" y="2161326"/>
                  </a:lnTo>
                  <a:lnTo>
                    <a:pt x="835935" y="2160847"/>
                  </a:lnTo>
                  <a:lnTo>
                    <a:pt x="843821" y="2160361"/>
                  </a:lnTo>
                  <a:lnTo>
                    <a:pt x="851707" y="2159865"/>
                  </a:lnTo>
                  <a:lnTo>
                    <a:pt x="859593" y="2159357"/>
                  </a:lnTo>
                  <a:lnTo>
                    <a:pt x="867479" y="2158831"/>
                  </a:lnTo>
                  <a:lnTo>
                    <a:pt x="875366" y="2158280"/>
                  </a:lnTo>
                  <a:lnTo>
                    <a:pt x="883252" y="2157705"/>
                  </a:lnTo>
                  <a:lnTo>
                    <a:pt x="891138" y="2157102"/>
                  </a:lnTo>
                  <a:lnTo>
                    <a:pt x="899024" y="2156467"/>
                  </a:lnTo>
                  <a:lnTo>
                    <a:pt x="906910" y="2155783"/>
                  </a:lnTo>
                  <a:lnTo>
                    <a:pt x="914796" y="2155052"/>
                  </a:lnTo>
                  <a:lnTo>
                    <a:pt x="922683" y="2154273"/>
                  </a:lnTo>
                  <a:lnTo>
                    <a:pt x="930569" y="2153439"/>
                  </a:lnTo>
                  <a:lnTo>
                    <a:pt x="938455" y="2152545"/>
                  </a:lnTo>
                  <a:lnTo>
                    <a:pt x="946341" y="2151562"/>
                  </a:lnTo>
                  <a:lnTo>
                    <a:pt x="954227" y="2150507"/>
                  </a:lnTo>
                  <a:lnTo>
                    <a:pt x="962113" y="2149373"/>
                  </a:lnTo>
                  <a:lnTo>
                    <a:pt x="970000" y="2148155"/>
                  </a:lnTo>
                  <a:lnTo>
                    <a:pt x="977886" y="2146836"/>
                  </a:lnTo>
                  <a:lnTo>
                    <a:pt x="985772" y="2145399"/>
                  </a:lnTo>
                  <a:lnTo>
                    <a:pt x="993658" y="2143861"/>
                  </a:lnTo>
                  <a:lnTo>
                    <a:pt x="1001544" y="2142218"/>
                  </a:lnTo>
                  <a:lnTo>
                    <a:pt x="1009431" y="2140466"/>
                  </a:lnTo>
                  <a:lnTo>
                    <a:pt x="1017317" y="2138572"/>
                  </a:lnTo>
                  <a:lnTo>
                    <a:pt x="1025203" y="2136548"/>
                  </a:lnTo>
                  <a:lnTo>
                    <a:pt x="1033089" y="2134406"/>
                  </a:lnTo>
                  <a:lnTo>
                    <a:pt x="1040975" y="2132144"/>
                  </a:lnTo>
                  <a:lnTo>
                    <a:pt x="1048861" y="2129763"/>
                  </a:lnTo>
                  <a:lnTo>
                    <a:pt x="1056748" y="2127220"/>
                  </a:lnTo>
                  <a:lnTo>
                    <a:pt x="1064634" y="2124560"/>
                  </a:lnTo>
                  <a:lnTo>
                    <a:pt x="1072520" y="2121786"/>
                  </a:lnTo>
                  <a:lnTo>
                    <a:pt x="1080406" y="2118901"/>
                  </a:lnTo>
                  <a:lnTo>
                    <a:pt x="1088292" y="2115899"/>
                  </a:lnTo>
                  <a:lnTo>
                    <a:pt x="1096179" y="2112772"/>
                  </a:lnTo>
                  <a:lnTo>
                    <a:pt x="1104065" y="2109554"/>
                  </a:lnTo>
                  <a:lnTo>
                    <a:pt x="1111951" y="2106252"/>
                  </a:lnTo>
                  <a:lnTo>
                    <a:pt x="1119837" y="2102873"/>
                  </a:lnTo>
                  <a:lnTo>
                    <a:pt x="1127723" y="2099414"/>
                  </a:lnTo>
                  <a:lnTo>
                    <a:pt x="1135609" y="2095892"/>
                  </a:lnTo>
                  <a:lnTo>
                    <a:pt x="1143496" y="2092328"/>
                  </a:lnTo>
                  <a:lnTo>
                    <a:pt x="1151382" y="2088729"/>
                  </a:lnTo>
                  <a:lnTo>
                    <a:pt x="1159268" y="2085107"/>
                  </a:lnTo>
                  <a:lnTo>
                    <a:pt x="1167154" y="2081469"/>
                  </a:lnTo>
                  <a:lnTo>
                    <a:pt x="1175040" y="2077836"/>
                  </a:lnTo>
                  <a:lnTo>
                    <a:pt x="1182927" y="2074214"/>
                  </a:lnTo>
                  <a:lnTo>
                    <a:pt x="1190813" y="2070614"/>
                  </a:lnTo>
                  <a:lnTo>
                    <a:pt x="1198699" y="2067044"/>
                  </a:lnTo>
                  <a:lnTo>
                    <a:pt x="1206585" y="2063526"/>
                  </a:lnTo>
                  <a:lnTo>
                    <a:pt x="1214471" y="2060057"/>
                  </a:lnTo>
                  <a:lnTo>
                    <a:pt x="1222357" y="2056641"/>
                  </a:lnTo>
                  <a:lnTo>
                    <a:pt x="1230244" y="2053282"/>
                  </a:lnTo>
                  <a:lnTo>
                    <a:pt x="1238130" y="2049991"/>
                  </a:lnTo>
                  <a:lnTo>
                    <a:pt x="1246016" y="2046774"/>
                  </a:lnTo>
                  <a:lnTo>
                    <a:pt x="1253902" y="2043615"/>
                  </a:lnTo>
                  <a:lnTo>
                    <a:pt x="1261788" y="2040513"/>
                  </a:lnTo>
                  <a:lnTo>
                    <a:pt x="1269675" y="2037463"/>
                  </a:lnTo>
                  <a:lnTo>
                    <a:pt x="1277561" y="2034469"/>
                  </a:lnTo>
                  <a:lnTo>
                    <a:pt x="1285447" y="2031511"/>
                  </a:lnTo>
                  <a:lnTo>
                    <a:pt x="1293333" y="2028573"/>
                  </a:lnTo>
                  <a:lnTo>
                    <a:pt x="1301219" y="2025646"/>
                  </a:lnTo>
                  <a:lnTo>
                    <a:pt x="1309105" y="2022716"/>
                  </a:lnTo>
                  <a:lnTo>
                    <a:pt x="1316992" y="2019754"/>
                  </a:lnTo>
                  <a:lnTo>
                    <a:pt x="1324878" y="2016744"/>
                  </a:lnTo>
                  <a:lnTo>
                    <a:pt x="1332764" y="2013669"/>
                  </a:lnTo>
                  <a:lnTo>
                    <a:pt x="1340650" y="2010512"/>
                  </a:lnTo>
                  <a:lnTo>
                    <a:pt x="1348536" y="2007239"/>
                  </a:lnTo>
                  <a:lnTo>
                    <a:pt x="1356423" y="2003798"/>
                  </a:lnTo>
                  <a:lnTo>
                    <a:pt x="1364309" y="2000193"/>
                  </a:lnTo>
                  <a:lnTo>
                    <a:pt x="1372195" y="1996405"/>
                  </a:lnTo>
                  <a:lnTo>
                    <a:pt x="1380081" y="1992413"/>
                  </a:lnTo>
                  <a:lnTo>
                    <a:pt x="1387967" y="1988138"/>
                  </a:lnTo>
                  <a:lnTo>
                    <a:pt x="1395853" y="1983556"/>
                  </a:lnTo>
                  <a:lnTo>
                    <a:pt x="1403740" y="1978680"/>
                  </a:lnTo>
                  <a:lnTo>
                    <a:pt x="1411626" y="1973491"/>
                  </a:lnTo>
                  <a:lnTo>
                    <a:pt x="1419512" y="1967966"/>
                  </a:lnTo>
                  <a:lnTo>
                    <a:pt x="1427398" y="1961955"/>
                  </a:lnTo>
                  <a:lnTo>
                    <a:pt x="1435284" y="1955523"/>
                  </a:lnTo>
                  <a:lnTo>
                    <a:pt x="1443170" y="1948667"/>
                  </a:lnTo>
                  <a:lnTo>
                    <a:pt x="1451057" y="1941366"/>
                  </a:lnTo>
                  <a:lnTo>
                    <a:pt x="1458943" y="1933569"/>
                  </a:lnTo>
                  <a:lnTo>
                    <a:pt x="1466829" y="1925114"/>
                  </a:lnTo>
                  <a:lnTo>
                    <a:pt x="1474715" y="1916125"/>
                  </a:lnTo>
                  <a:lnTo>
                    <a:pt x="1482601" y="1906581"/>
                  </a:lnTo>
                  <a:lnTo>
                    <a:pt x="1490488" y="1896459"/>
                  </a:lnTo>
                  <a:lnTo>
                    <a:pt x="1498374" y="1885630"/>
                  </a:lnTo>
                  <a:lnTo>
                    <a:pt x="1506260" y="1874028"/>
                  </a:lnTo>
                  <a:lnTo>
                    <a:pt x="1514146" y="1861752"/>
                  </a:lnTo>
                  <a:lnTo>
                    <a:pt x="1522032" y="1848779"/>
                  </a:lnTo>
                  <a:lnTo>
                    <a:pt x="1529918" y="1835083"/>
                  </a:lnTo>
                  <a:lnTo>
                    <a:pt x="1537805" y="1820420"/>
                  </a:lnTo>
                  <a:lnTo>
                    <a:pt x="1545691" y="1804880"/>
                  </a:lnTo>
                  <a:lnTo>
                    <a:pt x="1553577" y="1788510"/>
                  </a:lnTo>
                  <a:lnTo>
                    <a:pt x="1561463" y="1771281"/>
                  </a:lnTo>
                  <a:lnTo>
                    <a:pt x="1569349" y="1753157"/>
                  </a:lnTo>
                  <a:lnTo>
                    <a:pt x="1577236" y="1733772"/>
                  </a:lnTo>
                  <a:lnTo>
                    <a:pt x="1585122" y="1713417"/>
                  </a:lnTo>
                  <a:lnTo>
                    <a:pt x="1593008" y="1692064"/>
                  </a:lnTo>
                  <a:lnTo>
                    <a:pt x="1600894" y="1669689"/>
                  </a:lnTo>
                  <a:lnTo>
                    <a:pt x="1608780" y="1646139"/>
                  </a:lnTo>
                  <a:lnTo>
                    <a:pt x="1616666" y="1621226"/>
                  </a:lnTo>
                  <a:lnTo>
                    <a:pt x="1624553" y="1595197"/>
                  </a:lnTo>
                  <a:lnTo>
                    <a:pt x="1632439" y="1568034"/>
                  </a:lnTo>
                  <a:lnTo>
                    <a:pt x="1640325" y="1539721"/>
                  </a:lnTo>
                  <a:lnTo>
                    <a:pt x="1648211" y="1509980"/>
                  </a:lnTo>
                  <a:lnTo>
                    <a:pt x="1656097" y="1478889"/>
                  </a:lnTo>
                  <a:lnTo>
                    <a:pt x="1663984" y="1446616"/>
                  </a:lnTo>
                  <a:lnTo>
                    <a:pt x="1671870" y="1413165"/>
                  </a:lnTo>
                  <a:lnTo>
                    <a:pt x="1679756" y="1378540"/>
                  </a:lnTo>
                  <a:lnTo>
                    <a:pt x="1687642" y="1342377"/>
                  </a:lnTo>
                  <a:lnTo>
                    <a:pt x="1695528" y="1305047"/>
                  </a:lnTo>
                  <a:lnTo>
                    <a:pt x="1703414" y="1266624"/>
                  </a:lnTo>
                  <a:lnTo>
                    <a:pt x="1711301" y="1227141"/>
                  </a:lnTo>
                  <a:lnTo>
                    <a:pt x="1719187" y="1186568"/>
                  </a:lnTo>
                  <a:lnTo>
                    <a:pt x="1727073" y="1144767"/>
                  </a:lnTo>
                  <a:lnTo>
                    <a:pt x="1734959" y="1102104"/>
                  </a:lnTo>
                  <a:lnTo>
                    <a:pt x="1742845" y="1058644"/>
                  </a:lnTo>
                  <a:lnTo>
                    <a:pt x="1750732" y="1014456"/>
                  </a:lnTo>
                  <a:lnTo>
                    <a:pt x="1758618" y="969525"/>
                  </a:lnTo>
                  <a:lnTo>
                    <a:pt x="1766504" y="923998"/>
                  </a:lnTo>
                  <a:lnTo>
                    <a:pt x="1774390" y="878093"/>
                  </a:lnTo>
                  <a:lnTo>
                    <a:pt x="1782276" y="831908"/>
                  </a:lnTo>
                  <a:lnTo>
                    <a:pt x="1790162" y="785543"/>
                  </a:lnTo>
                  <a:lnTo>
                    <a:pt x="1798049" y="739148"/>
                  </a:lnTo>
                  <a:lnTo>
                    <a:pt x="1805935" y="692919"/>
                  </a:lnTo>
                  <a:lnTo>
                    <a:pt x="1813821" y="646976"/>
                  </a:lnTo>
                  <a:lnTo>
                    <a:pt x="1821707" y="601439"/>
                  </a:lnTo>
                  <a:lnTo>
                    <a:pt x="1829593" y="556440"/>
                  </a:lnTo>
                  <a:lnTo>
                    <a:pt x="1837479" y="512414"/>
                  </a:lnTo>
                  <a:lnTo>
                    <a:pt x="1845366" y="469296"/>
                  </a:lnTo>
                  <a:lnTo>
                    <a:pt x="1853252" y="427206"/>
                  </a:lnTo>
                  <a:lnTo>
                    <a:pt x="1861138" y="386262"/>
                  </a:lnTo>
                  <a:lnTo>
                    <a:pt x="1869024" y="346766"/>
                  </a:lnTo>
                  <a:lnTo>
                    <a:pt x="1876910" y="309085"/>
                  </a:lnTo>
                  <a:lnTo>
                    <a:pt x="1884797" y="273009"/>
                  </a:lnTo>
                  <a:lnTo>
                    <a:pt x="1892683" y="238638"/>
                  </a:lnTo>
                  <a:lnTo>
                    <a:pt x="1900569" y="206065"/>
                  </a:lnTo>
                  <a:lnTo>
                    <a:pt x="1908455" y="175857"/>
                  </a:lnTo>
                  <a:lnTo>
                    <a:pt x="1916341" y="147966"/>
                  </a:lnTo>
                  <a:lnTo>
                    <a:pt x="1924227" y="122195"/>
                  </a:lnTo>
                  <a:lnTo>
                    <a:pt x="1932114" y="98601"/>
                  </a:lnTo>
                  <a:lnTo>
                    <a:pt x="1940000" y="77238"/>
                  </a:lnTo>
                  <a:lnTo>
                    <a:pt x="1947886" y="58949"/>
                  </a:lnTo>
                  <a:lnTo>
                    <a:pt x="1955772" y="43066"/>
                  </a:lnTo>
                  <a:lnTo>
                    <a:pt x="1963658" y="29539"/>
                  </a:lnTo>
                  <a:lnTo>
                    <a:pt x="1971545" y="18376"/>
                  </a:lnTo>
                  <a:lnTo>
                    <a:pt x="1979431" y="9766"/>
                  </a:lnTo>
                  <a:lnTo>
                    <a:pt x="1987317" y="4196"/>
                  </a:lnTo>
                  <a:lnTo>
                    <a:pt x="1995203" y="950"/>
                  </a:lnTo>
                  <a:lnTo>
                    <a:pt x="2003089" y="0"/>
                  </a:lnTo>
                  <a:lnTo>
                    <a:pt x="2010975" y="1310"/>
                  </a:lnTo>
                  <a:lnTo>
                    <a:pt x="2018862" y="5238"/>
                  </a:lnTo>
                  <a:lnTo>
                    <a:pt x="2026748" y="11692"/>
                  </a:lnTo>
                  <a:lnTo>
                    <a:pt x="2034634" y="20207"/>
                  </a:lnTo>
                  <a:lnTo>
                    <a:pt x="2042520" y="30723"/>
                  </a:lnTo>
                  <a:lnTo>
                    <a:pt x="2050406" y="43180"/>
                  </a:lnTo>
                  <a:lnTo>
                    <a:pt x="2058293" y="58017"/>
                  </a:lnTo>
                  <a:lnTo>
                    <a:pt x="2066179" y="74725"/>
                  </a:lnTo>
                  <a:lnTo>
                    <a:pt x="2074065" y="93090"/>
                  </a:lnTo>
                  <a:lnTo>
                    <a:pt x="2081951" y="113042"/>
                  </a:lnTo>
                  <a:lnTo>
                    <a:pt x="2089837" y="134550"/>
                  </a:lnTo>
                  <a:lnTo>
                    <a:pt x="2097723" y="157937"/>
                  </a:lnTo>
                  <a:lnTo>
                    <a:pt x="2105610" y="182621"/>
                  </a:lnTo>
                  <a:lnTo>
                    <a:pt x="2113496" y="208536"/>
                  </a:lnTo>
                  <a:lnTo>
                    <a:pt x="2121382" y="235619"/>
                  </a:lnTo>
                  <a:lnTo>
                    <a:pt x="2129268" y="263940"/>
                  </a:lnTo>
                  <a:lnTo>
                    <a:pt x="2137154" y="293491"/>
                  </a:lnTo>
                  <a:lnTo>
                    <a:pt x="2145041" y="323965"/>
                  </a:lnTo>
                  <a:lnTo>
                    <a:pt x="2152927" y="355311"/>
                  </a:lnTo>
                  <a:lnTo>
                    <a:pt x="2160813" y="387478"/>
                  </a:lnTo>
                  <a:lnTo>
                    <a:pt x="2168699" y="420585"/>
                  </a:lnTo>
                  <a:lnTo>
                    <a:pt x="2176585" y="454472"/>
                  </a:lnTo>
                  <a:lnTo>
                    <a:pt x="2184471" y="489003"/>
                  </a:lnTo>
                  <a:lnTo>
                    <a:pt x="2192358" y="524142"/>
                  </a:lnTo>
                  <a:lnTo>
                    <a:pt x="2200244" y="559856"/>
                  </a:lnTo>
                  <a:lnTo>
                    <a:pt x="2208130" y="596276"/>
                  </a:lnTo>
                  <a:lnTo>
                    <a:pt x="2216016" y="633185"/>
                  </a:lnTo>
                  <a:lnTo>
                    <a:pt x="2223902" y="670542"/>
                  </a:lnTo>
                  <a:lnTo>
                    <a:pt x="2231789" y="708322"/>
                  </a:lnTo>
                  <a:lnTo>
                    <a:pt x="2239675" y="746529"/>
                  </a:lnTo>
                  <a:lnTo>
                    <a:pt x="2247561" y="785185"/>
                  </a:lnTo>
                  <a:lnTo>
                    <a:pt x="2255447" y="824156"/>
                  </a:lnTo>
                  <a:lnTo>
                    <a:pt x="2263333" y="863415"/>
                  </a:lnTo>
                  <a:lnTo>
                    <a:pt x="2271219" y="902934"/>
                  </a:lnTo>
                  <a:lnTo>
                    <a:pt x="2279106" y="942721"/>
                  </a:lnTo>
                  <a:lnTo>
                    <a:pt x="2286992" y="982718"/>
                  </a:lnTo>
                  <a:lnTo>
                    <a:pt x="2294878" y="1022853"/>
                  </a:lnTo>
                  <a:lnTo>
                    <a:pt x="2302764" y="1063093"/>
                  </a:lnTo>
                  <a:lnTo>
                    <a:pt x="2310650" y="1103406"/>
                  </a:lnTo>
                  <a:lnTo>
                    <a:pt x="2318536" y="1143744"/>
                  </a:lnTo>
                  <a:lnTo>
                    <a:pt x="2326423" y="1184037"/>
                  </a:lnTo>
                  <a:lnTo>
                    <a:pt x="2334309" y="1224245"/>
                  </a:lnTo>
                  <a:lnTo>
                    <a:pt x="2342195" y="1264325"/>
                  </a:lnTo>
                  <a:lnTo>
                    <a:pt x="2350081" y="1304226"/>
                  </a:lnTo>
                  <a:lnTo>
                    <a:pt x="2357967" y="1343804"/>
                  </a:lnTo>
                  <a:lnTo>
                    <a:pt x="2365854" y="1383068"/>
                  </a:lnTo>
                  <a:lnTo>
                    <a:pt x="2373740" y="1421973"/>
                  </a:lnTo>
                  <a:lnTo>
                    <a:pt x="2381626" y="1460471"/>
                  </a:lnTo>
                  <a:lnTo>
                    <a:pt x="2389512" y="1498437"/>
                  </a:lnTo>
                  <a:lnTo>
                    <a:pt x="2397398" y="1535742"/>
                  </a:lnTo>
                  <a:lnTo>
                    <a:pt x="2405284" y="1572444"/>
                  </a:lnTo>
                  <a:lnTo>
                    <a:pt x="2413171" y="1608498"/>
                  </a:lnTo>
                  <a:lnTo>
                    <a:pt x="2421057" y="1643860"/>
                  </a:lnTo>
                  <a:lnTo>
                    <a:pt x="2428943" y="1678279"/>
                  </a:lnTo>
                  <a:lnTo>
                    <a:pt x="2436829" y="1711784"/>
                  </a:lnTo>
                  <a:lnTo>
                    <a:pt x="2444715" y="1744429"/>
                  </a:lnTo>
                  <a:lnTo>
                    <a:pt x="2452602" y="1776178"/>
                  </a:lnTo>
                  <a:lnTo>
                    <a:pt x="2460488" y="1806998"/>
                  </a:lnTo>
                  <a:lnTo>
                    <a:pt x="2468374" y="1836494"/>
                  </a:lnTo>
                  <a:lnTo>
                    <a:pt x="2476260" y="1864965"/>
                  </a:lnTo>
                  <a:lnTo>
                    <a:pt x="2484146" y="1892403"/>
                  </a:lnTo>
                  <a:lnTo>
                    <a:pt x="2492032" y="1918790"/>
                  </a:lnTo>
                  <a:lnTo>
                    <a:pt x="2499919" y="1944008"/>
                  </a:lnTo>
                  <a:lnTo>
                    <a:pt x="2507805" y="1967850"/>
                  </a:lnTo>
                  <a:lnTo>
                    <a:pt x="2515691" y="1990605"/>
                  </a:lnTo>
                  <a:lnTo>
                    <a:pt x="2523577" y="2012273"/>
                  </a:lnTo>
                  <a:lnTo>
                    <a:pt x="2531463" y="2032859"/>
                  </a:lnTo>
                  <a:lnTo>
                    <a:pt x="2539350" y="2052153"/>
                  </a:lnTo>
                  <a:lnTo>
                    <a:pt x="2547236" y="2070213"/>
                  </a:lnTo>
                  <a:lnTo>
                    <a:pt x="2555122" y="2087238"/>
                  </a:lnTo>
                  <a:lnTo>
                    <a:pt x="2563008" y="2103243"/>
                  </a:lnTo>
                  <a:lnTo>
                    <a:pt x="2570894" y="2118251"/>
                  </a:lnTo>
                  <a:lnTo>
                    <a:pt x="2578780" y="2131996"/>
                  </a:lnTo>
                  <a:lnTo>
                    <a:pt x="2586667" y="2144765"/>
                  </a:lnTo>
                  <a:lnTo>
                    <a:pt x="2594553" y="2156642"/>
                  </a:lnTo>
                  <a:lnTo>
                    <a:pt x="2602439" y="2167660"/>
                  </a:lnTo>
                  <a:lnTo>
                    <a:pt x="2610325" y="2177811"/>
                  </a:lnTo>
                  <a:lnTo>
                    <a:pt x="2618211" y="2186935"/>
                  </a:lnTo>
                  <a:lnTo>
                    <a:pt x="2626098" y="2195333"/>
                  </a:lnTo>
                  <a:lnTo>
                    <a:pt x="2633984" y="2203038"/>
                  </a:lnTo>
                  <a:lnTo>
                    <a:pt x="2641870" y="2210084"/>
                  </a:lnTo>
                  <a:lnTo>
                    <a:pt x="2649756" y="2216418"/>
                  </a:lnTo>
                  <a:lnTo>
                    <a:pt x="2657642" y="2222066"/>
                  </a:lnTo>
                  <a:lnTo>
                    <a:pt x="2665528" y="2227192"/>
                  </a:lnTo>
                  <a:lnTo>
                    <a:pt x="2673415" y="2231828"/>
                  </a:lnTo>
                  <a:lnTo>
                    <a:pt x="2681301" y="2236005"/>
                  </a:lnTo>
                  <a:lnTo>
                    <a:pt x="2689187" y="2239657"/>
                  </a:lnTo>
                  <a:lnTo>
                    <a:pt x="2697073" y="2242896"/>
                  </a:lnTo>
                  <a:lnTo>
                    <a:pt x="2704959" y="2245794"/>
                  </a:lnTo>
                  <a:lnTo>
                    <a:pt x="2712846" y="2248376"/>
                  </a:lnTo>
                  <a:lnTo>
                    <a:pt x="2720732" y="2250667"/>
                  </a:lnTo>
                  <a:lnTo>
                    <a:pt x="2728618" y="2252609"/>
                  </a:lnTo>
                  <a:lnTo>
                    <a:pt x="2736504" y="2254327"/>
                  </a:lnTo>
                  <a:lnTo>
                    <a:pt x="2744390" y="2255842"/>
                  </a:lnTo>
                  <a:lnTo>
                    <a:pt x="2752276" y="2257172"/>
                  </a:lnTo>
                  <a:lnTo>
                    <a:pt x="2760163" y="2258317"/>
                  </a:lnTo>
                  <a:lnTo>
                    <a:pt x="2768049" y="2259283"/>
                  </a:lnTo>
                  <a:lnTo>
                    <a:pt x="2775935" y="2260126"/>
                  </a:lnTo>
                  <a:lnTo>
                    <a:pt x="2783821" y="2260857"/>
                  </a:lnTo>
                  <a:lnTo>
                    <a:pt x="2791707" y="2261489"/>
                  </a:lnTo>
                  <a:lnTo>
                    <a:pt x="2799593" y="2262016"/>
                  </a:lnTo>
                  <a:lnTo>
                    <a:pt x="2807480" y="2262460"/>
                  </a:lnTo>
                  <a:lnTo>
                    <a:pt x="2815366" y="2262841"/>
                  </a:lnTo>
                  <a:lnTo>
                    <a:pt x="2823252" y="2263167"/>
                  </a:lnTo>
                  <a:lnTo>
                    <a:pt x="2831138" y="2263443"/>
                  </a:lnTo>
                  <a:lnTo>
                    <a:pt x="2839024" y="2263666"/>
                  </a:lnTo>
                  <a:lnTo>
                    <a:pt x="2846911" y="2263854"/>
                  </a:lnTo>
                  <a:lnTo>
                    <a:pt x="2854797" y="2264013"/>
                  </a:lnTo>
                  <a:lnTo>
                    <a:pt x="2862683" y="2264147"/>
                  </a:lnTo>
                  <a:lnTo>
                    <a:pt x="2870569" y="2264258"/>
                  </a:lnTo>
                  <a:lnTo>
                    <a:pt x="2878455" y="2264346"/>
                  </a:lnTo>
                  <a:lnTo>
                    <a:pt x="2886341" y="2264419"/>
                  </a:lnTo>
                  <a:lnTo>
                    <a:pt x="2894228" y="2264480"/>
                  </a:lnTo>
                  <a:lnTo>
                    <a:pt x="2902114" y="2264531"/>
                  </a:lnTo>
                  <a:lnTo>
                    <a:pt x="2910000" y="2264571"/>
                  </a:lnTo>
                  <a:lnTo>
                    <a:pt x="2917886" y="2264603"/>
                  </a:lnTo>
                  <a:lnTo>
                    <a:pt x="2925772" y="2264630"/>
                  </a:lnTo>
                  <a:lnTo>
                    <a:pt x="2933659" y="2264651"/>
                  </a:lnTo>
                  <a:lnTo>
                    <a:pt x="2941545" y="2264669"/>
                  </a:lnTo>
                  <a:lnTo>
                    <a:pt x="2949431" y="2264683"/>
                  </a:lnTo>
                  <a:lnTo>
                    <a:pt x="2957317" y="2264693"/>
                  </a:lnTo>
                  <a:lnTo>
                    <a:pt x="2965203" y="2264702"/>
                  </a:lnTo>
                  <a:lnTo>
                    <a:pt x="2973089" y="2264709"/>
                  </a:lnTo>
                  <a:lnTo>
                    <a:pt x="2980976" y="2264715"/>
                  </a:lnTo>
                  <a:lnTo>
                    <a:pt x="2988862" y="2264719"/>
                  </a:lnTo>
                  <a:lnTo>
                    <a:pt x="2996748" y="2264722"/>
                  </a:lnTo>
                  <a:lnTo>
                    <a:pt x="3004634" y="2264725"/>
                  </a:lnTo>
                  <a:lnTo>
                    <a:pt x="3012520" y="2264727"/>
                  </a:lnTo>
                  <a:lnTo>
                    <a:pt x="3020407" y="2264729"/>
                  </a:lnTo>
                  <a:lnTo>
                    <a:pt x="3028293" y="2264730"/>
                  </a:lnTo>
                  <a:lnTo>
                    <a:pt x="3036179" y="2264731"/>
                  </a:lnTo>
                  <a:lnTo>
                    <a:pt x="3044065" y="2264732"/>
                  </a:lnTo>
                  <a:lnTo>
                    <a:pt x="3051951" y="2264732"/>
                  </a:lnTo>
                  <a:lnTo>
                    <a:pt x="3059837" y="2264733"/>
                  </a:lnTo>
                  <a:lnTo>
                    <a:pt x="3067724" y="2264733"/>
                  </a:lnTo>
                  <a:lnTo>
                    <a:pt x="3075610" y="2264733"/>
                  </a:lnTo>
                  <a:lnTo>
                    <a:pt x="3083496" y="2264733"/>
                  </a:lnTo>
                  <a:lnTo>
                    <a:pt x="3091382" y="2264734"/>
                  </a:lnTo>
                  <a:lnTo>
                    <a:pt x="3099268" y="2264734"/>
                  </a:lnTo>
                  <a:lnTo>
                    <a:pt x="3107155" y="2264734"/>
                  </a:lnTo>
                  <a:lnTo>
                    <a:pt x="3115041" y="2264734"/>
                  </a:lnTo>
                  <a:lnTo>
                    <a:pt x="3122927" y="2264734"/>
                  </a:lnTo>
                  <a:lnTo>
                    <a:pt x="3130813" y="2264734"/>
                  </a:lnTo>
                  <a:lnTo>
                    <a:pt x="3138699" y="2264734"/>
                  </a:lnTo>
                  <a:lnTo>
                    <a:pt x="3146585" y="2264734"/>
                  </a:lnTo>
                  <a:lnTo>
                    <a:pt x="3154472" y="2264734"/>
                  </a:lnTo>
                  <a:lnTo>
                    <a:pt x="3162358" y="2264734"/>
                  </a:lnTo>
                  <a:lnTo>
                    <a:pt x="3170244" y="2264734"/>
                  </a:lnTo>
                  <a:lnTo>
                    <a:pt x="3178130" y="2264734"/>
                  </a:lnTo>
                  <a:lnTo>
                    <a:pt x="3186016" y="2264734"/>
                  </a:lnTo>
                  <a:lnTo>
                    <a:pt x="3193903" y="2264734"/>
                  </a:lnTo>
                  <a:lnTo>
                    <a:pt x="3201789" y="2264734"/>
                  </a:lnTo>
                  <a:lnTo>
                    <a:pt x="3209675" y="2264734"/>
                  </a:lnTo>
                  <a:lnTo>
                    <a:pt x="3217561" y="2264734"/>
                  </a:lnTo>
                  <a:lnTo>
                    <a:pt x="3225447" y="2264734"/>
                  </a:lnTo>
                  <a:lnTo>
                    <a:pt x="3233333" y="2264734"/>
                  </a:lnTo>
                  <a:lnTo>
                    <a:pt x="3241220" y="2264734"/>
                  </a:lnTo>
                  <a:lnTo>
                    <a:pt x="3249106" y="2264734"/>
                  </a:lnTo>
                  <a:lnTo>
                    <a:pt x="3256992" y="2264734"/>
                  </a:lnTo>
                  <a:lnTo>
                    <a:pt x="3264878" y="2264734"/>
                  </a:lnTo>
                  <a:lnTo>
                    <a:pt x="3272764" y="2264734"/>
                  </a:lnTo>
                  <a:lnTo>
                    <a:pt x="3280650" y="2264734"/>
                  </a:lnTo>
                  <a:lnTo>
                    <a:pt x="3288537" y="2264734"/>
                  </a:lnTo>
                  <a:lnTo>
                    <a:pt x="3296423" y="2264734"/>
                  </a:lnTo>
                  <a:lnTo>
                    <a:pt x="3304309" y="2264734"/>
                  </a:lnTo>
                  <a:lnTo>
                    <a:pt x="3312195" y="2264734"/>
                  </a:lnTo>
                  <a:lnTo>
                    <a:pt x="3320081" y="2264734"/>
                  </a:lnTo>
                  <a:lnTo>
                    <a:pt x="3327968" y="2264734"/>
                  </a:lnTo>
                  <a:lnTo>
                    <a:pt x="3335854" y="2264734"/>
                  </a:lnTo>
                  <a:lnTo>
                    <a:pt x="3343740" y="2264734"/>
                  </a:lnTo>
                  <a:lnTo>
                    <a:pt x="3351626" y="2264734"/>
                  </a:lnTo>
                  <a:lnTo>
                    <a:pt x="3359512" y="2264734"/>
                  </a:lnTo>
                  <a:lnTo>
                    <a:pt x="3367398" y="2264734"/>
                  </a:lnTo>
                  <a:lnTo>
                    <a:pt x="3375285" y="2264734"/>
                  </a:lnTo>
                  <a:lnTo>
                    <a:pt x="3383171" y="2264734"/>
                  </a:lnTo>
                  <a:lnTo>
                    <a:pt x="3391057" y="2264734"/>
                  </a:lnTo>
                  <a:lnTo>
                    <a:pt x="3398943" y="2264734"/>
                  </a:lnTo>
                  <a:lnTo>
                    <a:pt x="3406829" y="2264734"/>
                  </a:lnTo>
                  <a:lnTo>
                    <a:pt x="3414716" y="2264734"/>
                  </a:lnTo>
                  <a:lnTo>
                    <a:pt x="3422602" y="2264734"/>
                  </a:lnTo>
                  <a:lnTo>
                    <a:pt x="3430488" y="2264734"/>
                  </a:lnTo>
                  <a:lnTo>
                    <a:pt x="3438374" y="2264734"/>
                  </a:lnTo>
                  <a:lnTo>
                    <a:pt x="3446260" y="2264734"/>
                  </a:lnTo>
                  <a:lnTo>
                    <a:pt x="3454146" y="2264734"/>
                  </a:lnTo>
                  <a:lnTo>
                    <a:pt x="3462033" y="2264734"/>
                  </a:lnTo>
                  <a:lnTo>
                    <a:pt x="3469919" y="2264734"/>
                  </a:lnTo>
                  <a:lnTo>
                    <a:pt x="3477805" y="2264734"/>
                  </a:lnTo>
                  <a:lnTo>
                    <a:pt x="3485691" y="2264734"/>
                  </a:lnTo>
                  <a:lnTo>
                    <a:pt x="3493577" y="2264734"/>
                  </a:lnTo>
                  <a:lnTo>
                    <a:pt x="3501464" y="2264734"/>
                  </a:lnTo>
                  <a:lnTo>
                    <a:pt x="3509350" y="2264734"/>
                  </a:lnTo>
                  <a:lnTo>
                    <a:pt x="3517236" y="2264734"/>
                  </a:lnTo>
                  <a:lnTo>
                    <a:pt x="3525122" y="2264734"/>
                  </a:lnTo>
                  <a:lnTo>
                    <a:pt x="3533008" y="2264734"/>
                  </a:lnTo>
                  <a:lnTo>
                    <a:pt x="3540894" y="2264734"/>
                  </a:lnTo>
                  <a:lnTo>
                    <a:pt x="3548781" y="2264734"/>
                  </a:lnTo>
                  <a:lnTo>
                    <a:pt x="3556667" y="2264734"/>
                  </a:lnTo>
                  <a:lnTo>
                    <a:pt x="3564553" y="2264734"/>
                  </a:lnTo>
                  <a:lnTo>
                    <a:pt x="3572439" y="2264734"/>
                  </a:lnTo>
                  <a:lnTo>
                    <a:pt x="3580325" y="2264734"/>
                  </a:lnTo>
                  <a:lnTo>
                    <a:pt x="3588212" y="2264734"/>
                  </a:lnTo>
                  <a:lnTo>
                    <a:pt x="3596098" y="2264734"/>
                  </a:lnTo>
                  <a:lnTo>
                    <a:pt x="3603984" y="2264734"/>
                  </a:lnTo>
                  <a:lnTo>
                    <a:pt x="3611870" y="2264734"/>
                  </a:lnTo>
                  <a:lnTo>
                    <a:pt x="3619756" y="2264734"/>
                  </a:lnTo>
                  <a:lnTo>
                    <a:pt x="3627642" y="2264734"/>
                  </a:lnTo>
                  <a:lnTo>
                    <a:pt x="3635529" y="2264734"/>
                  </a:lnTo>
                  <a:lnTo>
                    <a:pt x="3643415" y="2264734"/>
                  </a:lnTo>
                  <a:lnTo>
                    <a:pt x="3651301" y="2264734"/>
                  </a:lnTo>
                  <a:lnTo>
                    <a:pt x="3659187" y="2264734"/>
                  </a:lnTo>
                  <a:lnTo>
                    <a:pt x="3667073" y="2264734"/>
                  </a:lnTo>
                  <a:lnTo>
                    <a:pt x="3674959" y="2264734"/>
                  </a:lnTo>
                  <a:lnTo>
                    <a:pt x="3682846" y="2264734"/>
                  </a:lnTo>
                  <a:lnTo>
                    <a:pt x="3690732" y="2264734"/>
                  </a:lnTo>
                  <a:lnTo>
                    <a:pt x="3698618" y="2264734"/>
                  </a:lnTo>
                  <a:lnTo>
                    <a:pt x="3706504" y="2264734"/>
                  </a:lnTo>
                  <a:lnTo>
                    <a:pt x="3714390" y="2264734"/>
                  </a:lnTo>
                  <a:lnTo>
                    <a:pt x="3722277" y="2264734"/>
                  </a:lnTo>
                  <a:lnTo>
                    <a:pt x="3730163" y="2264734"/>
                  </a:lnTo>
                  <a:lnTo>
                    <a:pt x="3738049" y="2264734"/>
                  </a:lnTo>
                  <a:lnTo>
                    <a:pt x="3745935" y="2264734"/>
                  </a:lnTo>
                  <a:lnTo>
                    <a:pt x="3753821" y="2264734"/>
                  </a:lnTo>
                  <a:lnTo>
                    <a:pt x="3761707" y="2264734"/>
                  </a:lnTo>
                  <a:lnTo>
                    <a:pt x="3769594" y="2264734"/>
                  </a:lnTo>
                  <a:lnTo>
                    <a:pt x="3777480" y="2264734"/>
                  </a:lnTo>
                  <a:lnTo>
                    <a:pt x="3785366" y="2264734"/>
                  </a:lnTo>
                  <a:lnTo>
                    <a:pt x="3793252" y="2264734"/>
                  </a:lnTo>
                  <a:lnTo>
                    <a:pt x="3801138" y="2264734"/>
                  </a:lnTo>
                  <a:lnTo>
                    <a:pt x="3809025" y="2264734"/>
                  </a:lnTo>
                  <a:lnTo>
                    <a:pt x="3816911" y="2264734"/>
                  </a:lnTo>
                  <a:lnTo>
                    <a:pt x="3824797" y="2264734"/>
                  </a:lnTo>
                  <a:lnTo>
                    <a:pt x="3832683" y="2264734"/>
                  </a:lnTo>
                  <a:lnTo>
                    <a:pt x="3840569" y="2264734"/>
                  </a:lnTo>
                  <a:lnTo>
                    <a:pt x="3848455" y="2264734"/>
                  </a:lnTo>
                  <a:lnTo>
                    <a:pt x="3856342" y="2264734"/>
                  </a:lnTo>
                  <a:lnTo>
                    <a:pt x="3864228" y="2264734"/>
                  </a:lnTo>
                  <a:lnTo>
                    <a:pt x="3872114" y="2264734"/>
                  </a:lnTo>
                  <a:lnTo>
                    <a:pt x="3880000" y="2264734"/>
                  </a:lnTo>
                  <a:lnTo>
                    <a:pt x="3887886" y="2264734"/>
                  </a:lnTo>
                  <a:lnTo>
                    <a:pt x="3895773" y="2264734"/>
                  </a:lnTo>
                  <a:lnTo>
                    <a:pt x="3903659" y="2264734"/>
                  </a:lnTo>
                  <a:lnTo>
                    <a:pt x="3911545" y="2264734"/>
                  </a:lnTo>
                  <a:lnTo>
                    <a:pt x="3919431" y="2264734"/>
                  </a:lnTo>
                  <a:lnTo>
                    <a:pt x="3927317" y="2264734"/>
                  </a:lnTo>
                  <a:lnTo>
                    <a:pt x="3935203" y="2264734"/>
                  </a:lnTo>
                  <a:lnTo>
                    <a:pt x="3943090" y="2264734"/>
                  </a:lnTo>
                  <a:lnTo>
                    <a:pt x="3950976" y="2264734"/>
                  </a:lnTo>
                  <a:lnTo>
                    <a:pt x="3958862" y="2264734"/>
                  </a:lnTo>
                  <a:lnTo>
                    <a:pt x="3966748" y="2264734"/>
                  </a:lnTo>
                  <a:lnTo>
                    <a:pt x="3974634" y="2264734"/>
                  </a:lnTo>
                  <a:lnTo>
                    <a:pt x="3982521" y="2264734"/>
                  </a:lnTo>
                  <a:lnTo>
                    <a:pt x="3990407" y="2264734"/>
                  </a:lnTo>
                  <a:lnTo>
                    <a:pt x="3998293" y="2264734"/>
                  </a:lnTo>
                  <a:lnTo>
                    <a:pt x="4006179" y="2264734"/>
                  </a:lnTo>
                  <a:lnTo>
                    <a:pt x="4014065" y="2264734"/>
                  </a:lnTo>
                  <a:lnTo>
                    <a:pt x="4021951" y="2264734"/>
                  </a:lnTo>
                  <a:lnTo>
                    <a:pt x="4029838" y="2264734"/>
                  </a:lnTo>
                  <a:lnTo>
                    <a:pt x="4021951" y="2264734"/>
                  </a:lnTo>
                  <a:lnTo>
                    <a:pt x="4014065" y="2264734"/>
                  </a:lnTo>
                  <a:lnTo>
                    <a:pt x="4006179" y="2264734"/>
                  </a:lnTo>
                  <a:lnTo>
                    <a:pt x="3998293" y="2264734"/>
                  </a:lnTo>
                  <a:lnTo>
                    <a:pt x="3990407" y="2264734"/>
                  </a:lnTo>
                  <a:lnTo>
                    <a:pt x="3982521" y="2264734"/>
                  </a:lnTo>
                  <a:lnTo>
                    <a:pt x="3974634" y="2264734"/>
                  </a:lnTo>
                  <a:lnTo>
                    <a:pt x="3966748" y="2264734"/>
                  </a:lnTo>
                  <a:lnTo>
                    <a:pt x="3958862" y="2264734"/>
                  </a:lnTo>
                  <a:lnTo>
                    <a:pt x="3950976" y="2264734"/>
                  </a:lnTo>
                  <a:lnTo>
                    <a:pt x="3943090" y="2264734"/>
                  </a:lnTo>
                  <a:lnTo>
                    <a:pt x="3935203" y="2264734"/>
                  </a:lnTo>
                  <a:lnTo>
                    <a:pt x="3927317" y="2264734"/>
                  </a:lnTo>
                  <a:lnTo>
                    <a:pt x="3919431" y="2264734"/>
                  </a:lnTo>
                  <a:lnTo>
                    <a:pt x="3911545" y="2264734"/>
                  </a:lnTo>
                  <a:lnTo>
                    <a:pt x="3903659" y="2264734"/>
                  </a:lnTo>
                  <a:lnTo>
                    <a:pt x="3895773" y="2264734"/>
                  </a:lnTo>
                  <a:lnTo>
                    <a:pt x="3887886" y="2264734"/>
                  </a:lnTo>
                  <a:lnTo>
                    <a:pt x="3880000" y="2264734"/>
                  </a:lnTo>
                  <a:lnTo>
                    <a:pt x="3872114" y="2264734"/>
                  </a:lnTo>
                  <a:lnTo>
                    <a:pt x="3864228" y="2264734"/>
                  </a:lnTo>
                  <a:lnTo>
                    <a:pt x="3856342" y="2264734"/>
                  </a:lnTo>
                  <a:lnTo>
                    <a:pt x="3848455" y="2264734"/>
                  </a:lnTo>
                  <a:lnTo>
                    <a:pt x="3840569" y="2264734"/>
                  </a:lnTo>
                  <a:lnTo>
                    <a:pt x="3832683" y="2264734"/>
                  </a:lnTo>
                  <a:lnTo>
                    <a:pt x="3824797" y="2264734"/>
                  </a:lnTo>
                  <a:lnTo>
                    <a:pt x="3816911" y="2264734"/>
                  </a:lnTo>
                  <a:lnTo>
                    <a:pt x="3809025" y="2264734"/>
                  </a:lnTo>
                  <a:lnTo>
                    <a:pt x="3801138" y="2264734"/>
                  </a:lnTo>
                  <a:lnTo>
                    <a:pt x="3793252" y="2264734"/>
                  </a:lnTo>
                  <a:lnTo>
                    <a:pt x="3785366" y="2264734"/>
                  </a:lnTo>
                  <a:lnTo>
                    <a:pt x="3777480" y="2264734"/>
                  </a:lnTo>
                  <a:lnTo>
                    <a:pt x="3769594" y="2264734"/>
                  </a:lnTo>
                  <a:lnTo>
                    <a:pt x="3761707" y="2264734"/>
                  </a:lnTo>
                  <a:lnTo>
                    <a:pt x="3753821" y="2264734"/>
                  </a:lnTo>
                  <a:lnTo>
                    <a:pt x="3745935" y="2264734"/>
                  </a:lnTo>
                  <a:lnTo>
                    <a:pt x="3738049" y="2264734"/>
                  </a:lnTo>
                  <a:lnTo>
                    <a:pt x="3730163" y="2264734"/>
                  </a:lnTo>
                  <a:lnTo>
                    <a:pt x="3722277" y="2264734"/>
                  </a:lnTo>
                  <a:lnTo>
                    <a:pt x="3714390" y="2264734"/>
                  </a:lnTo>
                  <a:lnTo>
                    <a:pt x="3706504" y="2264734"/>
                  </a:lnTo>
                  <a:lnTo>
                    <a:pt x="3698618" y="2264734"/>
                  </a:lnTo>
                  <a:lnTo>
                    <a:pt x="3690732" y="2264734"/>
                  </a:lnTo>
                  <a:lnTo>
                    <a:pt x="3682846" y="2264734"/>
                  </a:lnTo>
                  <a:lnTo>
                    <a:pt x="3674959" y="2264734"/>
                  </a:lnTo>
                  <a:lnTo>
                    <a:pt x="3667073" y="2264734"/>
                  </a:lnTo>
                  <a:lnTo>
                    <a:pt x="3659187" y="2264734"/>
                  </a:lnTo>
                  <a:lnTo>
                    <a:pt x="3651301" y="2264734"/>
                  </a:lnTo>
                  <a:lnTo>
                    <a:pt x="3643415" y="2264734"/>
                  </a:lnTo>
                  <a:lnTo>
                    <a:pt x="3635529" y="2264734"/>
                  </a:lnTo>
                  <a:lnTo>
                    <a:pt x="3627642" y="2264734"/>
                  </a:lnTo>
                  <a:lnTo>
                    <a:pt x="3619756" y="2264734"/>
                  </a:lnTo>
                  <a:lnTo>
                    <a:pt x="3611870" y="2264734"/>
                  </a:lnTo>
                  <a:lnTo>
                    <a:pt x="3603984" y="2264734"/>
                  </a:lnTo>
                  <a:lnTo>
                    <a:pt x="3596098" y="2264734"/>
                  </a:lnTo>
                  <a:lnTo>
                    <a:pt x="3588212" y="2264734"/>
                  </a:lnTo>
                  <a:lnTo>
                    <a:pt x="3580325" y="2264734"/>
                  </a:lnTo>
                  <a:lnTo>
                    <a:pt x="3572439" y="2264734"/>
                  </a:lnTo>
                  <a:lnTo>
                    <a:pt x="3564553" y="2264734"/>
                  </a:lnTo>
                  <a:lnTo>
                    <a:pt x="3556667" y="2264734"/>
                  </a:lnTo>
                  <a:lnTo>
                    <a:pt x="3548781" y="2264734"/>
                  </a:lnTo>
                  <a:lnTo>
                    <a:pt x="3540894" y="2264734"/>
                  </a:lnTo>
                  <a:lnTo>
                    <a:pt x="3533008" y="2264734"/>
                  </a:lnTo>
                  <a:lnTo>
                    <a:pt x="3525122" y="2264734"/>
                  </a:lnTo>
                  <a:lnTo>
                    <a:pt x="3517236" y="2264734"/>
                  </a:lnTo>
                  <a:lnTo>
                    <a:pt x="3509350" y="2264734"/>
                  </a:lnTo>
                  <a:lnTo>
                    <a:pt x="3501464" y="2264734"/>
                  </a:lnTo>
                  <a:lnTo>
                    <a:pt x="3493577" y="2264734"/>
                  </a:lnTo>
                  <a:lnTo>
                    <a:pt x="3485691" y="2264734"/>
                  </a:lnTo>
                  <a:lnTo>
                    <a:pt x="3477805" y="2264734"/>
                  </a:lnTo>
                  <a:lnTo>
                    <a:pt x="3469919" y="2264734"/>
                  </a:lnTo>
                  <a:lnTo>
                    <a:pt x="3462033" y="2264734"/>
                  </a:lnTo>
                  <a:lnTo>
                    <a:pt x="3454146" y="2264734"/>
                  </a:lnTo>
                  <a:lnTo>
                    <a:pt x="3446260" y="2264734"/>
                  </a:lnTo>
                  <a:lnTo>
                    <a:pt x="3438374" y="2264734"/>
                  </a:lnTo>
                  <a:lnTo>
                    <a:pt x="3430488" y="2264734"/>
                  </a:lnTo>
                  <a:lnTo>
                    <a:pt x="3422602" y="2264734"/>
                  </a:lnTo>
                  <a:lnTo>
                    <a:pt x="3414716" y="2264734"/>
                  </a:lnTo>
                  <a:lnTo>
                    <a:pt x="3406829" y="2264734"/>
                  </a:lnTo>
                  <a:lnTo>
                    <a:pt x="3398943" y="2264734"/>
                  </a:lnTo>
                  <a:lnTo>
                    <a:pt x="3391057" y="2264734"/>
                  </a:lnTo>
                  <a:lnTo>
                    <a:pt x="3383171" y="2264734"/>
                  </a:lnTo>
                  <a:lnTo>
                    <a:pt x="3375285" y="2264734"/>
                  </a:lnTo>
                  <a:lnTo>
                    <a:pt x="3367398" y="2264734"/>
                  </a:lnTo>
                  <a:lnTo>
                    <a:pt x="3359512" y="2264734"/>
                  </a:lnTo>
                  <a:lnTo>
                    <a:pt x="3351626" y="2264734"/>
                  </a:lnTo>
                  <a:lnTo>
                    <a:pt x="3343740" y="2264734"/>
                  </a:lnTo>
                  <a:lnTo>
                    <a:pt x="3335854" y="2264734"/>
                  </a:lnTo>
                  <a:lnTo>
                    <a:pt x="3327968" y="2264734"/>
                  </a:lnTo>
                  <a:lnTo>
                    <a:pt x="3320081" y="2264734"/>
                  </a:lnTo>
                  <a:lnTo>
                    <a:pt x="3312195" y="2264734"/>
                  </a:lnTo>
                  <a:lnTo>
                    <a:pt x="3304309" y="2264734"/>
                  </a:lnTo>
                  <a:lnTo>
                    <a:pt x="3296423" y="2264734"/>
                  </a:lnTo>
                  <a:lnTo>
                    <a:pt x="3288537" y="2264734"/>
                  </a:lnTo>
                  <a:lnTo>
                    <a:pt x="3280650" y="2264734"/>
                  </a:lnTo>
                  <a:lnTo>
                    <a:pt x="3272764" y="2264734"/>
                  </a:lnTo>
                  <a:lnTo>
                    <a:pt x="3264878" y="2264734"/>
                  </a:lnTo>
                  <a:lnTo>
                    <a:pt x="3256992" y="2264734"/>
                  </a:lnTo>
                  <a:lnTo>
                    <a:pt x="3249106" y="2264734"/>
                  </a:lnTo>
                  <a:lnTo>
                    <a:pt x="3241220" y="2264734"/>
                  </a:lnTo>
                  <a:lnTo>
                    <a:pt x="3233333" y="2264734"/>
                  </a:lnTo>
                  <a:lnTo>
                    <a:pt x="3225447" y="2264734"/>
                  </a:lnTo>
                  <a:lnTo>
                    <a:pt x="3217561" y="2264734"/>
                  </a:lnTo>
                  <a:lnTo>
                    <a:pt x="3209675" y="2264734"/>
                  </a:lnTo>
                  <a:lnTo>
                    <a:pt x="3201789" y="2264734"/>
                  </a:lnTo>
                  <a:lnTo>
                    <a:pt x="3193903" y="2264734"/>
                  </a:lnTo>
                  <a:lnTo>
                    <a:pt x="3186016" y="2264734"/>
                  </a:lnTo>
                  <a:lnTo>
                    <a:pt x="3178130" y="2264734"/>
                  </a:lnTo>
                  <a:lnTo>
                    <a:pt x="3170244" y="2264734"/>
                  </a:lnTo>
                  <a:lnTo>
                    <a:pt x="3162358" y="2264734"/>
                  </a:lnTo>
                  <a:lnTo>
                    <a:pt x="3154472" y="2264734"/>
                  </a:lnTo>
                  <a:lnTo>
                    <a:pt x="3146585" y="2264734"/>
                  </a:lnTo>
                  <a:lnTo>
                    <a:pt x="3138699" y="2264734"/>
                  </a:lnTo>
                  <a:lnTo>
                    <a:pt x="3130813" y="2264734"/>
                  </a:lnTo>
                  <a:lnTo>
                    <a:pt x="3122927" y="2264734"/>
                  </a:lnTo>
                  <a:lnTo>
                    <a:pt x="3115041" y="2264734"/>
                  </a:lnTo>
                  <a:lnTo>
                    <a:pt x="3107155" y="2264734"/>
                  </a:lnTo>
                  <a:lnTo>
                    <a:pt x="3099268" y="2264734"/>
                  </a:lnTo>
                  <a:lnTo>
                    <a:pt x="3091382" y="2264734"/>
                  </a:lnTo>
                  <a:lnTo>
                    <a:pt x="3083496" y="2264734"/>
                  </a:lnTo>
                  <a:lnTo>
                    <a:pt x="3075610" y="2264734"/>
                  </a:lnTo>
                  <a:lnTo>
                    <a:pt x="3067724" y="2264734"/>
                  </a:lnTo>
                  <a:lnTo>
                    <a:pt x="3059837" y="2264734"/>
                  </a:lnTo>
                  <a:lnTo>
                    <a:pt x="3051951" y="2264734"/>
                  </a:lnTo>
                  <a:lnTo>
                    <a:pt x="3044065" y="2264734"/>
                  </a:lnTo>
                  <a:lnTo>
                    <a:pt x="3036179" y="2264734"/>
                  </a:lnTo>
                  <a:lnTo>
                    <a:pt x="3028293" y="2264734"/>
                  </a:lnTo>
                  <a:lnTo>
                    <a:pt x="3020407" y="2264734"/>
                  </a:lnTo>
                  <a:lnTo>
                    <a:pt x="3012520" y="2264734"/>
                  </a:lnTo>
                  <a:lnTo>
                    <a:pt x="3004634" y="2264734"/>
                  </a:lnTo>
                  <a:lnTo>
                    <a:pt x="2996748" y="2264734"/>
                  </a:lnTo>
                  <a:lnTo>
                    <a:pt x="2988862" y="2264734"/>
                  </a:lnTo>
                  <a:lnTo>
                    <a:pt x="2980976" y="2264734"/>
                  </a:lnTo>
                  <a:lnTo>
                    <a:pt x="2973089" y="2264734"/>
                  </a:lnTo>
                  <a:lnTo>
                    <a:pt x="2965203" y="2264734"/>
                  </a:lnTo>
                  <a:lnTo>
                    <a:pt x="2957317" y="2264734"/>
                  </a:lnTo>
                  <a:lnTo>
                    <a:pt x="2949431" y="2264734"/>
                  </a:lnTo>
                  <a:lnTo>
                    <a:pt x="2941545" y="2264734"/>
                  </a:lnTo>
                  <a:lnTo>
                    <a:pt x="2933659" y="2264734"/>
                  </a:lnTo>
                  <a:lnTo>
                    <a:pt x="2925772" y="2264734"/>
                  </a:lnTo>
                  <a:lnTo>
                    <a:pt x="2917886" y="2264734"/>
                  </a:lnTo>
                  <a:lnTo>
                    <a:pt x="2910000" y="2264734"/>
                  </a:lnTo>
                  <a:lnTo>
                    <a:pt x="2902114" y="2264734"/>
                  </a:lnTo>
                  <a:lnTo>
                    <a:pt x="2894228" y="2264734"/>
                  </a:lnTo>
                  <a:lnTo>
                    <a:pt x="2886341" y="2264734"/>
                  </a:lnTo>
                  <a:lnTo>
                    <a:pt x="2878455" y="2264734"/>
                  </a:lnTo>
                  <a:lnTo>
                    <a:pt x="2870569" y="2264734"/>
                  </a:lnTo>
                  <a:lnTo>
                    <a:pt x="2862683" y="2264734"/>
                  </a:lnTo>
                  <a:lnTo>
                    <a:pt x="2854797" y="2264734"/>
                  </a:lnTo>
                  <a:lnTo>
                    <a:pt x="2846911" y="2264734"/>
                  </a:lnTo>
                  <a:lnTo>
                    <a:pt x="2839024" y="2264734"/>
                  </a:lnTo>
                  <a:lnTo>
                    <a:pt x="2831138" y="2264734"/>
                  </a:lnTo>
                  <a:lnTo>
                    <a:pt x="2823252" y="2264734"/>
                  </a:lnTo>
                  <a:lnTo>
                    <a:pt x="2815366" y="2264734"/>
                  </a:lnTo>
                  <a:lnTo>
                    <a:pt x="2807480" y="2264734"/>
                  </a:lnTo>
                  <a:lnTo>
                    <a:pt x="2799593" y="2264734"/>
                  </a:lnTo>
                  <a:lnTo>
                    <a:pt x="2791707" y="2264734"/>
                  </a:lnTo>
                  <a:lnTo>
                    <a:pt x="2783821" y="2264734"/>
                  </a:lnTo>
                  <a:lnTo>
                    <a:pt x="2775935" y="2264734"/>
                  </a:lnTo>
                  <a:lnTo>
                    <a:pt x="2768049" y="2264734"/>
                  </a:lnTo>
                  <a:lnTo>
                    <a:pt x="2760163" y="2264734"/>
                  </a:lnTo>
                  <a:lnTo>
                    <a:pt x="2752276" y="2264734"/>
                  </a:lnTo>
                  <a:lnTo>
                    <a:pt x="2744390" y="2264734"/>
                  </a:lnTo>
                  <a:lnTo>
                    <a:pt x="2736504" y="2264734"/>
                  </a:lnTo>
                  <a:lnTo>
                    <a:pt x="2728618" y="2264734"/>
                  </a:lnTo>
                  <a:lnTo>
                    <a:pt x="2720732" y="2264734"/>
                  </a:lnTo>
                  <a:lnTo>
                    <a:pt x="2712846" y="2264734"/>
                  </a:lnTo>
                  <a:lnTo>
                    <a:pt x="2704959" y="2264734"/>
                  </a:lnTo>
                  <a:lnTo>
                    <a:pt x="2697073" y="2264734"/>
                  </a:lnTo>
                  <a:lnTo>
                    <a:pt x="2689187" y="2264734"/>
                  </a:lnTo>
                  <a:lnTo>
                    <a:pt x="2681301" y="2264734"/>
                  </a:lnTo>
                  <a:lnTo>
                    <a:pt x="2673415" y="2264734"/>
                  </a:lnTo>
                  <a:lnTo>
                    <a:pt x="2665528" y="2264734"/>
                  </a:lnTo>
                  <a:lnTo>
                    <a:pt x="2657642" y="2264734"/>
                  </a:lnTo>
                  <a:lnTo>
                    <a:pt x="2649756" y="2264734"/>
                  </a:lnTo>
                  <a:lnTo>
                    <a:pt x="2641870" y="2264734"/>
                  </a:lnTo>
                  <a:lnTo>
                    <a:pt x="2633984" y="2264734"/>
                  </a:lnTo>
                  <a:lnTo>
                    <a:pt x="2626098" y="2264734"/>
                  </a:lnTo>
                  <a:lnTo>
                    <a:pt x="2618211" y="2264734"/>
                  </a:lnTo>
                  <a:lnTo>
                    <a:pt x="2610325" y="2264734"/>
                  </a:lnTo>
                  <a:lnTo>
                    <a:pt x="2602439" y="2264734"/>
                  </a:lnTo>
                  <a:lnTo>
                    <a:pt x="2594553" y="2264734"/>
                  </a:lnTo>
                  <a:lnTo>
                    <a:pt x="2586667" y="2264734"/>
                  </a:lnTo>
                  <a:lnTo>
                    <a:pt x="2578780" y="2264734"/>
                  </a:lnTo>
                  <a:lnTo>
                    <a:pt x="2570894" y="2264734"/>
                  </a:lnTo>
                  <a:lnTo>
                    <a:pt x="2563008" y="2264734"/>
                  </a:lnTo>
                  <a:lnTo>
                    <a:pt x="2555122" y="2264734"/>
                  </a:lnTo>
                  <a:lnTo>
                    <a:pt x="2547236" y="2264734"/>
                  </a:lnTo>
                  <a:lnTo>
                    <a:pt x="2539350" y="2264734"/>
                  </a:lnTo>
                  <a:lnTo>
                    <a:pt x="2531463" y="2264734"/>
                  </a:lnTo>
                  <a:lnTo>
                    <a:pt x="2523577" y="2264734"/>
                  </a:lnTo>
                  <a:lnTo>
                    <a:pt x="2515691" y="2264734"/>
                  </a:lnTo>
                  <a:lnTo>
                    <a:pt x="2507805" y="2264734"/>
                  </a:lnTo>
                  <a:lnTo>
                    <a:pt x="2499919" y="2264734"/>
                  </a:lnTo>
                  <a:lnTo>
                    <a:pt x="2492032" y="2264734"/>
                  </a:lnTo>
                  <a:lnTo>
                    <a:pt x="2484146" y="2264734"/>
                  </a:lnTo>
                  <a:lnTo>
                    <a:pt x="2476260" y="2264734"/>
                  </a:lnTo>
                  <a:lnTo>
                    <a:pt x="2468374" y="2264734"/>
                  </a:lnTo>
                  <a:lnTo>
                    <a:pt x="2460488" y="2264734"/>
                  </a:lnTo>
                  <a:lnTo>
                    <a:pt x="2452602" y="2264734"/>
                  </a:lnTo>
                  <a:lnTo>
                    <a:pt x="2444715" y="2264734"/>
                  </a:lnTo>
                  <a:lnTo>
                    <a:pt x="2436829" y="2264734"/>
                  </a:lnTo>
                  <a:lnTo>
                    <a:pt x="2428943" y="2264734"/>
                  </a:lnTo>
                  <a:lnTo>
                    <a:pt x="2421057" y="2264734"/>
                  </a:lnTo>
                  <a:lnTo>
                    <a:pt x="2413171" y="2264734"/>
                  </a:lnTo>
                  <a:lnTo>
                    <a:pt x="2405284" y="2264734"/>
                  </a:lnTo>
                  <a:lnTo>
                    <a:pt x="2397398" y="2264734"/>
                  </a:lnTo>
                  <a:lnTo>
                    <a:pt x="2389512" y="2264734"/>
                  </a:lnTo>
                  <a:lnTo>
                    <a:pt x="2381626" y="2264734"/>
                  </a:lnTo>
                  <a:lnTo>
                    <a:pt x="2373740" y="2264734"/>
                  </a:lnTo>
                  <a:lnTo>
                    <a:pt x="2365854" y="2264734"/>
                  </a:lnTo>
                  <a:lnTo>
                    <a:pt x="2357967" y="2264734"/>
                  </a:lnTo>
                  <a:lnTo>
                    <a:pt x="2350081" y="2264734"/>
                  </a:lnTo>
                  <a:lnTo>
                    <a:pt x="2342195" y="2264734"/>
                  </a:lnTo>
                  <a:lnTo>
                    <a:pt x="2334309" y="2264734"/>
                  </a:lnTo>
                  <a:lnTo>
                    <a:pt x="2326423" y="2264734"/>
                  </a:lnTo>
                  <a:lnTo>
                    <a:pt x="2318536" y="2264734"/>
                  </a:lnTo>
                  <a:lnTo>
                    <a:pt x="2310650" y="2264734"/>
                  </a:lnTo>
                  <a:lnTo>
                    <a:pt x="2302764" y="2264734"/>
                  </a:lnTo>
                  <a:lnTo>
                    <a:pt x="2294878" y="2264734"/>
                  </a:lnTo>
                  <a:lnTo>
                    <a:pt x="2286992" y="2264734"/>
                  </a:lnTo>
                  <a:lnTo>
                    <a:pt x="2279106" y="2264734"/>
                  </a:lnTo>
                  <a:lnTo>
                    <a:pt x="2271219" y="2264734"/>
                  </a:lnTo>
                  <a:lnTo>
                    <a:pt x="2263333" y="2264734"/>
                  </a:lnTo>
                  <a:lnTo>
                    <a:pt x="2255447" y="2264734"/>
                  </a:lnTo>
                  <a:lnTo>
                    <a:pt x="2247561" y="2264734"/>
                  </a:lnTo>
                  <a:lnTo>
                    <a:pt x="2239675" y="2264734"/>
                  </a:lnTo>
                  <a:lnTo>
                    <a:pt x="2231789" y="2264734"/>
                  </a:lnTo>
                  <a:lnTo>
                    <a:pt x="2223902" y="2264734"/>
                  </a:lnTo>
                  <a:lnTo>
                    <a:pt x="2216016" y="2264734"/>
                  </a:lnTo>
                  <a:lnTo>
                    <a:pt x="2208130" y="2264734"/>
                  </a:lnTo>
                  <a:lnTo>
                    <a:pt x="2200244" y="2264734"/>
                  </a:lnTo>
                  <a:lnTo>
                    <a:pt x="2192358" y="2264734"/>
                  </a:lnTo>
                  <a:lnTo>
                    <a:pt x="2184471" y="2264734"/>
                  </a:lnTo>
                  <a:lnTo>
                    <a:pt x="2176585" y="2264734"/>
                  </a:lnTo>
                  <a:lnTo>
                    <a:pt x="2168699" y="2264734"/>
                  </a:lnTo>
                  <a:lnTo>
                    <a:pt x="2160813" y="2264734"/>
                  </a:lnTo>
                  <a:lnTo>
                    <a:pt x="2152927" y="2264734"/>
                  </a:lnTo>
                  <a:lnTo>
                    <a:pt x="2145041" y="2264734"/>
                  </a:lnTo>
                  <a:lnTo>
                    <a:pt x="2137154" y="2264734"/>
                  </a:lnTo>
                  <a:lnTo>
                    <a:pt x="2129268" y="2264734"/>
                  </a:lnTo>
                  <a:lnTo>
                    <a:pt x="2121382" y="2264734"/>
                  </a:lnTo>
                  <a:lnTo>
                    <a:pt x="2113496" y="2264734"/>
                  </a:lnTo>
                  <a:lnTo>
                    <a:pt x="2105610" y="2264734"/>
                  </a:lnTo>
                  <a:lnTo>
                    <a:pt x="2097723" y="2264734"/>
                  </a:lnTo>
                  <a:lnTo>
                    <a:pt x="2089837" y="2264734"/>
                  </a:lnTo>
                  <a:lnTo>
                    <a:pt x="2081951" y="2264734"/>
                  </a:lnTo>
                  <a:lnTo>
                    <a:pt x="2074065" y="2264734"/>
                  </a:lnTo>
                  <a:lnTo>
                    <a:pt x="2066179" y="2264734"/>
                  </a:lnTo>
                  <a:lnTo>
                    <a:pt x="2058293" y="2264734"/>
                  </a:lnTo>
                  <a:lnTo>
                    <a:pt x="2050406" y="2264734"/>
                  </a:lnTo>
                  <a:lnTo>
                    <a:pt x="2042520" y="2264734"/>
                  </a:lnTo>
                  <a:lnTo>
                    <a:pt x="2034634" y="2264734"/>
                  </a:lnTo>
                  <a:lnTo>
                    <a:pt x="2026748" y="2264734"/>
                  </a:lnTo>
                  <a:lnTo>
                    <a:pt x="2018862" y="2264734"/>
                  </a:lnTo>
                  <a:lnTo>
                    <a:pt x="2010975" y="2264734"/>
                  </a:lnTo>
                  <a:lnTo>
                    <a:pt x="2003089" y="2264734"/>
                  </a:lnTo>
                  <a:lnTo>
                    <a:pt x="1995203" y="2264734"/>
                  </a:lnTo>
                  <a:lnTo>
                    <a:pt x="1987317" y="2264734"/>
                  </a:lnTo>
                  <a:lnTo>
                    <a:pt x="1979431" y="2264734"/>
                  </a:lnTo>
                  <a:lnTo>
                    <a:pt x="1971545" y="2264734"/>
                  </a:lnTo>
                  <a:lnTo>
                    <a:pt x="1963658" y="2264734"/>
                  </a:lnTo>
                  <a:lnTo>
                    <a:pt x="1955772" y="2264734"/>
                  </a:lnTo>
                  <a:lnTo>
                    <a:pt x="1947886" y="2264734"/>
                  </a:lnTo>
                  <a:lnTo>
                    <a:pt x="1940000" y="2264734"/>
                  </a:lnTo>
                  <a:lnTo>
                    <a:pt x="1932114" y="2264734"/>
                  </a:lnTo>
                  <a:lnTo>
                    <a:pt x="1924227" y="2264734"/>
                  </a:lnTo>
                  <a:lnTo>
                    <a:pt x="1916341" y="2264734"/>
                  </a:lnTo>
                  <a:lnTo>
                    <a:pt x="1908455" y="2264734"/>
                  </a:lnTo>
                  <a:lnTo>
                    <a:pt x="1900569" y="2264734"/>
                  </a:lnTo>
                  <a:lnTo>
                    <a:pt x="1892683" y="2264734"/>
                  </a:lnTo>
                  <a:lnTo>
                    <a:pt x="1884797" y="2264734"/>
                  </a:lnTo>
                  <a:lnTo>
                    <a:pt x="1876910" y="2264734"/>
                  </a:lnTo>
                  <a:lnTo>
                    <a:pt x="1869024" y="2264734"/>
                  </a:lnTo>
                  <a:lnTo>
                    <a:pt x="1861138" y="2264734"/>
                  </a:lnTo>
                  <a:lnTo>
                    <a:pt x="1853252" y="2264734"/>
                  </a:lnTo>
                  <a:lnTo>
                    <a:pt x="1845366" y="2264734"/>
                  </a:lnTo>
                  <a:lnTo>
                    <a:pt x="1837479" y="2264734"/>
                  </a:lnTo>
                  <a:lnTo>
                    <a:pt x="1829593" y="2264734"/>
                  </a:lnTo>
                  <a:lnTo>
                    <a:pt x="1821707" y="2264734"/>
                  </a:lnTo>
                  <a:lnTo>
                    <a:pt x="1813821" y="2264734"/>
                  </a:lnTo>
                  <a:lnTo>
                    <a:pt x="1805935" y="2264734"/>
                  </a:lnTo>
                  <a:lnTo>
                    <a:pt x="1798049" y="2264734"/>
                  </a:lnTo>
                  <a:lnTo>
                    <a:pt x="1790162" y="2264734"/>
                  </a:lnTo>
                  <a:lnTo>
                    <a:pt x="1782276" y="2264734"/>
                  </a:lnTo>
                  <a:lnTo>
                    <a:pt x="1774390" y="2264734"/>
                  </a:lnTo>
                  <a:lnTo>
                    <a:pt x="1766504" y="2264734"/>
                  </a:lnTo>
                  <a:lnTo>
                    <a:pt x="1758618" y="2264734"/>
                  </a:lnTo>
                  <a:lnTo>
                    <a:pt x="1750732" y="2264734"/>
                  </a:lnTo>
                  <a:lnTo>
                    <a:pt x="1742845" y="2264734"/>
                  </a:lnTo>
                  <a:lnTo>
                    <a:pt x="1734959" y="2264734"/>
                  </a:lnTo>
                  <a:lnTo>
                    <a:pt x="1727073" y="2264734"/>
                  </a:lnTo>
                  <a:lnTo>
                    <a:pt x="1719187" y="2264734"/>
                  </a:lnTo>
                  <a:lnTo>
                    <a:pt x="1711301" y="2264734"/>
                  </a:lnTo>
                  <a:lnTo>
                    <a:pt x="1703414" y="2264734"/>
                  </a:lnTo>
                  <a:lnTo>
                    <a:pt x="1695528" y="2264734"/>
                  </a:lnTo>
                  <a:lnTo>
                    <a:pt x="1687642" y="2264734"/>
                  </a:lnTo>
                  <a:lnTo>
                    <a:pt x="1679756" y="2264734"/>
                  </a:lnTo>
                  <a:lnTo>
                    <a:pt x="1671870" y="2264734"/>
                  </a:lnTo>
                  <a:lnTo>
                    <a:pt x="1663984" y="2264734"/>
                  </a:lnTo>
                  <a:lnTo>
                    <a:pt x="1656097" y="2264734"/>
                  </a:lnTo>
                  <a:lnTo>
                    <a:pt x="1648211" y="2264734"/>
                  </a:lnTo>
                  <a:lnTo>
                    <a:pt x="1640325" y="2264734"/>
                  </a:lnTo>
                  <a:lnTo>
                    <a:pt x="1632439" y="2264734"/>
                  </a:lnTo>
                  <a:lnTo>
                    <a:pt x="1624553" y="2264734"/>
                  </a:lnTo>
                  <a:lnTo>
                    <a:pt x="1616666" y="2264734"/>
                  </a:lnTo>
                  <a:lnTo>
                    <a:pt x="1608780" y="2264734"/>
                  </a:lnTo>
                  <a:lnTo>
                    <a:pt x="1600894" y="2264734"/>
                  </a:lnTo>
                  <a:lnTo>
                    <a:pt x="1593008" y="2264734"/>
                  </a:lnTo>
                  <a:lnTo>
                    <a:pt x="1585122" y="2264734"/>
                  </a:lnTo>
                  <a:lnTo>
                    <a:pt x="1577236" y="2264734"/>
                  </a:lnTo>
                  <a:lnTo>
                    <a:pt x="1569349" y="2264734"/>
                  </a:lnTo>
                  <a:lnTo>
                    <a:pt x="1561463" y="2264734"/>
                  </a:lnTo>
                  <a:lnTo>
                    <a:pt x="1553577" y="2264734"/>
                  </a:lnTo>
                  <a:lnTo>
                    <a:pt x="1545691" y="2264734"/>
                  </a:lnTo>
                  <a:lnTo>
                    <a:pt x="1537805" y="2264734"/>
                  </a:lnTo>
                  <a:lnTo>
                    <a:pt x="1529918" y="2264734"/>
                  </a:lnTo>
                  <a:lnTo>
                    <a:pt x="1522032" y="2264734"/>
                  </a:lnTo>
                  <a:lnTo>
                    <a:pt x="1514146" y="2264734"/>
                  </a:lnTo>
                  <a:lnTo>
                    <a:pt x="1506260" y="2264734"/>
                  </a:lnTo>
                  <a:lnTo>
                    <a:pt x="1498374" y="2264734"/>
                  </a:lnTo>
                  <a:lnTo>
                    <a:pt x="1490488" y="2264734"/>
                  </a:lnTo>
                  <a:lnTo>
                    <a:pt x="1482601" y="2264734"/>
                  </a:lnTo>
                  <a:lnTo>
                    <a:pt x="1474715" y="2264734"/>
                  </a:lnTo>
                  <a:lnTo>
                    <a:pt x="1466829" y="2264734"/>
                  </a:lnTo>
                  <a:lnTo>
                    <a:pt x="1458943" y="2264734"/>
                  </a:lnTo>
                  <a:lnTo>
                    <a:pt x="1451057" y="2264734"/>
                  </a:lnTo>
                  <a:lnTo>
                    <a:pt x="1443170" y="2264734"/>
                  </a:lnTo>
                  <a:lnTo>
                    <a:pt x="1435284" y="2264734"/>
                  </a:lnTo>
                  <a:lnTo>
                    <a:pt x="1427398" y="2264734"/>
                  </a:lnTo>
                  <a:lnTo>
                    <a:pt x="1419512" y="2264734"/>
                  </a:lnTo>
                  <a:lnTo>
                    <a:pt x="1411626" y="2264734"/>
                  </a:lnTo>
                  <a:lnTo>
                    <a:pt x="1403740" y="2264734"/>
                  </a:lnTo>
                  <a:lnTo>
                    <a:pt x="1395853" y="2264734"/>
                  </a:lnTo>
                  <a:lnTo>
                    <a:pt x="1387967" y="2264734"/>
                  </a:lnTo>
                  <a:lnTo>
                    <a:pt x="1380081" y="2264734"/>
                  </a:lnTo>
                  <a:lnTo>
                    <a:pt x="1372195" y="2264734"/>
                  </a:lnTo>
                  <a:lnTo>
                    <a:pt x="1364309" y="2264734"/>
                  </a:lnTo>
                  <a:lnTo>
                    <a:pt x="1356423" y="2264734"/>
                  </a:lnTo>
                  <a:lnTo>
                    <a:pt x="1348536" y="2264734"/>
                  </a:lnTo>
                  <a:lnTo>
                    <a:pt x="1340650" y="2264734"/>
                  </a:lnTo>
                  <a:lnTo>
                    <a:pt x="1332764" y="2264734"/>
                  </a:lnTo>
                  <a:lnTo>
                    <a:pt x="1324878" y="2264734"/>
                  </a:lnTo>
                  <a:lnTo>
                    <a:pt x="1316992" y="2264734"/>
                  </a:lnTo>
                  <a:lnTo>
                    <a:pt x="1309105" y="2264734"/>
                  </a:lnTo>
                  <a:lnTo>
                    <a:pt x="1301219" y="2264734"/>
                  </a:lnTo>
                  <a:lnTo>
                    <a:pt x="1293333" y="2264734"/>
                  </a:lnTo>
                  <a:lnTo>
                    <a:pt x="1285447" y="2264734"/>
                  </a:lnTo>
                  <a:lnTo>
                    <a:pt x="1277561" y="2264734"/>
                  </a:lnTo>
                  <a:lnTo>
                    <a:pt x="1269675" y="2264734"/>
                  </a:lnTo>
                  <a:lnTo>
                    <a:pt x="1261788" y="2264734"/>
                  </a:lnTo>
                  <a:lnTo>
                    <a:pt x="1253902" y="2264734"/>
                  </a:lnTo>
                  <a:lnTo>
                    <a:pt x="1246016" y="2264734"/>
                  </a:lnTo>
                  <a:lnTo>
                    <a:pt x="1238130" y="2264734"/>
                  </a:lnTo>
                  <a:lnTo>
                    <a:pt x="1230244" y="2264734"/>
                  </a:lnTo>
                  <a:lnTo>
                    <a:pt x="1222357" y="2264734"/>
                  </a:lnTo>
                  <a:lnTo>
                    <a:pt x="1214471" y="2264734"/>
                  </a:lnTo>
                  <a:lnTo>
                    <a:pt x="1206585" y="2264734"/>
                  </a:lnTo>
                  <a:lnTo>
                    <a:pt x="1198699" y="2264734"/>
                  </a:lnTo>
                  <a:lnTo>
                    <a:pt x="1190813" y="2264734"/>
                  </a:lnTo>
                  <a:lnTo>
                    <a:pt x="1182927" y="2264734"/>
                  </a:lnTo>
                  <a:lnTo>
                    <a:pt x="1175040" y="2264734"/>
                  </a:lnTo>
                  <a:lnTo>
                    <a:pt x="1167154" y="2264734"/>
                  </a:lnTo>
                  <a:lnTo>
                    <a:pt x="1159268" y="2264734"/>
                  </a:lnTo>
                  <a:lnTo>
                    <a:pt x="1151382" y="2264734"/>
                  </a:lnTo>
                  <a:lnTo>
                    <a:pt x="1143496" y="2264734"/>
                  </a:lnTo>
                  <a:lnTo>
                    <a:pt x="1135609" y="2264734"/>
                  </a:lnTo>
                  <a:lnTo>
                    <a:pt x="1127723" y="2264734"/>
                  </a:lnTo>
                  <a:lnTo>
                    <a:pt x="1119837" y="2264734"/>
                  </a:lnTo>
                  <a:lnTo>
                    <a:pt x="1111951" y="2264734"/>
                  </a:lnTo>
                  <a:lnTo>
                    <a:pt x="1104065" y="2264734"/>
                  </a:lnTo>
                  <a:lnTo>
                    <a:pt x="1096179" y="2264734"/>
                  </a:lnTo>
                  <a:lnTo>
                    <a:pt x="1088292" y="2264734"/>
                  </a:lnTo>
                  <a:lnTo>
                    <a:pt x="1080406" y="2264734"/>
                  </a:lnTo>
                  <a:lnTo>
                    <a:pt x="1072520" y="2264734"/>
                  </a:lnTo>
                  <a:lnTo>
                    <a:pt x="1064634" y="2264734"/>
                  </a:lnTo>
                  <a:lnTo>
                    <a:pt x="1056748" y="2264734"/>
                  </a:lnTo>
                  <a:lnTo>
                    <a:pt x="1048861" y="2264734"/>
                  </a:lnTo>
                  <a:lnTo>
                    <a:pt x="1040975" y="2264734"/>
                  </a:lnTo>
                  <a:lnTo>
                    <a:pt x="1033089" y="2264734"/>
                  </a:lnTo>
                  <a:lnTo>
                    <a:pt x="1025203" y="2264734"/>
                  </a:lnTo>
                  <a:lnTo>
                    <a:pt x="1017317" y="2264734"/>
                  </a:lnTo>
                  <a:lnTo>
                    <a:pt x="1009431" y="2264734"/>
                  </a:lnTo>
                  <a:lnTo>
                    <a:pt x="1001544" y="2264734"/>
                  </a:lnTo>
                  <a:lnTo>
                    <a:pt x="993658" y="2264734"/>
                  </a:lnTo>
                  <a:lnTo>
                    <a:pt x="985772" y="2264734"/>
                  </a:lnTo>
                  <a:lnTo>
                    <a:pt x="977886" y="2264734"/>
                  </a:lnTo>
                  <a:lnTo>
                    <a:pt x="970000" y="2264734"/>
                  </a:lnTo>
                  <a:lnTo>
                    <a:pt x="962113" y="2264734"/>
                  </a:lnTo>
                  <a:lnTo>
                    <a:pt x="954227" y="2264734"/>
                  </a:lnTo>
                  <a:lnTo>
                    <a:pt x="946341" y="2264734"/>
                  </a:lnTo>
                  <a:lnTo>
                    <a:pt x="938455" y="2264734"/>
                  </a:lnTo>
                  <a:lnTo>
                    <a:pt x="930569" y="2264734"/>
                  </a:lnTo>
                  <a:lnTo>
                    <a:pt x="922683" y="2264734"/>
                  </a:lnTo>
                  <a:lnTo>
                    <a:pt x="914796" y="2264734"/>
                  </a:lnTo>
                  <a:lnTo>
                    <a:pt x="906910" y="2264734"/>
                  </a:lnTo>
                  <a:lnTo>
                    <a:pt x="899024" y="2264734"/>
                  </a:lnTo>
                  <a:lnTo>
                    <a:pt x="891138" y="2264734"/>
                  </a:lnTo>
                  <a:lnTo>
                    <a:pt x="883252" y="2264734"/>
                  </a:lnTo>
                  <a:lnTo>
                    <a:pt x="875366" y="2264734"/>
                  </a:lnTo>
                  <a:lnTo>
                    <a:pt x="867479" y="2264734"/>
                  </a:lnTo>
                  <a:lnTo>
                    <a:pt x="859593" y="2264734"/>
                  </a:lnTo>
                  <a:lnTo>
                    <a:pt x="851707" y="2264734"/>
                  </a:lnTo>
                  <a:lnTo>
                    <a:pt x="843821" y="2264734"/>
                  </a:lnTo>
                  <a:lnTo>
                    <a:pt x="835935" y="2264734"/>
                  </a:lnTo>
                  <a:lnTo>
                    <a:pt x="828048" y="2264734"/>
                  </a:lnTo>
                  <a:lnTo>
                    <a:pt x="820162" y="2264734"/>
                  </a:lnTo>
                  <a:lnTo>
                    <a:pt x="812276" y="2264734"/>
                  </a:lnTo>
                  <a:lnTo>
                    <a:pt x="804390" y="2264734"/>
                  </a:lnTo>
                  <a:lnTo>
                    <a:pt x="796504" y="2264734"/>
                  </a:lnTo>
                  <a:lnTo>
                    <a:pt x="788618" y="2264734"/>
                  </a:lnTo>
                  <a:lnTo>
                    <a:pt x="780731" y="2264734"/>
                  </a:lnTo>
                  <a:lnTo>
                    <a:pt x="772845" y="2264734"/>
                  </a:lnTo>
                  <a:lnTo>
                    <a:pt x="764959" y="2264734"/>
                  </a:lnTo>
                  <a:lnTo>
                    <a:pt x="757073" y="2264734"/>
                  </a:lnTo>
                  <a:lnTo>
                    <a:pt x="749187" y="2264734"/>
                  </a:lnTo>
                  <a:lnTo>
                    <a:pt x="741300" y="2264734"/>
                  </a:lnTo>
                  <a:lnTo>
                    <a:pt x="733414" y="2264734"/>
                  </a:lnTo>
                  <a:lnTo>
                    <a:pt x="725528" y="2264734"/>
                  </a:lnTo>
                  <a:lnTo>
                    <a:pt x="717642" y="2264734"/>
                  </a:lnTo>
                  <a:lnTo>
                    <a:pt x="709756" y="2264734"/>
                  </a:lnTo>
                  <a:lnTo>
                    <a:pt x="701870" y="2264734"/>
                  </a:lnTo>
                  <a:lnTo>
                    <a:pt x="693983" y="2264734"/>
                  </a:lnTo>
                  <a:lnTo>
                    <a:pt x="686097" y="2264734"/>
                  </a:lnTo>
                  <a:lnTo>
                    <a:pt x="678211" y="2264734"/>
                  </a:lnTo>
                  <a:lnTo>
                    <a:pt x="670325" y="2264734"/>
                  </a:lnTo>
                  <a:lnTo>
                    <a:pt x="662439" y="2264734"/>
                  </a:lnTo>
                  <a:lnTo>
                    <a:pt x="654552" y="2264734"/>
                  </a:lnTo>
                  <a:lnTo>
                    <a:pt x="646666" y="2264734"/>
                  </a:lnTo>
                  <a:lnTo>
                    <a:pt x="638780" y="2264734"/>
                  </a:lnTo>
                  <a:lnTo>
                    <a:pt x="630894" y="2264734"/>
                  </a:lnTo>
                  <a:lnTo>
                    <a:pt x="623008" y="2264734"/>
                  </a:lnTo>
                  <a:lnTo>
                    <a:pt x="615122" y="2264734"/>
                  </a:lnTo>
                  <a:lnTo>
                    <a:pt x="607235" y="2264734"/>
                  </a:lnTo>
                  <a:lnTo>
                    <a:pt x="599349" y="2264734"/>
                  </a:lnTo>
                  <a:lnTo>
                    <a:pt x="591463" y="2264734"/>
                  </a:lnTo>
                  <a:lnTo>
                    <a:pt x="583577" y="2264734"/>
                  </a:lnTo>
                  <a:lnTo>
                    <a:pt x="575691" y="2264734"/>
                  </a:lnTo>
                  <a:lnTo>
                    <a:pt x="567804" y="2264734"/>
                  </a:lnTo>
                  <a:lnTo>
                    <a:pt x="559918" y="2264734"/>
                  </a:lnTo>
                  <a:lnTo>
                    <a:pt x="552032" y="2264734"/>
                  </a:lnTo>
                  <a:lnTo>
                    <a:pt x="544146" y="2264734"/>
                  </a:lnTo>
                  <a:lnTo>
                    <a:pt x="536260" y="2264734"/>
                  </a:lnTo>
                  <a:lnTo>
                    <a:pt x="528374" y="2264734"/>
                  </a:lnTo>
                  <a:lnTo>
                    <a:pt x="520487" y="2264734"/>
                  </a:lnTo>
                  <a:lnTo>
                    <a:pt x="512601" y="2264734"/>
                  </a:lnTo>
                  <a:lnTo>
                    <a:pt x="504715" y="2264734"/>
                  </a:lnTo>
                  <a:lnTo>
                    <a:pt x="496829" y="2264734"/>
                  </a:lnTo>
                  <a:lnTo>
                    <a:pt x="488943" y="2264734"/>
                  </a:lnTo>
                  <a:lnTo>
                    <a:pt x="481056" y="2264734"/>
                  </a:lnTo>
                  <a:lnTo>
                    <a:pt x="473170" y="2264734"/>
                  </a:lnTo>
                  <a:lnTo>
                    <a:pt x="465284" y="2264734"/>
                  </a:lnTo>
                  <a:lnTo>
                    <a:pt x="457398" y="2264734"/>
                  </a:lnTo>
                  <a:lnTo>
                    <a:pt x="449512" y="2264734"/>
                  </a:lnTo>
                  <a:lnTo>
                    <a:pt x="441626" y="2264734"/>
                  </a:lnTo>
                  <a:lnTo>
                    <a:pt x="433739" y="2264734"/>
                  </a:lnTo>
                  <a:lnTo>
                    <a:pt x="425853" y="2264734"/>
                  </a:lnTo>
                  <a:lnTo>
                    <a:pt x="417967" y="2264734"/>
                  </a:lnTo>
                  <a:lnTo>
                    <a:pt x="410081" y="2264734"/>
                  </a:lnTo>
                  <a:lnTo>
                    <a:pt x="402195" y="2264734"/>
                  </a:lnTo>
                  <a:lnTo>
                    <a:pt x="394309" y="2264734"/>
                  </a:lnTo>
                  <a:lnTo>
                    <a:pt x="386422" y="2264734"/>
                  </a:lnTo>
                  <a:lnTo>
                    <a:pt x="378536" y="2264734"/>
                  </a:lnTo>
                  <a:lnTo>
                    <a:pt x="370650" y="2264734"/>
                  </a:lnTo>
                  <a:lnTo>
                    <a:pt x="362764" y="2264734"/>
                  </a:lnTo>
                  <a:lnTo>
                    <a:pt x="354878" y="2264734"/>
                  </a:lnTo>
                  <a:lnTo>
                    <a:pt x="346991" y="2264734"/>
                  </a:lnTo>
                  <a:lnTo>
                    <a:pt x="339105" y="2264734"/>
                  </a:lnTo>
                  <a:lnTo>
                    <a:pt x="331219" y="2264734"/>
                  </a:lnTo>
                  <a:lnTo>
                    <a:pt x="323333" y="2264734"/>
                  </a:lnTo>
                  <a:lnTo>
                    <a:pt x="315447" y="2264734"/>
                  </a:lnTo>
                  <a:lnTo>
                    <a:pt x="307561" y="2264734"/>
                  </a:lnTo>
                  <a:lnTo>
                    <a:pt x="299674" y="2264734"/>
                  </a:lnTo>
                  <a:lnTo>
                    <a:pt x="291788" y="2264734"/>
                  </a:lnTo>
                  <a:lnTo>
                    <a:pt x="283902" y="2264734"/>
                  </a:lnTo>
                  <a:lnTo>
                    <a:pt x="276016" y="2264734"/>
                  </a:lnTo>
                  <a:lnTo>
                    <a:pt x="268130" y="2264734"/>
                  </a:lnTo>
                  <a:lnTo>
                    <a:pt x="260243" y="2264734"/>
                  </a:lnTo>
                  <a:lnTo>
                    <a:pt x="252357" y="2264734"/>
                  </a:lnTo>
                  <a:lnTo>
                    <a:pt x="244471" y="2264734"/>
                  </a:lnTo>
                  <a:lnTo>
                    <a:pt x="236585" y="2264734"/>
                  </a:lnTo>
                  <a:lnTo>
                    <a:pt x="228699" y="2264734"/>
                  </a:lnTo>
                  <a:lnTo>
                    <a:pt x="220813" y="2264734"/>
                  </a:lnTo>
                  <a:lnTo>
                    <a:pt x="212926" y="2264734"/>
                  </a:lnTo>
                  <a:lnTo>
                    <a:pt x="205040" y="2264734"/>
                  </a:lnTo>
                  <a:lnTo>
                    <a:pt x="197154" y="2264734"/>
                  </a:lnTo>
                  <a:lnTo>
                    <a:pt x="189268" y="2264734"/>
                  </a:lnTo>
                  <a:lnTo>
                    <a:pt x="181382" y="2264734"/>
                  </a:lnTo>
                  <a:lnTo>
                    <a:pt x="173495" y="2264734"/>
                  </a:lnTo>
                  <a:lnTo>
                    <a:pt x="165609" y="2264734"/>
                  </a:lnTo>
                  <a:lnTo>
                    <a:pt x="157723" y="2264734"/>
                  </a:lnTo>
                  <a:lnTo>
                    <a:pt x="149837" y="2264734"/>
                  </a:lnTo>
                  <a:lnTo>
                    <a:pt x="141951" y="2264734"/>
                  </a:lnTo>
                  <a:lnTo>
                    <a:pt x="134065" y="2264734"/>
                  </a:lnTo>
                  <a:lnTo>
                    <a:pt x="126178" y="2264734"/>
                  </a:lnTo>
                  <a:lnTo>
                    <a:pt x="118292" y="2264734"/>
                  </a:lnTo>
                  <a:lnTo>
                    <a:pt x="110406" y="2264734"/>
                  </a:lnTo>
                  <a:lnTo>
                    <a:pt x="102520" y="2264734"/>
                  </a:lnTo>
                  <a:lnTo>
                    <a:pt x="94634" y="2264734"/>
                  </a:lnTo>
                  <a:lnTo>
                    <a:pt x="86747" y="2264734"/>
                  </a:lnTo>
                  <a:lnTo>
                    <a:pt x="78861" y="2264734"/>
                  </a:lnTo>
                  <a:lnTo>
                    <a:pt x="70975" y="2264734"/>
                  </a:lnTo>
                  <a:lnTo>
                    <a:pt x="63089" y="2264734"/>
                  </a:lnTo>
                  <a:lnTo>
                    <a:pt x="55203" y="2264734"/>
                  </a:lnTo>
                  <a:lnTo>
                    <a:pt x="47317" y="2264734"/>
                  </a:lnTo>
                  <a:lnTo>
                    <a:pt x="39430" y="2264734"/>
                  </a:lnTo>
                  <a:lnTo>
                    <a:pt x="31544" y="2264734"/>
                  </a:lnTo>
                  <a:lnTo>
                    <a:pt x="23658" y="2264734"/>
                  </a:lnTo>
                  <a:lnTo>
                    <a:pt x="15772" y="2264734"/>
                  </a:lnTo>
                  <a:lnTo>
                    <a:pt x="7886" y="2264734"/>
                  </a:lnTo>
                  <a:lnTo>
                    <a:pt x="0" y="226473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7814880" y="2529998"/>
              <a:ext cx="4029838" cy="2264734"/>
            </a:xfrm>
            <a:custGeom>
              <a:avLst/>
              <a:pathLst>
                <a:path w="4029838" h="2264734">
                  <a:moveTo>
                    <a:pt x="0" y="2213588"/>
                  </a:moveTo>
                  <a:lnTo>
                    <a:pt x="7886" y="2212182"/>
                  </a:lnTo>
                  <a:lnTo>
                    <a:pt x="15772" y="2210939"/>
                  </a:lnTo>
                  <a:lnTo>
                    <a:pt x="23658" y="2209837"/>
                  </a:lnTo>
                  <a:lnTo>
                    <a:pt x="31544" y="2208877"/>
                  </a:lnTo>
                  <a:lnTo>
                    <a:pt x="39430" y="2208067"/>
                  </a:lnTo>
                  <a:lnTo>
                    <a:pt x="47317" y="2207421"/>
                  </a:lnTo>
                  <a:lnTo>
                    <a:pt x="55203" y="2206986"/>
                  </a:lnTo>
                  <a:lnTo>
                    <a:pt x="63089" y="2206716"/>
                  </a:lnTo>
                  <a:lnTo>
                    <a:pt x="70975" y="2206613"/>
                  </a:lnTo>
                  <a:lnTo>
                    <a:pt x="78861" y="2206677"/>
                  </a:lnTo>
                  <a:lnTo>
                    <a:pt x="86747" y="2206934"/>
                  </a:lnTo>
                  <a:lnTo>
                    <a:pt x="94634" y="2207386"/>
                  </a:lnTo>
                  <a:lnTo>
                    <a:pt x="102520" y="2207993"/>
                  </a:lnTo>
                  <a:lnTo>
                    <a:pt x="110406" y="2208752"/>
                  </a:lnTo>
                  <a:lnTo>
                    <a:pt x="118292" y="2209657"/>
                  </a:lnTo>
                  <a:lnTo>
                    <a:pt x="126178" y="2210733"/>
                  </a:lnTo>
                  <a:lnTo>
                    <a:pt x="134065" y="2211943"/>
                  </a:lnTo>
                  <a:lnTo>
                    <a:pt x="141951" y="2213264"/>
                  </a:lnTo>
                  <a:lnTo>
                    <a:pt x="149837" y="2214685"/>
                  </a:lnTo>
                  <a:lnTo>
                    <a:pt x="157723" y="2216198"/>
                  </a:lnTo>
                  <a:lnTo>
                    <a:pt x="165609" y="2217809"/>
                  </a:lnTo>
                  <a:lnTo>
                    <a:pt x="173495" y="2219474"/>
                  </a:lnTo>
                  <a:lnTo>
                    <a:pt x="181382" y="2221181"/>
                  </a:lnTo>
                  <a:lnTo>
                    <a:pt x="189268" y="2222918"/>
                  </a:lnTo>
                  <a:lnTo>
                    <a:pt x="197154" y="2224674"/>
                  </a:lnTo>
                  <a:lnTo>
                    <a:pt x="205040" y="2226425"/>
                  </a:lnTo>
                  <a:lnTo>
                    <a:pt x="212926" y="2228157"/>
                  </a:lnTo>
                  <a:lnTo>
                    <a:pt x="220813" y="2229859"/>
                  </a:lnTo>
                  <a:lnTo>
                    <a:pt x="228699" y="2231518"/>
                  </a:lnTo>
                  <a:lnTo>
                    <a:pt x="236585" y="2233109"/>
                  </a:lnTo>
                  <a:lnTo>
                    <a:pt x="244471" y="2234618"/>
                  </a:lnTo>
                  <a:lnTo>
                    <a:pt x="252357" y="2236044"/>
                  </a:lnTo>
                  <a:lnTo>
                    <a:pt x="260243" y="2237379"/>
                  </a:lnTo>
                  <a:lnTo>
                    <a:pt x="268130" y="2238614"/>
                  </a:lnTo>
                  <a:lnTo>
                    <a:pt x="276016" y="2239703"/>
                  </a:lnTo>
                  <a:lnTo>
                    <a:pt x="283902" y="2240667"/>
                  </a:lnTo>
                  <a:lnTo>
                    <a:pt x="291788" y="2241505"/>
                  </a:lnTo>
                  <a:lnTo>
                    <a:pt x="299674" y="2242214"/>
                  </a:lnTo>
                  <a:lnTo>
                    <a:pt x="307561" y="2242778"/>
                  </a:lnTo>
                  <a:lnTo>
                    <a:pt x="315447" y="2243160"/>
                  </a:lnTo>
                  <a:lnTo>
                    <a:pt x="323333" y="2243399"/>
                  </a:lnTo>
                  <a:lnTo>
                    <a:pt x="331219" y="2243494"/>
                  </a:lnTo>
                  <a:lnTo>
                    <a:pt x="339105" y="2243444"/>
                  </a:lnTo>
                  <a:lnTo>
                    <a:pt x="346991" y="2243222"/>
                  </a:lnTo>
                  <a:lnTo>
                    <a:pt x="354878" y="2242828"/>
                  </a:lnTo>
                  <a:lnTo>
                    <a:pt x="362764" y="2242291"/>
                  </a:lnTo>
                  <a:lnTo>
                    <a:pt x="370650" y="2241613"/>
                  </a:lnTo>
                  <a:lnTo>
                    <a:pt x="378536" y="2240797"/>
                  </a:lnTo>
                  <a:lnTo>
                    <a:pt x="386422" y="2239808"/>
                  </a:lnTo>
                  <a:lnTo>
                    <a:pt x="394309" y="2238680"/>
                  </a:lnTo>
                  <a:lnTo>
                    <a:pt x="402195" y="2237428"/>
                  </a:lnTo>
                  <a:lnTo>
                    <a:pt x="410081" y="2236058"/>
                  </a:lnTo>
                  <a:lnTo>
                    <a:pt x="417967" y="2234571"/>
                  </a:lnTo>
                  <a:lnTo>
                    <a:pt x="425853" y="2232943"/>
                  </a:lnTo>
                  <a:lnTo>
                    <a:pt x="433739" y="2231219"/>
                  </a:lnTo>
                  <a:lnTo>
                    <a:pt x="441626" y="2229406"/>
                  </a:lnTo>
                  <a:lnTo>
                    <a:pt x="449512" y="2227511"/>
                  </a:lnTo>
                  <a:lnTo>
                    <a:pt x="457398" y="2225531"/>
                  </a:lnTo>
                  <a:lnTo>
                    <a:pt x="465284" y="2223473"/>
                  </a:lnTo>
                  <a:lnTo>
                    <a:pt x="473170" y="2221362"/>
                  </a:lnTo>
                  <a:lnTo>
                    <a:pt x="481056" y="2219205"/>
                  </a:lnTo>
                  <a:lnTo>
                    <a:pt x="488943" y="2217010"/>
                  </a:lnTo>
                  <a:lnTo>
                    <a:pt x="496829" y="2214781"/>
                  </a:lnTo>
                  <a:lnTo>
                    <a:pt x="504715" y="2212534"/>
                  </a:lnTo>
                  <a:lnTo>
                    <a:pt x="512601" y="2210279"/>
                  </a:lnTo>
                  <a:lnTo>
                    <a:pt x="520487" y="2208026"/>
                  </a:lnTo>
                  <a:lnTo>
                    <a:pt x="528374" y="2205779"/>
                  </a:lnTo>
                  <a:lnTo>
                    <a:pt x="536260" y="2203556"/>
                  </a:lnTo>
                  <a:lnTo>
                    <a:pt x="544146" y="2201362"/>
                  </a:lnTo>
                  <a:lnTo>
                    <a:pt x="552032" y="2199202"/>
                  </a:lnTo>
                  <a:lnTo>
                    <a:pt x="559918" y="2197082"/>
                  </a:lnTo>
                  <a:lnTo>
                    <a:pt x="567804" y="2195011"/>
                  </a:lnTo>
                  <a:lnTo>
                    <a:pt x="575691" y="2193008"/>
                  </a:lnTo>
                  <a:lnTo>
                    <a:pt x="583577" y="2191064"/>
                  </a:lnTo>
                  <a:lnTo>
                    <a:pt x="591463" y="2189183"/>
                  </a:lnTo>
                  <a:lnTo>
                    <a:pt x="599349" y="2187366"/>
                  </a:lnTo>
                  <a:lnTo>
                    <a:pt x="607235" y="2185630"/>
                  </a:lnTo>
                  <a:lnTo>
                    <a:pt x="615122" y="2183978"/>
                  </a:lnTo>
                  <a:lnTo>
                    <a:pt x="623008" y="2182398"/>
                  </a:lnTo>
                  <a:lnTo>
                    <a:pt x="630894" y="2180891"/>
                  </a:lnTo>
                  <a:lnTo>
                    <a:pt x="638780" y="2179457"/>
                  </a:lnTo>
                  <a:lnTo>
                    <a:pt x="646666" y="2178116"/>
                  </a:lnTo>
                  <a:lnTo>
                    <a:pt x="654552" y="2176850"/>
                  </a:lnTo>
                  <a:lnTo>
                    <a:pt x="662439" y="2175653"/>
                  </a:lnTo>
                  <a:lnTo>
                    <a:pt x="670325" y="2174523"/>
                  </a:lnTo>
                  <a:lnTo>
                    <a:pt x="678211" y="2173459"/>
                  </a:lnTo>
                  <a:lnTo>
                    <a:pt x="686097" y="2172477"/>
                  </a:lnTo>
                  <a:lnTo>
                    <a:pt x="693983" y="2171550"/>
                  </a:lnTo>
                  <a:lnTo>
                    <a:pt x="701870" y="2170678"/>
                  </a:lnTo>
                  <a:lnTo>
                    <a:pt x="709756" y="2169855"/>
                  </a:lnTo>
                  <a:lnTo>
                    <a:pt x="717642" y="2169086"/>
                  </a:lnTo>
                  <a:lnTo>
                    <a:pt x="725528" y="2168368"/>
                  </a:lnTo>
                  <a:lnTo>
                    <a:pt x="733414" y="2167687"/>
                  </a:lnTo>
                  <a:lnTo>
                    <a:pt x="741300" y="2167040"/>
                  </a:lnTo>
                  <a:lnTo>
                    <a:pt x="749187" y="2166425"/>
                  </a:lnTo>
                  <a:lnTo>
                    <a:pt x="757073" y="2165844"/>
                  </a:lnTo>
                  <a:lnTo>
                    <a:pt x="764959" y="2165288"/>
                  </a:lnTo>
                  <a:lnTo>
                    <a:pt x="772845" y="2164751"/>
                  </a:lnTo>
                  <a:lnTo>
                    <a:pt x="780731" y="2164232"/>
                  </a:lnTo>
                  <a:lnTo>
                    <a:pt x="788618" y="2163727"/>
                  </a:lnTo>
                  <a:lnTo>
                    <a:pt x="796504" y="2163237"/>
                  </a:lnTo>
                  <a:lnTo>
                    <a:pt x="804390" y="2162754"/>
                  </a:lnTo>
                  <a:lnTo>
                    <a:pt x="812276" y="2162277"/>
                  </a:lnTo>
                  <a:lnTo>
                    <a:pt x="820162" y="2161801"/>
                  </a:lnTo>
                  <a:lnTo>
                    <a:pt x="828048" y="2161326"/>
                  </a:lnTo>
                  <a:lnTo>
                    <a:pt x="835935" y="2160847"/>
                  </a:lnTo>
                  <a:lnTo>
                    <a:pt x="843821" y="2160361"/>
                  </a:lnTo>
                  <a:lnTo>
                    <a:pt x="851707" y="2159865"/>
                  </a:lnTo>
                  <a:lnTo>
                    <a:pt x="859593" y="2159357"/>
                  </a:lnTo>
                  <a:lnTo>
                    <a:pt x="867479" y="2158831"/>
                  </a:lnTo>
                  <a:lnTo>
                    <a:pt x="875366" y="2158280"/>
                  </a:lnTo>
                  <a:lnTo>
                    <a:pt x="883252" y="2157705"/>
                  </a:lnTo>
                  <a:lnTo>
                    <a:pt x="891138" y="2157102"/>
                  </a:lnTo>
                  <a:lnTo>
                    <a:pt x="899024" y="2156467"/>
                  </a:lnTo>
                  <a:lnTo>
                    <a:pt x="906910" y="2155783"/>
                  </a:lnTo>
                  <a:lnTo>
                    <a:pt x="914796" y="2155052"/>
                  </a:lnTo>
                  <a:lnTo>
                    <a:pt x="922683" y="2154273"/>
                  </a:lnTo>
                  <a:lnTo>
                    <a:pt x="930569" y="2153439"/>
                  </a:lnTo>
                  <a:lnTo>
                    <a:pt x="938455" y="2152545"/>
                  </a:lnTo>
                  <a:lnTo>
                    <a:pt x="946341" y="2151562"/>
                  </a:lnTo>
                  <a:lnTo>
                    <a:pt x="954227" y="2150507"/>
                  </a:lnTo>
                  <a:lnTo>
                    <a:pt x="962113" y="2149373"/>
                  </a:lnTo>
                  <a:lnTo>
                    <a:pt x="970000" y="2148155"/>
                  </a:lnTo>
                  <a:lnTo>
                    <a:pt x="977886" y="2146836"/>
                  </a:lnTo>
                  <a:lnTo>
                    <a:pt x="985772" y="2145399"/>
                  </a:lnTo>
                  <a:lnTo>
                    <a:pt x="993658" y="2143861"/>
                  </a:lnTo>
                  <a:lnTo>
                    <a:pt x="1001544" y="2142218"/>
                  </a:lnTo>
                  <a:lnTo>
                    <a:pt x="1009431" y="2140466"/>
                  </a:lnTo>
                  <a:lnTo>
                    <a:pt x="1017317" y="2138572"/>
                  </a:lnTo>
                  <a:lnTo>
                    <a:pt x="1025203" y="2136548"/>
                  </a:lnTo>
                  <a:lnTo>
                    <a:pt x="1033089" y="2134406"/>
                  </a:lnTo>
                  <a:lnTo>
                    <a:pt x="1040975" y="2132144"/>
                  </a:lnTo>
                  <a:lnTo>
                    <a:pt x="1048861" y="2129763"/>
                  </a:lnTo>
                  <a:lnTo>
                    <a:pt x="1056748" y="2127220"/>
                  </a:lnTo>
                  <a:lnTo>
                    <a:pt x="1064634" y="2124560"/>
                  </a:lnTo>
                  <a:lnTo>
                    <a:pt x="1072520" y="2121786"/>
                  </a:lnTo>
                  <a:lnTo>
                    <a:pt x="1080406" y="2118901"/>
                  </a:lnTo>
                  <a:lnTo>
                    <a:pt x="1088292" y="2115899"/>
                  </a:lnTo>
                  <a:lnTo>
                    <a:pt x="1096179" y="2112772"/>
                  </a:lnTo>
                  <a:lnTo>
                    <a:pt x="1104065" y="2109554"/>
                  </a:lnTo>
                  <a:lnTo>
                    <a:pt x="1111951" y="2106252"/>
                  </a:lnTo>
                  <a:lnTo>
                    <a:pt x="1119837" y="2102873"/>
                  </a:lnTo>
                  <a:lnTo>
                    <a:pt x="1127723" y="2099414"/>
                  </a:lnTo>
                  <a:lnTo>
                    <a:pt x="1135609" y="2095892"/>
                  </a:lnTo>
                  <a:lnTo>
                    <a:pt x="1143496" y="2092328"/>
                  </a:lnTo>
                  <a:lnTo>
                    <a:pt x="1151382" y="2088729"/>
                  </a:lnTo>
                  <a:lnTo>
                    <a:pt x="1159268" y="2085107"/>
                  </a:lnTo>
                  <a:lnTo>
                    <a:pt x="1167154" y="2081469"/>
                  </a:lnTo>
                  <a:lnTo>
                    <a:pt x="1175040" y="2077836"/>
                  </a:lnTo>
                  <a:lnTo>
                    <a:pt x="1182927" y="2074214"/>
                  </a:lnTo>
                  <a:lnTo>
                    <a:pt x="1190813" y="2070614"/>
                  </a:lnTo>
                  <a:lnTo>
                    <a:pt x="1198699" y="2067044"/>
                  </a:lnTo>
                  <a:lnTo>
                    <a:pt x="1206585" y="2063526"/>
                  </a:lnTo>
                  <a:lnTo>
                    <a:pt x="1214471" y="2060057"/>
                  </a:lnTo>
                  <a:lnTo>
                    <a:pt x="1222357" y="2056641"/>
                  </a:lnTo>
                  <a:lnTo>
                    <a:pt x="1230244" y="2053282"/>
                  </a:lnTo>
                  <a:lnTo>
                    <a:pt x="1238130" y="2049991"/>
                  </a:lnTo>
                  <a:lnTo>
                    <a:pt x="1246016" y="2046774"/>
                  </a:lnTo>
                  <a:lnTo>
                    <a:pt x="1253902" y="2043615"/>
                  </a:lnTo>
                  <a:lnTo>
                    <a:pt x="1261788" y="2040513"/>
                  </a:lnTo>
                  <a:lnTo>
                    <a:pt x="1269675" y="2037463"/>
                  </a:lnTo>
                  <a:lnTo>
                    <a:pt x="1277561" y="2034469"/>
                  </a:lnTo>
                  <a:lnTo>
                    <a:pt x="1285447" y="2031511"/>
                  </a:lnTo>
                  <a:lnTo>
                    <a:pt x="1293333" y="2028573"/>
                  </a:lnTo>
                  <a:lnTo>
                    <a:pt x="1301219" y="2025646"/>
                  </a:lnTo>
                  <a:lnTo>
                    <a:pt x="1309105" y="2022716"/>
                  </a:lnTo>
                  <a:lnTo>
                    <a:pt x="1316992" y="2019754"/>
                  </a:lnTo>
                  <a:lnTo>
                    <a:pt x="1324878" y="2016744"/>
                  </a:lnTo>
                  <a:lnTo>
                    <a:pt x="1332764" y="2013669"/>
                  </a:lnTo>
                  <a:lnTo>
                    <a:pt x="1340650" y="2010512"/>
                  </a:lnTo>
                  <a:lnTo>
                    <a:pt x="1348536" y="2007239"/>
                  </a:lnTo>
                  <a:lnTo>
                    <a:pt x="1356423" y="2003798"/>
                  </a:lnTo>
                  <a:lnTo>
                    <a:pt x="1364309" y="2000193"/>
                  </a:lnTo>
                  <a:lnTo>
                    <a:pt x="1372195" y="1996405"/>
                  </a:lnTo>
                  <a:lnTo>
                    <a:pt x="1380081" y="1992413"/>
                  </a:lnTo>
                  <a:lnTo>
                    <a:pt x="1387967" y="1988138"/>
                  </a:lnTo>
                  <a:lnTo>
                    <a:pt x="1395853" y="1983556"/>
                  </a:lnTo>
                  <a:lnTo>
                    <a:pt x="1403740" y="1978680"/>
                  </a:lnTo>
                  <a:lnTo>
                    <a:pt x="1411626" y="1973491"/>
                  </a:lnTo>
                  <a:lnTo>
                    <a:pt x="1419512" y="1967966"/>
                  </a:lnTo>
                  <a:lnTo>
                    <a:pt x="1427398" y="1961955"/>
                  </a:lnTo>
                  <a:lnTo>
                    <a:pt x="1435284" y="1955523"/>
                  </a:lnTo>
                  <a:lnTo>
                    <a:pt x="1443170" y="1948667"/>
                  </a:lnTo>
                  <a:lnTo>
                    <a:pt x="1451057" y="1941366"/>
                  </a:lnTo>
                  <a:lnTo>
                    <a:pt x="1458943" y="1933569"/>
                  </a:lnTo>
                  <a:lnTo>
                    <a:pt x="1466829" y="1925114"/>
                  </a:lnTo>
                  <a:lnTo>
                    <a:pt x="1474715" y="1916125"/>
                  </a:lnTo>
                  <a:lnTo>
                    <a:pt x="1482601" y="1906581"/>
                  </a:lnTo>
                  <a:lnTo>
                    <a:pt x="1490488" y="1896459"/>
                  </a:lnTo>
                  <a:lnTo>
                    <a:pt x="1498374" y="1885630"/>
                  </a:lnTo>
                  <a:lnTo>
                    <a:pt x="1506260" y="1874028"/>
                  </a:lnTo>
                  <a:lnTo>
                    <a:pt x="1514146" y="1861752"/>
                  </a:lnTo>
                  <a:lnTo>
                    <a:pt x="1522032" y="1848779"/>
                  </a:lnTo>
                  <a:lnTo>
                    <a:pt x="1529918" y="1835083"/>
                  </a:lnTo>
                  <a:lnTo>
                    <a:pt x="1537805" y="1820420"/>
                  </a:lnTo>
                  <a:lnTo>
                    <a:pt x="1545691" y="1804880"/>
                  </a:lnTo>
                  <a:lnTo>
                    <a:pt x="1553577" y="1788510"/>
                  </a:lnTo>
                  <a:lnTo>
                    <a:pt x="1561463" y="1771281"/>
                  </a:lnTo>
                  <a:lnTo>
                    <a:pt x="1569349" y="1753157"/>
                  </a:lnTo>
                  <a:lnTo>
                    <a:pt x="1577236" y="1733772"/>
                  </a:lnTo>
                  <a:lnTo>
                    <a:pt x="1585122" y="1713417"/>
                  </a:lnTo>
                  <a:lnTo>
                    <a:pt x="1593008" y="1692064"/>
                  </a:lnTo>
                  <a:lnTo>
                    <a:pt x="1600894" y="1669689"/>
                  </a:lnTo>
                  <a:lnTo>
                    <a:pt x="1608780" y="1646139"/>
                  </a:lnTo>
                  <a:lnTo>
                    <a:pt x="1616666" y="1621226"/>
                  </a:lnTo>
                  <a:lnTo>
                    <a:pt x="1624553" y="1595197"/>
                  </a:lnTo>
                  <a:lnTo>
                    <a:pt x="1632439" y="1568034"/>
                  </a:lnTo>
                  <a:lnTo>
                    <a:pt x="1640325" y="1539721"/>
                  </a:lnTo>
                  <a:lnTo>
                    <a:pt x="1648211" y="1509980"/>
                  </a:lnTo>
                  <a:lnTo>
                    <a:pt x="1656097" y="1478889"/>
                  </a:lnTo>
                  <a:lnTo>
                    <a:pt x="1663984" y="1446616"/>
                  </a:lnTo>
                  <a:lnTo>
                    <a:pt x="1671870" y="1413165"/>
                  </a:lnTo>
                  <a:lnTo>
                    <a:pt x="1679756" y="1378540"/>
                  </a:lnTo>
                  <a:lnTo>
                    <a:pt x="1687642" y="1342377"/>
                  </a:lnTo>
                  <a:lnTo>
                    <a:pt x="1695528" y="1305047"/>
                  </a:lnTo>
                  <a:lnTo>
                    <a:pt x="1703414" y="1266624"/>
                  </a:lnTo>
                  <a:lnTo>
                    <a:pt x="1711301" y="1227141"/>
                  </a:lnTo>
                  <a:lnTo>
                    <a:pt x="1719187" y="1186568"/>
                  </a:lnTo>
                  <a:lnTo>
                    <a:pt x="1727073" y="1144767"/>
                  </a:lnTo>
                  <a:lnTo>
                    <a:pt x="1734959" y="1102104"/>
                  </a:lnTo>
                  <a:lnTo>
                    <a:pt x="1742845" y="1058644"/>
                  </a:lnTo>
                  <a:lnTo>
                    <a:pt x="1750732" y="1014456"/>
                  </a:lnTo>
                  <a:lnTo>
                    <a:pt x="1758618" y="969525"/>
                  </a:lnTo>
                  <a:lnTo>
                    <a:pt x="1766504" y="923998"/>
                  </a:lnTo>
                  <a:lnTo>
                    <a:pt x="1774390" y="878093"/>
                  </a:lnTo>
                  <a:lnTo>
                    <a:pt x="1782276" y="831908"/>
                  </a:lnTo>
                  <a:lnTo>
                    <a:pt x="1790162" y="785543"/>
                  </a:lnTo>
                  <a:lnTo>
                    <a:pt x="1798049" y="739148"/>
                  </a:lnTo>
                  <a:lnTo>
                    <a:pt x="1805935" y="692919"/>
                  </a:lnTo>
                  <a:lnTo>
                    <a:pt x="1813821" y="646976"/>
                  </a:lnTo>
                  <a:lnTo>
                    <a:pt x="1821707" y="601439"/>
                  </a:lnTo>
                  <a:lnTo>
                    <a:pt x="1829593" y="556440"/>
                  </a:lnTo>
                  <a:lnTo>
                    <a:pt x="1837479" y="512414"/>
                  </a:lnTo>
                  <a:lnTo>
                    <a:pt x="1845366" y="469296"/>
                  </a:lnTo>
                  <a:lnTo>
                    <a:pt x="1853252" y="427206"/>
                  </a:lnTo>
                  <a:lnTo>
                    <a:pt x="1861138" y="386262"/>
                  </a:lnTo>
                  <a:lnTo>
                    <a:pt x="1869024" y="346766"/>
                  </a:lnTo>
                  <a:lnTo>
                    <a:pt x="1876910" y="309085"/>
                  </a:lnTo>
                  <a:lnTo>
                    <a:pt x="1884797" y="273009"/>
                  </a:lnTo>
                  <a:lnTo>
                    <a:pt x="1892683" y="238638"/>
                  </a:lnTo>
                  <a:lnTo>
                    <a:pt x="1900569" y="206065"/>
                  </a:lnTo>
                  <a:lnTo>
                    <a:pt x="1908455" y="175857"/>
                  </a:lnTo>
                  <a:lnTo>
                    <a:pt x="1916341" y="147966"/>
                  </a:lnTo>
                  <a:lnTo>
                    <a:pt x="1924227" y="122195"/>
                  </a:lnTo>
                  <a:lnTo>
                    <a:pt x="1932114" y="98601"/>
                  </a:lnTo>
                  <a:lnTo>
                    <a:pt x="1940000" y="77238"/>
                  </a:lnTo>
                  <a:lnTo>
                    <a:pt x="1947886" y="58949"/>
                  </a:lnTo>
                  <a:lnTo>
                    <a:pt x="1955772" y="43066"/>
                  </a:lnTo>
                  <a:lnTo>
                    <a:pt x="1963658" y="29539"/>
                  </a:lnTo>
                  <a:lnTo>
                    <a:pt x="1971545" y="18376"/>
                  </a:lnTo>
                  <a:lnTo>
                    <a:pt x="1979431" y="9766"/>
                  </a:lnTo>
                  <a:lnTo>
                    <a:pt x="1987317" y="4196"/>
                  </a:lnTo>
                  <a:lnTo>
                    <a:pt x="1995203" y="950"/>
                  </a:lnTo>
                  <a:lnTo>
                    <a:pt x="2003089" y="0"/>
                  </a:lnTo>
                  <a:lnTo>
                    <a:pt x="2010975" y="1310"/>
                  </a:lnTo>
                  <a:lnTo>
                    <a:pt x="2018862" y="5238"/>
                  </a:lnTo>
                  <a:lnTo>
                    <a:pt x="2026748" y="11692"/>
                  </a:lnTo>
                  <a:lnTo>
                    <a:pt x="2034634" y="20207"/>
                  </a:lnTo>
                  <a:lnTo>
                    <a:pt x="2042520" y="30723"/>
                  </a:lnTo>
                  <a:lnTo>
                    <a:pt x="2050406" y="43180"/>
                  </a:lnTo>
                  <a:lnTo>
                    <a:pt x="2058293" y="58017"/>
                  </a:lnTo>
                  <a:lnTo>
                    <a:pt x="2066179" y="74725"/>
                  </a:lnTo>
                  <a:lnTo>
                    <a:pt x="2074065" y="93090"/>
                  </a:lnTo>
                  <a:lnTo>
                    <a:pt x="2081951" y="113042"/>
                  </a:lnTo>
                  <a:lnTo>
                    <a:pt x="2089837" y="134550"/>
                  </a:lnTo>
                  <a:lnTo>
                    <a:pt x="2097723" y="157937"/>
                  </a:lnTo>
                  <a:lnTo>
                    <a:pt x="2105610" y="182621"/>
                  </a:lnTo>
                  <a:lnTo>
                    <a:pt x="2113496" y="208536"/>
                  </a:lnTo>
                  <a:lnTo>
                    <a:pt x="2121382" y="235619"/>
                  </a:lnTo>
                  <a:lnTo>
                    <a:pt x="2129268" y="263940"/>
                  </a:lnTo>
                  <a:lnTo>
                    <a:pt x="2137154" y="293491"/>
                  </a:lnTo>
                  <a:lnTo>
                    <a:pt x="2145041" y="323965"/>
                  </a:lnTo>
                  <a:lnTo>
                    <a:pt x="2152927" y="355311"/>
                  </a:lnTo>
                  <a:lnTo>
                    <a:pt x="2160813" y="387478"/>
                  </a:lnTo>
                  <a:lnTo>
                    <a:pt x="2168699" y="420585"/>
                  </a:lnTo>
                  <a:lnTo>
                    <a:pt x="2176585" y="454472"/>
                  </a:lnTo>
                  <a:lnTo>
                    <a:pt x="2184471" y="489003"/>
                  </a:lnTo>
                  <a:lnTo>
                    <a:pt x="2192358" y="524142"/>
                  </a:lnTo>
                  <a:lnTo>
                    <a:pt x="2200244" y="559856"/>
                  </a:lnTo>
                  <a:lnTo>
                    <a:pt x="2208130" y="596276"/>
                  </a:lnTo>
                  <a:lnTo>
                    <a:pt x="2216016" y="633185"/>
                  </a:lnTo>
                  <a:lnTo>
                    <a:pt x="2223902" y="670542"/>
                  </a:lnTo>
                  <a:lnTo>
                    <a:pt x="2231789" y="708322"/>
                  </a:lnTo>
                  <a:lnTo>
                    <a:pt x="2239675" y="746529"/>
                  </a:lnTo>
                  <a:lnTo>
                    <a:pt x="2247561" y="785185"/>
                  </a:lnTo>
                  <a:lnTo>
                    <a:pt x="2255447" y="824156"/>
                  </a:lnTo>
                  <a:lnTo>
                    <a:pt x="2263333" y="863415"/>
                  </a:lnTo>
                  <a:lnTo>
                    <a:pt x="2271219" y="902934"/>
                  </a:lnTo>
                  <a:lnTo>
                    <a:pt x="2279106" y="942721"/>
                  </a:lnTo>
                  <a:lnTo>
                    <a:pt x="2286992" y="982718"/>
                  </a:lnTo>
                  <a:lnTo>
                    <a:pt x="2294878" y="1022853"/>
                  </a:lnTo>
                  <a:lnTo>
                    <a:pt x="2302764" y="1063093"/>
                  </a:lnTo>
                  <a:lnTo>
                    <a:pt x="2310650" y="1103406"/>
                  </a:lnTo>
                  <a:lnTo>
                    <a:pt x="2318536" y="1143744"/>
                  </a:lnTo>
                  <a:lnTo>
                    <a:pt x="2326423" y="1184037"/>
                  </a:lnTo>
                  <a:lnTo>
                    <a:pt x="2334309" y="1224245"/>
                  </a:lnTo>
                  <a:lnTo>
                    <a:pt x="2342195" y="1264325"/>
                  </a:lnTo>
                  <a:lnTo>
                    <a:pt x="2350081" y="1304226"/>
                  </a:lnTo>
                  <a:lnTo>
                    <a:pt x="2357967" y="1343804"/>
                  </a:lnTo>
                  <a:lnTo>
                    <a:pt x="2365854" y="1383068"/>
                  </a:lnTo>
                  <a:lnTo>
                    <a:pt x="2373740" y="1421973"/>
                  </a:lnTo>
                  <a:lnTo>
                    <a:pt x="2381626" y="1460471"/>
                  </a:lnTo>
                  <a:lnTo>
                    <a:pt x="2389512" y="1498437"/>
                  </a:lnTo>
                  <a:lnTo>
                    <a:pt x="2397398" y="1535742"/>
                  </a:lnTo>
                  <a:lnTo>
                    <a:pt x="2405284" y="1572444"/>
                  </a:lnTo>
                  <a:lnTo>
                    <a:pt x="2413171" y="1608498"/>
                  </a:lnTo>
                  <a:lnTo>
                    <a:pt x="2421057" y="1643860"/>
                  </a:lnTo>
                  <a:lnTo>
                    <a:pt x="2428943" y="1678279"/>
                  </a:lnTo>
                  <a:lnTo>
                    <a:pt x="2436829" y="1711784"/>
                  </a:lnTo>
                  <a:lnTo>
                    <a:pt x="2444715" y="1744429"/>
                  </a:lnTo>
                  <a:lnTo>
                    <a:pt x="2452602" y="1776178"/>
                  </a:lnTo>
                  <a:lnTo>
                    <a:pt x="2460488" y="1806998"/>
                  </a:lnTo>
                  <a:lnTo>
                    <a:pt x="2468374" y="1836494"/>
                  </a:lnTo>
                  <a:lnTo>
                    <a:pt x="2476260" y="1864965"/>
                  </a:lnTo>
                  <a:lnTo>
                    <a:pt x="2484146" y="1892403"/>
                  </a:lnTo>
                  <a:lnTo>
                    <a:pt x="2492032" y="1918790"/>
                  </a:lnTo>
                  <a:lnTo>
                    <a:pt x="2499919" y="1944008"/>
                  </a:lnTo>
                  <a:lnTo>
                    <a:pt x="2507805" y="1967850"/>
                  </a:lnTo>
                  <a:lnTo>
                    <a:pt x="2515691" y="1990605"/>
                  </a:lnTo>
                  <a:lnTo>
                    <a:pt x="2523577" y="2012273"/>
                  </a:lnTo>
                  <a:lnTo>
                    <a:pt x="2531463" y="2032859"/>
                  </a:lnTo>
                  <a:lnTo>
                    <a:pt x="2539350" y="2052153"/>
                  </a:lnTo>
                  <a:lnTo>
                    <a:pt x="2547236" y="2070213"/>
                  </a:lnTo>
                  <a:lnTo>
                    <a:pt x="2555122" y="2087238"/>
                  </a:lnTo>
                  <a:lnTo>
                    <a:pt x="2563008" y="2103243"/>
                  </a:lnTo>
                  <a:lnTo>
                    <a:pt x="2570894" y="2118251"/>
                  </a:lnTo>
                  <a:lnTo>
                    <a:pt x="2578780" y="2131996"/>
                  </a:lnTo>
                  <a:lnTo>
                    <a:pt x="2586667" y="2144765"/>
                  </a:lnTo>
                  <a:lnTo>
                    <a:pt x="2594553" y="2156642"/>
                  </a:lnTo>
                  <a:lnTo>
                    <a:pt x="2602439" y="2167660"/>
                  </a:lnTo>
                  <a:lnTo>
                    <a:pt x="2610325" y="2177811"/>
                  </a:lnTo>
                  <a:lnTo>
                    <a:pt x="2618211" y="2186935"/>
                  </a:lnTo>
                  <a:lnTo>
                    <a:pt x="2626098" y="2195333"/>
                  </a:lnTo>
                  <a:lnTo>
                    <a:pt x="2633984" y="2203038"/>
                  </a:lnTo>
                  <a:lnTo>
                    <a:pt x="2641870" y="2210084"/>
                  </a:lnTo>
                  <a:lnTo>
                    <a:pt x="2649756" y="2216418"/>
                  </a:lnTo>
                  <a:lnTo>
                    <a:pt x="2657642" y="2222066"/>
                  </a:lnTo>
                  <a:lnTo>
                    <a:pt x="2665528" y="2227192"/>
                  </a:lnTo>
                  <a:lnTo>
                    <a:pt x="2673415" y="2231828"/>
                  </a:lnTo>
                  <a:lnTo>
                    <a:pt x="2681301" y="2236005"/>
                  </a:lnTo>
                  <a:lnTo>
                    <a:pt x="2689187" y="2239657"/>
                  </a:lnTo>
                  <a:lnTo>
                    <a:pt x="2697073" y="2242896"/>
                  </a:lnTo>
                  <a:lnTo>
                    <a:pt x="2704959" y="2245794"/>
                  </a:lnTo>
                  <a:lnTo>
                    <a:pt x="2712846" y="2248376"/>
                  </a:lnTo>
                  <a:lnTo>
                    <a:pt x="2720732" y="2250667"/>
                  </a:lnTo>
                  <a:lnTo>
                    <a:pt x="2728618" y="2252609"/>
                  </a:lnTo>
                  <a:lnTo>
                    <a:pt x="2736504" y="2254327"/>
                  </a:lnTo>
                  <a:lnTo>
                    <a:pt x="2744390" y="2255842"/>
                  </a:lnTo>
                  <a:lnTo>
                    <a:pt x="2752276" y="2257172"/>
                  </a:lnTo>
                  <a:lnTo>
                    <a:pt x="2760163" y="2258317"/>
                  </a:lnTo>
                  <a:lnTo>
                    <a:pt x="2768049" y="2259283"/>
                  </a:lnTo>
                  <a:lnTo>
                    <a:pt x="2775935" y="2260126"/>
                  </a:lnTo>
                  <a:lnTo>
                    <a:pt x="2783821" y="2260857"/>
                  </a:lnTo>
                  <a:lnTo>
                    <a:pt x="2791707" y="2261489"/>
                  </a:lnTo>
                  <a:lnTo>
                    <a:pt x="2799593" y="2262016"/>
                  </a:lnTo>
                  <a:lnTo>
                    <a:pt x="2807480" y="2262460"/>
                  </a:lnTo>
                  <a:lnTo>
                    <a:pt x="2815366" y="2262841"/>
                  </a:lnTo>
                  <a:lnTo>
                    <a:pt x="2823252" y="2263167"/>
                  </a:lnTo>
                  <a:lnTo>
                    <a:pt x="2831138" y="2263443"/>
                  </a:lnTo>
                  <a:lnTo>
                    <a:pt x="2839024" y="2263666"/>
                  </a:lnTo>
                  <a:lnTo>
                    <a:pt x="2846911" y="2263854"/>
                  </a:lnTo>
                  <a:lnTo>
                    <a:pt x="2854797" y="2264013"/>
                  </a:lnTo>
                  <a:lnTo>
                    <a:pt x="2862683" y="2264147"/>
                  </a:lnTo>
                  <a:lnTo>
                    <a:pt x="2870569" y="2264258"/>
                  </a:lnTo>
                  <a:lnTo>
                    <a:pt x="2878455" y="2264346"/>
                  </a:lnTo>
                  <a:lnTo>
                    <a:pt x="2886341" y="2264419"/>
                  </a:lnTo>
                  <a:lnTo>
                    <a:pt x="2894228" y="2264480"/>
                  </a:lnTo>
                  <a:lnTo>
                    <a:pt x="2902114" y="2264531"/>
                  </a:lnTo>
                  <a:lnTo>
                    <a:pt x="2910000" y="2264571"/>
                  </a:lnTo>
                  <a:lnTo>
                    <a:pt x="2917886" y="2264603"/>
                  </a:lnTo>
                  <a:lnTo>
                    <a:pt x="2925772" y="2264630"/>
                  </a:lnTo>
                  <a:lnTo>
                    <a:pt x="2933659" y="2264651"/>
                  </a:lnTo>
                  <a:lnTo>
                    <a:pt x="2941545" y="2264669"/>
                  </a:lnTo>
                  <a:lnTo>
                    <a:pt x="2949431" y="2264683"/>
                  </a:lnTo>
                  <a:lnTo>
                    <a:pt x="2957317" y="2264693"/>
                  </a:lnTo>
                  <a:lnTo>
                    <a:pt x="2965203" y="2264702"/>
                  </a:lnTo>
                  <a:lnTo>
                    <a:pt x="2973089" y="2264709"/>
                  </a:lnTo>
                  <a:lnTo>
                    <a:pt x="2980976" y="2264715"/>
                  </a:lnTo>
                  <a:lnTo>
                    <a:pt x="2988862" y="2264719"/>
                  </a:lnTo>
                  <a:lnTo>
                    <a:pt x="2996748" y="2264722"/>
                  </a:lnTo>
                  <a:lnTo>
                    <a:pt x="3004634" y="2264725"/>
                  </a:lnTo>
                  <a:lnTo>
                    <a:pt x="3012520" y="2264727"/>
                  </a:lnTo>
                  <a:lnTo>
                    <a:pt x="3020407" y="2264729"/>
                  </a:lnTo>
                  <a:lnTo>
                    <a:pt x="3028293" y="2264730"/>
                  </a:lnTo>
                  <a:lnTo>
                    <a:pt x="3036179" y="2264731"/>
                  </a:lnTo>
                  <a:lnTo>
                    <a:pt x="3044065" y="2264732"/>
                  </a:lnTo>
                  <a:lnTo>
                    <a:pt x="3051951" y="2264732"/>
                  </a:lnTo>
                  <a:lnTo>
                    <a:pt x="3059837" y="2264733"/>
                  </a:lnTo>
                  <a:lnTo>
                    <a:pt x="3067724" y="2264733"/>
                  </a:lnTo>
                  <a:lnTo>
                    <a:pt x="3075610" y="2264733"/>
                  </a:lnTo>
                  <a:lnTo>
                    <a:pt x="3083496" y="2264733"/>
                  </a:lnTo>
                  <a:lnTo>
                    <a:pt x="3091382" y="2264734"/>
                  </a:lnTo>
                  <a:lnTo>
                    <a:pt x="3099268" y="2264734"/>
                  </a:lnTo>
                  <a:lnTo>
                    <a:pt x="3107155" y="2264734"/>
                  </a:lnTo>
                  <a:lnTo>
                    <a:pt x="3115041" y="2264734"/>
                  </a:lnTo>
                  <a:lnTo>
                    <a:pt x="3122927" y="2264734"/>
                  </a:lnTo>
                  <a:lnTo>
                    <a:pt x="3130813" y="2264734"/>
                  </a:lnTo>
                  <a:lnTo>
                    <a:pt x="3138699" y="2264734"/>
                  </a:lnTo>
                  <a:lnTo>
                    <a:pt x="3146585" y="2264734"/>
                  </a:lnTo>
                  <a:lnTo>
                    <a:pt x="3154472" y="2264734"/>
                  </a:lnTo>
                  <a:lnTo>
                    <a:pt x="3162358" y="2264734"/>
                  </a:lnTo>
                  <a:lnTo>
                    <a:pt x="3170244" y="2264734"/>
                  </a:lnTo>
                  <a:lnTo>
                    <a:pt x="3178130" y="2264734"/>
                  </a:lnTo>
                  <a:lnTo>
                    <a:pt x="3186016" y="2264734"/>
                  </a:lnTo>
                  <a:lnTo>
                    <a:pt x="3193903" y="2264734"/>
                  </a:lnTo>
                  <a:lnTo>
                    <a:pt x="3201789" y="2264734"/>
                  </a:lnTo>
                  <a:lnTo>
                    <a:pt x="3209675" y="2264734"/>
                  </a:lnTo>
                  <a:lnTo>
                    <a:pt x="3217561" y="2264734"/>
                  </a:lnTo>
                  <a:lnTo>
                    <a:pt x="3225447" y="2264734"/>
                  </a:lnTo>
                  <a:lnTo>
                    <a:pt x="3233333" y="2264734"/>
                  </a:lnTo>
                  <a:lnTo>
                    <a:pt x="3241220" y="2264734"/>
                  </a:lnTo>
                  <a:lnTo>
                    <a:pt x="3249106" y="2264734"/>
                  </a:lnTo>
                  <a:lnTo>
                    <a:pt x="3256992" y="2264734"/>
                  </a:lnTo>
                  <a:lnTo>
                    <a:pt x="3264878" y="2264734"/>
                  </a:lnTo>
                  <a:lnTo>
                    <a:pt x="3272764" y="2264734"/>
                  </a:lnTo>
                  <a:lnTo>
                    <a:pt x="3280650" y="2264734"/>
                  </a:lnTo>
                  <a:lnTo>
                    <a:pt x="3288537" y="2264734"/>
                  </a:lnTo>
                  <a:lnTo>
                    <a:pt x="3296423" y="2264734"/>
                  </a:lnTo>
                  <a:lnTo>
                    <a:pt x="3304309" y="2264734"/>
                  </a:lnTo>
                  <a:lnTo>
                    <a:pt x="3312195" y="2264734"/>
                  </a:lnTo>
                  <a:lnTo>
                    <a:pt x="3320081" y="2264734"/>
                  </a:lnTo>
                  <a:lnTo>
                    <a:pt x="3327968" y="2264734"/>
                  </a:lnTo>
                  <a:lnTo>
                    <a:pt x="3335854" y="2264734"/>
                  </a:lnTo>
                  <a:lnTo>
                    <a:pt x="3343740" y="2264734"/>
                  </a:lnTo>
                  <a:lnTo>
                    <a:pt x="3351626" y="2264734"/>
                  </a:lnTo>
                  <a:lnTo>
                    <a:pt x="3359512" y="2264734"/>
                  </a:lnTo>
                  <a:lnTo>
                    <a:pt x="3367398" y="2264734"/>
                  </a:lnTo>
                  <a:lnTo>
                    <a:pt x="3375285" y="2264734"/>
                  </a:lnTo>
                  <a:lnTo>
                    <a:pt x="3383171" y="2264734"/>
                  </a:lnTo>
                  <a:lnTo>
                    <a:pt x="3391057" y="2264734"/>
                  </a:lnTo>
                  <a:lnTo>
                    <a:pt x="3398943" y="2264734"/>
                  </a:lnTo>
                  <a:lnTo>
                    <a:pt x="3406829" y="2264734"/>
                  </a:lnTo>
                  <a:lnTo>
                    <a:pt x="3414716" y="2264734"/>
                  </a:lnTo>
                  <a:lnTo>
                    <a:pt x="3422602" y="2264734"/>
                  </a:lnTo>
                  <a:lnTo>
                    <a:pt x="3430488" y="2264734"/>
                  </a:lnTo>
                  <a:lnTo>
                    <a:pt x="3438374" y="2264734"/>
                  </a:lnTo>
                  <a:lnTo>
                    <a:pt x="3446260" y="2264734"/>
                  </a:lnTo>
                  <a:lnTo>
                    <a:pt x="3454146" y="2264734"/>
                  </a:lnTo>
                  <a:lnTo>
                    <a:pt x="3462033" y="2264734"/>
                  </a:lnTo>
                  <a:lnTo>
                    <a:pt x="3469919" y="2264734"/>
                  </a:lnTo>
                  <a:lnTo>
                    <a:pt x="3477805" y="2264734"/>
                  </a:lnTo>
                  <a:lnTo>
                    <a:pt x="3485691" y="2264734"/>
                  </a:lnTo>
                  <a:lnTo>
                    <a:pt x="3493577" y="2264734"/>
                  </a:lnTo>
                  <a:lnTo>
                    <a:pt x="3501464" y="2264734"/>
                  </a:lnTo>
                  <a:lnTo>
                    <a:pt x="3509350" y="2264734"/>
                  </a:lnTo>
                  <a:lnTo>
                    <a:pt x="3517236" y="2264734"/>
                  </a:lnTo>
                  <a:lnTo>
                    <a:pt x="3525122" y="2264734"/>
                  </a:lnTo>
                  <a:lnTo>
                    <a:pt x="3533008" y="2264734"/>
                  </a:lnTo>
                  <a:lnTo>
                    <a:pt x="3540894" y="2264734"/>
                  </a:lnTo>
                  <a:lnTo>
                    <a:pt x="3548781" y="2264734"/>
                  </a:lnTo>
                  <a:lnTo>
                    <a:pt x="3556667" y="2264734"/>
                  </a:lnTo>
                  <a:lnTo>
                    <a:pt x="3564553" y="2264734"/>
                  </a:lnTo>
                  <a:lnTo>
                    <a:pt x="3572439" y="2264734"/>
                  </a:lnTo>
                  <a:lnTo>
                    <a:pt x="3580325" y="2264734"/>
                  </a:lnTo>
                  <a:lnTo>
                    <a:pt x="3588212" y="2264734"/>
                  </a:lnTo>
                  <a:lnTo>
                    <a:pt x="3596098" y="2264734"/>
                  </a:lnTo>
                  <a:lnTo>
                    <a:pt x="3603984" y="2264734"/>
                  </a:lnTo>
                  <a:lnTo>
                    <a:pt x="3611870" y="2264734"/>
                  </a:lnTo>
                  <a:lnTo>
                    <a:pt x="3619756" y="2264734"/>
                  </a:lnTo>
                  <a:lnTo>
                    <a:pt x="3627642" y="2264734"/>
                  </a:lnTo>
                  <a:lnTo>
                    <a:pt x="3635529" y="2264734"/>
                  </a:lnTo>
                  <a:lnTo>
                    <a:pt x="3643415" y="2264734"/>
                  </a:lnTo>
                  <a:lnTo>
                    <a:pt x="3651301" y="2264734"/>
                  </a:lnTo>
                  <a:lnTo>
                    <a:pt x="3659187" y="2264734"/>
                  </a:lnTo>
                  <a:lnTo>
                    <a:pt x="3667073" y="2264734"/>
                  </a:lnTo>
                  <a:lnTo>
                    <a:pt x="3674959" y="2264734"/>
                  </a:lnTo>
                  <a:lnTo>
                    <a:pt x="3682846" y="2264734"/>
                  </a:lnTo>
                  <a:lnTo>
                    <a:pt x="3690732" y="2264734"/>
                  </a:lnTo>
                  <a:lnTo>
                    <a:pt x="3698618" y="2264734"/>
                  </a:lnTo>
                  <a:lnTo>
                    <a:pt x="3706504" y="2264734"/>
                  </a:lnTo>
                  <a:lnTo>
                    <a:pt x="3714390" y="2264734"/>
                  </a:lnTo>
                  <a:lnTo>
                    <a:pt x="3722277" y="2264734"/>
                  </a:lnTo>
                  <a:lnTo>
                    <a:pt x="3730163" y="2264734"/>
                  </a:lnTo>
                  <a:lnTo>
                    <a:pt x="3738049" y="2264734"/>
                  </a:lnTo>
                  <a:lnTo>
                    <a:pt x="3745935" y="2264734"/>
                  </a:lnTo>
                  <a:lnTo>
                    <a:pt x="3753821" y="2264734"/>
                  </a:lnTo>
                  <a:lnTo>
                    <a:pt x="3761707" y="2264734"/>
                  </a:lnTo>
                  <a:lnTo>
                    <a:pt x="3769594" y="2264734"/>
                  </a:lnTo>
                  <a:lnTo>
                    <a:pt x="3777480" y="2264734"/>
                  </a:lnTo>
                  <a:lnTo>
                    <a:pt x="3785366" y="2264734"/>
                  </a:lnTo>
                  <a:lnTo>
                    <a:pt x="3793252" y="2264734"/>
                  </a:lnTo>
                  <a:lnTo>
                    <a:pt x="3801138" y="2264734"/>
                  </a:lnTo>
                  <a:lnTo>
                    <a:pt x="3809025" y="2264734"/>
                  </a:lnTo>
                  <a:lnTo>
                    <a:pt x="3816911" y="2264734"/>
                  </a:lnTo>
                  <a:lnTo>
                    <a:pt x="3824797" y="2264734"/>
                  </a:lnTo>
                  <a:lnTo>
                    <a:pt x="3832683" y="2264734"/>
                  </a:lnTo>
                  <a:lnTo>
                    <a:pt x="3840569" y="2264734"/>
                  </a:lnTo>
                  <a:lnTo>
                    <a:pt x="3848455" y="2264734"/>
                  </a:lnTo>
                  <a:lnTo>
                    <a:pt x="3856342" y="2264734"/>
                  </a:lnTo>
                  <a:lnTo>
                    <a:pt x="3864228" y="2264734"/>
                  </a:lnTo>
                  <a:lnTo>
                    <a:pt x="3872114" y="2264734"/>
                  </a:lnTo>
                  <a:lnTo>
                    <a:pt x="3880000" y="2264734"/>
                  </a:lnTo>
                  <a:lnTo>
                    <a:pt x="3887886" y="2264734"/>
                  </a:lnTo>
                  <a:lnTo>
                    <a:pt x="3895773" y="2264734"/>
                  </a:lnTo>
                  <a:lnTo>
                    <a:pt x="3903659" y="2264734"/>
                  </a:lnTo>
                  <a:lnTo>
                    <a:pt x="3911545" y="2264734"/>
                  </a:lnTo>
                  <a:lnTo>
                    <a:pt x="3919431" y="2264734"/>
                  </a:lnTo>
                  <a:lnTo>
                    <a:pt x="3927317" y="2264734"/>
                  </a:lnTo>
                  <a:lnTo>
                    <a:pt x="3935203" y="2264734"/>
                  </a:lnTo>
                  <a:lnTo>
                    <a:pt x="3943090" y="2264734"/>
                  </a:lnTo>
                  <a:lnTo>
                    <a:pt x="3950976" y="2264734"/>
                  </a:lnTo>
                  <a:lnTo>
                    <a:pt x="3958862" y="2264734"/>
                  </a:lnTo>
                  <a:lnTo>
                    <a:pt x="3966748" y="2264734"/>
                  </a:lnTo>
                  <a:lnTo>
                    <a:pt x="3974634" y="2264734"/>
                  </a:lnTo>
                  <a:lnTo>
                    <a:pt x="3982521" y="2264734"/>
                  </a:lnTo>
                  <a:lnTo>
                    <a:pt x="3990407" y="2264734"/>
                  </a:lnTo>
                  <a:lnTo>
                    <a:pt x="3998293" y="2264734"/>
                  </a:lnTo>
                  <a:lnTo>
                    <a:pt x="4006179" y="2264734"/>
                  </a:lnTo>
                  <a:lnTo>
                    <a:pt x="4014065" y="2264734"/>
                  </a:lnTo>
                  <a:lnTo>
                    <a:pt x="4021951" y="2264734"/>
                  </a:lnTo>
                  <a:lnTo>
                    <a:pt x="4029838" y="226473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1"/>
            <p:cNvSpPr/>
            <p:nvPr/>
          </p:nvSpPr>
          <p:spPr>
            <a:xfrm>
              <a:off x="7814880" y="4472084"/>
              <a:ext cx="4029838" cy="322648"/>
            </a:xfrm>
            <a:custGeom>
              <a:avLst/>
              <a:pathLst>
                <a:path w="4029838" h="322648">
                  <a:moveTo>
                    <a:pt x="0" y="322648"/>
                  </a:moveTo>
                  <a:lnTo>
                    <a:pt x="7886" y="322648"/>
                  </a:lnTo>
                  <a:lnTo>
                    <a:pt x="15772" y="322648"/>
                  </a:lnTo>
                  <a:lnTo>
                    <a:pt x="23658" y="322648"/>
                  </a:lnTo>
                  <a:lnTo>
                    <a:pt x="31544" y="322648"/>
                  </a:lnTo>
                  <a:lnTo>
                    <a:pt x="39430" y="322648"/>
                  </a:lnTo>
                  <a:lnTo>
                    <a:pt x="47317" y="322648"/>
                  </a:lnTo>
                  <a:lnTo>
                    <a:pt x="55203" y="322648"/>
                  </a:lnTo>
                  <a:lnTo>
                    <a:pt x="63089" y="322648"/>
                  </a:lnTo>
                  <a:lnTo>
                    <a:pt x="70975" y="322648"/>
                  </a:lnTo>
                  <a:lnTo>
                    <a:pt x="78861" y="322648"/>
                  </a:lnTo>
                  <a:lnTo>
                    <a:pt x="86747" y="322648"/>
                  </a:lnTo>
                  <a:lnTo>
                    <a:pt x="94634" y="322648"/>
                  </a:lnTo>
                  <a:lnTo>
                    <a:pt x="102520" y="322648"/>
                  </a:lnTo>
                  <a:lnTo>
                    <a:pt x="110406" y="322648"/>
                  </a:lnTo>
                  <a:lnTo>
                    <a:pt x="118292" y="322648"/>
                  </a:lnTo>
                  <a:lnTo>
                    <a:pt x="126178" y="322648"/>
                  </a:lnTo>
                  <a:lnTo>
                    <a:pt x="134065" y="322648"/>
                  </a:lnTo>
                  <a:lnTo>
                    <a:pt x="141951" y="322648"/>
                  </a:lnTo>
                  <a:lnTo>
                    <a:pt x="149837" y="322648"/>
                  </a:lnTo>
                  <a:lnTo>
                    <a:pt x="157723" y="322648"/>
                  </a:lnTo>
                  <a:lnTo>
                    <a:pt x="165609" y="322648"/>
                  </a:lnTo>
                  <a:lnTo>
                    <a:pt x="173495" y="322648"/>
                  </a:lnTo>
                  <a:lnTo>
                    <a:pt x="181382" y="322648"/>
                  </a:lnTo>
                  <a:lnTo>
                    <a:pt x="189268" y="322648"/>
                  </a:lnTo>
                  <a:lnTo>
                    <a:pt x="197154" y="322648"/>
                  </a:lnTo>
                  <a:lnTo>
                    <a:pt x="205040" y="322648"/>
                  </a:lnTo>
                  <a:lnTo>
                    <a:pt x="212926" y="322648"/>
                  </a:lnTo>
                  <a:lnTo>
                    <a:pt x="220813" y="322648"/>
                  </a:lnTo>
                  <a:lnTo>
                    <a:pt x="228699" y="322648"/>
                  </a:lnTo>
                  <a:lnTo>
                    <a:pt x="236585" y="322648"/>
                  </a:lnTo>
                  <a:lnTo>
                    <a:pt x="244471" y="322648"/>
                  </a:lnTo>
                  <a:lnTo>
                    <a:pt x="252357" y="322648"/>
                  </a:lnTo>
                  <a:lnTo>
                    <a:pt x="260243" y="322648"/>
                  </a:lnTo>
                  <a:lnTo>
                    <a:pt x="268130" y="322648"/>
                  </a:lnTo>
                  <a:lnTo>
                    <a:pt x="276016" y="322648"/>
                  </a:lnTo>
                  <a:lnTo>
                    <a:pt x="283902" y="322648"/>
                  </a:lnTo>
                  <a:lnTo>
                    <a:pt x="291788" y="322648"/>
                  </a:lnTo>
                  <a:lnTo>
                    <a:pt x="299674" y="322648"/>
                  </a:lnTo>
                  <a:lnTo>
                    <a:pt x="307561" y="322648"/>
                  </a:lnTo>
                  <a:lnTo>
                    <a:pt x="315447" y="322648"/>
                  </a:lnTo>
                  <a:lnTo>
                    <a:pt x="323333" y="322648"/>
                  </a:lnTo>
                  <a:lnTo>
                    <a:pt x="331219" y="322648"/>
                  </a:lnTo>
                  <a:lnTo>
                    <a:pt x="339105" y="322648"/>
                  </a:lnTo>
                  <a:lnTo>
                    <a:pt x="346991" y="322648"/>
                  </a:lnTo>
                  <a:lnTo>
                    <a:pt x="354878" y="322648"/>
                  </a:lnTo>
                  <a:lnTo>
                    <a:pt x="362764" y="322648"/>
                  </a:lnTo>
                  <a:lnTo>
                    <a:pt x="370650" y="322648"/>
                  </a:lnTo>
                  <a:lnTo>
                    <a:pt x="378536" y="322648"/>
                  </a:lnTo>
                  <a:lnTo>
                    <a:pt x="386422" y="322648"/>
                  </a:lnTo>
                  <a:lnTo>
                    <a:pt x="394309" y="322648"/>
                  </a:lnTo>
                  <a:lnTo>
                    <a:pt x="402195" y="322648"/>
                  </a:lnTo>
                  <a:lnTo>
                    <a:pt x="410081" y="322648"/>
                  </a:lnTo>
                  <a:lnTo>
                    <a:pt x="417967" y="322648"/>
                  </a:lnTo>
                  <a:lnTo>
                    <a:pt x="425853" y="322648"/>
                  </a:lnTo>
                  <a:lnTo>
                    <a:pt x="433739" y="322648"/>
                  </a:lnTo>
                  <a:lnTo>
                    <a:pt x="441626" y="322648"/>
                  </a:lnTo>
                  <a:lnTo>
                    <a:pt x="449512" y="322648"/>
                  </a:lnTo>
                  <a:lnTo>
                    <a:pt x="457398" y="322648"/>
                  </a:lnTo>
                  <a:lnTo>
                    <a:pt x="465284" y="322648"/>
                  </a:lnTo>
                  <a:lnTo>
                    <a:pt x="473170" y="322648"/>
                  </a:lnTo>
                  <a:lnTo>
                    <a:pt x="481056" y="322648"/>
                  </a:lnTo>
                  <a:lnTo>
                    <a:pt x="488943" y="322648"/>
                  </a:lnTo>
                  <a:lnTo>
                    <a:pt x="496829" y="322648"/>
                  </a:lnTo>
                  <a:lnTo>
                    <a:pt x="504715" y="322648"/>
                  </a:lnTo>
                  <a:lnTo>
                    <a:pt x="512601" y="322648"/>
                  </a:lnTo>
                  <a:lnTo>
                    <a:pt x="520487" y="322648"/>
                  </a:lnTo>
                  <a:lnTo>
                    <a:pt x="528374" y="322648"/>
                  </a:lnTo>
                  <a:lnTo>
                    <a:pt x="536260" y="322648"/>
                  </a:lnTo>
                  <a:lnTo>
                    <a:pt x="544146" y="322648"/>
                  </a:lnTo>
                  <a:lnTo>
                    <a:pt x="552032" y="322648"/>
                  </a:lnTo>
                  <a:lnTo>
                    <a:pt x="559918" y="322648"/>
                  </a:lnTo>
                  <a:lnTo>
                    <a:pt x="567804" y="322648"/>
                  </a:lnTo>
                  <a:lnTo>
                    <a:pt x="575691" y="322648"/>
                  </a:lnTo>
                  <a:lnTo>
                    <a:pt x="583577" y="322648"/>
                  </a:lnTo>
                  <a:lnTo>
                    <a:pt x="591463" y="322648"/>
                  </a:lnTo>
                  <a:lnTo>
                    <a:pt x="599349" y="322648"/>
                  </a:lnTo>
                  <a:lnTo>
                    <a:pt x="607235" y="322648"/>
                  </a:lnTo>
                  <a:lnTo>
                    <a:pt x="615122" y="322648"/>
                  </a:lnTo>
                  <a:lnTo>
                    <a:pt x="623008" y="322648"/>
                  </a:lnTo>
                  <a:lnTo>
                    <a:pt x="630894" y="322648"/>
                  </a:lnTo>
                  <a:lnTo>
                    <a:pt x="638780" y="322648"/>
                  </a:lnTo>
                  <a:lnTo>
                    <a:pt x="646666" y="322648"/>
                  </a:lnTo>
                  <a:lnTo>
                    <a:pt x="654552" y="322648"/>
                  </a:lnTo>
                  <a:lnTo>
                    <a:pt x="662439" y="322648"/>
                  </a:lnTo>
                  <a:lnTo>
                    <a:pt x="670325" y="322648"/>
                  </a:lnTo>
                  <a:lnTo>
                    <a:pt x="678211" y="322648"/>
                  </a:lnTo>
                  <a:lnTo>
                    <a:pt x="686097" y="322648"/>
                  </a:lnTo>
                  <a:lnTo>
                    <a:pt x="693983" y="322648"/>
                  </a:lnTo>
                  <a:lnTo>
                    <a:pt x="701870" y="322648"/>
                  </a:lnTo>
                  <a:lnTo>
                    <a:pt x="709756" y="322648"/>
                  </a:lnTo>
                  <a:lnTo>
                    <a:pt x="717642" y="322648"/>
                  </a:lnTo>
                  <a:lnTo>
                    <a:pt x="725528" y="322648"/>
                  </a:lnTo>
                  <a:lnTo>
                    <a:pt x="733414" y="322648"/>
                  </a:lnTo>
                  <a:lnTo>
                    <a:pt x="741300" y="322648"/>
                  </a:lnTo>
                  <a:lnTo>
                    <a:pt x="749187" y="322648"/>
                  </a:lnTo>
                  <a:lnTo>
                    <a:pt x="757073" y="322648"/>
                  </a:lnTo>
                  <a:lnTo>
                    <a:pt x="764959" y="322648"/>
                  </a:lnTo>
                  <a:lnTo>
                    <a:pt x="772845" y="322648"/>
                  </a:lnTo>
                  <a:lnTo>
                    <a:pt x="780731" y="322648"/>
                  </a:lnTo>
                  <a:lnTo>
                    <a:pt x="788618" y="322648"/>
                  </a:lnTo>
                  <a:lnTo>
                    <a:pt x="796504" y="322648"/>
                  </a:lnTo>
                  <a:lnTo>
                    <a:pt x="804390" y="322648"/>
                  </a:lnTo>
                  <a:lnTo>
                    <a:pt x="812276" y="322648"/>
                  </a:lnTo>
                  <a:lnTo>
                    <a:pt x="820162" y="322648"/>
                  </a:lnTo>
                  <a:lnTo>
                    <a:pt x="828048" y="322648"/>
                  </a:lnTo>
                  <a:lnTo>
                    <a:pt x="835935" y="322648"/>
                  </a:lnTo>
                  <a:lnTo>
                    <a:pt x="843821" y="322648"/>
                  </a:lnTo>
                  <a:lnTo>
                    <a:pt x="851707" y="322648"/>
                  </a:lnTo>
                  <a:lnTo>
                    <a:pt x="859593" y="322648"/>
                  </a:lnTo>
                  <a:lnTo>
                    <a:pt x="867479" y="322648"/>
                  </a:lnTo>
                  <a:lnTo>
                    <a:pt x="875366" y="322648"/>
                  </a:lnTo>
                  <a:lnTo>
                    <a:pt x="883252" y="322648"/>
                  </a:lnTo>
                  <a:lnTo>
                    <a:pt x="891138" y="322648"/>
                  </a:lnTo>
                  <a:lnTo>
                    <a:pt x="899024" y="322648"/>
                  </a:lnTo>
                  <a:lnTo>
                    <a:pt x="906910" y="322648"/>
                  </a:lnTo>
                  <a:lnTo>
                    <a:pt x="914796" y="322648"/>
                  </a:lnTo>
                  <a:lnTo>
                    <a:pt x="922683" y="322648"/>
                  </a:lnTo>
                  <a:lnTo>
                    <a:pt x="930569" y="322648"/>
                  </a:lnTo>
                  <a:lnTo>
                    <a:pt x="938455" y="322648"/>
                  </a:lnTo>
                  <a:lnTo>
                    <a:pt x="946341" y="322648"/>
                  </a:lnTo>
                  <a:lnTo>
                    <a:pt x="954227" y="322648"/>
                  </a:lnTo>
                  <a:lnTo>
                    <a:pt x="962113" y="322648"/>
                  </a:lnTo>
                  <a:lnTo>
                    <a:pt x="970000" y="322648"/>
                  </a:lnTo>
                  <a:lnTo>
                    <a:pt x="977886" y="322648"/>
                  </a:lnTo>
                  <a:lnTo>
                    <a:pt x="985772" y="322648"/>
                  </a:lnTo>
                  <a:lnTo>
                    <a:pt x="993658" y="322648"/>
                  </a:lnTo>
                  <a:lnTo>
                    <a:pt x="1001544" y="322648"/>
                  </a:lnTo>
                  <a:lnTo>
                    <a:pt x="1009431" y="322648"/>
                  </a:lnTo>
                  <a:lnTo>
                    <a:pt x="1017317" y="322648"/>
                  </a:lnTo>
                  <a:lnTo>
                    <a:pt x="1025203" y="322648"/>
                  </a:lnTo>
                  <a:lnTo>
                    <a:pt x="1033089" y="322648"/>
                  </a:lnTo>
                  <a:lnTo>
                    <a:pt x="1040975" y="322648"/>
                  </a:lnTo>
                  <a:lnTo>
                    <a:pt x="1048861" y="322648"/>
                  </a:lnTo>
                  <a:lnTo>
                    <a:pt x="1056748" y="322648"/>
                  </a:lnTo>
                  <a:lnTo>
                    <a:pt x="1064634" y="322648"/>
                  </a:lnTo>
                  <a:lnTo>
                    <a:pt x="1072520" y="322648"/>
                  </a:lnTo>
                  <a:lnTo>
                    <a:pt x="1080406" y="322648"/>
                  </a:lnTo>
                  <a:lnTo>
                    <a:pt x="1088292" y="322648"/>
                  </a:lnTo>
                  <a:lnTo>
                    <a:pt x="1096179" y="322648"/>
                  </a:lnTo>
                  <a:lnTo>
                    <a:pt x="1104065" y="322648"/>
                  </a:lnTo>
                  <a:lnTo>
                    <a:pt x="1111951" y="322648"/>
                  </a:lnTo>
                  <a:lnTo>
                    <a:pt x="1119837" y="322648"/>
                  </a:lnTo>
                  <a:lnTo>
                    <a:pt x="1127723" y="322648"/>
                  </a:lnTo>
                  <a:lnTo>
                    <a:pt x="1135609" y="322648"/>
                  </a:lnTo>
                  <a:lnTo>
                    <a:pt x="1143496" y="322648"/>
                  </a:lnTo>
                  <a:lnTo>
                    <a:pt x="1151382" y="322648"/>
                  </a:lnTo>
                  <a:lnTo>
                    <a:pt x="1159268" y="322648"/>
                  </a:lnTo>
                  <a:lnTo>
                    <a:pt x="1167154" y="322648"/>
                  </a:lnTo>
                  <a:lnTo>
                    <a:pt x="1175040" y="322648"/>
                  </a:lnTo>
                  <a:lnTo>
                    <a:pt x="1182927" y="322648"/>
                  </a:lnTo>
                  <a:lnTo>
                    <a:pt x="1190813" y="322648"/>
                  </a:lnTo>
                  <a:lnTo>
                    <a:pt x="1198699" y="322648"/>
                  </a:lnTo>
                  <a:lnTo>
                    <a:pt x="1206585" y="322648"/>
                  </a:lnTo>
                  <a:lnTo>
                    <a:pt x="1214471" y="322648"/>
                  </a:lnTo>
                  <a:lnTo>
                    <a:pt x="1222357" y="322648"/>
                  </a:lnTo>
                  <a:lnTo>
                    <a:pt x="1230244" y="322648"/>
                  </a:lnTo>
                  <a:lnTo>
                    <a:pt x="1238130" y="322648"/>
                  </a:lnTo>
                  <a:lnTo>
                    <a:pt x="1246016" y="322648"/>
                  </a:lnTo>
                  <a:lnTo>
                    <a:pt x="1253902" y="322648"/>
                  </a:lnTo>
                  <a:lnTo>
                    <a:pt x="1261788" y="322648"/>
                  </a:lnTo>
                  <a:lnTo>
                    <a:pt x="1269675" y="322648"/>
                  </a:lnTo>
                  <a:lnTo>
                    <a:pt x="1277561" y="322648"/>
                  </a:lnTo>
                  <a:lnTo>
                    <a:pt x="1285447" y="322648"/>
                  </a:lnTo>
                  <a:lnTo>
                    <a:pt x="1293333" y="322648"/>
                  </a:lnTo>
                  <a:lnTo>
                    <a:pt x="1301219" y="322648"/>
                  </a:lnTo>
                  <a:lnTo>
                    <a:pt x="1309105" y="322648"/>
                  </a:lnTo>
                  <a:lnTo>
                    <a:pt x="1316992" y="322648"/>
                  </a:lnTo>
                  <a:lnTo>
                    <a:pt x="1324878" y="322648"/>
                  </a:lnTo>
                  <a:lnTo>
                    <a:pt x="1332764" y="322648"/>
                  </a:lnTo>
                  <a:lnTo>
                    <a:pt x="1340650" y="322648"/>
                  </a:lnTo>
                  <a:lnTo>
                    <a:pt x="1348536" y="322648"/>
                  </a:lnTo>
                  <a:lnTo>
                    <a:pt x="1356423" y="322648"/>
                  </a:lnTo>
                  <a:lnTo>
                    <a:pt x="1364309" y="322648"/>
                  </a:lnTo>
                  <a:lnTo>
                    <a:pt x="1372195" y="322648"/>
                  </a:lnTo>
                  <a:lnTo>
                    <a:pt x="1380081" y="322648"/>
                  </a:lnTo>
                  <a:lnTo>
                    <a:pt x="1387967" y="322648"/>
                  </a:lnTo>
                  <a:lnTo>
                    <a:pt x="1395853" y="322648"/>
                  </a:lnTo>
                  <a:lnTo>
                    <a:pt x="1403740" y="322648"/>
                  </a:lnTo>
                  <a:lnTo>
                    <a:pt x="1411626" y="322648"/>
                  </a:lnTo>
                  <a:lnTo>
                    <a:pt x="1419512" y="322648"/>
                  </a:lnTo>
                  <a:lnTo>
                    <a:pt x="1427398" y="322648"/>
                  </a:lnTo>
                  <a:lnTo>
                    <a:pt x="1435284" y="322648"/>
                  </a:lnTo>
                  <a:lnTo>
                    <a:pt x="1443170" y="322648"/>
                  </a:lnTo>
                  <a:lnTo>
                    <a:pt x="1451057" y="322648"/>
                  </a:lnTo>
                  <a:lnTo>
                    <a:pt x="1458943" y="322648"/>
                  </a:lnTo>
                  <a:lnTo>
                    <a:pt x="1466829" y="322648"/>
                  </a:lnTo>
                  <a:lnTo>
                    <a:pt x="1474715" y="322648"/>
                  </a:lnTo>
                  <a:lnTo>
                    <a:pt x="1482601" y="322648"/>
                  </a:lnTo>
                  <a:lnTo>
                    <a:pt x="1490488" y="322648"/>
                  </a:lnTo>
                  <a:lnTo>
                    <a:pt x="1498374" y="322648"/>
                  </a:lnTo>
                  <a:lnTo>
                    <a:pt x="1506260" y="322648"/>
                  </a:lnTo>
                  <a:lnTo>
                    <a:pt x="1514146" y="322648"/>
                  </a:lnTo>
                  <a:lnTo>
                    <a:pt x="1522032" y="322648"/>
                  </a:lnTo>
                  <a:lnTo>
                    <a:pt x="1529918" y="322648"/>
                  </a:lnTo>
                  <a:lnTo>
                    <a:pt x="1537805" y="322648"/>
                  </a:lnTo>
                  <a:lnTo>
                    <a:pt x="1545691" y="322648"/>
                  </a:lnTo>
                  <a:lnTo>
                    <a:pt x="1553577" y="322648"/>
                  </a:lnTo>
                  <a:lnTo>
                    <a:pt x="1561463" y="322647"/>
                  </a:lnTo>
                  <a:lnTo>
                    <a:pt x="1569349" y="322647"/>
                  </a:lnTo>
                  <a:lnTo>
                    <a:pt x="1577236" y="322647"/>
                  </a:lnTo>
                  <a:lnTo>
                    <a:pt x="1585122" y="322647"/>
                  </a:lnTo>
                  <a:lnTo>
                    <a:pt x="1593008" y="322646"/>
                  </a:lnTo>
                  <a:lnTo>
                    <a:pt x="1600894" y="322646"/>
                  </a:lnTo>
                  <a:lnTo>
                    <a:pt x="1608780" y="322646"/>
                  </a:lnTo>
                  <a:lnTo>
                    <a:pt x="1616666" y="322645"/>
                  </a:lnTo>
                  <a:lnTo>
                    <a:pt x="1624553" y="322645"/>
                  </a:lnTo>
                  <a:lnTo>
                    <a:pt x="1632439" y="322644"/>
                  </a:lnTo>
                  <a:lnTo>
                    <a:pt x="1640325" y="322643"/>
                  </a:lnTo>
                  <a:lnTo>
                    <a:pt x="1648211" y="322642"/>
                  </a:lnTo>
                  <a:lnTo>
                    <a:pt x="1656097" y="322641"/>
                  </a:lnTo>
                  <a:lnTo>
                    <a:pt x="1663984" y="322639"/>
                  </a:lnTo>
                  <a:lnTo>
                    <a:pt x="1671870" y="322637"/>
                  </a:lnTo>
                  <a:lnTo>
                    <a:pt x="1679756" y="322635"/>
                  </a:lnTo>
                  <a:lnTo>
                    <a:pt x="1687642" y="322633"/>
                  </a:lnTo>
                  <a:lnTo>
                    <a:pt x="1695528" y="322630"/>
                  </a:lnTo>
                  <a:lnTo>
                    <a:pt x="1703414" y="322626"/>
                  </a:lnTo>
                  <a:lnTo>
                    <a:pt x="1711301" y="322622"/>
                  </a:lnTo>
                  <a:lnTo>
                    <a:pt x="1719187" y="322617"/>
                  </a:lnTo>
                  <a:lnTo>
                    <a:pt x="1727073" y="322611"/>
                  </a:lnTo>
                  <a:lnTo>
                    <a:pt x="1734959" y="322605"/>
                  </a:lnTo>
                  <a:lnTo>
                    <a:pt x="1742845" y="322597"/>
                  </a:lnTo>
                  <a:lnTo>
                    <a:pt x="1750732" y="322588"/>
                  </a:lnTo>
                  <a:lnTo>
                    <a:pt x="1758618" y="322577"/>
                  </a:lnTo>
                  <a:lnTo>
                    <a:pt x="1766504" y="322564"/>
                  </a:lnTo>
                  <a:lnTo>
                    <a:pt x="1774390" y="322550"/>
                  </a:lnTo>
                  <a:lnTo>
                    <a:pt x="1782276" y="322533"/>
                  </a:lnTo>
                  <a:lnTo>
                    <a:pt x="1790162" y="322513"/>
                  </a:lnTo>
                  <a:lnTo>
                    <a:pt x="1798049" y="322490"/>
                  </a:lnTo>
                  <a:lnTo>
                    <a:pt x="1805935" y="322464"/>
                  </a:lnTo>
                  <a:lnTo>
                    <a:pt x="1813821" y="322434"/>
                  </a:lnTo>
                  <a:lnTo>
                    <a:pt x="1821707" y="322399"/>
                  </a:lnTo>
                  <a:lnTo>
                    <a:pt x="1829593" y="322359"/>
                  </a:lnTo>
                  <a:lnTo>
                    <a:pt x="1837479" y="322315"/>
                  </a:lnTo>
                  <a:lnTo>
                    <a:pt x="1845366" y="322262"/>
                  </a:lnTo>
                  <a:lnTo>
                    <a:pt x="1853252" y="322202"/>
                  </a:lnTo>
                  <a:lnTo>
                    <a:pt x="1861138" y="322135"/>
                  </a:lnTo>
                  <a:lnTo>
                    <a:pt x="1869024" y="322059"/>
                  </a:lnTo>
                  <a:lnTo>
                    <a:pt x="1876910" y="321970"/>
                  </a:lnTo>
                  <a:lnTo>
                    <a:pt x="1884797" y="321870"/>
                  </a:lnTo>
                  <a:lnTo>
                    <a:pt x="1892683" y="321760"/>
                  </a:lnTo>
                  <a:lnTo>
                    <a:pt x="1900569" y="321634"/>
                  </a:lnTo>
                  <a:lnTo>
                    <a:pt x="1908455" y="321490"/>
                  </a:lnTo>
                  <a:lnTo>
                    <a:pt x="1916341" y="321330"/>
                  </a:lnTo>
                  <a:lnTo>
                    <a:pt x="1924227" y="321153"/>
                  </a:lnTo>
                  <a:lnTo>
                    <a:pt x="1932114" y="320950"/>
                  </a:lnTo>
                  <a:lnTo>
                    <a:pt x="1940000" y="320723"/>
                  </a:lnTo>
                  <a:lnTo>
                    <a:pt x="1947886" y="320472"/>
                  </a:lnTo>
                  <a:lnTo>
                    <a:pt x="1955772" y="320197"/>
                  </a:lnTo>
                  <a:lnTo>
                    <a:pt x="1963658" y="319880"/>
                  </a:lnTo>
                  <a:lnTo>
                    <a:pt x="1971545" y="319532"/>
                  </a:lnTo>
                  <a:lnTo>
                    <a:pt x="1979431" y="319151"/>
                  </a:lnTo>
                  <a:lnTo>
                    <a:pt x="1987317" y="318731"/>
                  </a:lnTo>
                  <a:lnTo>
                    <a:pt x="1995203" y="318256"/>
                  </a:lnTo>
                  <a:lnTo>
                    <a:pt x="2003089" y="317738"/>
                  </a:lnTo>
                  <a:lnTo>
                    <a:pt x="2010975" y="317175"/>
                  </a:lnTo>
                  <a:lnTo>
                    <a:pt x="2018862" y="316551"/>
                  </a:lnTo>
                  <a:lnTo>
                    <a:pt x="2026748" y="315859"/>
                  </a:lnTo>
                  <a:lnTo>
                    <a:pt x="2034634" y="315110"/>
                  </a:lnTo>
                  <a:lnTo>
                    <a:pt x="2042520" y="314302"/>
                  </a:lnTo>
                  <a:lnTo>
                    <a:pt x="2050406" y="313402"/>
                  </a:lnTo>
                  <a:lnTo>
                    <a:pt x="2058293" y="312423"/>
                  </a:lnTo>
                  <a:lnTo>
                    <a:pt x="2066179" y="311371"/>
                  </a:lnTo>
                  <a:lnTo>
                    <a:pt x="2074065" y="310242"/>
                  </a:lnTo>
                  <a:lnTo>
                    <a:pt x="2081951" y="308984"/>
                  </a:lnTo>
                  <a:lnTo>
                    <a:pt x="2089837" y="307638"/>
                  </a:lnTo>
                  <a:lnTo>
                    <a:pt x="2097723" y="306200"/>
                  </a:lnTo>
                  <a:lnTo>
                    <a:pt x="2105610" y="304652"/>
                  </a:lnTo>
                  <a:lnTo>
                    <a:pt x="2113496" y="302959"/>
                  </a:lnTo>
                  <a:lnTo>
                    <a:pt x="2121382" y="301160"/>
                  </a:lnTo>
                  <a:lnTo>
                    <a:pt x="2129268" y="299250"/>
                  </a:lnTo>
                  <a:lnTo>
                    <a:pt x="2137154" y="297189"/>
                  </a:lnTo>
                  <a:lnTo>
                    <a:pt x="2145041" y="294975"/>
                  </a:lnTo>
                  <a:lnTo>
                    <a:pt x="2152927" y="292636"/>
                  </a:lnTo>
                  <a:lnTo>
                    <a:pt x="2160813" y="290169"/>
                  </a:lnTo>
                  <a:lnTo>
                    <a:pt x="2168699" y="287505"/>
                  </a:lnTo>
                  <a:lnTo>
                    <a:pt x="2176585" y="284689"/>
                  </a:lnTo>
                  <a:lnTo>
                    <a:pt x="2184471" y="281732"/>
                  </a:lnTo>
                  <a:lnTo>
                    <a:pt x="2192358" y="278624"/>
                  </a:lnTo>
                  <a:lnTo>
                    <a:pt x="2200244" y="275291"/>
                  </a:lnTo>
                  <a:lnTo>
                    <a:pt x="2208130" y="271808"/>
                  </a:lnTo>
                  <a:lnTo>
                    <a:pt x="2216016" y="268172"/>
                  </a:lnTo>
                  <a:lnTo>
                    <a:pt x="2223902" y="264352"/>
                  </a:lnTo>
                  <a:lnTo>
                    <a:pt x="2231789" y="260318"/>
                  </a:lnTo>
                  <a:lnTo>
                    <a:pt x="2239675" y="256127"/>
                  </a:lnTo>
                  <a:lnTo>
                    <a:pt x="2247561" y="251781"/>
                  </a:lnTo>
                  <a:lnTo>
                    <a:pt x="2255447" y="247222"/>
                  </a:lnTo>
                  <a:lnTo>
                    <a:pt x="2263333" y="242475"/>
                  </a:lnTo>
                  <a:lnTo>
                    <a:pt x="2271219" y="237575"/>
                  </a:lnTo>
                  <a:lnTo>
                    <a:pt x="2279106" y="232522"/>
                  </a:lnTo>
                  <a:lnTo>
                    <a:pt x="2286992" y="227246"/>
                  </a:lnTo>
                  <a:lnTo>
                    <a:pt x="2294878" y="221817"/>
                  </a:lnTo>
                  <a:lnTo>
                    <a:pt x="2302764" y="216248"/>
                  </a:lnTo>
                  <a:lnTo>
                    <a:pt x="2310650" y="210531"/>
                  </a:lnTo>
                  <a:lnTo>
                    <a:pt x="2318536" y="204621"/>
                  </a:lnTo>
                  <a:lnTo>
                    <a:pt x="2326423" y="198592"/>
                  </a:lnTo>
                  <a:lnTo>
                    <a:pt x="2334309" y="192446"/>
                  </a:lnTo>
                  <a:lnTo>
                    <a:pt x="2342195" y="186166"/>
                  </a:lnTo>
                  <a:lnTo>
                    <a:pt x="2350081" y="179756"/>
                  </a:lnTo>
                  <a:lnTo>
                    <a:pt x="2357967" y="173260"/>
                  </a:lnTo>
                  <a:lnTo>
                    <a:pt x="2365854" y="166682"/>
                  </a:lnTo>
                  <a:lnTo>
                    <a:pt x="2373740" y="160009"/>
                  </a:lnTo>
                  <a:lnTo>
                    <a:pt x="2381626" y="153274"/>
                  </a:lnTo>
                  <a:lnTo>
                    <a:pt x="2389512" y="146496"/>
                  </a:lnTo>
                  <a:lnTo>
                    <a:pt x="2397398" y="139682"/>
                  </a:lnTo>
                  <a:lnTo>
                    <a:pt x="2405284" y="132841"/>
                  </a:lnTo>
                  <a:lnTo>
                    <a:pt x="2413171" y="126000"/>
                  </a:lnTo>
                  <a:lnTo>
                    <a:pt x="2421057" y="119170"/>
                  </a:lnTo>
                  <a:lnTo>
                    <a:pt x="2428943" y="112363"/>
                  </a:lnTo>
                  <a:lnTo>
                    <a:pt x="2436829" y="105615"/>
                  </a:lnTo>
                  <a:lnTo>
                    <a:pt x="2444715" y="98927"/>
                  </a:lnTo>
                  <a:lnTo>
                    <a:pt x="2452602" y="92307"/>
                  </a:lnTo>
                  <a:lnTo>
                    <a:pt x="2460488" y="85793"/>
                  </a:lnTo>
                  <a:lnTo>
                    <a:pt x="2468374" y="79415"/>
                  </a:lnTo>
                  <a:lnTo>
                    <a:pt x="2476260" y="73156"/>
                  </a:lnTo>
                  <a:lnTo>
                    <a:pt x="2484146" y="67026"/>
                  </a:lnTo>
                  <a:lnTo>
                    <a:pt x="2492032" y="61105"/>
                  </a:lnTo>
                  <a:lnTo>
                    <a:pt x="2499919" y="55376"/>
                  </a:lnTo>
                  <a:lnTo>
                    <a:pt x="2507805" y="49826"/>
                  </a:lnTo>
                  <a:lnTo>
                    <a:pt x="2515691" y="44462"/>
                  </a:lnTo>
                  <a:lnTo>
                    <a:pt x="2523577" y="39424"/>
                  </a:lnTo>
                  <a:lnTo>
                    <a:pt x="2531463" y="34609"/>
                  </a:lnTo>
                  <a:lnTo>
                    <a:pt x="2539350" y="30025"/>
                  </a:lnTo>
                  <a:lnTo>
                    <a:pt x="2547236" y="25719"/>
                  </a:lnTo>
                  <a:lnTo>
                    <a:pt x="2555122" y="21778"/>
                  </a:lnTo>
                  <a:lnTo>
                    <a:pt x="2563008" y="18105"/>
                  </a:lnTo>
                  <a:lnTo>
                    <a:pt x="2570894" y="14705"/>
                  </a:lnTo>
                  <a:lnTo>
                    <a:pt x="2578780" y="11674"/>
                  </a:lnTo>
                  <a:lnTo>
                    <a:pt x="2586667" y="9015"/>
                  </a:lnTo>
                  <a:lnTo>
                    <a:pt x="2594553" y="6654"/>
                  </a:lnTo>
                  <a:lnTo>
                    <a:pt x="2602439" y="4595"/>
                  </a:lnTo>
                  <a:lnTo>
                    <a:pt x="2610325" y="2984"/>
                  </a:lnTo>
                  <a:lnTo>
                    <a:pt x="2618211" y="1720"/>
                  </a:lnTo>
                  <a:lnTo>
                    <a:pt x="2626098" y="770"/>
                  </a:lnTo>
                  <a:lnTo>
                    <a:pt x="2633984" y="143"/>
                  </a:lnTo>
                  <a:lnTo>
                    <a:pt x="2641870" y="0"/>
                  </a:lnTo>
                  <a:lnTo>
                    <a:pt x="2649756" y="166"/>
                  </a:lnTo>
                  <a:lnTo>
                    <a:pt x="2657642" y="642"/>
                  </a:lnTo>
                  <a:lnTo>
                    <a:pt x="2665528" y="1481"/>
                  </a:lnTo>
                  <a:lnTo>
                    <a:pt x="2673415" y="2736"/>
                  </a:lnTo>
                  <a:lnTo>
                    <a:pt x="2681301" y="4282"/>
                  </a:lnTo>
                  <a:lnTo>
                    <a:pt x="2689187" y="6117"/>
                  </a:lnTo>
                  <a:lnTo>
                    <a:pt x="2697073" y="8327"/>
                  </a:lnTo>
                  <a:lnTo>
                    <a:pt x="2704959" y="10867"/>
                  </a:lnTo>
                  <a:lnTo>
                    <a:pt x="2712846" y="13666"/>
                  </a:lnTo>
                  <a:lnTo>
                    <a:pt x="2720732" y="16716"/>
                  </a:lnTo>
                  <a:lnTo>
                    <a:pt x="2728618" y="20122"/>
                  </a:lnTo>
                  <a:lnTo>
                    <a:pt x="2736504" y="23766"/>
                  </a:lnTo>
                  <a:lnTo>
                    <a:pt x="2744390" y="27622"/>
                  </a:lnTo>
                  <a:lnTo>
                    <a:pt x="2752276" y="31695"/>
                  </a:lnTo>
                  <a:lnTo>
                    <a:pt x="2760163" y="36045"/>
                  </a:lnTo>
                  <a:lnTo>
                    <a:pt x="2768049" y="40560"/>
                  </a:lnTo>
                  <a:lnTo>
                    <a:pt x="2775935" y="45233"/>
                  </a:lnTo>
                  <a:lnTo>
                    <a:pt x="2783821" y="50082"/>
                  </a:lnTo>
                  <a:lnTo>
                    <a:pt x="2791707" y="55099"/>
                  </a:lnTo>
                  <a:lnTo>
                    <a:pt x="2799593" y="60224"/>
                  </a:lnTo>
                  <a:lnTo>
                    <a:pt x="2807480" y="65448"/>
                  </a:lnTo>
                  <a:lnTo>
                    <a:pt x="2815366" y="70787"/>
                  </a:lnTo>
                  <a:lnTo>
                    <a:pt x="2823252" y="76201"/>
                  </a:lnTo>
                  <a:lnTo>
                    <a:pt x="2831138" y="81666"/>
                  </a:lnTo>
                  <a:lnTo>
                    <a:pt x="2839024" y="87174"/>
                  </a:lnTo>
                  <a:lnTo>
                    <a:pt x="2846911" y="92719"/>
                  </a:lnTo>
                  <a:lnTo>
                    <a:pt x="2854797" y="98272"/>
                  </a:lnTo>
                  <a:lnTo>
                    <a:pt x="2862683" y="103822"/>
                  </a:lnTo>
                  <a:lnTo>
                    <a:pt x="2870569" y="109361"/>
                  </a:lnTo>
                  <a:lnTo>
                    <a:pt x="2878455" y="114860"/>
                  </a:lnTo>
                  <a:lnTo>
                    <a:pt x="2886341" y="120319"/>
                  </a:lnTo>
                  <a:lnTo>
                    <a:pt x="2894228" y="125731"/>
                  </a:lnTo>
                  <a:lnTo>
                    <a:pt x="2902114" y="131073"/>
                  </a:lnTo>
                  <a:lnTo>
                    <a:pt x="2910000" y="136323"/>
                  </a:lnTo>
                  <a:lnTo>
                    <a:pt x="2917886" y="141497"/>
                  </a:lnTo>
                  <a:lnTo>
                    <a:pt x="2925772" y="146588"/>
                  </a:lnTo>
                  <a:lnTo>
                    <a:pt x="2933659" y="151551"/>
                  </a:lnTo>
                  <a:lnTo>
                    <a:pt x="2941545" y="156398"/>
                  </a:lnTo>
                  <a:lnTo>
                    <a:pt x="2949431" y="161141"/>
                  </a:lnTo>
                  <a:lnTo>
                    <a:pt x="2957317" y="165777"/>
                  </a:lnTo>
                  <a:lnTo>
                    <a:pt x="2965203" y="170235"/>
                  </a:lnTo>
                  <a:lnTo>
                    <a:pt x="2973089" y="174572"/>
                  </a:lnTo>
                  <a:lnTo>
                    <a:pt x="2980976" y="178789"/>
                  </a:lnTo>
                  <a:lnTo>
                    <a:pt x="2988862" y="182866"/>
                  </a:lnTo>
                  <a:lnTo>
                    <a:pt x="2996748" y="186761"/>
                  </a:lnTo>
                  <a:lnTo>
                    <a:pt x="3004634" y="190530"/>
                  </a:lnTo>
                  <a:lnTo>
                    <a:pt x="3012520" y="194171"/>
                  </a:lnTo>
                  <a:lnTo>
                    <a:pt x="3020407" y="197645"/>
                  </a:lnTo>
                  <a:lnTo>
                    <a:pt x="3028293" y="200956"/>
                  </a:lnTo>
                  <a:lnTo>
                    <a:pt x="3036179" y="204139"/>
                  </a:lnTo>
                  <a:lnTo>
                    <a:pt x="3044065" y="207195"/>
                  </a:lnTo>
                  <a:lnTo>
                    <a:pt x="3051951" y="210070"/>
                  </a:lnTo>
                  <a:lnTo>
                    <a:pt x="3059837" y="212808"/>
                  </a:lnTo>
                  <a:lnTo>
                    <a:pt x="3067724" y="215425"/>
                  </a:lnTo>
                  <a:lnTo>
                    <a:pt x="3075610" y="217921"/>
                  </a:lnTo>
                  <a:lnTo>
                    <a:pt x="3083496" y="220238"/>
                  </a:lnTo>
                  <a:lnTo>
                    <a:pt x="3091382" y="222445"/>
                  </a:lnTo>
                  <a:lnTo>
                    <a:pt x="3099268" y="224545"/>
                  </a:lnTo>
                  <a:lnTo>
                    <a:pt x="3107155" y="226521"/>
                  </a:lnTo>
                  <a:lnTo>
                    <a:pt x="3115041" y="228359"/>
                  </a:lnTo>
                  <a:lnTo>
                    <a:pt x="3122927" y="230102"/>
                  </a:lnTo>
                  <a:lnTo>
                    <a:pt x="3130813" y="231754"/>
                  </a:lnTo>
                  <a:lnTo>
                    <a:pt x="3138699" y="233290"/>
                  </a:lnTo>
                  <a:lnTo>
                    <a:pt x="3146585" y="234726"/>
                  </a:lnTo>
                  <a:lnTo>
                    <a:pt x="3154472" y="236086"/>
                  </a:lnTo>
                  <a:lnTo>
                    <a:pt x="3162358" y="237374"/>
                  </a:lnTo>
                  <a:lnTo>
                    <a:pt x="3170244" y="238562"/>
                  </a:lnTo>
                  <a:lnTo>
                    <a:pt x="3178130" y="239685"/>
                  </a:lnTo>
                  <a:lnTo>
                    <a:pt x="3186016" y="240752"/>
                  </a:lnTo>
                  <a:lnTo>
                    <a:pt x="3193903" y="241762"/>
                  </a:lnTo>
                  <a:lnTo>
                    <a:pt x="3201789" y="242703"/>
                  </a:lnTo>
                  <a:lnTo>
                    <a:pt x="3209675" y="243604"/>
                  </a:lnTo>
                  <a:lnTo>
                    <a:pt x="3217561" y="244468"/>
                  </a:lnTo>
                  <a:lnTo>
                    <a:pt x="3225447" y="245292"/>
                  </a:lnTo>
                  <a:lnTo>
                    <a:pt x="3233333" y="246081"/>
                  </a:lnTo>
                  <a:lnTo>
                    <a:pt x="3241220" y="246848"/>
                  </a:lnTo>
                  <a:lnTo>
                    <a:pt x="3249106" y="247596"/>
                  </a:lnTo>
                  <a:lnTo>
                    <a:pt x="3256992" y="248325"/>
                  </a:lnTo>
                  <a:lnTo>
                    <a:pt x="3264878" y="249044"/>
                  </a:lnTo>
                  <a:lnTo>
                    <a:pt x="3272764" y="249757"/>
                  </a:lnTo>
                  <a:lnTo>
                    <a:pt x="3280650" y="250467"/>
                  </a:lnTo>
                  <a:lnTo>
                    <a:pt x="3288537" y="251180"/>
                  </a:lnTo>
                  <a:lnTo>
                    <a:pt x="3296423" y="251899"/>
                  </a:lnTo>
                  <a:lnTo>
                    <a:pt x="3304309" y="252626"/>
                  </a:lnTo>
                  <a:lnTo>
                    <a:pt x="3312195" y="253365"/>
                  </a:lnTo>
                  <a:lnTo>
                    <a:pt x="3320081" y="254124"/>
                  </a:lnTo>
                  <a:lnTo>
                    <a:pt x="3327968" y="254899"/>
                  </a:lnTo>
                  <a:lnTo>
                    <a:pt x="3335854" y="255693"/>
                  </a:lnTo>
                  <a:lnTo>
                    <a:pt x="3343740" y="256511"/>
                  </a:lnTo>
                  <a:lnTo>
                    <a:pt x="3351626" y="257359"/>
                  </a:lnTo>
                  <a:lnTo>
                    <a:pt x="3359512" y="258231"/>
                  </a:lnTo>
                  <a:lnTo>
                    <a:pt x="3367398" y="259126"/>
                  </a:lnTo>
                  <a:lnTo>
                    <a:pt x="3375285" y="260057"/>
                  </a:lnTo>
                  <a:lnTo>
                    <a:pt x="3383171" y="261019"/>
                  </a:lnTo>
                  <a:lnTo>
                    <a:pt x="3391057" y="262008"/>
                  </a:lnTo>
                  <a:lnTo>
                    <a:pt x="3398943" y="263023"/>
                  </a:lnTo>
                  <a:lnTo>
                    <a:pt x="3406829" y="264080"/>
                  </a:lnTo>
                  <a:lnTo>
                    <a:pt x="3414716" y="265164"/>
                  </a:lnTo>
                  <a:lnTo>
                    <a:pt x="3422602" y="266273"/>
                  </a:lnTo>
                  <a:lnTo>
                    <a:pt x="3430488" y="267412"/>
                  </a:lnTo>
                  <a:lnTo>
                    <a:pt x="3438374" y="268586"/>
                  </a:lnTo>
                  <a:lnTo>
                    <a:pt x="3446260" y="269783"/>
                  </a:lnTo>
                  <a:lnTo>
                    <a:pt x="3454146" y="271002"/>
                  </a:lnTo>
                  <a:lnTo>
                    <a:pt x="3462033" y="272248"/>
                  </a:lnTo>
                  <a:lnTo>
                    <a:pt x="3469919" y="273519"/>
                  </a:lnTo>
                  <a:lnTo>
                    <a:pt x="3477805" y="274806"/>
                  </a:lnTo>
                  <a:lnTo>
                    <a:pt x="3485691" y="276110"/>
                  </a:lnTo>
                  <a:lnTo>
                    <a:pt x="3493577" y="277433"/>
                  </a:lnTo>
                  <a:lnTo>
                    <a:pt x="3501464" y="278769"/>
                  </a:lnTo>
                  <a:lnTo>
                    <a:pt x="3509350" y="280114"/>
                  </a:lnTo>
                  <a:lnTo>
                    <a:pt x="3517236" y="281467"/>
                  </a:lnTo>
                  <a:lnTo>
                    <a:pt x="3525122" y="282827"/>
                  </a:lnTo>
                  <a:lnTo>
                    <a:pt x="3533008" y="284190"/>
                  </a:lnTo>
                  <a:lnTo>
                    <a:pt x="3540894" y="285552"/>
                  </a:lnTo>
                  <a:lnTo>
                    <a:pt x="3548781" y="286913"/>
                  </a:lnTo>
                  <a:lnTo>
                    <a:pt x="3556667" y="288267"/>
                  </a:lnTo>
                  <a:lnTo>
                    <a:pt x="3564553" y="289614"/>
                  </a:lnTo>
                  <a:lnTo>
                    <a:pt x="3572439" y="290952"/>
                  </a:lnTo>
                  <a:lnTo>
                    <a:pt x="3580325" y="292275"/>
                  </a:lnTo>
                  <a:lnTo>
                    <a:pt x="3588212" y="293581"/>
                  </a:lnTo>
                  <a:lnTo>
                    <a:pt x="3596098" y="294872"/>
                  </a:lnTo>
                  <a:lnTo>
                    <a:pt x="3603984" y="296145"/>
                  </a:lnTo>
                  <a:lnTo>
                    <a:pt x="3611870" y="297391"/>
                  </a:lnTo>
                  <a:lnTo>
                    <a:pt x="3619756" y="298612"/>
                  </a:lnTo>
                  <a:lnTo>
                    <a:pt x="3627642" y="299810"/>
                  </a:lnTo>
                  <a:lnTo>
                    <a:pt x="3635529" y="300984"/>
                  </a:lnTo>
                  <a:lnTo>
                    <a:pt x="3643415" y="302118"/>
                  </a:lnTo>
                  <a:lnTo>
                    <a:pt x="3651301" y="303225"/>
                  </a:lnTo>
                  <a:lnTo>
                    <a:pt x="3659187" y="304304"/>
                  </a:lnTo>
                  <a:lnTo>
                    <a:pt x="3667073" y="305348"/>
                  </a:lnTo>
                  <a:lnTo>
                    <a:pt x="3674959" y="306351"/>
                  </a:lnTo>
                  <a:lnTo>
                    <a:pt x="3682846" y="307324"/>
                  </a:lnTo>
                  <a:lnTo>
                    <a:pt x="3690732" y="308265"/>
                  </a:lnTo>
                  <a:lnTo>
                    <a:pt x="3698618" y="309164"/>
                  </a:lnTo>
                  <a:lnTo>
                    <a:pt x="3706504" y="310024"/>
                  </a:lnTo>
                  <a:lnTo>
                    <a:pt x="3714390" y="310852"/>
                  </a:lnTo>
                  <a:lnTo>
                    <a:pt x="3722277" y="311648"/>
                  </a:lnTo>
                  <a:lnTo>
                    <a:pt x="3730163" y="312397"/>
                  </a:lnTo>
                  <a:lnTo>
                    <a:pt x="3738049" y="313112"/>
                  </a:lnTo>
                  <a:lnTo>
                    <a:pt x="3745935" y="313795"/>
                  </a:lnTo>
                  <a:lnTo>
                    <a:pt x="3753821" y="314446"/>
                  </a:lnTo>
                  <a:lnTo>
                    <a:pt x="3761707" y="315051"/>
                  </a:lnTo>
                  <a:lnTo>
                    <a:pt x="3769594" y="315627"/>
                  </a:lnTo>
                  <a:lnTo>
                    <a:pt x="3777480" y="316174"/>
                  </a:lnTo>
                  <a:lnTo>
                    <a:pt x="3785366" y="316687"/>
                  </a:lnTo>
                  <a:lnTo>
                    <a:pt x="3793252" y="317163"/>
                  </a:lnTo>
                  <a:lnTo>
                    <a:pt x="3801138" y="317613"/>
                  </a:lnTo>
                  <a:lnTo>
                    <a:pt x="3809025" y="318038"/>
                  </a:lnTo>
                  <a:lnTo>
                    <a:pt x="3816911" y="318429"/>
                  </a:lnTo>
                  <a:lnTo>
                    <a:pt x="3824797" y="318792"/>
                  </a:lnTo>
                  <a:lnTo>
                    <a:pt x="3832683" y="319133"/>
                  </a:lnTo>
                  <a:lnTo>
                    <a:pt x="3840569" y="319452"/>
                  </a:lnTo>
                  <a:lnTo>
                    <a:pt x="3848455" y="319740"/>
                  </a:lnTo>
                  <a:lnTo>
                    <a:pt x="3856342" y="320009"/>
                  </a:lnTo>
                  <a:lnTo>
                    <a:pt x="3864228" y="320259"/>
                  </a:lnTo>
                  <a:lnTo>
                    <a:pt x="3872114" y="320491"/>
                  </a:lnTo>
                  <a:lnTo>
                    <a:pt x="3880000" y="320698"/>
                  </a:lnTo>
                  <a:lnTo>
                    <a:pt x="3887886" y="320891"/>
                  </a:lnTo>
                  <a:lnTo>
                    <a:pt x="3895773" y="321069"/>
                  </a:lnTo>
                  <a:lnTo>
                    <a:pt x="3903659" y="321230"/>
                  </a:lnTo>
                  <a:lnTo>
                    <a:pt x="3911545" y="321376"/>
                  </a:lnTo>
                  <a:lnTo>
                    <a:pt x="3919431" y="321510"/>
                  </a:lnTo>
                  <a:lnTo>
                    <a:pt x="3927317" y="321633"/>
                  </a:lnTo>
                  <a:lnTo>
                    <a:pt x="3935203" y="321742"/>
                  </a:lnTo>
                  <a:lnTo>
                    <a:pt x="3943090" y="321841"/>
                  </a:lnTo>
                  <a:lnTo>
                    <a:pt x="3950976" y="321931"/>
                  </a:lnTo>
                  <a:lnTo>
                    <a:pt x="3958862" y="322014"/>
                  </a:lnTo>
                  <a:lnTo>
                    <a:pt x="3966748" y="322085"/>
                  </a:lnTo>
                  <a:lnTo>
                    <a:pt x="3974634" y="322150"/>
                  </a:lnTo>
                  <a:lnTo>
                    <a:pt x="3982521" y="322209"/>
                  </a:lnTo>
                  <a:lnTo>
                    <a:pt x="3990407" y="322262"/>
                  </a:lnTo>
                  <a:lnTo>
                    <a:pt x="3998293" y="322308"/>
                  </a:lnTo>
                  <a:lnTo>
                    <a:pt x="4006179" y="322349"/>
                  </a:lnTo>
                  <a:lnTo>
                    <a:pt x="4014065" y="322387"/>
                  </a:lnTo>
                  <a:lnTo>
                    <a:pt x="4021951" y="322420"/>
                  </a:lnTo>
                  <a:lnTo>
                    <a:pt x="4029838" y="322448"/>
                  </a:lnTo>
                  <a:lnTo>
                    <a:pt x="4029838" y="322648"/>
                  </a:lnTo>
                  <a:lnTo>
                    <a:pt x="4021951" y="322648"/>
                  </a:lnTo>
                  <a:lnTo>
                    <a:pt x="4014065" y="322648"/>
                  </a:lnTo>
                  <a:lnTo>
                    <a:pt x="4006179" y="322648"/>
                  </a:lnTo>
                  <a:lnTo>
                    <a:pt x="3998293" y="322648"/>
                  </a:lnTo>
                  <a:lnTo>
                    <a:pt x="3990407" y="322648"/>
                  </a:lnTo>
                  <a:lnTo>
                    <a:pt x="3982521" y="322648"/>
                  </a:lnTo>
                  <a:lnTo>
                    <a:pt x="3974634" y="322648"/>
                  </a:lnTo>
                  <a:lnTo>
                    <a:pt x="3966748" y="322648"/>
                  </a:lnTo>
                  <a:lnTo>
                    <a:pt x="3958862" y="322648"/>
                  </a:lnTo>
                  <a:lnTo>
                    <a:pt x="3950976" y="322648"/>
                  </a:lnTo>
                  <a:lnTo>
                    <a:pt x="3943090" y="322648"/>
                  </a:lnTo>
                  <a:lnTo>
                    <a:pt x="3935203" y="322648"/>
                  </a:lnTo>
                  <a:lnTo>
                    <a:pt x="3927317" y="322648"/>
                  </a:lnTo>
                  <a:lnTo>
                    <a:pt x="3919431" y="322648"/>
                  </a:lnTo>
                  <a:lnTo>
                    <a:pt x="3911545" y="322648"/>
                  </a:lnTo>
                  <a:lnTo>
                    <a:pt x="3903659" y="322648"/>
                  </a:lnTo>
                  <a:lnTo>
                    <a:pt x="3895773" y="322648"/>
                  </a:lnTo>
                  <a:lnTo>
                    <a:pt x="3887886" y="322648"/>
                  </a:lnTo>
                  <a:lnTo>
                    <a:pt x="3880000" y="322648"/>
                  </a:lnTo>
                  <a:lnTo>
                    <a:pt x="3872114" y="322648"/>
                  </a:lnTo>
                  <a:lnTo>
                    <a:pt x="3864228" y="322648"/>
                  </a:lnTo>
                  <a:lnTo>
                    <a:pt x="3856342" y="322648"/>
                  </a:lnTo>
                  <a:lnTo>
                    <a:pt x="3848455" y="322648"/>
                  </a:lnTo>
                  <a:lnTo>
                    <a:pt x="3840569" y="322648"/>
                  </a:lnTo>
                  <a:lnTo>
                    <a:pt x="3832683" y="322648"/>
                  </a:lnTo>
                  <a:lnTo>
                    <a:pt x="3824797" y="322648"/>
                  </a:lnTo>
                  <a:lnTo>
                    <a:pt x="3816911" y="322648"/>
                  </a:lnTo>
                  <a:lnTo>
                    <a:pt x="3809025" y="322648"/>
                  </a:lnTo>
                  <a:lnTo>
                    <a:pt x="3801138" y="322648"/>
                  </a:lnTo>
                  <a:lnTo>
                    <a:pt x="3793252" y="322648"/>
                  </a:lnTo>
                  <a:lnTo>
                    <a:pt x="3785366" y="322648"/>
                  </a:lnTo>
                  <a:lnTo>
                    <a:pt x="3777480" y="322648"/>
                  </a:lnTo>
                  <a:lnTo>
                    <a:pt x="3769594" y="322648"/>
                  </a:lnTo>
                  <a:lnTo>
                    <a:pt x="3761707" y="322648"/>
                  </a:lnTo>
                  <a:lnTo>
                    <a:pt x="3753821" y="322648"/>
                  </a:lnTo>
                  <a:lnTo>
                    <a:pt x="3745935" y="322648"/>
                  </a:lnTo>
                  <a:lnTo>
                    <a:pt x="3738049" y="322648"/>
                  </a:lnTo>
                  <a:lnTo>
                    <a:pt x="3730163" y="322648"/>
                  </a:lnTo>
                  <a:lnTo>
                    <a:pt x="3722277" y="322648"/>
                  </a:lnTo>
                  <a:lnTo>
                    <a:pt x="3714390" y="322648"/>
                  </a:lnTo>
                  <a:lnTo>
                    <a:pt x="3706504" y="322648"/>
                  </a:lnTo>
                  <a:lnTo>
                    <a:pt x="3698618" y="322648"/>
                  </a:lnTo>
                  <a:lnTo>
                    <a:pt x="3690732" y="322648"/>
                  </a:lnTo>
                  <a:lnTo>
                    <a:pt x="3682846" y="322648"/>
                  </a:lnTo>
                  <a:lnTo>
                    <a:pt x="3674959" y="322648"/>
                  </a:lnTo>
                  <a:lnTo>
                    <a:pt x="3667073" y="322648"/>
                  </a:lnTo>
                  <a:lnTo>
                    <a:pt x="3659187" y="322648"/>
                  </a:lnTo>
                  <a:lnTo>
                    <a:pt x="3651301" y="322648"/>
                  </a:lnTo>
                  <a:lnTo>
                    <a:pt x="3643415" y="322648"/>
                  </a:lnTo>
                  <a:lnTo>
                    <a:pt x="3635529" y="322648"/>
                  </a:lnTo>
                  <a:lnTo>
                    <a:pt x="3627642" y="322648"/>
                  </a:lnTo>
                  <a:lnTo>
                    <a:pt x="3619756" y="322648"/>
                  </a:lnTo>
                  <a:lnTo>
                    <a:pt x="3611870" y="322648"/>
                  </a:lnTo>
                  <a:lnTo>
                    <a:pt x="3603984" y="322648"/>
                  </a:lnTo>
                  <a:lnTo>
                    <a:pt x="3596098" y="322648"/>
                  </a:lnTo>
                  <a:lnTo>
                    <a:pt x="3588212" y="322648"/>
                  </a:lnTo>
                  <a:lnTo>
                    <a:pt x="3580325" y="322648"/>
                  </a:lnTo>
                  <a:lnTo>
                    <a:pt x="3572439" y="322648"/>
                  </a:lnTo>
                  <a:lnTo>
                    <a:pt x="3564553" y="322648"/>
                  </a:lnTo>
                  <a:lnTo>
                    <a:pt x="3556667" y="322648"/>
                  </a:lnTo>
                  <a:lnTo>
                    <a:pt x="3548781" y="322648"/>
                  </a:lnTo>
                  <a:lnTo>
                    <a:pt x="3540894" y="322648"/>
                  </a:lnTo>
                  <a:lnTo>
                    <a:pt x="3533008" y="322648"/>
                  </a:lnTo>
                  <a:lnTo>
                    <a:pt x="3525122" y="322648"/>
                  </a:lnTo>
                  <a:lnTo>
                    <a:pt x="3517236" y="322648"/>
                  </a:lnTo>
                  <a:lnTo>
                    <a:pt x="3509350" y="322648"/>
                  </a:lnTo>
                  <a:lnTo>
                    <a:pt x="3501464" y="322648"/>
                  </a:lnTo>
                  <a:lnTo>
                    <a:pt x="3493577" y="322648"/>
                  </a:lnTo>
                  <a:lnTo>
                    <a:pt x="3485691" y="322648"/>
                  </a:lnTo>
                  <a:lnTo>
                    <a:pt x="3477805" y="322648"/>
                  </a:lnTo>
                  <a:lnTo>
                    <a:pt x="3469919" y="322648"/>
                  </a:lnTo>
                  <a:lnTo>
                    <a:pt x="3462033" y="322648"/>
                  </a:lnTo>
                  <a:lnTo>
                    <a:pt x="3454146" y="322648"/>
                  </a:lnTo>
                  <a:lnTo>
                    <a:pt x="3446260" y="322648"/>
                  </a:lnTo>
                  <a:lnTo>
                    <a:pt x="3438374" y="322648"/>
                  </a:lnTo>
                  <a:lnTo>
                    <a:pt x="3430488" y="322648"/>
                  </a:lnTo>
                  <a:lnTo>
                    <a:pt x="3422602" y="322648"/>
                  </a:lnTo>
                  <a:lnTo>
                    <a:pt x="3414716" y="322648"/>
                  </a:lnTo>
                  <a:lnTo>
                    <a:pt x="3406829" y="322648"/>
                  </a:lnTo>
                  <a:lnTo>
                    <a:pt x="3398943" y="322648"/>
                  </a:lnTo>
                  <a:lnTo>
                    <a:pt x="3391057" y="322648"/>
                  </a:lnTo>
                  <a:lnTo>
                    <a:pt x="3383171" y="322648"/>
                  </a:lnTo>
                  <a:lnTo>
                    <a:pt x="3375285" y="322648"/>
                  </a:lnTo>
                  <a:lnTo>
                    <a:pt x="3367398" y="322648"/>
                  </a:lnTo>
                  <a:lnTo>
                    <a:pt x="3359512" y="322648"/>
                  </a:lnTo>
                  <a:lnTo>
                    <a:pt x="3351626" y="322648"/>
                  </a:lnTo>
                  <a:lnTo>
                    <a:pt x="3343740" y="322648"/>
                  </a:lnTo>
                  <a:lnTo>
                    <a:pt x="3335854" y="322648"/>
                  </a:lnTo>
                  <a:lnTo>
                    <a:pt x="3327968" y="322648"/>
                  </a:lnTo>
                  <a:lnTo>
                    <a:pt x="3320081" y="322648"/>
                  </a:lnTo>
                  <a:lnTo>
                    <a:pt x="3312195" y="322648"/>
                  </a:lnTo>
                  <a:lnTo>
                    <a:pt x="3304309" y="322648"/>
                  </a:lnTo>
                  <a:lnTo>
                    <a:pt x="3296423" y="322648"/>
                  </a:lnTo>
                  <a:lnTo>
                    <a:pt x="3288537" y="322648"/>
                  </a:lnTo>
                  <a:lnTo>
                    <a:pt x="3280650" y="322648"/>
                  </a:lnTo>
                  <a:lnTo>
                    <a:pt x="3272764" y="322648"/>
                  </a:lnTo>
                  <a:lnTo>
                    <a:pt x="3264878" y="322648"/>
                  </a:lnTo>
                  <a:lnTo>
                    <a:pt x="3256992" y="322648"/>
                  </a:lnTo>
                  <a:lnTo>
                    <a:pt x="3249106" y="322648"/>
                  </a:lnTo>
                  <a:lnTo>
                    <a:pt x="3241220" y="322648"/>
                  </a:lnTo>
                  <a:lnTo>
                    <a:pt x="3233333" y="322648"/>
                  </a:lnTo>
                  <a:lnTo>
                    <a:pt x="3225447" y="322648"/>
                  </a:lnTo>
                  <a:lnTo>
                    <a:pt x="3217561" y="322648"/>
                  </a:lnTo>
                  <a:lnTo>
                    <a:pt x="3209675" y="322648"/>
                  </a:lnTo>
                  <a:lnTo>
                    <a:pt x="3201789" y="322648"/>
                  </a:lnTo>
                  <a:lnTo>
                    <a:pt x="3193903" y="322648"/>
                  </a:lnTo>
                  <a:lnTo>
                    <a:pt x="3186016" y="322648"/>
                  </a:lnTo>
                  <a:lnTo>
                    <a:pt x="3178130" y="322648"/>
                  </a:lnTo>
                  <a:lnTo>
                    <a:pt x="3170244" y="322648"/>
                  </a:lnTo>
                  <a:lnTo>
                    <a:pt x="3162358" y="322648"/>
                  </a:lnTo>
                  <a:lnTo>
                    <a:pt x="3154472" y="322648"/>
                  </a:lnTo>
                  <a:lnTo>
                    <a:pt x="3146585" y="322648"/>
                  </a:lnTo>
                  <a:lnTo>
                    <a:pt x="3138699" y="322648"/>
                  </a:lnTo>
                  <a:lnTo>
                    <a:pt x="3130813" y="322648"/>
                  </a:lnTo>
                  <a:lnTo>
                    <a:pt x="3122927" y="322648"/>
                  </a:lnTo>
                  <a:lnTo>
                    <a:pt x="3115041" y="322648"/>
                  </a:lnTo>
                  <a:lnTo>
                    <a:pt x="3107155" y="322648"/>
                  </a:lnTo>
                  <a:lnTo>
                    <a:pt x="3099268" y="322648"/>
                  </a:lnTo>
                  <a:lnTo>
                    <a:pt x="3091382" y="322648"/>
                  </a:lnTo>
                  <a:lnTo>
                    <a:pt x="3083496" y="322648"/>
                  </a:lnTo>
                  <a:lnTo>
                    <a:pt x="3075610" y="322648"/>
                  </a:lnTo>
                  <a:lnTo>
                    <a:pt x="3067724" y="322648"/>
                  </a:lnTo>
                  <a:lnTo>
                    <a:pt x="3059837" y="322648"/>
                  </a:lnTo>
                  <a:lnTo>
                    <a:pt x="3051951" y="322648"/>
                  </a:lnTo>
                  <a:lnTo>
                    <a:pt x="3044065" y="322648"/>
                  </a:lnTo>
                  <a:lnTo>
                    <a:pt x="3036179" y="322648"/>
                  </a:lnTo>
                  <a:lnTo>
                    <a:pt x="3028293" y="322648"/>
                  </a:lnTo>
                  <a:lnTo>
                    <a:pt x="3020407" y="322648"/>
                  </a:lnTo>
                  <a:lnTo>
                    <a:pt x="3012520" y="322648"/>
                  </a:lnTo>
                  <a:lnTo>
                    <a:pt x="3004634" y="322648"/>
                  </a:lnTo>
                  <a:lnTo>
                    <a:pt x="2996748" y="322648"/>
                  </a:lnTo>
                  <a:lnTo>
                    <a:pt x="2988862" y="322648"/>
                  </a:lnTo>
                  <a:lnTo>
                    <a:pt x="2980976" y="322648"/>
                  </a:lnTo>
                  <a:lnTo>
                    <a:pt x="2973089" y="322648"/>
                  </a:lnTo>
                  <a:lnTo>
                    <a:pt x="2965203" y="322648"/>
                  </a:lnTo>
                  <a:lnTo>
                    <a:pt x="2957317" y="322648"/>
                  </a:lnTo>
                  <a:lnTo>
                    <a:pt x="2949431" y="322648"/>
                  </a:lnTo>
                  <a:lnTo>
                    <a:pt x="2941545" y="322648"/>
                  </a:lnTo>
                  <a:lnTo>
                    <a:pt x="2933659" y="322648"/>
                  </a:lnTo>
                  <a:lnTo>
                    <a:pt x="2925772" y="322648"/>
                  </a:lnTo>
                  <a:lnTo>
                    <a:pt x="2917886" y="322648"/>
                  </a:lnTo>
                  <a:lnTo>
                    <a:pt x="2910000" y="322648"/>
                  </a:lnTo>
                  <a:lnTo>
                    <a:pt x="2902114" y="322648"/>
                  </a:lnTo>
                  <a:lnTo>
                    <a:pt x="2894228" y="322648"/>
                  </a:lnTo>
                  <a:lnTo>
                    <a:pt x="2886341" y="322648"/>
                  </a:lnTo>
                  <a:lnTo>
                    <a:pt x="2878455" y="322648"/>
                  </a:lnTo>
                  <a:lnTo>
                    <a:pt x="2870569" y="322648"/>
                  </a:lnTo>
                  <a:lnTo>
                    <a:pt x="2862683" y="322648"/>
                  </a:lnTo>
                  <a:lnTo>
                    <a:pt x="2854797" y="322648"/>
                  </a:lnTo>
                  <a:lnTo>
                    <a:pt x="2846911" y="322648"/>
                  </a:lnTo>
                  <a:lnTo>
                    <a:pt x="2839024" y="322648"/>
                  </a:lnTo>
                  <a:lnTo>
                    <a:pt x="2831138" y="322648"/>
                  </a:lnTo>
                  <a:lnTo>
                    <a:pt x="2823252" y="322648"/>
                  </a:lnTo>
                  <a:lnTo>
                    <a:pt x="2815366" y="322648"/>
                  </a:lnTo>
                  <a:lnTo>
                    <a:pt x="2807480" y="322648"/>
                  </a:lnTo>
                  <a:lnTo>
                    <a:pt x="2799593" y="322648"/>
                  </a:lnTo>
                  <a:lnTo>
                    <a:pt x="2791707" y="322648"/>
                  </a:lnTo>
                  <a:lnTo>
                    <a:pt x="2783821" y="322648"/>
                  </a:lnTo>
                  <a:lnTo>
                    <a:pt x="2775935" y="322648"/>
                  </a:lnTo>
                  <a:lnTo>
                    <a:pt x="2768049" y="322648"/>
                  </a:lnTo>
                  <a:lnTo>
                    <a:pt x="2760163" y="322648"/>
                  </a:lnTo>
                  <a:lnTo>
                    <a:pt x="2752276" y="322648"/>
                  </a:lnTo>
                  <a:lnTo>
                    <a:pt x="2744390" y="322648"/>
                  </a:lnTo>
                  <a:lnTo>
                    <a:pt x="2736504" y="322648"/>
                  </a:lnTo>
                  <a:lnTo>
                    <a:pt x="2728618" y="322648"/>
                  </a:lnTo>
                  <a:lnTo>
                    <a:pt x="2720732" y="322648"/>
                  </a:lnTo>
                  <a:lnTo>
                    <a:pt x="2712846" y="322648"/>
                  </a:lnTo>
                  <a:lnTo>
                    <a:pt x="2704959" y="322648"/>
                  </a:lnTo>
                  <a:lnTo>
                    <a:pt x="2697073" y="322648"/>
                  </a:lnTo>
                  <a:lnTo>
                    <a:pt x="2689187" y="322648"/>
                  </a:lnTo>
                  <a:lnTo>
                    <a:pt x="2681301" y="322648"/>
                  </a:lnTo>
                  <a:lnTo>
                    <a:pt x="2673415" y="322648"/>
                  </a:lnTo>
                  <a:lnTo>
                    <a:pt x="2665528" y="322648"/>
                  </a:lnTo>
                  <a:lnTo>
                    <a:pt x="2657642" y="322648"/>
                  </a:lnTo>
                  <a:lnTo>
                    <a:pt x="2649756" y="322648"/>
                  </a:lnTo>
                  <a:lnTo>
                    <a:pt x="2641870" y="322648"/>
                  </a:lnTo>
                  <a:lnTo>
                    <a:pt x="2633984" y="322648"/>
                  </a:lnTo>
                  <a:lnTo>
                    <a:pt x="2626098" y="322648"/>
                  </a:lnTo>
                  <a:lnTo>
                    <a:pt x="2618211" y="322648"/>
                  </a:lnTo>
                  <a:lnTo>
                    <a:pt x="2610325" y="322648"/>
                  </a:lnTo>
                  <a:lnTo>
                    <a:pt x="2602439" y="322648"/>
                  </a:lnTo>
                  <a:lnTo>
                    <a:pt x="2594553" y="322648"/>
                  </a:lnTo>
                  <a:lnTo>
                    <a:pt x="2586667" y="322648"/>
                  </a:lnTo>
                  <a:lnTo>
                    <a:pt x="2578780" y="322648"/>
                  </a:lnTo>
                  <a:lnTo>
                    <a:pt x="2570894" y="322648"/>
                  </a:lnTo>
                  <a:lnTo>
                    <a:pt x="2563008" y="322648"/>
                  </a:lnTo>
                  <a:lnTo>
                    <a:pt x="2555122" y="322648"/>
                  </a:lnTo>
                  <a:lnTo>
                    <a:pt x="2547236" y="322648"/>
                  </a:lnTo>
                  <a:lnTo>
                    <a:pt x="2539350" y="322648"/>
                  </a:lnTo>
                  <a:lnTo>
                    <a:pt x="2531463" y="322648"/>
                  </a:lnTo>
                  <a:lnTo>
                    <a:pt x="2523577" y="322648"/>
                  </a:lnTo>
                  <a:lnTo>
                    <a:pt x="2515691" y="322648"/>
                  </a:lnTo>
                  <a:lnTo>
                    <a:pt x="2507805" y="322648"/>
                  </a:lnTo>
                  <a:lnTo>
                    <a:pt x="2499919" y="322648"/>
                  </a:lnTo>
                  <a:lnTo>
                    <a:pt x="2492032" y="322648"/>
                  </a:lnTo>
                  <a:lnTo>
                    <a:pt x="2484146" y="322648"/>
                  </a:lnTo>
                  <a:lnTo>
                    <a:pt x="2476260" y="322648"/>
                  </a:lnTo>
                  <a:lnTo>
                    <a:pt x="2468374" y="322648"/>
                  </a:lnTo>
                  <a:lnTo>
                    <a:pt x="2460488" y="322648"/>
                  </a:lnTo>
                  <a:lnTo>
                    <a:pt x="2452602" y="322648"/>
                  </a:lnTo>
                  <a:lnTo>
                    <a:pt x="2444715" y="322648"/>
                  </a:lnTo>
                  <a:lnTo>
                    <a:pt x="2436829" y="322648"/>
                  </a:lnTo>
                  <a:lnTo>
                    <a:pt x="2428943" y="322648"/>
                  </a:lnTo>
                  <a:lnTo>
                    <a:pt x="2421057" y="322648"/>
                  </a:lnTo>
                  <a:lnTo>
                    <a:pt x="2413171" y="322648"/>
                  </a:lnTo>
                  <a:lnTo>
                    <a:pt x="2405284" y="322648"/>
                  </a:lnTo>
                  <a:lnTo>
                    <a:pt x="2397398" y="322648"/>
                  </a:lnTo>
                  <a:lnTo>
                    <a:pt x="2389512" y="322648"/>
                  </a:lnTo>
                  <a:lnTo>
                    <a:pt x="2381626" y="322648"/>
                  </a:lnTo>
                  <a:lnTo>
                    <a:pt x="2373740" y="322648"/>
                  </a:lnTo>
                  <a:lnTo>
                    <a:pt x="2365854" y="322648"/>
                  </a:lnTo>
                  <a:lnTo>
                    <a:pt x="2357967" y="322648"/>
                  </a:lnTo>
                  <a:lnTo>
                    <a:pt x="2350081" y="322648"/>
                  </a:lnTo>
                  <a:lnTo>
                    <a:pt x="2342195" y="322648"/>
                  </a:lnTo>
                  <a:lnTo>
                    <a:pt x="2334309" y="322648"/>
                  </a:lnTo>
                  <a:lnTo>
                    <a:pt x="2326423" y="322648"/>
                  </a:lnTo>
                  <a:lnTo>
                    <a:pt x="2318536" y="322648"/>
                  </a:lnTo>
                  <a:lnTo>
                    <a:pt x="2310650" y="322648"/>
                  </a:lnTo>
                  <a:lnTo>
                    <a:pt x="2302764" y="322648"/>
                  </a:lnTo>
                  <a:lnTo>
                    <a:pt x="2294878" y="322648"/>
                  </a:lnTo>
                  <a:lnTo>
                    <a:pt x="2286992" y="322648"/>
                  </a:lnTo>
                  <a:lnTo>
                    <a:pt x="2279106" y="322648"/>
                  </a:lnTo>
                  <a:lnTo>
                    <a:pt x="2271219" y="322648"/>
                  </a:lnTo>
                  <a:lnTo>
                    <a:pt x="2263333" y="322648"/>
                  </a:lnTo>
                  <a:lnTo>
                    <a:pt x="2255447" y="322648"/>
                  </a:lnTo>
                  <a:lnTo>
                    <a:pt x="2247561" y="322648"/>
                  </a:lnTo>
                  <a:lnTo>
                    <a:pt x="2239675" y="322648"/>
                  </a:lnTo>
                  <a:lnTo>
                    <a:pt x="2231789" y="322648"/>
                  </a:lnTo>
                  <a:lnTo>
                    <a:pt x="2223902" y="322648"/>
                  </a:lnTo>
                  <a:lnTo>
                    <a:pt x="2216016" y="322648"/>
                  </a:lnTo>
                  <a:lnTo>
                    <a:pt x="2208130" y="322648"/>
                  </a:lnTo>
                  <a:lnTo>
                    <a:pt x="2200244" y="322648"/>
                  </a:lnTo>
                  <a:lnTo>
                    <a:pt x="2192358" y="322648"/>
                  </a:lnTo>
                  <a:lnTo>
                    <a:pt x="2184471" y="322648"/>
                  </a:lnTo>
                  <a:lnTo>
                    <a:pt x="2176585" y="322648"/>
                  </a:lnTo>
                  <a:lnTo>
                    <a:pt x="2168699" y="322648"/>
                  </a:lnTo>
                  <a:lnTo>
                    <a:pt x="2160813" y="322648"/>
                  </a:lnTo>
                  <a:lnTo>
                    <a:pt x="2152927" y="322648"/>
                  </a:lnTo>
                  <a:lnTo>
                    <a:pt x="2145041" y="322648"/>
                  </a:lnTo>
                  <a:lnTo>
                    <a:pt x="2137154" y="322648"/>
                  </a:lnTo>
                  <a:lnTo>
                    <a:pt x="2129268" y="322648"/>
                  </a:lnTo>
                  <a:lnTo>
                    <a:pt x="2121382" y="322648"/>
                  </a:lnTo>
                  <a:lnTo>
                    <a:pt x="2113496" y="322648"/>
                  </a:lnTo>
                  <a:lnTo>
                    <a:pt x="2105610" y="322648"/>
                  </a:lnTo>
                  <a:lnTo>
                    <a:pt x="2097723" y="322648"/>
                  </a:lnTo>
                  <a:lnTo>
                    <a:pt x="2089837" y="322648"/>
                  </a:lnTo>
                  <a:lnTo>
                    <a:pt x="2081951" y="322648"/>
                  </a:lnTo>
                  <a:lnTo>
                    <a:pt x="2074065" y="322648"/>
                  </a:lnTo>
                  <a:lnTo>
                    <a:pt x="2066179" y="322648"/>
                  </a:lnTo>
                  <a:lnTo>
                    <a:pt x="2058293" y="322648"/>
                  </a:lnTo>
                  <a:lnTo>
                    <a:pt x="2050406" y="322648"/>
                  </a:lnTo>
                  <a:lnTo>
                    <a:pt x="2042520" y="322648"/>
                  </a:lnTo>
                  <a:lnTo>
                    <a:pt x="2034634" y="322648"/>
                  </a:lnTo>
                  <a:lnTo>
                    <a:pt x="2026748" y="322648"/>
                  </a:lnTo>
                  <a:lnTo>
                    <a:pt x="2018862" y="322648"/>
                  </a:lnTo>
                  <a:lnTo>
                    <a:pt x="2010975" y="322648"/>
                  </a:lnTo>
                  <a:lnTo>
                    <a:pt x="2003089" y="322648"/>
                  </a:lnTo>
                  <a:lnTo>
                    <a:pt x="1995203" y="322648"/>
                  </a:lnTo>
                  <a:lnTo>
                    <a:pt x="1987317" y="322648"/>
                  </a:lnTo>
                  <a:lnTo>
                    <a:pt x="1979431" y="322648"/>
                  </a:lnTo>
                  <a:lnTo>
                    <a:pt x="1971545" y="322648"/>
                  </a:lnTo>
                  <a:lnTo>
                    <a:pt x="1963658" y="322648"/>
                  </a:lnTo>
                  <a:lnTo>
                    <a:pt x="1955772" y="322648"/>
                  </a:lnTo>
                  <a:lnTo>
                    <a:pt x="1947886" y="322648"/>
                  </a:lnTo>
                  <a:lnTo>
                    <a:pt x="1940000" y="322648"/>
                  </a:lnTo>
                  <a:lnTo>
                    <a:pt x="1932114" y="322648"/>
                  </a:lnTo>
                  <a:lnTo>
                    <a:pt x="1924227" y="322648"/>
                  </a:lnTo>
                  <a:lnTo>
                    <a:pt x="1916341" y="322648"/>
                  </a:lnTo>
                  <a:lnTo>
                    <a:pt x="1908455" y="322648"/>
                  </a:lnTo>
                  <a:lnTo>
                    <a:pt x="1900569" y="322648"/>
                  </a:lnTo>
                  <a:lnTo>
                    <a:pt x="1892683" y="322648"/>
                  </a:lnTo>
                  <a:lnTo>
                    <a:pt x="1884797" y="322648"/>
                  </a:lnTo>
                  <a:lnTo>
                    <a:pt x="1876910" y="322648"/>
                  </a:lnTo>
                  <a:lnTo>
                    <a:pt x="1869024" y="322648"/>
                  </a:lnTo>
                  <a:lnTo>
                    <a:pt x="1861138" y="322648"/>
                  </a:lnTo>
                  <a:lnTo>
                    <a:pt x="1853252" y="322648"/>
                  </a:lnTo>
                  <a:lnTo>
                    <a:pt x="1845366" y="322648"/>
                  </a:lnTo>
                  <a:lnTo>
                    <a:pt x="1837479" y="322648"/>
                  </a:lnTo>
                  <a:lnTo>
                    <a:pt x="1829593" y="322648"/>
                  </a:lnTo>
                  <a:lnTo>
                    <a:pt x="1821707" y="322648"/>
                  </a:lnTo>
                  <a:lnTo>
                    <a:pt x="1813821" y="322648"/>
                  </a:lnTo>
                  <a:lnTo>
                    <a:pt x="1805935" y="322648"/>
                  </a:lnTo>
                  <a:lnTo>
                    <a:pt x="1798049" y="322648"/>
                  </a:lnTo>
                  <a:lnTo>
                    <a:pt x="1790162" y="322648"/>
                  </a:lnTo>
                  <a:lnTo>
                    <a:pt x="1782276" y="322648"/>
                  </a:lnTo>
                  <a:lnTo>
                    <a:pt x="1774390" y="322648"/>
                  </a:lnTo>
                  <a:lnTo>
                    <a:pt x="1766504" y="322648"/>
                  </a:lnTo>
                  <a:lnTo>
                    <a:pt x="1758618" y="322648"/>
                  </a:lnTo>
                  <a:lnTo>
                    <a:pt x="1750732" y="322648"/>
                  </a:lnTo>
                  <a:lnTo>
                    <a:pt x="1742845" y="322648"/>
                  </a:lnTo>
                  <a:lnTo>
                    <a:pt x="1734959" y="322648"/>
                  </a:lnTo>
                  <a:lnTo>
                    <a:pt x="1727073" y="322648"/>
                  </a:lnTo>
                  <a:lnTo>
                    <a:pt x="1719187" y="322648"/>
                  </a:lnTo>
                  <a:lnTo>
                    <a:pt x="1711301" y="322648"/>
                  </a:lnTo>
                  <a:lnTo>
                    <a:pt x="1703414" y="322648"/>
                  </a:lnTo>
                  <a:lnTo>
                    <a:pt x="1695528" y="322648"/>
                  </a:lnTo>
                  <a:lnTo>
                    <a:pt x="1687642" y="322648"/>
                  </a:lnTo>
                  <a:lnTo>
                    <a:pt x="1679756" y="322648"/>
                  </a:lnTo>
                  <a:lnTo>
                    <a:pt x="1671870" y="322648"/>
                  </a:lnTo>
                  <a:lnTo>
                    <a:pt x="1663984" y="322648"/>
                  </a:lnTo>
                  <a:lnTo>
                    <a:pt x="1656097" y="322648"/>
                  </a:lnTo>
                  <a:lnTo>
                    <a:pt x="1648211" y="322648"/>
                  </a:lnTo>
                  <a:lnTo>
                    <a:pt x="1640325" y="322648"/>
                  </a:lnTo>
                  <a:lnTo>
                    <a:pt x="1632439" y="322648"/>
                  </a:lnTo>
                  <a:lnTo>
                    <a:pt x="1624553" y="322648"/>
                  </a:lnTo>
                  <a:lnTo>
                    <a:pt x="1616666" y="322648"/>
                  </a:lnTo>
                  <a:lnTo>
                    <a:pt x="1608780" y="322648"/>
                  </a:lnTo>
                  <a:lnTo>
                    <a:pt x="1600894" y="322648"/>
                  </a:lnTo>
                  <a:lnTo>
                    <a:pt x="1593008" y="322648"/>
                  </a:lnTo>
                  <a:lnTo>
                    <a:pt x="1585122" y="322648"/>
                  </a:lnTo>
                  <a:lnTo>
                    <a:pt x="1577236" y="322648"/>
                  </a:lnTo>
                  <a:lnTo>
                    <a:pt x="1569349" y="322648"/>
                  </a:lnTo>
                  <a:lnTo>
                    <a:pt x="1561463" y="322648"/>
                  </a:lnTo>
                  <a:lnTo>
                    <a:pt x="1553577" y="322648"/>
                  </a:lnTo>
                  <a:lnTo>
                    <a:pt x="1545691" y="322648"/>
                  </a:lnTo>
                  <a:lnTo>
                    <a:pt x="1537805" y="322648"/>
                  </a:lnTo>
                  <a:lnTo>
                    <a:pt x="1529918" y="322648"/>
                  </a:lnTo>
                  <a:lnTo>
                    <a:pt x="1522032" y="322648"/>
                  </a:lnTo>
                  <a:lnTo>
                    <a:pt x="1514146" y="322648"/>
                  </a:lnTo>
                  <a:lnTo>
                    <a:pt x="1506260" y="322648"/>
                  </a:lnTo>
                  <a:lnTo>
                    <a:pt x="1498374" y="322648"/>
                  </a:lnTo>
                  <a:lnTo>
                    <a:pt x="1490488" y="322648"/>
                  </a:lnTo>
                  <a:lnTo>
                    <a:pt x="1482601" y="322648"/>
                  </a:lnTo>
                  <a:lnTo>
                    <a:pt x="1474715" y="322648"/>
                  </a:lnTo>
                  <a:lnTo>
                    <a:pt x="1466829" y="322648"/>
                  </a:lnTo>
                  <a:lnTo>
                    <a:pt x="1458943" y="322648"/>
                  </a:lnTo>
                  <a:lnTo>
                    <a:pt x="1451057" y="322648"/>
                  </a:lnTo>
                  <a:lnTo>
                    <a:pt x="1443170" y="322648"/>
                  </a:lnTo>
                  <a:lnTo>
                    <a:pt x="1435284" y="322648"/>
                  </a:lnTo>
                  <a:lnTo>
                    <a:pt x="1427398" y="322648"/>
                  </a:lnTo>
                  <a:lnTo>
                    <a:pt x="1419512" y="322648"/>
                  </a:lnTo>
                  <a:lnTo>
                    <a:pt x="1411626" y="322648"/>
                  </a:lnTo>
                  <a:lnTo>
                    <a:pt x="1403740" y="322648"/>
                  </a:lnTo>
                  <a:lnTo>
                    <a:pt x="1395853" y="322648"/>
                  </a:lnTo>
                  <a:lnTo>
                    <a:pt x="1387967" y="322648"/>
                  </a:lnTo>
                  <a:lnTo>
                    <a:pt x="1380081" y="322648"/>
                  </a:lnTo>
                  <a:lnTo>
                    <a:pt x="1372195" y="322648"/>
                  </a:lnTo>
                  <a:lnTo>
                    <a:pt x="1364309" y="322648"/>
                  </a:lnTo>
                  <a:lnTo>
                    <a:pt x="1356423" y="322648"/>
                  </a:lnTo>
                  <a:lnTo>
                    <a:pt x="1348536" y="322648"/>
                  </a:lnTo>
                  <a:lnTo>
                    <a:pt x="1340650" y="322648"/>
                  </a:lnTo>
                  <a:lnTo>
                    <a:pt x="1332764" y="322648"/>
                  </a:lnTo>
                  <a:lnTo>
                    <a:pt x="1324878" y="322648"/>
                  </a:lnTo>
                  <a:lnTo>
                    <a:pt x="1316992" y="322648"/>
                  </a:lnTo>
                  <a:lnTo>
                    <a:pt x="1309105" y="322648"/>
                  </a:lnTo>
                  <a:lnTo>
                    <a:pt x="1301219" y="322648"/>
                  </a:lnTo>
                  <a:lnTo>
                    <a:pt x="1293333" y="322648"/>
                  </a:lnTo>
                  <a:lnTo>
                    <a:pt x="1285447" y="322648"/>
                  </a:lnTo>
                  <a:lnTo>
                    <a:pt x="1277561" y="322648"/>
                  </a:lnTo>
                  <a:lnTo>
                    <a:pt x="1269675" y="322648"/>
                  </a:lnTo>
                  <a:lnTo>
                    <a:pt x="1261788" y="322648"/>
                  </a:lnTo>
                  <a:lnTo>
                    <a:pt x="1253902" y="322648"/>
                  </a:lnTo>
                  <a:lnTo>
                    <a:pt x="1246016" y="322648"/>
                  </a:lnTo>
                  <a:lnTo>
                    <a:pt x="1238130" y="322648"/>
                  </a:lnTo>
                  <a:lnTo>
                    <a:pt x="1230244" y="322648"/>
                  </a:lnTo>
                  <a:lnTo>
                    <a:pt x="1222357" y="322648"/>
                  </a:lnTo>
                  <a:lnTo>
                    <a:pt x="1214471" y="322648"/>
                  </a:lnTo>
                  <a:lnTo>
                    <a:pt x="1206585" y="322648"/>
                  </a:lnTo>
                  <a:lnTo>
                    <a:pt x="1198699" y="322648"/>
                  </a:lnTo>
                  <a:lnTo>
                    <a:pt x="1190813" y="322648"/>
                  </a:lnTo>
                  <a:lnTo>
                    <a:pt x="1182927" y="322648"/>
                  </a:lnTo>
                  <a:lnTo>
                    <a:pt x="1175040" y="322648"/>
                  </a:lnTo>
                  <a:lnTo>
                    <a:pt x="1167154" y="322648"/>
                  </a:lnTo>
                  <a:lnTo>
                    <a:pt x="1159268" y="322648"/>
                  </a:lnTo>
                  <a:lnTo>
                    <a:pt x="1151382" y="322648"/>
                  </a:lnTo>
                  <a:lnTo>
                    <a:pt x="1143496" y="322648"/>
                  </a:lnTo>
                  <a:lnTo>
                    <a:pt x="1135609" y="322648"/>
                  </a:lnTo>
                  <a:lnTo>
                    <a:pt x="1127723" y="322648"/>
                  </a:lnTo>
                  <a:lnTo>
                    <a:pt x="1119837" y="322648"/>
                  </a:lnTo>
                  <a:lnTo>
                    <a:pt x="1111951" y="322648"/>
                  </a:lnTo>
                  <a:lnTo>
                    <a:pt x="1104065" y="322648"/>
                  </a:lnTo>
                  <a:lnTo>
                    <a:pt x="1096179" y="322648"/>
                  </a:lnTo>
                  <a:lnTo>
                    <a:pt x="1088292" y="322648"/>
                  </a:lnTo>
                  <a:lnTo>
                    <a:pt x="1080406" y="322648"/>
                  </a:lnTo>
                  <a:lnTo>
                    <a:pt x="1072520" y="322648"/>
                  </a:lnTo>
                  <a:lnTo>
                    <a:pt x="1064634" y="322648"/>
                  </a:lnTo>
                  <a:lnTo>
                    <a:pt x="1056748" y="322648"/>
                  </a:lnTo>
                  <a:lnTo>
                    <a:pt x="1048861" y="322648"/>
                  </a:lnTo>
                  <a:lnTo>
                    <a:pt x="1040975" y="322648"/>
                  </a:lnTo>
                  <a:lnTo>
                    <a:pt x="1033089" y="322648"/>
                  </a:lnTo>
                  <a:lnTo>
                    <a:pt x="1025203" y="322648"/>
                  </a:lnTo>
                  <a:lnTo>
                    <a:pt x="1017317" y="322648"/>
                  </a:lnTo>
                  <a:lnTo>
                    <a:pt x="1009431" y="322648"/>
                  </a:lnTo>
                  <a:lnTo>
                    <a:pt x="1001544" y="322648"/>
                  </a:lnTo>
                  <a:lnTo>
                    <a:pt x="993658" y="322648"/>
                  </a:lnTo>
                  <a:lnTo>
                    <a:pt x="985772" y="322648"/>
                  </a:lnTo>
                  <a:lnTo>
                    <a:pt x="977886" y="322648"/>
                  </a:lnTo>
                  <a:lnTo>
                    <a:pt x="970000" y="322648"/>
                  </a:lnTo>
                  <a:lnTo>
                    <a:pt x="962113" y="322648"/>
                  </a:lnTo>
                  <a:lnTo>
                    <a:pt x="954227" y="322648"/>
                  </a:lnTo>
                  <a:lnTo>
                    <a:pt x="946341" y="322648"/>
                  </a:lnTo>
                  <a:lnTo>
                    <a:pt x="938455" y="322648"/>
                  </a:lnTo>
                  <a:lnTo>
                    <a:pt x="930569" y="322648"/>
                  </a:lnTo>
                  <a:lnTo>
                    <a:pt x="922683" y="322648"/>
                  </a:lnTo>
                  <a:lnTo>
                    <a:pt x="914796" y="322648"/>
                  </a:lnTo>
                  <a:lnTo>
                    <a:pt x="906910" y="322648"/>
                  </a:lnTo>
                  <a:lnTo>
                    <a:pt x="899024" y="322648"/>
                  </a:lnTo>
                  <a:lnTo>
                    <a:pt x="891138" y="322648"/>
                  </a:lnTo>
                  <a:lnTo>
                    <a:pt x="883252" y="322648"/>
                  </a:lnTo>
                  <a:lnTo>
                    <a:pt x="875366" y="322648"/>
                  </a:lnTo>
                  <a:lnTo>
                    <a:pt x="867479" y="322648"/>
                  </a:lnTo>
                  <a:lnTo>
                    <a:pt x="859593" y="322648"/>
                  </a:lnTo>
                  <a:lnTo>
                    <a:pt x="851707" y="322648"/>
                  </a:lnTo>
                  <a:lnTo>
                    <a:pt x="843821" y="322648"/>
                  </a:lnTo>
                  <a:lnTo>
                    <a:pt x="835935" y="322648"/>
                  </a:lnTo>
                  <a:lnTo>
                    <a:pt x="828048" y="322648"/>
                  </a:lnTo>
                  <a:lnTo>
                    <a:pt x="820162" y="322648"/>
                  </a:lnTo>
                  <a:lnTo>
                    <a:pt x="812276" y="322648"/>
                  </a:lnTo>
                  <a:lnTo>
                    <a:pt x="804390" y="322648"/>
                  </a:lnTo>
                  <a:lnTo>
                    <a:pt x="796504" y="322648"/>
                  </a:lnTo>
                  <a:lnTo>
                    <a:pt x="788618" y="322648"/>
                  </a:lnTo>
                  <a:lnTo>
                    <a:pt x="780731" y="322648"/>
                  </a:lnTo>
                  <a:lnTo>
                    <a:pt x="772845" y="322648"/>
                  </a:lnTo>
                  <a:lnTo>
                    <a:pt x="764959" y="322648"/>
                  </a:lnTo>
                  <a:lnTo>
                    <a:pt x="757073" y="322648"/>
                  </a:lnTo>
                  <a:lnTo>
                    <a:pt x="749187" y="322648"/>
                  </a:lnTo>
                  <a:lnTo>
                    <a:pt x="741300" y="322648"/>
                  </a:lnTo>
                  <a:lnTo>
                    <a:pt x="733414" y="322648"/>
                  </a:lnTo>
                  <a:lnTo>
                    <a:pt x="725528" y="322648"/>
                  </a:lnTo>
                  <a:lnTo>
                    <a:pt x="717642" y="322648"/>
                  </a:lnTo>
                  <a:lnTo>
                    <a:pt x="709756" y="322648"/>
                  </a:lnTo>
                  <a:lnTo>
                    <a:pt x="701870" y="322648"/>
                  </a:lnTo>
                  <a:lnTo>
                    <a:pt x="693983" y="322648"/>
                  </a:lnTo>
                  <a:lnTo>
                    <a:pt x="686097" y="322648"/>
                  </a:lnTo>
                  <a:lnTo>
                    <a:pt x="678211" y="322648"/>
                  </a:lnTo>
                  <a:lnTo>
                    <a:pt x="670325" y="322648"/>
                  </a:lnTo>
                  <a:lnTo>
                    <a:pt x="662439" y="322648"/>
                  </a:lnTo>
                  <a:lnTo>
                    <a:pt x="654552" y="322648"/>
                  </a:lnTo>
                  <a:lnTo>
                    <a:pt x="646666" y="322648"/>
                  </a:lnTo>
                  <a:lnTo>
                    <a:pt x="638780" y="322648"/>
                  </a:lnTo>
                  <a:lnTo>
                    <a:pt x="630894" y="322648"/>
                  </a:lnTo>
                  <a:lnTo>
                    <a:pt x="623008" y="322648"/>
                  </a:lnTo>
                  <a:lnTo>
                    <a:pt x="615122" y="322648"/>
                  </a:lnTo>
                  <a:lnTo>
                    <a:pt x="607235" y="322648"/>
                  </a:lnTo>
                  <a:lnTo>
                    <a:pt x="599349" y="322648"/>
                  </a:lnTo>
                  <a:lnTo>
                    <a:pt x="591463" y="322648"/>
                  </a:lnTo>
                  <a:lnTo>
                    <a:pt x="583577" y="322648"/>
                  </a:lnTo>
                  <a:lnTo>
                    <a:pt x="575691" y="322648"/>
                  </a:lnTo>
                  <a:lnTo>
                    <a:pt x="567804" y="322648"/>
                  </a:lnTo>
                  <a:lnTo>
                    <a:pt x="559918" y="322648"/>
                  </a:lnTo>
                  <a:lnTo>
                    <a:pt x="552032" y="322648"/>
                  </a:lnTo>
                  <a:lnTo>
                    <a:pt x="544146" y="322648"/>
                  </a:lnTo>
                  <a:lnTo>
                    <a:pt x="536260" y="322648"/>
                  </a:lnTo>
                  <a:lnTo>
                    <a:pt x="528374" y="322648"/>
                  </a:lnTo>
                  <a:lnTo>
                    <a:pt x="520487" y="322648"/>
                  </a:lnTo>
                  <a:lnTo>
                    <a:pt x="512601" y="322648"/>
                  </a:lnTo>
                  <a:lnTo>
                    <a:pt x="504715" y="322648"/>
                  </a:lnTo>
                  <a:lnTo>
                    <a:pt x="496829" y="322648"/>
                  </a:lnTo>
                  <a:lnTo>
                    <a:pt x="488943" y="322648"/>
                  </a:lnTo>
                  <a:lnTo>
                    <a:pt x="481056" y="322648"/>
                  </a:lnTo>
                  <a:lnTo>
                    <a:pt x="473170" y="322648"/>
                  </a:lnTo>
                  <a:lnTo>
                    <a:pt x="465284" y="322648"/>
                  </a:lnTo>
                  <a:lnTo>
                    <a:pt x="457398" y="322648"/>
                  </a:lnTo>
                  <a:lnTo>
                    <a:pt x="449512" y="322648"/>
                  </a:lnTo>
                  <a:lnTo>
                    <a:pt x="441626" y="322648"/>
                  </a:lnTo>
                  <a:lnTo>
                    <a:pt x="433739" y="322648"/>
                  </a:lnTo>
                  <a:lnTo>
                    <a:pt x="425853" y="322648"/>
                  </a:lnTo>
                  <a:lnTo>
                    <a:pt x="417967" y="322648"/>
                  </a:lnTo>
                  <a:lnTo>
                    <a:pt x="410081" y="322648"/>
                  </a:lnTo>
                  <a:lnTo>
                    <a:pt x="402195" y="322648"/>
                  </a:lnTo>
                  <a:lnTo>
                    <a:pt x="394309" y="322648"/>
                  </a:lnTo>
                  <a:lnTo>
                    <a:pt x="386422" y="322648"/>
                  </a:lnTo>
                  <a:lnTo>
                    <a:pt x="378536" y="322648"/>
                  </a:lnTo>
                  <a:lnTo>
                    <a:pt x="370650" y="322648"/>
                  </a:lnTo>
                  <a:lnTo>
                    <a:pt x="362764" y="322648"/>
                  </a:lnTo>
                  <a:lnTo>
                    <a:pt x="354878" y="322648"/>
                  </a:lnTo>
                  <a:lnTo>
                    <a:pt x="346991" y="322648"/>
                  </a:lnTo>
                  <a:lnTo>
                    <a:pt x="339105" y="322648"/>
                  </a:lnTo>
                  <a:lnTo>
                    <a:pt x="331219" y="322648"/>
                  </a:lnTo>
                  <a:lnTo>
                    <a:pt x="323333" y="322648"/>
                  </a:lnTo>
                  <a:lnTo>
                    <a:pt x="315447" y="322648"/>
                  </a:lnTo>
                  <a:lnTo>
                    <a:pt x="307561" y="322648"/>
                  </a:lnTo>
                  <a:lnTo>
                    <a:pt x="299674" y="322648"/>
                  </a:lnTo>
                  <a:lnTo>
                    <a:pt x="291788" y="322648"/>
                  </a:lnTo>
                  <a:lnTo>
                    <a:pt x="283902" y="322648"/>
                  </a:lnTo>
                  <a:lnTo>
                    <a:pt x="276016" y="322648"/>
                  </a:lnTo>
                  <a:lnTo>
                    <a:pt x="268130" y="322648"/>
                  </a:lnTo>
                  <a:lnTo>
                    <a:pt x="260243" y="322648"/>
                  </a:lnTo>
                  <a:lnTo>
                    <a:pt x="252357" y="322648"/>
                  </a:lnTo>
                  <a:lnTo>
                    <a:pt x="244471" y="322648"/>
                  </a:lnTo>
                  <a:lnTo>
                    <a:pt x="236585" y="322648"/>
                  </a:lnTo>
                  <a:lnTo>
                    <a:pt x="228699" y="322648"/>
                  </a:lnTo>
                  <a:lnTo>
                    <a:pt x="220813" y="322648"/>
                  </a:lnTo>
                  <a:lnTo>
                    <a:pt x="212926" y="322648"/>
                  </a:lnTo>
                  <a:lnTo>
                    <a:pt x="205040" y="322648"/>
                  </a:lnTo>
                  <a:lnTo>
                    <a:pt x="197154" y="322648"/>
                  </a:lnTo>
                  <a:lnTo>
                    <a:pt x="189268" y="322648"/>
                  </a:lnTo>
                  <a:lnTo>
                    <a:pt x="181382" y="322648"/>
                  </a:lnTo>
                  <a:lnTo>
                    <a:pt x="173495" y="322648"/>
                  </a:lnTo>
                  <a:lnTo>
                    <a:pt x="165609" y="322648"/>
                  </a:lnTo>
                  <a:lnTo>
                    <a:pt x="157723" y="322648"/>
                  </a:lnTo>
                  <a:lnTo>
                    <a:pt x="149837" y="322648"/>
                  </a:lnTo>
                  <a:lnTo>
                    <a:pt x="141951" y="322648"/>
                  </a:lnTo>
                  <a:lnTo>
                    <a:pt x="134065" y="322648"/>
                  </a:lnTo>
                  <a:lnTo>
                    <a:pt x="126178" y="322648"/>
                  </a:lnTo>
                  <a:lnTo>
                    <a:pt x="118292" y="322648"/>
                  </a:lnTo>
                  <a:lnTo>
                    <a:pt x="110406" y="322648"/>
                  </a:lnTo>
                  <a:lnTo>
                    <a:pt x="102520" y="322648"/>
                  </a:lnTo>
                  <a:lnTo>
                    <a:pt x="94634" y="322648"/>
                  </a:lnTo>
                  <a:lnTo>
                    <a:pt x="86747" y="322648"/>
                  </a:lnTo>
                  <a:lnTo>
                    <a:pt x="78861" y="322648"/>
                  </a:lnTo>
                  <a:lnTo>
                    <a:pt x="70975" y="322648"/>
                  </a:lnTo>
                  <a:lnTo>
                    <a:pt x="63089" y="322648"/>
                  </a:lnTo>
                  <a:lnTo>
                    <a:pt x="55203" y="322648"/>
                  </a:lnTo>
                  <a:lnTo>
                    <a:pt x="47317" y="322648"/>
                  </a:lnTo>
                  <a:lnTo>
                    <a:pt x="39430" y="322648"/>
                  </a:lnTo>
                  <a:lnTo>
                    <a:pt x="31544" y="322648"/>
                  </a:lnTo>
                  <a:lnTo>
                    <a:pt x="23658" y="322648"/>
                  </a:lnTo>
                  <a:lnTo>
                    <a:pt x="15772" y="322648"/>
                  </a:lnTo>
                  <a:lnTo>
                    <a:pt x="7886" y="32264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7814880" y="4472084"/>
              <a:ext cx="4029838" cy="322648"/>
            </a:xfrm>
            <a:custGeom>
              <a:avLst/>
              <a:pathLst>
                <a:path w="4029838" h="322648">
                  <a:moveTo>
                    <a:pt x="0" y="322648"/>
                  </a:moveTo>
                  <a:lnTo>
                    <a:pt x="7886" y="322648"/>
                  </a:lnTo>
                  <a:lnTo>
                    <a:pt x="15772" y="322648"/>
                  </a:lnTo>
                  <a:lnTo>
                    <a:pt x="23658" y="322648"/>
                  </a:lnTo>
                  <a:lnTo>
                    <a:pt x="31544" y="322648"/>
                  </a:lnTo>
                  <a:lnTo>
                    <a:pt x="39430" y="322648"/>
                  </a:lnTo>
                  <a:lnTo>
                    <a:pt x="47317" y="322648"/>
                  </a:lnTo>
                  <a:lnTo>
                    <a:pt x="55203" y="322648"/>
                  </a:lnTo>
                  <a:lnTo>
                    <a:pt x="63089" y="322648"/>
                  </a:lnTo>
                  <a:lnTo>
                    <a:pt x="70975" y="322648"/>
                  </a:lnTo>
                  <a:lnTo>
                    <a:pt x="78861" y="322648"/>
                  </a:lnTo>
                  <a:lnTo>
                    <a:pt x="86747" y="322648"/>
                  </a:lnTo>
                  <a:lnTo>
                    <a:pt x="94634" y="322648"/>
                  </a:lnTo>
                  <a:lnTo>
                    <a:pt x="102520" y="322648"/>
                  </a:lnTo>
                  <a:lnTo>
                    <a:pt x="110406" y="322648"/>
                  </a:lnTo>
                  <a:lnTo>
                    <a:pt x="118292" y="322648"/>
                  </a:lnTo>
                  <a:lnTo>
                    <a:pt x="126178" y="322648"/>
                  </a:lnTo>
                  <a:lnTo>
                    <a:pt x="134065" y="322648"/>
                  </a:lnTo>
                  <a:lnTo>
                    <a:pt x="141951" y="322648"/>
                  </a:lnTo>
                  <a:lnTo>
                    <a:pt x="149837" y="322648"/>
                  </a:lnTo>
                  <a:lnTo>
                    <a:pt x="157723" y="322648"/>
                  </a:lnTo>
                  <a:lnTo>
                    <a:pt x="165609" y="322648"/>
                  </a:lnTo>
                  <a:lnTo>
                    <a:pt x="173495" y="322648"/>
                  </a:lnTo>
                  <a:lnTo>
                    <a:pt x="181382" y="322648"/>
                  </a:lnTo>
                  <a:lnTo>
                    <a:pt x="189268" y="322648"/>
                  </a:lnTo>
                  <a:lnTo>
                    <a:pt x="197154" y="322648"/>
                  </a:lnTo>
                  <a:lnTo>
                    <a:pt x="205040" y="322648"/>
                  </a:lnTo>
                  <a:lnTo>
                    <a:pt x="212926" y="322648"/>
                  </a:lnTo>
                  <a:lnTo>
                    <a:pt x="220813" y="322648"/>
                  </a:lnTo>
                  <a:lnTo>
                    <a:pt x="228699" y="322648"/>
                  </a:lnTo>
                  <a:lnTo>
                    <a:pt x="236585" y="322648"/>
                  </a:lnTo>
                  <a:lnTo>
                    <a:pt x="244471" y="322648"/>
                  </a:lnTo>
                  <a:lnTo>
                    <a:pt x="252357" y="322648"/>
                  </a:lnTo>
                  <a:lnTo>
                    <a:pt x="260243" y="322648"/>
                  </a:lnTo>
                  <a:lnTo>
                    <a:pt x="268130" y="322648"/>
                  </a:lnTo>
                  <a:lnTo>
                    <a:pt x="276016" y="322648"/>
                  </a:lnTo>
                  <a:lnTo>
                    <a:pt x="283902" y="322648"/>
                  </a:lnTo>
                  <a:lnTo>
                    <a:pt x="291788" y="322648"/>
                  </a:lnTo>
                  <a:lnTo>
                    <a:pt x="299674" y="322648"/>
                  </a:lnTo>
                  <a:lnTo>
                    <a:pt x="307561" y="322648"/>
                  </a:lnTo>
                  <a:lnTo>
                    <a:pt x="315447" y="322648"/>
                  </a:lnTo>
                  <a:lnTo>
                    <a:pt x="323333" y="322648"/>
                  </a:lnTo>
                  <a:lnTo>
                    <a:pt x="331219" y="322648"/>
                  </a:lnTo>
                  <a:lnTo>
                    <a:pt x="339105" y="322648"/>
                  </a:lnTo>
                  <a:lnTo>
                    <a:pt x="346991" y="322648"/>
                  </a:lnTo>
                  <a:lnTo>
                    <a:pt x="354878" y="322648"/>
                  </a:lnTo>
                  <a:lnTo>
                    <a:pt x="362764" y="322648"/>
                  </a:lnTo>
                  <a:lnTo>
                    <a:pt x="370650" y="322648"/>
                  </a:lnTo>
                  <a:lnTo>
                    <a:pt x="378536" y="322648"/>
                  </a:lnTo>
                  <a:lnTo>
                    <a:pt x="386422" y="322648"/>
                  </a:lnTo>
                  <a:lnTo>
                    <a:pt x="394309" y="322648"/>
                  </a:lnTo>
                  <a:lnTo>
                    <a:pt x="402195" y="322648"/>
                  </a:lnTo>
                  <a:lnTo>
                    <a:pt x="410081" y="322648"/>
                  </a:lnTo>
                  <a:lnTo>
                    <a:pt x="417967" y="322648"/>
                  </a:lnTo>
                  <a:lnTo>
                    <a:pt x="425853" y="322648"/>
                  </a:lnTo>
                  <a:lnTo>
                    <a:pt x="433739" y="322648"/>
                  </a:lnTo>
                  <a:lnTo>
                    <a:pt x="441626" y="322648"/>
                  </a:lnTo>
                  <a:lnTo>
                    <a:pt x="449512" y="322648"/>
                  </a:lnTo>
                  <a:lnTo>
                    <a:pt x="457398" y="322648"/>
                  </a:lnTo>
                  <a:lnTo>
                    <a:pt x="465284" y="322648"/>
                  </a:lnTo>
                  <a:lnTo>
                    <a:pt x="473170" y="322648"/>
                  </a:lnTo>
                  <a:lnTo>
                    <a:pt x="481056" y="322648"/>
                  </a:lnTo>
                  <a:lnTo>
                    <a:pt x="488943" y="322648"/>
                  </a:lnTo>
                  <a:lnTo>
                    <a:pt x="496829" y="322648"/>
                  </a:lnTo>
                  <a:lnTo>
                    <a:pt x="504715" y="322648"/>
                  </a:lnTo>
                  <a:lnTo>
                    <a:pt x="512601" y="322648"/>
                  </a:lnTo>
                  <a:lnTo>
                    <a:pt x="520487" y="322648"/>
                  </a:lnTo>
                  <a:lnTo>
                    <a:pt x="528374" y="322648"/>
                  </a:lnTo>
                  <a:lnTo>
                    <a:pt x="536260" y="322648"/>
                  </a:lnTo>
                  <a:lnTo>
                    <a:pt x="544146" y="322648"/>
                  </a:lnTo>
                  <a:lnTo>
                    <a:pt x="552032" y="322648"/>
                  </a:lnTo>
                  <a:lnTo>
                    <a:pt x="559918" y="322648"/>
                  </a:lnTo>
                  <a:lnTo>
                    <a:pt x="567804" y="322648"/>
                  </a:lnTo>
                  <a:lnTo>
                    <a:pt x="575691" y="322648"/>
                  </a:lnTo>
                  <a:lnTo>
                    <a:pt x="583577" y="322648"/>
                  </a:lnTo>
                  <a:lnTo>
                    <a:pt x="591463" y="322648"/>
                  </a:lnTo>
                  <a:lnTo>
                    <a:pt x="599349" y="322648"/>
                  </a:lnTo>
                  <a:lnTo>
                    <a:pt x="607235" y="322648"/>
                  </a:lnTo>
                  <a:lnTo>
                    <a:pt x="615122" y="322648"/>
                  </a:lnTo>
                  <a:lnTo>
                    <a:pt x="623008" y="322648"/>
                  </a:lnTo>
                  <a:lnTo>
                    <a:pt x="630894" y="322648"/>
                  </a:lnTo>
                  <a:lnTo>
                    <a:pt x="638780" y="322648"/>
                  </a:lnTo>
                  <a:lnTo>
                    <a:pt x="646666" y="322648"/>
                  </a:lnTo>
                  <a:lnTo>
                    <a:pt x="654552" y="322648"/>
                  </a:lnTo>
                  <a:lnTo>
                    <a:pt x="662439" y="322648"/>
                  </a:lnTo>
                  <a:lnTo>
                    <a:pt x="670325" y="322648"/>
                  </a:lnTo>
                  <a:lnTo>
                    <a:pt x="678211" y="322648"/>
                  </a:lnTo>
                  <a:lnTo>
                    <a:pt x="686097" y="322648"/>
                  </a:lnTo>
                  <a:lnTo>
                    <a:pt x="693983" y="322648"/>
                  </a:lnTo>
                  <a:lnTo>
                    <a:pt x="701870" y="322648"/>
                  </a:lnTo>
                  <a:lnTo>
                    <a:pt x="709756" y="322648"/>
                  </a:lnTo>
                  <a:lnTo>
                    <a:pt x="717642" y="322648"/>
                  </a:lnTo>
                  <a:lnTo>
                    <a:pt x="725528" y="322648"/>
                  </a:lnTo>
                  <a:lnTo>
                    <a:pt x="733414" y="322648"/>
                  </a:lnTo>
                  <a:lnTo>
                    <a:pt x="741300" y="322648"/>
                  </a:lnTo>
                  <a:lnTo>
                    <a:pt x="749187" y="322648"/>
                  </a:lnTo>
                  <a:lnTo>
                    <a:pt x="757073" y="322648"/>
                  </a:lnTo>
                  <a:lnTo>
                    <a:pt x="764959" y="322648"/>
                  </a:lnTo>
                  <a:lnTo>
                    <a:pt x="772845" y="322648"/>
                  </a:lnTo>
                  <a:lnTo>
                    <a:pt x="780731" y="322648"/>
                  </a:lnTo>
                  <a:lnTo>
                    <a:pt x="788618" y="322648"/>
                  </a:lnTo>
                  <a:lnTo>
                    <a:pt x="796504" y="322648"/>
                  </a:lnTo>
                  <a:lnTo>
                    <a:pt x="804390" y="322648"/>
                  </a:lnTo>
                  <a:lnTo>
                    <a:pt x="812276" y="322648"/>
                  </a:lnTo>
                  <a:lnTo>
                    <a:pt x="820162" y="322648"/>
                  </a:lnTo>
                  <a:lnTo>
                    <a:pt x="828048" y="322648"/>
                  </a:lnTo>
                  <a:lnTo>
                    <a:pt x="835935" y="322648"/>
                  </a:lnTo>
                  <a:lnTo>
                    <a:pt x="843821" y="322648"/>
                  </a:lnTo>
                  <a:lnTo>
                    <a:pt x="851707" y="322648"/>
                  </a:lnTo>
                  <a:lnTo>
                    <a:pt x="859593" y="322648"/>
                  </a:lnTo>
                  <a:lnTo>
                    <a:pt x="867479" y="322648"/>
                  </a:lnTo>
                  <a:lnTo>
                    <a:pt x="875366" y="322648"/>
                  </a:lnTo>
                  <a:lnTo>
                    <a:pt x="883252" y="322648"/>
                  </a:lnTo>
                  <a:lnTo>
                    <a:pt x="891138" y="322648"/>
                  </a:lnTo>
                  <a:lnTo>
                    <a:pt x="899024" y="322648"/>
                  </a:lnTo>
                  <a:lnTo>
                    <a:pt x="906910" y="322648"/>
                  </a:lnTo>
                  <a:lnTo>
                    <a:pt x="914796" y="322648"/>
                  </a:lnTo>
                  <a:lnTo>
                    <a:pt x="922683" y="322648"/>
                  </a:lnTo>
                  <a:lnTo>
                    <a:pt x="930569" y="322648"/>
                  </a:lnTo>
                  <a:lnTo>
                    <a:pt x="938455" y="322648"/>
                  </a:lnTo>
                  <a:lnTo>
                    <a:pt x="946341" y="322648"/>
                  </a:lnTo>
                  <a:lnTo>
                    <a:pt x="954227" y="322648"/>
                  </a:lnTo>
                  <a:lnTo>
                    <a:pt x="962113" y="322648"/>
                  </a:lnTo>
                  <a:lnTo>
                    <a:pt x="970000" y="322648"/>
                  </a:lnTo>
                  <a:lnTo>
                    <a:pt x="977886" y="322648"/>
                  </a:lnTo>
                  <a:lnTo>
                    <a:pt x="985772" y="322648"/>
                  </a:lnTo>
                  <a:lnTo>
                    <a:pt x="993658" y="322648"/>
                  </a:lnTo>
                  <a:lnTo>
                    <a:pt x="1001544" y="322648"/>
                  </a:lnTo>
                  <a:lnTo>
                    <a:pt x="1009431" y="322648"/>
                  </a:lnTo>
                  <a:lnTo>
                    <a:pt x="1017317" y="322648"/>
                  </a:lnTo>
                  <a:lnTo>
                    <a:pt x="1025203" y="322648"/>
                  </a:lnTo>
                  <a:lnTo>
                    <a:pt x="1033089" y="322648"/>
                  </a:lnTo>
                  <a:lnTo>
                    <a:pt x="1040975" y="322648"/>
                  </a:lnTo>
                  <a:lnTo>
                    <a:pt x="1048861" y="322648"/>
                  </a:lnTo>
                  <a:lnTo>
                    <a:pt x="1056748" y="322648"/>
                  </a:lnTo>
                  <a:lnTo>
                    <a:pt x="1064634" y="322648"/>
                  </a:lnTo>
                  <a:lnTo>
                    <a:pt x="1072520" y="322648"/>
                  </a:lnTo>
                  <a:lnTo>
                    <a:pt x="1080406" y="322648"/>
                  </a:lnTo>
                  <a:lnTo>
                    <a:pt x="1088292" y="322648"/>
                  </a:lnTo>
                  <a:lnTo>
                    <a:pt x="1096179" y="322648"/>
                  </a:lnTo>
                  <a:lnTo>
                    <a:pt x="1104065" y="322648"/>
                  </a:lnTo>
                  <a:lnTo>
                    <a:pt x="1111951" y="322648"/>
                  </a:lnTo>
                  <a:lnTo>
                    <a:pt x="1119837" y="322648"/>
                  </a:lnTo>
                  <a:lnTo>
                    <a:pt x="1127723" y="322648"/>
                  </a:lnTo>
                  <a:lnTo>
                    <a:pt x="1135609" y="322648"/>
                  </a:lnTo>
                  <a:lnTo>
                    <a:pt x="1143496" y="322648"/>
                  </a:lnTo>
                  <a:lnTo>
                    <a:pt x="1151382" y="322648"/>
                  </a:lnTo>
                  <a:lnTo>
                    <a:pt x="1159268" y="322648"/>
                  </a:lnTo>
                  <a:lnTo>
                    <a:pt x="1167154" y="322648"/>
                  </a:lnTo>
                  <a:lnTo>
                    <a:pt x="1175040" y="322648"/>
                  </a:lnTo>
                  <a:lnTo>
                    <a:pt x="1182927" y="322648"/>
                  </a:lnTo>
                  <a:lnTo>
                    <a:pt x="1190813" y="322648"/>
                  </a:lnTo>
                  <a:lnTo>
                    <a:pt x="1198699" y="322648"/>
                  </a:lnTo>
                  <a:lnTo>
                    <a:pt x="1206585" y="322648"/>
                  </a:lnTo>
                  <a:lnTo>
                    <a:pt x="1214471" y="322648"/>
                  </a:lnTo>
                  <a:lnTo>
                    <a:pt x="1222357" y="322648"/>
                  </a:lnTo>
                  <a:lnTo>
                    <a:pt x="1230244" y="322648"/>
                  </a:lnTo>
                  <a:lnTo>
                    <a:pt x="1238130" y="322648"/>
                  </a:lnTo>
                  <a:lnTo>
                    <a:pt x="1246016" y="322648"/>
                  </a:lnTo>
                  <a:lnTo>
                    <a:pt x="1253902" y="322648"/>
                  </a:lnTo>
                  <a:lnTo>
                    <a:pt x="1261788" y="322648"/>
                  </a:lnTo>
                  <a:lnTo>
                    <a:pt x="1269675" y="322648"/>
                  </a:lnTo>
                  <a:lnTo>
                    <a:pt x="1277561" y="322648"/>
                  </a:lnTo>
                  <a:lnTo>
                    <a:pt x="1285447" y="322648"/>
                  </a:lnTo>
                  <a:lnTo>
                    <a:pt x="1293333" y="322648"/>
                  </a:lnTo>
                  <a:lnTo>
                    <a:pt x="1301219" y="322648"/>
                  </a:lnTo>
                  <a:lnTo>
                    <a:pt x="1309105" y="322648"/>
                  </a:lnTo>
                  <a:lnTo>
                    <a:pt x="1316992" y="322648"/>
                  </a:lnTo>
                  <a:lnTo>
                    <a:pt x="1324878" y="322648"/>
                  </a:lnTo>
                  <a:lnTo>
                    <a:pt x="1332764" y="322648"/>
                  </a:lnTo>
                  <a:lnTo>
                    <a:pt x="1340650" y="322648"/>
                  </a:lnTo>
                  <a:lnTo>
                    <a:pt x="1348536" y="322648"/>
                  </a:lnTo>
                  <a:lnTo>
                    <a:pt x="1356423" y="322648"/>
                  </a:lnTo>
                  <a:lnTo>
                    <a:pt x="1364309" y="322648"/>
                  </a:lnTo>
                  <a:lnTo>
                    <a:pt x="1372195" y="322648"/>
                  </a:lnTo>
                  <a:lnTo>
                    <a:pt x="1380081" y="322648"/>
                  </a:lnTo>
                  <a:lnTo>
                    <a:pt x="1387967" y="322648"/>
                  </a:lnTo>
                  <a:lnTo>
                    <a:pt x="1395853" y="322648"/>
                  </a:lnTo>
                  <a:lnTo>
                    <a:pt x="1403740" y="322648"/>
                  </a:lnTo>
                  <a:lnTo>
                    <a:pt x="1411626" y="322648"/>
                  </a:lnTo>
                  <a:lnTo>
                    <a:pt x="1419512" y="322648"/>
                  </a:lnTo>
                  <a:lnTo>
                    <a:pt x="1427398" y="322648"/>
                  </a:lnTo>
                  <a:lnTo>
                    <a:pt x="1435284" y="322648"/>
                  </a:lnTo>
                  <a:lnTo>
                    <a:pt x="1443170" y="322648"/>
                  </a:lnTo>
                  <a:lnTo>
                    <a:pt x="1451057" y="322648"/>
                  </a:lnTo>
                  <a:lnTo>
                    <a:pt x="1458943" y="322648"/>
                  </a:lnTo>
                  <a:lnTo>
                    <a:pt x="1466829" y="322648"/>
                  </a:lnTo>
                  <a:lnTo>
                    <a:pt x="1474715" y="322648"/>
                  </a:lnTo>
                  <a:lnTo>
                    <a:pt x="1482601" y="322648"/>
                  </a:lnTo>
                  <a:lnTo>
                    <a:pt x="1490488" y="322648"/>
                  </a:lnTo>
                  <a:lnTo>
                    <a:pt x="1498374" y="322648"/>
                  </a:lnTo>
                  <a:lnTo>
                    <a:pt x="1506260" y="322648"/>
                  </a:lnTo>
                  <a:lnTo>
                    <a:pt x="1514146" y="322648"/>
                  </a:lnTo>
                  <a:lnTo>
                    <a:pt x="1522032" y="322648"/>
                  </a:lnTo>
                  <a:lnTo>
                    <a:pt x="1529918" y="322648"/>
                  </a:lnTo>
                  <a:lnTo>
                    <a:pt x="1537805" y="322648"/>
                  </a:lnTo>
                  <a:lnTo>
                    <a:pt x="1545691" y="322648"/>
                  </a:lnTo>
                  <a:lnTo>
                    <a:pt x="1553577" y="322648"/>
                  </a:lnTo>
                  <a:lnTo>
                    <a:pt x="1561463" y="322647"/>
                  </a:lnTo>
                  <a:lnTo>
                    <a:pt x="1569349" y="322647"/>
                  </a:lnTo>
                  <a:lnTo>
                    <a:pt x="1577236" y="322647"/>
                  </a:lnTo>
                  <a:lnTo>
                    <a:pt x="1585122" y="322647"/>
                  </a:lnTo>
                  <a:lnTo>
                    <a:pt x="1593008" y="322646"/>
                  </a:lnTo>
                  <a:lnTo>
                    <a:pt x="1600894" y="322646"/>
                  </a:lnTo>
                  <a:lnTo>
                    <a:pt x="1608780" y="322646"/>
                  </a:lnTo>
                  <a:lnTo>
                    <a:pt x="1616666" y="322645"/>
                  </a:lnTo>
                  <a:lnTo>
                    <a:pt x="1624553" y="322645"/>
                  </a:lnTo>
                  <a:lnTo>
                    <a:pt x="1632439" y="322644"/>
                  </a:lnTo>
                  <a:lnTo>
                    <a:pt x="1640325" y="322643"/>
                  </a:lnTo>
                  <a:lnTo>
                    <a:pt x="1648211" y="322642"/>
                  </a:lnTo>
                  <a:lnTo>
                    <a:pt x="1656097" y="322641"/>
                  </a:lnTo>
                  <a:lnTo>
                    <a:pt x="1663984" y="322639"/>
                  </a:lnTo>
                  <a:lnTo>
                    <a:pt x="1671870" y="322637"/>
                  </a:lnTo>
                  <a:lnTo>
                    <a:pt x="1679756" y="322635"/>
                  </a:lnTo>
                  <a:lnTo>
                    <a:pt x="1687642" y="322633"/>
                  </a:lnTo>
                  <a:lnTo>
                    <a:pt x="1695528" y="322630"/>
                  </a:lnTo>
                  <a:lnTo>
                    <a:pt x="1703414" y="322626"/>
                  </a:lnTo>
                  <a:lnTo>
                    <a:pt x="1711301" y="322622"/>
                  </a:lnTo>
                  <a:lnTo>
                    <a:pt x="1719187" y="322617"/>
                  </a:lnTo>
                  <a:lnTo>
                    <a:pt x="1727073" y="322611"/>
                  </a:lnTo>
                  <a:lnTo>
                    <a:pt x="1734959" y="322605"/>
                  </a:lnTo>
                  <a:lnTo>
                    <a:pt x="1742845" y="322597"/>
                  </a:lnTo>
                  <a:lnTo>
                    <a:pt x="1750732" y="322588"/>
                  </a:lnTo>
                  <a:lnTo>
                    <a:pt x="1758618" y="322577"/>
                  </a:lnTo>
                  <a:lnTo>
                    <a:pt x="1766504" y="322564"/>
                  </a:lnTo>
                  <a:lnTo>
                    <a:pt x="1774390" y="322550"/>
                  </a:lnTo>
                  <a:lnTo>
                    <a:pt x="1782276" y="322533"/>
                  </a:lnTo>
                  <a:lnTo>
                    <a:pt x="1790162" y="322513"/>
                  </a:lnTo>
                  <a:lnTo>
                    <a:pt x="1798049" y="322490"/>
                  </a:lnTo>
                  <a:lnTo>
                    <a:pt x="1805935" y="322464"/>
                  </a:lnTo>
                  <a:lnTo>
                    <a:pt x="1813821" y="322434"/>
                  </a:lnTo>
                  <a:lnTo>
                    <a:pt x="1821707" y="322399"/>
                  </a:lnTo>
                  <a:lnTo>
                    <a:pt x="1829593" y="322359"/>
                  </a:lnTo>
                  <a:lnTo>
                    <a:pt x="1837479" y="322315"/>
                  </a:lnTo>
                  <a:lnTo>
                    <a:pt x="1845366" y="322262"/>
                  </a:lnTo>
                  <a:lnTo>
                    <a:pt x="1853252" y="322202"/>
                  </a:lnTo>
                  <a:lnTo>
                    <a:pt x="1861138" y="322135"/>
                  </a:lnTo>
                  <a:lnTo>
                    <a:pt x="1869024" y="322059"/>
                  </a:lnTo>
                  <a:lnTo>
                    <a:pt x="1876910" y="321970"/>
                  </a:lnTo>
                  <a:lnTo>
                    <a:pt x="1884797" y="321870"/>
                  </a:lnTo>
                  <a:lnTo>
                    <a:pt x="1892683" y="321760"/>
                  </a:lnTo>
                  <a:lnTo>
                    <a:pt x="1900569" y="321634"/>
                  </a:lnTo>
                  <a:lnTo>
                    <a:pt x="1908455" y="321490"/>
                  </a:lnTo>
                  <a:lnTo>
                    <a:pt x="1916341" y="321330"/>
                  </a:lnTo>
                  <a:lnTo>
                    <a:pt x="1924227" y="321153"/>
                  </a:lnTo>
                  <a:lnTo>
                    <a:pt x="1932114" y="320950"/>
                  </a:lnTo>
                  <a:lnTo>
                    <a:pt x="1940000" y="320723"/>
                  </a:lnTo>
                  <a:lnTo>
                    <a:pt x="1947886" y="320472"/>
                  </a:lnTo>
                  <a:lnTo>
                    <a:pt x="1955772" y="320197"/>
                  </a:lnTo>
                  <a:lnTo>
                    <a:pt x="1963658" y="319880"/>
                  </a:lnTo>
                  <a:lnTo>
                    <a:pt x="1971545" y="319532"/>
                  </a:lnTo>
                  <a:lnTo>
                    <a:pt x="1979431" y="319151"/>
                  </a:lnTo>
                  <a:lnTo>
                    <a:pt x="1987317" y="318731"/>
                  </a:lnTo>
                  <a:lnTo>
                    <a:pt x="1995203" y="318256"/>
                  </a:lnTo>
                  <a:lnTo>
                    <a:pt x="2003089" y="317738"/>
                  </a:lnTo>
                  <a:lnTo>
                    <a:pt x="2010975" y="317175"/>
                  </a:lnTo>
                  <a:lnTo>
                    <a:pt x="2018862" y="316551"/>
                  </a:lnTo>
                  <a:lnTo>
                    <a:pt x="2026748" y="315859"/>
                  </a:lnTo>
                  <a:lnTo>
                    <a:pt x="2034634" y="315110"/>
                  </a:lnTo>
                  <a:lnTo>
                    <a:pt x="2042520" y="314302"/>
                  </a:lnTo>
                  <a:lnTo>
                    <a:pt x="2050406" y="313402"/>
                  </a:lnTo>
                  <a:lnTo>
                    <a:pt x="2058293" y="312423"/>
                  </a:lnTo>
                  <a:lnTo>
                    <a:pt x="2066179" y="311371"/>
                  </a:lnTo>
                  <a:lnTo>
                    <a:pt x="2074065" y="310242"/>
                  </a:lnTo>
                  <a:lnTo>
                    <a:pt x="2081951" y="308984"/>
                  </a:lnTo>
                  <a:lnTo>
                    <a:pt x="2089837" y="307638"/>
                  </a:lnTo>
                  <a:lnTo>
                    <a:pt x="2097723" y="306200"/>
                  </a:lnTo>
                  <a:lnTo>
                    <a:pt x="2105610" y="304652"/>
                  </a:lnTo>
                  <a:lnTo>
                    <a:pt x="2113496" y="302959"/>
                  </a:lnTo>
                  <a:lnTo>
                    <a:pt x="2121382" y="301160"/>
                  </a:lnTo>
                  <a:lnTo>
                    <a:pt x="2129268" y="299250"/>
                  </a:lnTo>
                  <a:lnTo>
                    <a:pt x="2137154" y="297189"/>
                  </a:lnTo>
                  <a:lnTo>
                    <a:pt x="2145041" y="294975"/>
                  </a:lnTo>
                  <a:lnTo>
                    <a:pt x="2152927" y="292636"/>
                  </a:lnTo>
                  <a:lnTo>
                    <a:pt x="2160813" y="290169"/>
                  </a:lnTo>
                  <a:lnTo>
                    <a:pt x="2168699" y="287505"/>
                  </a:lnTo>
                  <a:lnTo>
                    <a:pt x="2176585" y="284689"/>
                  </a:lnTo>
                  <a:lnTo>
                    <a:pt x="2184471" y="281732"/>
                  </a:lnTo>
                  <a:lnTo>
                    <a:pt x="2192358" y="278624"/>
                  </a:lnTo>
                  <a:lnTo>
                    <a:pt x="2200244" y="275291"/>
                  </a:lnTo>
                  <a:lnTo>
                    <a:pt x="2208130" y="271808"/>
                  </a:lnTo>
                  <a:lnTo>
                    <a:pt x="2216016" y="268172"/>
                  </a:lnTo>
                  <a:lnTo>
                    <a:pt x="2223902" y="264352"/>
                  </a:lnTo>
                  <a:lnTo>
                    <a:pt x="2231789" y="260318"/>
                  </a:lnTo>
                  <a:lnTo>
                    <a:pt x="2239675" y="256127"/>
                  </a:lnTo>
                  <a:lnTo>
                    <a:pt x="2247561" y="251781"/>
                  </a:lnTo>
                  <a:lnTo>
                    <a:pt x="2255447" y="247222"/>
                  </a:lnTo>
                  <a:lnTo>
                    <a:pt x="2263333" y="242475"/>
                  </a:lnTo>
                  <a:lnTo>
                    <a:pt x="2271219" y="237575"/>
                  </a:lnTo>
                  <a:lnTo>
                    <a:pt x="2279106" y="232522"/>
                  </a:lnTo>
                  <a:lnTo>
                    <a:pt x="2286992" y="227246"/>
                  </a:lnTo>
                  <a:lnTo>
                    <a:pt x="2294878" y="221817"/>
                  </a:lnTo>
                  <a:lnTo>
                    <a:pt x="2302764" y="216248"/>
                  </a:lnTo>
                  <a:lnTo>
                    <a:pt x="2310650" y="210531"/>
                  </a:lnTo>
                  <a:lnTo>
                    <a:pt x="2318536" y="204621"/>
                  </a:lnTo>
                  <a:lnTo>
                    <a:pt x="2326423" y="198592"/>
                  </a:lnTo>
                  <a:lnTo>
                    <a:pt x="2334309" y="192446"/>
                  </a:lnTo>
                  <a:lnTo>
                    <a:pt x="2342195" y="186166"/>
                  </a:lnTo>
                  <a:lnTo>
                    <a:pt x="2350081" y="179756"/>
                  </a:lnTo>
                  <a:lnTo>
                    <a:pt x="2357967" y="173260"/>
                  </a:lnTo>
                  <a:lnTo>
                    <a:pt x="2365854" y="166682"/>
                  </a:lnTo>
                  <a:lnTo>
                    <a:pt x="2373740" y="160009"/>
                  </a:lnTo>
                  <a:lnTo>
                    <a:pt x="2381626" y="153274"/>
                  </a:lnTo>
                  <a:lnTo>
                    <a:pt x="2389512" y="146496"/>
                  </a:lnTo>
                  <a:lnTo>
                    <a:pt x="2397398" y="139682"/>
                  </a:lnTo>
                  <a:lnTo>
                    <a:pt x="2405284" y="132841"/>
                  </a:lnTo>
                  <a:lnTo>
                    <a:pt x="2413171" y="126000"/>
                  </a:lnTo>
                  <a:lnTo>
                    <a:pt x="2421057" y="119170"/>
                  </a:lnTo>
                  <a:lnTo>
                    <a:pt x="2428943" y="112363"/>
                  </a:lnTo>
                  <a:lnTo>
                    <a:pt x="2436829" y="105615"/>
                  </a:lnTo>
                  <a:lnTo>
                    <a:pt x="2444715" y="98927"/>
                  </a:lnTo>
                  <a:lnTo>
                    <a:pt x="2452602" y="92307"/>
                  </a:lnTo>
                  <a:lnTo>
                    <a:pt x="2460488" y="85793"/>
                  </a:lnTo>
                  <a:lnTo>
                    <a:pt x="2468374" y="79415"/>
                  </a:lnTo>
                  <a:lnTo>
                    <a:pt x="2476260" y="73156"/>
                  </a:lnTo>
                  <a:lnTo>
                    <a:pt x="2484146" y="67026"/>
                  </a:lnTo>
                  <a:lnTo>
                    <a:pt x="2492032" y="61105"/>
                  </a:lnTo>
                  <a:lnTo>
                    <a:pt x="2499919" y="55376"/>
                  </a:lnTo>
                  <a:lnTo>
                    <a:pt x="2507805" y="49826"/>
                  </a:lnTo>
                  <a:lnTo>
                    <a:pt x="2515691" y="44462"/>
                  </a:lnTo>
                  <a:lnTo>
                    <a:pt x="2523577" y="39424"/>
                  </a:lnTo>
                  <a:lnTo>
                    <a:pt x="2531463" y="34609"/>
                  </a:lnTo>
                  <a:lnTo>
                    <a:pt x="2539350" y="30025"/>
                  </a:lnTo>
                  <a:lnTo>
                    <a:pt x="2547236" y="25719"/>
                  </a:lnTo>
                  <a:lnTo>
                    <a:pt x="2555122" y="21778"/>
                  </a:lnTo>
                  <a:lnTo>
                    <a:pt x="2563008" y="18105"/>
                  </a:lnTo>
                  <a:lnTo>
                    <a:pt x="2570894" y="14705"/>
                  </a:lnTo>
                  <a:lnTo>
                    <a:pt x="2578780" y="11674"/>
                  </a:lnTo>
                  <a:lnTo>
                    <a:pt x="2586667" y="9015"/>
                  </a:lnTo>
                  <a:lnTo>
                    <a:pt x="2594553" y="6654"/>
                  </a:lnTo>
                  <a:lnTo>
                    <a:pt x="2602439" y="4595"/>
                  </a:lnTo>
                  <a:lnTo>
                    <a:pt x="2610325" y="2984"/>
                  </a:lnTo>
                  <a:lnTo>
                    <a:pt x="2618211" y="1720"/>
                  </a:lnTo>
                  <a:lnTo>
                    <a:pt x="2626098" y="770"/>
                  </a:lnTo>
                  <a:lnTo>
                    <a:pt x="2633984" y="143"/>
                  </a:lnTo>
                  <a:lnTo>
                    <a:pt x="2641870" y="0"/>
                  </a:lnTo>
                  <a:lnTo>
                    <a:pt x="2649756" y="166"/>
                  </a:lnTo>
                  <a:lnTo>
                    <a:pt x="2657642" y="642"/>
                  </a:lnTo>
                  <a:lnTo>
                    <a:pt x="2665528" y="1481"/>
                  </a:lnTo>
                  <a:lnTo>
                    <a:pt x="2673415" y="2736"/>
                  </a:lnTo>
                  <a:lnTo>
                    <a:pt x="2681301" y="4282"/>
                  </a:lnTo>
                  <a:lnTo>
                    <a:pt x="2689187" y="6117"/>
                  </a:lnTo>
                  <a:lnTo>
                    <a:pt x="2697073" y="8327"/>
                  </a:lnTo>
                  <a:lnTo>
                    <a:pt x="2704959" y="10867"/>
                  </a:lnTo>
                  <a:lnTo>
                    <a:pt x="2712846" y="13666"/>
                  </a:lnTo>
                  <a:lnTo>
                    <a:pt x="2720732" y="16716"/>
                  </a:lnTo>
                  <a:lnTo>
                    <a:pt x="2728618" y="20122"/>
                  </a:lnTo>
                  <a:lnTo>
                    <a:pt x="2736504" y="23766"/>
                  </a:lnTo>
                  <a:lnTo>
                    <a:pt x="2744390" y="27622"/>
                  </a:lnTo>
                  <a:lnTo>
                    <a:pt x="2752276" y="31695"/>
                  </a:lnTo>
                  <a:lnTo>
                    <a:pt x="2760163" y="36045"/>
                  </a:lnTo>
                  <a:lnTo>
                    <a:pt x="2768049" y="40560"/>
                  </a:lnTo>
                  <a:lnTo>
                    <a:pt x="2775935" y="45233"/>
                  </a:lnTo>
                  <a:lnTo>
                    <a:pt x="2783821" y="50082"/>
                  </a:lnTo>
                  <a:lnTo>
                    <a:pt x="2791707" y="55099"/>
                  </a:lnTo>
                  <a:lnTo>
                    <a:pt x="2799593" y="60224"/>
                  </a:lnTo>
                  <a:lnTo>
                    <a:pt x="2807480" y="65448"/>
                  </a:lnTo>
                  <a:lnTo>
                    <a:pt x="2815366" y="70787"/>
                  </a:lnTo>
                  <a:lnTo>
                    <a:pt x="2823252" y="76201"/>
                  </a:lnTo>
                  <a:lnTo>
                    <a:pt x="2831138" y="81666"/>
                  </a:lnTo>
                  <a:lnTo>
                    <a:pt x="2839024" y="87174"/>
                  </a:lnTo>
                  <a:lnTo>
                    <a:pt x="2846911" y="92719"/>
                  </a:lnTo>
                  <a:lnTo>
                    <a:pt x="2854797" y="98272"/>
                  </a:lnTo>
                  <a:lnTo>
                    <a:pt x="2862683" y="103822"/>
                  </a:lnTo>
                  <a:lnTo>
                    <a:pt x="2870569" y="109361"/>
                  </a:lnTo>
                  <a:lnTo>
                    <a:pt x="2878455" y="114860"/>
                  </a:lnTo>
                  <a:lnTo>
                    <a:pt x="2886341" y="120319"/>
                  </a:lnTo>
                  <a:lnTo>
                    <a:pt x="2894228" y="125731"/>
                  </a:lnTo>
                  <a:lnTo>
                    <a:pt x="2902114" y="131073"/>
                  </a:lnTo>
                  <a:lnTo>
                    <a:pt x="2910000" y="136323"/>
                  </a:lnTo>
                  <a:lnTo>
                    <a:pt x="2917886" y="141497"/>
                  </a:lnTo>
                  <a:lnTo>
                    <a:pt x="2925772" y="146588"/>
                  </a:lnTo>
                  <a:lnTo>
                    <a:pt x="2933659" y="151551"/>
                  </a:lnTo>
                  <a:lnTo>
                    <a:pt x="2941545" y="156398"/>
                  </a:lnTo>
                  <a:lnTo>
                    <a:pt x="2949431" y="161141"/>
                  </a:lnTo>
                  <a:lnTo>
                    <a:pt x="2957317" y="165777"/>
                  </a:lnTo>
                  <a:lnTo>
                    <a:pt x="2965203" y="170235"/>
                  </a:lnTo>
                  <a:lnTo>
                    <a:pt x="2973089" y="174572"/>
                  </a:lnTo>
                  <a:lnTo>
                    <a:pt x="2980976" y="178789"/>
                  </a:lnTo>
                  <a:lnTo>
                    <a:pt x="2988862" y="182866"/>
                  </a:lnTo>
                  <a:lnTo>
                    <a:pt x="2996748" y="186761"/>
                  </a:lnTo>
                  <a:lnTo>
                    <a:pt x="3004634" y="190530"/>
                  </a:lnTo>
                  <a:lnTo>
                    <a:pt x="3012520" y="194171"/>
                  </a:lnTo>
                  <a:lnTo>
                    <a:pt x="3020407" y="197645"/>
                  </a:lnTo>
                  <a:lnTo>
                    <a:pt x="3028293" y="200956"/>
                  </a:lnTo>
                  <a:lnTo>
                    <a:pt x="3036179" y="204139"/>
                  </a:lnTo>
                  <a:lnTo>
                    <a:pt x="3044065" y="207195"/>
                  </a:lnTo>
                  <a:lnTo>
                    <a:pt x="3051951" y="210070"/>
                  </a:lnTo>
                  <a:lnTo>
                    <a:pt x="3059837" y="212808"/>
                  </a:lnTo>
                  <a:lnTo>
                    <a:pt x="3067724" y="215425"/>
                  </a:lnTo>
                  <a:lnTo>
                    <a:pt x="3075610" y="217921"/>
                  </a:lnTo>
                  <a:lnTo>
                    <a:pt x="3083496" y="220238"/>
                  </a:lnTo>
                  <a:lnTo>
                    <a:pt x="3091382" y="222445"/>
                  </a:lnTo>
                  <a:lnTo>
                    <a:pt x="3099268" y="224545"/>
                  </a:lnTo>
                  <a:lnTo>
                    <a:pt x="3107155" y="226521"/>
                  </a:lnTo>
                  <a:lnTo>
                    <a:pt x="3115041" y="228359"/>
                  </a:lnTo>
                  <a:lnTo>
                    <a:pt x="3122927" y="230102"/>
                  </a:lnTo>
                  <a:lnTo>
                    <a:pt x="3130813" y="231754"/>
                  </a:lnTo>
                  <a:lnTo>
                    <a:pt x="3138699" y="233290"/>
                  </a:lnTo>
                  <a:lnTo>
                    <a:pt x="3146585" y="234726"/>
                  </a:lnTo>
                  <a:lnTo>
                    <a:pt x="3154472" y="236086"/>
                  </a:lnTo>
                  <a:lnTo>
                    <a:pt x="3162358" y="237374"/>
                  </a:lnTo>
                  <a:lnTo>
                    <a:pt x="3170244" y="238562"/>
                  </a:lnTo>
                  <a:lnTo>
                    <a:pt x="3178130" y="239685"/>
                  </a:lnTo>
                  <a:lnTo>
                    <a:pt x="3186016" y="240752"/>
                  </a:lnTo>
                  <a:lnTo>
                    <a:pt x="3193903" y="241762"/>
                  </a:lnTo>
                  <a:lnTo>
                    <a:pt x="3201789" y="242703"/>
                  </a:lnTo>
                  <a:lnTo>
                    <a:pt x="3209675" y="243604"/>
                  </a:lnTo>
                  <a:lnTo>
                    <a:pt x="3217561" y="244468"/>
                  </a:lnTo>
                  <a:lnTo>
                    <a:pt x="3225447" y="245292"/>
                  </a:lnTo>
                  <a:lnTo>
                    <a:pt x="3233333" y="246081"/>
                  </a:lnTo>
                  <a:lnTo>
                    <a:pt x="3241220" y="246848"/>
                  </a:lnTo>
                  <a:lnTo>
                    <a:pt x="3249106" y="247596"/>
                  </a:lnTo>
                  <a:lnTo>
                    <a:pt x="3256992" y="248325"/>
                  </a:lnTo>
                  <a:lnTo>
                    <a:pt x="3264878" y="249044"/>
                  </a:lnTo>
                  <a:lnTo>
                    <a:pt x="3272764" y="249757"/>
                  </a:lnTo>
                  <a:lnTo>
                    <a:pt x="3280650" y="250467"/>
                  </a:lnTo>
                  <a:lnTo>
                    <a:pt x="3288537" y="251180"/>
                  </a:lnTo>
                  <a:lnTo>
                    <a:pt x="3296423" y="251899"/>
                  </a:lnTo>
                  <a:lnTo>
                    <a:pt x="3304309" y="252626"/>
                  </a:lnTo>
                  <a:lnTo>
                    <a:pt x="3312195" y="253365"/>
                  </a:lnTo>
                  <a:lnTo>
                    <a:pt x="3320081" y="254124"/>
                  </a:lnTo>
                  <a:lnTo>
                    <a:pt x="3327968" y="254899"/>
                  </a:lnTo>
                  <a:lnTo>
                    <a:pt x="3335854" y="255693"/>
                  </a:lnTo>
                  <a:lnTo>
                    <a:pt x="3343740" y="256511"/>
                  </a:lnTo>
                  <a:lnTo>
                    <a:pt x="3351626" y="257359"/>
                  </a:lnTo>
                  <a:lnTo>
                    <a:pt x="3359512" y="258231"/>
                  </a:lnTo>
                  <a:lnTo>
                    <a:pt x="3367398" y="259126"/>
                  </a:lnTo>
                  <a:lnTo>
                    <a:pt x="3375285" y="260057"/>
                  </a:lnTo>
                  <a:lnTo>
                    <a:pt x="3383171" y="261019"/>
                  </a:lnTo>
                  <a:lnTo>
                    <a:pt x="3391057" y="262008"/>
                  </a:lnTo>
                  <a:lnTo>
                    <a:pt x="3398943" y="263023"/>
                  </a:lnTo>
                  <a:lnTo>
                    <a:pt x="3406829" y="264080"/>
                  </a:lnTo>
                  <a:lnTo>
                    <a:pt x="3414716" y="265164"/>
                  </a:lnTo>
                  <a:lnTo>
                    <a:pt x="3422602" y="266273"/>
                  </a:lnTo>
                  <a:lnTo>
                    <a:pt x="3430488" y="267412"/>
                  </a:lnTo>
                  <a:lnTo>
                    <a:pt x="3438374" y="268586"/>
                  </a:lnTo>
                  <a:lnTo>
                    <a:pt x="3446260" y="269783"/>
                  </a:lnTo>
                  <a:lnTo>
                    <a:pt x="3454146" y="271002"/>
                  </a:lnTo>
                  <a:lnTo>
                    <a:pt x="3462033" y="272248"/>
                  </a:lnTo>
                  <a:lnTo>
                    <a:pt x="3469919" y="273519"/>
                  </a:lnTo>
                  <a:lnTo>
                    <a:pt x="3477805" y="274806"/>
                  </a:lnTo>
                  <a:lnTo>
                    <a:pt x="3485691" y="276110"/>
                  </a:lnTo>
                  <a:lnTo>
                    <a:pt x="3493577" y="277433"/>
                  </a:lnTo>
                  <a:lnTo>
                    <a:pt x="3501464" y="278769"/>
                  </a:lnTo>
                  <a:lnTo>
                    <a:pt x="3509350" y="280114"/>
                  </a:lnTo>
                  <a:lnTo>
                    <a:pt x="3517236" y="281467"/>
                  </a:lnTo>
                  <a:lnTo>
                    <a:pt x="3525122" y="282827"/>
                  </a:lnTo>
                  <a:lnTo>
                    <a:pt x="3533008" y="284190"/>
                  </a:lnTo>
                  <a:lnTo>
                    <a:pt x="3540894" y="285552"/>
                  </a:lnTo>
                  <a:lnTo>
                    <a:pt x="3548781" y="286913"/>
                  </a:lnTo>
                  <a:lnTo>
                    <a:pt x="3556667" y="288267"/>
                  </a:lnTo>
                  <a:lnTo>
                    <a:pt x="3564553" y="289614"/>
                  </a:lnTo>
                  <a:lnTo>
                    <a:pt x="3572439" y="290952"/>
                  </a:lnTo>
                  <a:lnTo>
                    <a:pt x="3580325" y="292275"/>
                  </a:lnTo>
                  <a:lnTo>
                    <a:pt x="3588212" y="293581"/>
                  </a:lnTo>
                  <a:lnTo>
                    <a:pt x="3596098" y="294872"/>
                  </a:lnTo>
                  <a:lnTo>
                    <a:pt x="3603984" y="296145"/>
                  </a:lnTo>
                  <a:lnTo>
                    <a:pt x="3611870" y="297391"/>
                  </a:lnTo>
                  <a:lnTo>
                    <a:pt x="3619756" y="298612"/>
                  </a:lnTo>
                  <a:lnTo>
                    <a:pt x="3627642" y="299810"/>
                  </a:lnTo>
                  <a:lnTo>
                    <a:pt x="3635529" y="300984"/>
                  </a:lnTo>
                  <a:lnTo>
                    <a:pt x="3643415" y="302118"/>
                  </a:lnTo>
                  <a:lnTo>
                    <a:pt x="3651301" y="303225"/>
                  </a:lnTo>
                  <a:lnTo>
                    <a:pt x="3659187" y="304304"/>
                  </a:lnTo>
                  <a:lnTo>
                    <a:pt x="3667073" y="305348"/>
                  </a:lnTo>
                  <a:lnTo>
                    <a:pt x="3674959" y="306351"/>
                  </a:lnTo>
                  <a:lnTo>
                    <a:pt x="3682846" y="307324"/>
                  </a:lnTo>
                  <a:lnTo>
                    <a:pt x="3690732" y="308265"/>
                  </a:lnTo>
                  <a:lnTo>
                    <a:pt x="3698618" y="309164"/>
                  </a:lnTo>
                  <a:lnTo>
                    <a:pt x="3706504" y="310024"/>
                  </a:lnTo>
                  <a:lnTo>
                    <a:pt x="3714390" y="310852"/>
                  </a:lnTo>
                  <a:lnTo>
                    <a:pt x="3722277" y="311648"/>
                  </a:lnTo>
                  <a:lnTo>
                    <a:pt x="3730163" y="312397"/>
                  </a:lnTo>
                  <a:lnTo>
                    <a:pt x="3738049" y="313112"/>
                  </a:lnTo>
                  <a:lnTo>
                    <a:pt x="3745935" y="313795"/>
                  </a:lnTo>
                  <a:lnTo>
                    <a:pt x="3753821" y="314446"/>
                  </a:lnTo>
                  <a:lnTo>
                    <a:pt x="3761707" y="315051"/>
                  </a:lnTo>
                  <a:lnTo>
                    <a:pt x="3769594" y="315627"/>
                  </a:lnTo>
                  <a:lnTo>
                    <a:pt x="3777480" y="316174"/>
                  </a:lnTo>
                  <a:lnTo>
                    <a:pt x="3785366" y="316687"/>
                  </a:lnTo>
                  <a:lnTo>
                    <a:pt x="3793252" y="317163"/>
                  </a:lnTo>
                  <a:lnTo>
                    <a:pt x="3801138" y="317613"/>
                  </a:lnTo>
                  <a:lnTo>
                    <a:pt x="3809025" y="318038"/>
                  </a:lnTo>
                  <a:lnTo>
                    <a:pt x="3816911" y="318429"/>
                  </a:lnTo>
                  <a:lnTo>
                    <a:pt x="3824797" y="318792"/>
                  </a:lnTo>
                  <a:lnTo>
                    <a:pt x="3832683" y="319133"/>
                  </a:lnTo>
                  <a:lnTo>
                    <a:pt x="3840569" y="319452"/>
                  </a:lnTo>
                  <a:lnTo>
                    <a:pt x="3848455" y="319740"/>
                  </a:lnTo>
                  <a:lnTo>
                    <a:pt x="3856342" y="320009"/>
                  </a:lnTo>
                  <a:lnTo>
                    <a:pt x="3864228" y="320259"/>
                  </a:lnTo>
                  <a:lnTo>
                    <a:pt x="3872114" y="320491"/>
                  </a:lnTo>
                  <a:lnTo>
                    <a:pt x="3880000" y="320698"/>
                  </a:lnTo>
                  <a:lnTo>
                    <a:pt x="3887886" y="320891"/>
                  </a:lnTo>
                  <a:lnTo>
                    <a:pt x="3895773" y="321069"/>
                  </a:lnTo>
                  <a:lnTo>
                    <a:pt x="3903659" y="321230"/>
                  </a:lnTo>
                  <a:lnTo>
                    <a:pt x="3911545" y="321376"/>
                  </a:lnTo>
                  <a:lnTo>
                    <a:pt x="3919431" y="321510"/>
                  </a:lnTo>
                  <a:lnTo>
                    <a:pt x="3927317" y="321633"/>
                  </a:lnTo>
                  <a:lnTo>
                    <a:pt x="3935203" y="321742"/>
                  </a:lnTo>
                  <a:lnTo>
                    <a:pt x="3943090" y="321841"/>
                  </a:lnTo>
                  <a:lnTo>
                    <a:pt x="3950976" y="321931"/>
                  </a:lnTo>
                  <a:lnTo>
                    <a:pt x="3958862" y="322014"/>
                  </a:lnTo>
                  <a:lnTo>
                    <a:pt x="3966748" y="322085"/>
                  </a:lnTo>
                  <a:lnTo>
                    <a:pt x="3974634" y="322150"/>
                  </a:lnTo>
                  <a:lnTo>
                    <a:pt x="3982521" y="322209"/>
                  </a:lnTo>
                  <a:lnTo>
                    <a:pt x="3990407" y="322262"/>
                  </a:lnTo>
                  <a:lnTo>
                    <a:pt x="3998293" y="322308"/>
                  </a:lnTo>
                  <a:lnTo>
                    <a:pt x="4006179" y="322349"/>
                  </a:lnTo>
                  <a:lnTo>
                    <a:pt x="4014065" y="322387"/>
                  </a:lnTo>
                  <a:lnTo>
                    <a:pt x="4021951" y="322420"/>
                  </a:lnTo>
                  <a:lnTo>
                    <a:pt x="4029838" y="32244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821786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9023832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982979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1063576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1144173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tx1359"/>
            <p:cNvSpPr/>
            <p:nvPr/>
          </p:nvSpPr>
          <p:spPr>
            <a:xfrm>
              <a:off x="816817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360" name="tx1360"/>
            <p:cNvSpPr/>
            <p:nvPr/>
          </p:nvSpPr>
          <p:spPr>
            <a:xfrm>
              <a:off x="8974146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61" name="tx1361"/>
            <p:cNvSpPr/>
            <p:nvPr/>
          </p:nvSpPr>
          <p:spPr>
            <a:xfrm>
              <a:off x="9798722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62" name="tx1362"/>
            <p:cNvSpPr/>
            <p:nvPr/>
          </p:nvSpPr>
          <p:spPr>
            <a:xfrm>
              <a:off x="10604689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63" name="tx1363"/>
            <p:cNvSpPr/>
            <p:nvPr/>
          </p:nvSpPr>
          <p:spPr>
            <a:xfrm>
              <a:off x="11410657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4" name="tx1364"/>
            <p:cNvSpPr/>
            <p:nvPr/>
          </p:nvSpPr>
          <p:spPr>
            <a:xfrm>
              <a:off x="9076627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1365" name="rc1365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372163" y="823190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372163" y="760934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372163" y="698678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372163" y="6364229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372163" y="5741669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40495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89518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438542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487565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536589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585612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372163" y="854318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372163" y="792062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372163" y="729806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372163" y="6675509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372163" y="6052949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372163" y="5430390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65006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414030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463054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512077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561101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3724993" y="6807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3689634" y="6504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3601056" y="6694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3893781" y="68594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4359217" y="66098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3680861" y="65435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3690946" y="64414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3577651" y="64960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3624222" y="6532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3591465" y="63974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4813605" y="6940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3516845" y="6616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3969485" y="59232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3935240" y="65646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3837052" y="6417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3622805" y="67273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3732659" y="6451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3650272" y="63141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3681934" y="6539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3798966" y="67167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3747824" y="6713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808201" y="57094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4707488" y="77168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4390592" y="68355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3673102" y="70993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3736265" y="67438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3683313" y="64871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3639096" y="6681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3707891" y="6787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4400830" y="8114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3781882" y="6485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3639536" y="6652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3553981" y="6531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3465683" y="6483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3647446" y="6667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3713781" y="66215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3641726" y="72340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3753604" y="7011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3599016" y="64504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4560565" y="7717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5479227" y="67396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3667832" y="67394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3581669" y="62918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3612173" y="65183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3613779" y="6685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4637546" y="69180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4446914" y="7194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4327235" y="609988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4340806" y="6379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4089794" y="59033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4076670" y="61825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3674580" y="6577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4633208" y="55540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3888423" y="7166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3622259" y="67329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3956720" y="78009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3557009" y="6702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3624325" y="65525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4117971" y="75827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3710213" y="64472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4118520" y="65353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4500969" y="70191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3549541" y="6652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4039962" y="61376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3490136" y="64829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3969893" y="62664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5246652" y="81641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3874088" y="68556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3664312" y="61716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3629169" y="67030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3602033" y="6659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3570482" y="6568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3606595" y="66278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3583535" y="6509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4114076" y="6736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3661650" y="65983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3575547" y="63885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4325628" y="67665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4484185" y="75112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3703942" y="66671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3625780" y="6648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3596357" y="66821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3623553" y="6706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4115134" y="62047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3757764" y="68434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3722172" y="70276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3926471" y="61580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3571217" y="68296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3693876" y="6787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3907230" y="61258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4689161" y="68581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3566688" y="6651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3677563" y="65507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5005797" y="69520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3515223" y="6409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3805180" y="6739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3562170" y="6553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3835078" y="6477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4455027" y="6939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3592651" y="6532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3647750" y="67811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3681922" y="6808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4642188" y="61004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4632532" y="7058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3720342" y="67711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4762063" y="65794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4122039" y="61605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3636232" y="64218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3641488" y="65504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3906731" y="6428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3980265" y="67877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4005186" y="68940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4021256" y="6366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3680394" y="72455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3594078" y="66157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3662353" y="6618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3671884" y="67170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4100127" y="7161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3675776" y="66486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3673745" y="6910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3650578" y="67278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3615904" y="7072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3645154" y="67258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4187907" y="67455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3573445" y="6759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5243876" y="71920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4152402" y="6796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3649099" y="6642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3689252" y="67829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3693137" y="66020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3577719" y="67906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3647085" y="66715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3505464" y="65775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3572387" y="67011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5132426" y="7282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4294500" y="68098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4113338" y="59916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3476325" y="66354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3596891" y="6542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3464521" y="66132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4357292" y="7419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3681971" y="6706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3537059" y="6560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3933031" y="61340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3506497" y="66911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4248222" y="599011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3665076" y="6767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3806043" y="6451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3545597" y="66818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3627021" y="6727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3600312" y="65640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3611344" y="6374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3933262" y="62669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3653961" y="6756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3715290" y="68503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3693874" y="68708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4050559" y="65679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3623171" y="66993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3706029" y="6634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4336273" y="76336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3594273" y="66923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3770114" y="63841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3589442" y="67880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5351134" y="81770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3666782" y="67647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3522905" y="65913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3724633" y="64778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4387222" y="6455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3979772" y="628921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3633453" y="6670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4137229" y="6498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4279741" y="69823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5090336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3930763" y="61306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5013673" y="6791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3665184" y="66204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3696099" y="69112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3786985" y="68569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4195222" y="6675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3651490" y="7206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3709345" y="65598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3640303" y="65663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4670847" y="70125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3857794" y="67126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3764878" y="6942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3504966" y="63294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3723377" y="66882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3644103" y="66510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3710227" y="66300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3666004" y="66970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3547751" y="66383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4552164" y="6614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4230758" y="64513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3613768" y="66744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3546964" y="66189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4307801" y="7311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4712979" y="7400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4361792" y="62149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4459862" y="6821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3665736" y="66722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3938543" y="67574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3605356" y="64719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3777525" y="6757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4284105" y="60801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4617957" y="6548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4341892" y="61841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3552010" y="6568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3873819" y="63936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3567292" y="66291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4030215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3596490" y="6762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3605131" y="6562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3736197" y="65710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4083381" y="6834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4643552" y="60100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4399185" y="70228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3598179" y="64730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3655131" y="66872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3637372" y="67801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3518873" y="6704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3570404" y="66140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3680883" y="6513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3719356" y="63828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3520986" y="64636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3678676" y="6575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3512748" y="66031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3627152" y="61508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4152749" y="61755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3687351" y="6568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4758085" y="63529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4007868" y="632375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3660358" y="63369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3631613" y="57689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3635939" y="63410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3876464" y="6720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4580121" y="6600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3930315" y="66996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3654650" y="6682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3679549" y="63492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3531693" y="64914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3594668" y="6640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3643272" y="66300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4705393" y="75136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3660027" y="66888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4315749" y="68802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3758345" y="67067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4325078" y="7316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3725704" y="6750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3637488" y="6791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3604912" y="64662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3625361" y="6438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3538360" y="6457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3571232" y="66914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3581764" y="64679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3885835" y="6371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3527794" y="6488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3655979" y="68043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3520759" y="67560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3609554" y="66762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4228829" y="566723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3743867" y="6760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3594948" y="6639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4135606" y="6691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3565884" y="6902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3372163" y="636177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g1654"/>
            <p:cNvSpPr/>
            <p:nvPr/>
          </p:nvSpPr>
          <p:spPr>
            <a:xfrm>
              <a:off x="3489347" y="6393344"/>
              <a:ext cx="2343679" cy="965059"/>
            </a:xfrm>
            <a:custGeom>
              <a:avLst/>
              <a:pathLst>
                <a:path w="2343679" h="965059">
                  <a:moveTo>
                    <a:pt x="0" y="58201"/>
                  </a:moveTo>
                  <a:lnTo>
                    <a:pt x="29666" y="99025"/>
                  </a:lnTo>
                  <a:lnTo>
                    <a:pt x="59333" y="134459"/>
                  </a:lnTo>
                  <a:lnTo>
                    <a:pt x="89000" y="163172"/>
                  </a:lnTo>
                  <a:lnTo>
                    <a:pt x="118667" y="185361"/>
                  </a:lnTo>
                  <a:lnTo>
                    <a:pt x="148334" y="200303"/>
                  </a:lnTo>
                  <a:lnTo>
                    <a:pt x="178000" y="208348"/>
                  </a:lnTo>
                  <a:lnTo>
                    <a:pt x="207667" y="209818"/>
                  </a:lnTo>
                  <a:lnTo>
                    <a:pt x="237334" y="205498"/>
                  </a:lnTo>
                  <a:lnTo>
                    <a:pt x="267001" y="195500"/>
                  </a:lnTo>
                  <a:lnTo>
                    <a:pt x="296668" y="182064"/>
                  </a:lnTo>
                  <a:lnTo>
                    <a:pt x="326335" y="166280"/>
                  </a:lnTo>
                  <a:lnTo>
                    <a:pt x="356001" y="148066"/>
                  </a:lnTo>
                  <a:lnTo>
                    <a:pt x="385668" y="127959"/>
                  </a:lnTo>
                  <a:lnTo>
                    <a:pt x="415335" y="107660"/>
                  </a:lnTo>
                  <a:lnTo>
                    <a:pt x="445002" y="89663"/>
                  </a:lnTo>
                  <a:lnTo>
                    <a:pt x="474669" y="75523"/>
                  </a:lnTo>
                  <a:lnTo>
                    <a:pt x="504336" y="64911"/>
                  </a:lnTo>
                  <a:lnTo>
                    <a:pt x="534002" y="57061"/>
                  </a:lnTo>
                  <a:lnTo>
                    <a:pt x="563669" y="51369"/>
                  </a:lnTo>
                  <a:lnTo>
                    <a:pt x="593336" y="47848"/>
                  </a:lnTo>
                  <a:lnTo>
                    <a:pt x="623003" y="47370"/>
                  </a:lnTo>
                  <a:lnTo>
                    <a:pt x="652670" y="51545"/>
                  </a:lnTo>
                  <a:lnTo>
                    <a:pt x="682336" y="62100"/>
                  </a:lnTo>
                  <a:lnTo>
                    <a:pt x="712003" y="79225"/>
                  </a:lnTo>
                  <a:lnTo>
                    <a:pt x="741670" y="102229"/>
                  </a:lnTo>
                  <a:lnTo>
                    <a:pt x="771337" y="130141"/>
                  </a:lnTo>
                  <a:lnTo>
                    <a:pt x="801004" y="161819"/>
                  </a:lnTo>
                  <a:lnTo>
                    <a:pt x="830671" y="196016"/>
                  </a:lnTo>
                  <a:lnTo>
                    <a:pt x="860337" y="231451"/>
                  </a:lnTo>
                  <a:lnTo>
                    <a:pt x="890004" y="266891"/>
                  </a:lnTo>
                  <a:lnTo>
                    <a:pt x="919671" y="301258"/>
                  </a:lnTo>
                  <a:lnTo>
                    <a:pt x="949338" y="333719"/>
                  </a:lnTo>
                  <a:lnTo>
                    <a:pt x="979005" y="363722"/>
                  </a:lnTo>
                  <a:lnTo>
                    <a:pt x="1008672" y="390983"/>
                  </a:lnTo>
                  <a:lnTo>
                    <a:pt x="1038338" y="415697"/>
                  </a:lnTo>
                  <a:lnTo>
                    <a:pt x="1068005" y="438234"/>
                  </a:lnTo>
                  <a:lnTo>
                    <a:pt x="1097672" y="458874"/>
                  </a:lnTo>
                  <a:lnTo>
                    <a:pt x="1127339" y="477825"/>
                  </a:lnTo>
                  <a:lnTo>
                    <a:pt x="1157006" y="495238"/>
                  </a:lnTo>
                  <a:lnTo>
                    <a:pt x="1186673" y="511217"/>
                  </a:lnTo>
                  <a:lnTo>
                    <a:pt x="1216339" y="525833"/>
                  </a:lnTo>
                  <a:lnTo>
                    <a:pt x="1246006" y="539130"/>
                  </a:lnTo>
                  <a:lnTo>
                    <a:pt x="1275673" y="551132"/>
                  </a:lnTo>
                  <a:lnTo>
                    <a:pt x="1305340" y="561841"/>
                  </a:lnTo>
                  <a:lnTo>
                    <a:pt x="1335007" y="571247"/>
                  </a:lnTo>
                  <a:lnTo>
                    <a:pt x="1364673" y="579325"/>
                  </a:lnTo>
                  <a:lnTo>
                    <a:pt x="1394340" y="586038"/>
                  </a:lnTo>
                  <a:lnTo>
                    <a:pt x="1424007" y="591338"/>
                  </a:lnTo>
                  <a:lnTo>
                    <a:pt x="1453674" y="595170"/>
                  </a:lnTo>
                  <a:lnTo>
                    <a:pt x="1483341" y="597471"/>
                  </a:lnTo>
                  <a:lnTo>
                    <a:pt x="1513008" y="598175"/>
                  </a:lnTo>
                  <a:lnTo>
                    <a:pt x="1542674" y="597217"/>
                  </a:lnTo>
                  <a:lnTo>
                    <a:pt x="1572341" y="594535"/>
                  </a:lnTo>
                  <a:lnTo>
                    <a:pt x="1602008" y="590075"/>
                  </a:lnTo>
                  <a:lnTo>
                    <a:pt x="1631675" y="583796"/>
                  </a:lnTo>
                  <a:lnTo>
                    <a:pt x="1661342" y="575669"/>
                  </a:lnTo>
                  <a:lnTo>
                    <a:pt x="1691009" y="565686"/>
                  </a:lnTo>
                  <a:lnTo>
                    <a:pt x="1720675" y="553854"/>
                  </a:lnTo>
                  <a:lnTo>
                    <a:pt x="1750342" y="540201"/>
                  </a:lnTo>
                  <a:lnTo>
                    <a:pt x="1780009" y="524768"/>
                  </a:lnTo>
                  <a:lnTo>
                    <a:pt x="1809676" y="507613"/>
                  </a:lnTo>
                  <a:lnTo>
                    <a:pt x="1839343" y="488804"/>
                  </a:lnTo>
                  <a:lnTo>
                    <a:pt x="1869010" y="468417"/>
                  </a:lnTo>
                  <a:lnTo>
                    <a:pt x="1898676" y="446537"/>
                  </a:lnTo>
                  <a:lnTo>
                    <a:pt x="1928343" y="423252"/>
                  </a:lnTo>
                  <a:lnTo>
                    <a:pt x="1958010" y="398652"/>
                  </a:lnTo>
                  <a:lnTo>
                    <a:pt x="1987677" y="372828"/>
                  </a:lnTo>
                  <a:lnTo>
                    <a:pt x="2017344" y="345873"/>
                  </a:lnTo>
                  <a:lnTo>
                    <a:pt x="2047010" y="317878"/>
                  </a:lnTo>
                  <a:lnTo>
                    <a:pt x="2076677" y="288934"/>
                  </a:lnTo>
                  <a:lnTo>
                    <a:pt x="2106344" y="259130"/>
                  </a:lnTo>
                  <a:lnTo>
                    <a:pt x="2136011" y="228553"/>
                  </a:lnTo>
                  <a:lnTo>
                    <a:pt x="2165678" y="197291"/>
                  </a:lnTo>
                  <a:lnTo>
                    <a:pt x="2195345" y="165428"/>
                  </a:lnTo>
                  <a:lnTo>
                    <a:pt x="2225011" y="133048"/>
                  </a:lnTo>
                  <a:lnTo>
                    <a:pt x="2254678" y="100235"/>
                  </a:lnTo>
                  <a:lnTo>
                    <a:pt x="2284345" y="67069"/>
                  </a:lnTo>
                  <a:lnTo>
                    <a:pt x="2314012" y="33630"/>
                  </a:lnTo>
                  <a:lnTo>
                    <a:pt x="2343679" y="0"/>
                  </a:lnTo>
                  <a:lnTo>
                    <a:pt x="2343679" y="965059"/>
                  </a:lnTo>
                  <a:lnTo>
                    <a:pt x="2314012" y="962104"/>
                  </a:lnTo>
                  <a:lnTo>
                    <a:pt x="2284345" y="959252"/>
                  </a:lnTo>
                  <a:lnTo>
                    <a:pt x="2254678" y="956494"/>
                  </a:lnTo>
                  <a:lnTo>
                    <a:pt x="2225011" y="953821"/>
                  </a:lnTo>
                  <a:lnTo>
                    <a:pt x="2195345" y="951224"/>
                  </a:lnTo>
                  <a:lnTo>
                    <a:pt x="2165678" y="948698"/>
                  </a:lnTo>
                  <a:lnTo>
                    <a:pt x="2136011" y="946236"/>
                  </a:lnTo>
                  <a:lnTo>
                    <a:pt x="2106344" y="943836"/>
                  </a:lnTo>
                  <a:lnTo>
                    <a:pt x="2076677" y="941493"/>
                  </a:lnTo>
                  <a:lnTo>
                    <a:pt x="2047010" y="939207"/>
                  </a:lnTo>
                  <a:lnTo>
                    <a:pt x="2017344" y="936978"/>
                  </a:lnTo>
                  <a:lnTo>
                    <a:pt x="1987677" y="934806"/>
                  </a:lnTo>
                  <a:lnTo>
                    <a:pt x="1958010" y="932695"/>
                  </a:lnTo>
                  <a:lnTo>
                    <a:pt x="1928343" y="930646"/>
                  </a:lnTo>
                  <a:lnTo>
                    <a:pt x="1898676" y="928663"/>
                  </a:lnTo>
                  <a:lnTo>
                    <a:pt x="1869010" y="926745"/>
                  </a:lnTo>
                  <a:lnTo>
                    <a:pt x="1839343" y="924893"/>
                  </a:lnTo>
                  <a:lnTo>
                    <a:pt x="1809676" y="923100"/>
                  </a:lnTo>
                  <a:lnTo>
                    <a:pt x="1780009" y="921354"/>
                  </a:lnTo>
                  <a:lnTo>
                    <a:pt x="1750342" y="919634"/>
                  </a:lnTo>
                  <a:lnTo>
                    <a:pt x="1720675" y="917909"/>
                  </a:lnTo>
                  <a:lnTo>
                    <a:pt x="1691009" y="916130"/>
                  </a:lnTo>
                  <a:lnTo>
                    <a:pt x="1661342" y="914236"/>
                  </a:lnTo>
                  <a:lnTo>
                    <a:pt x="1631675" y="912145"/>
                  </a:lnTo>
                  <a:lnTo>
                    <a:pt x="1602008" y="909758"/>
                  </a:lnTo>
                  <a:lnTo>
                    <a:pt x="1572341" y="906959"/>
                  </a:lnTo>
                  <a:lnTo>
                    <a:pt x="1542674" y="903617"/>
                  </a:lnTo>
                  <a:lnTo>
                    <a:pt x="1513008" y="899588"/>
                  </a:lnTo>
                  <a:lnTo>
                    <a:pt x="1483341" y="894722"/>
                  </a:lnTo>
                  <a:lnTo>
                    <a:pt x="1453674" y="888863"/>
                  </a:lnTo>
                  <a:lnTo>
                    <a:pt x="1424007" y="881857"/>
                  </a:lnTo>
                  <a:lnTo>
                    <a:pt x="1394340" y="873552"/>
                  </a:lnTo>
                  <a:lnTo>
                    <a:pt x="1364673" y="863802"/>
                  </a:lnTo>
                  <a:lnTo>
                    <a:pt x="1335007" y="852472"/>
                  </a:lnTo>
                  <a:lnTo>
                    <a:pt x="1305340" y="839434"/>
                  </a:lnTo>
                  <a:lnTo>
                    <a:pt x="1275673" y="824575"/>
                  </a:lnTo>
                  <a:lnTo>
                    <a:pt x="1246006" y="807794"/>
                  </a:lnTo>
                  <a:lnTo>
                    <a:pt x="1216339" y="789006"/>
                  </a:lnTo>
                  <a:lnTo>
                    <a:pt x="1186673" y="768144"/>
                  </a:lnTo>
                  <a:lnTo>
                    <a:pt x="1157006" y="745163"/>
                  </a:lnTo>
                  <a:lnTo>
                    <a:pt x="1127339" y="720045"/>
                  </a:lnTo>
                  <a:lnTo>
                    <a:pt x="1097672" y="692805"/>
                  </a:lnTo>
                  <a:lnTo>
                    <a:pt x="1068005" y="663505"/>
                  </a:lnTo>
                  <a:lnTo>
                    <a:pt x="1038338" y="632262"/>
                  </a:lnTo>
                  <a:lnTo>
                    <a:pt x="1008672" y="599268"/>
                  </a:lnTo>
                  <a:lnTo>
                    <a:pt x="979005" y="564812"/>
                  </a:lnTo>
                  <a:lnTo>
                    <a:pt x="949338" y="529543"/>
                  </a:lnTo>
                  <a:lnTo>
                    <a:pt x="919671" y="494474"/>
                  </a:lnTo>
                  <a:lnTo>
                    <a:pt x="890004" y="460426"/>
                  </a:lnTo>
                  <a:lnTo>
                    <a:pt x="860337" y="427935"/>
                  </a:lnTo>
                  <a:lnTo>
                    <a:pt x="830671" y="397294"/>
                  </a:lnTo>
                  <a:lnTo>
                    <a:pt x="801004" y="368645"/>
                  </a:lnTo>
                  <a:lnTo>
                    <a:pt x="771337" y="342075"/>
                  </a:lnTo>
                  <a:lnTo>
                    <a:pt x="741670" y="317710"/>
                  </a:lnTo>
                  <a:lnTo>
                    <a:pt x="712003" y="295779"/>
                  </a:lnTo>
                  <a:lnTo>
                    <a:pt x="682336" y="276682"/>
                  </a:lnTo>
                  <a:lnTo>
                    <a:pt x="652670" y="261100"/>
                  </a:lnTo>
                  <a:lnTo>
                    <a:pt x="623003" y="250013"/>
                  </a:lnTo>
                  <a:lnTo>
                    <a:pt x="593336" y="244273"/>
                  </a:lnTo>
                  <a:lnTo>
                    <a:pt x="563669" y="244316"/>
                  </a:lnTo>
                  <a:lnTo>
                    <a:pt x="534002" y="249839"/>
                  </a:lnTo>
                  <a:lnTo>
                    <a:pt x="504336" y="259680"/>
                  </a:lnTo>
                  <a:lnTo>
                    <a:pt x="474669" y="272061"/>
                  </a:lnTo>
                  <a:lnTo>
                    <a:pt x="445002" y="285042"/>
                  </a:lnTo>
                  <a:lnTo>
                    <a:pt x="415335" y="297085"/>
                  </a:lnTo>
                  <a:lnTo>
                    <a:pt x="385668" y="308079"/>
                  </a:lnTo>
                  <a:lnTo>
                    <a:pt x="356001" y="318509"/>
                  </a:lnTo>
                  <a:lnTo>
                    <a:pt x="326335" y="328058"/>
                  </a:lnTo>
                  <a:lnTo>
                    <a:pt x="296668" y="335246"/>
                  </a:lnTo>
                  <a:lnTo>
                    <a:pt x="267001" y="337975"/>
                  </a:lnTo>
                  <a:lnTo>
                    <a:pt x="237334" y="335513"/>
                  </a:lnTo>
                  <a:lnTo>
                    <a:pt x="207667" y="330390"/>
                  </a:lnTo>
                  <a:lnTo>
                    <a:pt x="178000" y="324254"/>
                  </a:lnTo>
                  <a:lnTo>
                    <a:pt x="148334" y="319487"/>
                  </a:lnTo>
                  <a:lnTo>
                    <a:pt x="118667" y="318425"/>
                  </a:lnTo>
                  <a:lnTo>
                    <a:pt x="89000" y="322789"/>
                  </a:lnTo>
                  <a:lnTo>
                    <a:pt x="59333" y="332525"/>
                  </a:lnTo>
                  <a:lnTo>
                    <a:pt x="29666" y="348218"/>
                  </a:lnTo>
                  <a:lnTo>
                    <a:pt x="0" y="36892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3489347" y="6393344"/>
              <a:ext cx="2343679" cy="598175"/>
            </a:xfrm>
            <a:custGeom>
              <a:avLst/>
              <a:pathLst>
                <a:path w="2343679" h="598175">
                  <a:moveTo>
                    <a:pt x="0" y="58201"/>
                  </a:moveTo>
                  <a:lnTo>
                    <a:pt x="29666" y="99025"/>
                  </a:lnTo>
                  <a:lnTo>
                    <a:pt x="59333" y="134459"/>
                  </a:lnTo>
                  <a:lnTo>
                    <a:pt x="89000" y="163172"/>
                  </a:lnTo>
                  <a:lnTo>
                    <a:pt x="118667" y="185361"/>
                  </a:lnTo>
                  <a:lnTo>
                    <a:pt x="148334" y="200303"/>
                  </a:lnTo>
                  <a:lnTo>
                    <a:pt x="178000" y="208348"/>
                  </a:lnTo>
                  <a:lnTo>
                    <a:pt x="207667" y="209818"/>
                  </a:lnTo>
                  <a:lnTo>
                    <a:pt x="237334" y="205498"/>
                  </a:lnTo>
                  <a:lnTo>
                    <a:pt x="267001" y="195500"/>
                  </a:lnTo>
                  <a:lnTo>
                    <a:pt x="296668" y="182064"/>
                  </a:lnTo>
                  <a:lnTo>
                    <a:pt x="326335" y="166280"/>
                  </a:lnTo>
                  <a:lnTo>
                    <a:pt x="356001" y="148066"/>
                  </a:lnTo>
                  <a:lnTo>
                    <a:pt x="385668" y="127959"/>
                  </a:lnTo>
                  <a:lnTo>
                    <a:pt x="415335" y="107660"/>
                  </a:lnTo>
                  <a:lnTo>
                    <a:pt x="445002" y="89663"/>
                  </a:lnTo>
                  <a:lnTo>
                    <a:pt x="474669" y="75523"/>
                  </a:lnTo>
                  <a:lnTo>
                    <a:pt x="504336" y="64911"/>
                  </a:lnTo>
                  <a:lnTo>
                    <a:pt x="534002" y="57061"/>
                  </a:lnTo>
                  <a:lnTo>
                    <a:pt x="563669" y="51369"/>
                  </a:lnTo>
                  <a:lnTo>
                    <a:pt x="593336" y="47848"/>
                  </a:lnTo>
                  <a:lnTo>
                    <a:pt x="623003" y="47370"/>
                  </a:lnTo>
                  <a:lnTo>
                    <a:pt x="652670" y="51545"/>
                  </a:lnTo>
                  <a:lnTo>
                    <a:pt x="682336" y="62100"/>
                  </a:lnTo>
                  <a:lnTo>
                    <a:pt x="712003" y="79225"/>
                  </a:lnTo>
                  <a:lnTo>
                    <a:pt x="741670" y="102229"/>
                  </a:lnTo>
                  <a:lnTo>
                    <a:pt x="771337" y="130141"/>
                  </a:lnTo>
                  <a:lnTo>
                    <a:pt x="801004" y="161819"/>
                  </a:lnTo>
                  <a:lnTo>
                    <a:pt x="830671" y="196016"/>
                  </a:lnTo>
                  <a:lnTo>
                    <a:pt x="860337" y="231451"/>
                  </a:lnTo>
                  <a:lnTo>
                    <a:pt x="890004" y="266891"/>
                  </a:lnTo>
                  <a:lnTo>
                    <a:pt x="919671" y="301258"/>
                  </a:lnTo>
                  <a:lnTo>
                    <a:pt x="949338" y="333719"/>
                  </a:lnTo>
                  <a:lnTo>
                    <a:pt x="979005" y="363722"/>
                  </a:lnTo>
                  <a:lnTo>
                    <a:pt x="1008672" y="390983"/>
                  </a:lnTo>
                  <a:lnTo>
                    <a:pt x="1038338" y="415697"/>
                  </a:lnTo>
                  <a:lnTo>
                    <a:pt x="1068005" y="438234"/>
                  </a:lnTo>
                  <a:lnTo>
                    <a:pt x="1097672" y="458874"/>
                  </a:lnTo>
                  <a:lnTo>
                    <a:pt x="1127339" y="477825"/>
                  </a:lnTo>
                  <a:lnTo>
                    <a:pt x="1157006" y="495238"/>
                  </a:lnTo>
                  <a:lnTo>
                    <a:pt x="1186673" y="511217"/>
                  </a:lnTo>
                  <a:lnTo>
                    <a:pt x="1216339" y="525833"/>
                  </a:lnTo>
                  <a:lnTo>
                    <a:pt x="1246006" y="539130"/>
                  </a:lnTo>
                  <a:lnTo>
                    <a:pt x="1275673" y="551132"/>
                  </a:lnTo>
                  <a:lnTo>
                    <a:pt x="1305340" y="561841"/>
                  </a:lnTo>
                  <a:lnTo>
                    <a:pt x="1335007" y="571247"/>
                  </a:lnTo>
                  <a:lnTo>
                    <a:pt x="1364673" y="579325"/>
                  </a:lnTo>
                  <a:lnTo>
                    <a:pt x="1394340" y="586038"/>
                  </a:lnTo>
                  <a:lnTo>
                    <a:pt x="1424007" y="591338"/>
                  </a:lnTo>
                  <a:lnTo>
                    <a:pt x="1453674" y="595170"/>
                  </a:lnTo>
                  <a:lnTo>
                    <a:pt x="1483341" y="597471"/>
                  </a:lnTo>
                  <a:lnTo>
                    <a:pt x="1513008" y="598175"/>
                  </a:lnTo>
                  <a:lnTo>
                    <a:pt x="1542674" y="597217"/>
                  </a:lnTo>
                  <a:lnTo>
                    <a:pt x="1572341" y="594535"/>
                  </a:lnTo>
                  <a:lnTo>
                    <a:pt x="1602008" y="590075"/>
                  </a:lnTo>
                  <a:lnTo>
                    <a:pt x="1631675" y="583796"/>
                  </a:lnTo>
                  <a:lnTo>
                    <a:pt x="1661342" y="575669"/>
                  </a:lnTo>
                  <a:lnTo>
                    <a:pt x="1691009" y="565686"/>
                  </a:lnTo>
                  <a:lnTo>
                    <a:pt x="1720675" y="553854"/>
                  </a:lnTo>
                  <a:lnTo>
                    <a:pt x="1750342" y="540201"/>
                  </a:lnTo>
                  <a:lnTo>
                    <a:pt x="1780009" y="524768"/>
                  </a:lnTo>
                  <a:lnTo>
                    <a:pt x="1809676" y="507613"/>
                  </a:lnTo>
                  <a:lnTo>
                    <a:pt x="1839343" y="488804"/>
                  </a:lnTo>
                  <a:lnTo>
                    <a:pt x="1869010" y="468417"/>
                  </a:lnTo>
                  <a:lnTo>
                    <a:pt x="1898676" y="446537"/>
                  </a:lnTo>
                  <a:lnTo>
                    <a:pt x="1928343" y="423252"/>
                  </a:lnTo>
                  <a:lnTo>
                    <a:pt x="1958010" y="398652"/>
                  </a:lnTo>
                  <a:lnTo>
                    <a:pt x="1987677" y="372828"/>
                  </a:lnTo>
                  <a:lnTo>
                    <a:pt x="2017344" y="345873"/>
                  </a:lnTo>
                  <a:lnTo>
                    <a:pt x="2047010" y="317878"/>
                  </a:lnTo>
                  <a:lnTo>
                    <a:pt x="2076677" y="288934"/>
                  </a:lnTo>
                  <a:lnTo>
                    <a:pt x="2106344" y="259130"/>
                  </a:lnTo>
                  <a:lnTo>
                    <a:pt x="2136011" y="228553"/>
                  </a:lnTo>
                  <a:lnTo>
                    <a:pt x="2165678" y="197291"/>
                  </a:lnTo>
                  <a:lnTo>
                    <a:pt x="2195345" y="165428"/>
                  </a:lnTo>
                  <a:lnTo>
                    <a:pt x="2225011" y="133048"/>
                  </a:lnTo>
                  <a:lnTo>
                    <a:pt x="2254678" y="100235"/>
                  </a:lnTo>
                  <a:lnTo>
                    <a:pt x="2284345" y="67069"/>
                  </a:lnTo>
                  <a:lnTo>
                    <a:pt x="2314012" y="33630"/>
                  </a:lnTo>
                  <a:lnTo>
                    <a:pt x="23436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3489347" y="6637618"/>
              <a:ext cx="2343679" cy="720786"/>
            </a:xfrm>
            <a:custGeom>
              <a:avLst/>
              <a:pathLst>
                <a:path w="2343679" h="720786">
                  <a:moveTo>
                    <a:pt x="2343679" y="720786"/>
                  </a:moveTo>
                  <a:lnTo>
                    <a:pt x="2314012" y="717830"/>
                  </a:lnTo>
                  <a:lnTo>
                    <a:pt x="2284345" y="714979"/>
                  </a:lnTo>
                  <a:lnTo>
                    <a:pt x="2254678" y="712220"/>
                  </a:lnTo>
                  <a:lnTo>
                    <a:pt x="2225011" y="709547"/>
                  </a:lnTo>
                  <a:lnTo>
                    <a:pt x="2195345" y="706950"/>
                  </a:lnTo>
                  <a:lnTo>
                    <a:pt x="2165678" y="704424"/>
                  </a:lnTo>
                  <a:lnTo>
                    <a:pt x="2136011" y="701963"/>
                  </a:lnTo>
                  <a:lnTo>
                    <a:pt x="2106344" y="699562"/>
                  </a:lnTo>
                  <a:lnTo>
                    <a:pt x="2076677" y="697219"/>
                  </a:lnTo>
                  <a:lnTo>
                    <a:pt x="2047010" y="694933"/>
                  </a:lnTo>
                  <a:lnTo>
                    <a:pt x="2017344" y="692704"/>
                  </a:lnTo>
                  <a:lnTo>
                    <a:pt x="1987677" y="690532"/>
                  </a:lnTo>
                  <a:lnTo>
                    <a:pt x="1958010" y="688421"/>
                  </a:lnTo>
                  <a:lnTo>
                    <a:pt x="1928343" y="686372"/>
                  </a:lnTo>
                  <a:lnTo>
                    <a:pt x="1898676" y="684389"/>
                  </a:lnTo>
                  <a:lnTo>
                    <a:pt x="1869010" y="682471"/>
                  </a:lnTo>
                  <a:lnTo>
                    <a:pt x="1839343" y="680619"/>
                  </a:lnTo>
                  <a:lnTo>
                    <a:pt x="1809676" y="678826"/>
                  </a:lnTo>
                  <a:lnTo>
                    <a:pt x="1780009" y="677080"/>
                  </a:lnTo>
                  <a:lnTo>
                    <a:pt x="1750342" y="675361"/>
                  </a:lnTo>
                  <a:lnTo>
                    <a:pt x="1720675" y="673635"/>
                  </a:lnTo>
                  <a:lnTo>
                    <a:pt x="1691009" y="671856"/>
                  </a:lnTo>
                  <a:lnTo>
                    <a:pt x="1661342" y="669962"/>
                  </a:lnTo>
                  <a:lnTo>
                    <a:pt x="1631675" y="667871"/>
                  </a:lnTo>
                  <a:lnTo>
                    <a:pt x="1602008" y="665484"/>
                  </a:lnTo>
                  <a:lnTo>
                    <a:pt x="1572341" y="662685"/>
                  </a:lnTo>
                  <a:lnTo>
                    <a:pt x="1542674" y="659343"/>
                  </a:lnTo>
                  <a:lnTo>
                    <a:pt x="1513008" y="655314"/>
                  </a:lnTo>
                  <a:lnTo>
                    <a:pt x="1483341" y="650448"/>
                  </a:lnTo>
                  <a:lnTo>
                    <a:pt x="1453674" y="644589"/>
                  </a:lnTo>
                  <a:lnTo>
                    <a:pt x="1424007" y="637583"/>
                  </a:lnTo>
                  <a:lnTo>
                    <a:pt x="1394340" y="629278"/>
                  </a:lnTo>
                  <a:lnTo>
                    <a:pt x="1364673" y="619529"/>
                  </a:lnTo>
                  <a:lnTo>
                    <a:pt x="1335007" y="608198"/>
                  </a:lnTo>
                  <a:lnTo>
                    <a:pt x="1305340" y="595160"/>
                  </a:lnTo>
                  <a:lnTo>
                    <a:pt x="1275673" y="580301"/>
                  </a:lnTo>
                  <a:lnTo>
                    <a:pt x="1246006" y="563520"/>
                  </a:lnTo>
                  <a:lnTo>
                    <a:pt x="1216339" y="544732"/>
                  </a:lnTo>
                  <a:lnTo>
                    <a:pt x="1186673" y="523870"/>
                  </a:lnTo>
                  <a:lnTo>
                    <a:pt x="1157006" y="500890"/>
                  </a:lnTo>
                  <a:lnTo>
                    <a:pt x="1127339" y="475771"/>
                  </a:lnTo>
                  <a:lnTo>
                    <a:pt x="1097672" y="448532"/>
                  </a:lnTo>
                  <a:lnTo>
                    <a:pt x="1068005" y="419231"/>
                  </a:lnTo>
                  <a:lnTo>
                    <a:pt x="1038338" y="387988"/>
                  </a:lnTo>
                  <a:lnTo>
                    <a:pt x="1008672" y="354994"/>
                  </a:lnTo>
                  <a:lnTo>
                    <a:pt x="979005" y="320538"/>
                  </a:lnTo>
                  <a:lnTo>
                    <a:pt x="949338" y="285269"/>
                  </a:lnTo>
                  <a:lnTo>
                    <a:pt x="919671" y="250201"/>
                  </a:lnTo>
                  <a:lnTo>
                    <a:pt x="890004" y="216152"/>
                  </a:lnTo>
                  <a:lnTo>
                    <a:pt x="860337" y="183661"/>
                  </a:lnTo>
                  <a:lnTo>
                    <a:pt x="830671" y="153020"/>
                  </a:lnTo>
                  <a:lnTo>
                    <a:pt x="801004" y="124371"/>
                  </a:lnTo>
                  <a:lnTo>
                    <a:pt x="771337" y="97801"/>
                  </a:lnTo>
                  <a:lnTo>
                    <a:pt x="741670" y="73436"/>
                  </a:lnTo>
                  <a:lnTo>
                    <a:pt x="712003" y="51505"/>
                  </a:lnTo>
                  <a:lnTo>
                    <a:pt x="682336" y="32409"/>
                  </a:lnTo>
                  <a:lnTo>
                    <a:pt x="652670" y="16826"/>
                  </a:lnTo>
                  <a:lnTo>
                    <a:pt x="623003" y="5739"/>
                  </a:lnTo>
                  <a:lnTo>
                    <a:pt x="593336" y="0"/>
                  </a:lnTo>
                  <a:lnTo>
                    <a:pt x="563669" y="42"/>
                  </a:lnTo>
                  <a:lnTo>
                    <a:pt x="534002" y="5565"/>
                  </a:lnTo>
                  <a:lnTo>
                    <a:pt x="504336" y="15406"/>
                  </a:lnTo>
                  <a:lnTo>
                    <a:pt x="474669" y="27787"/>
                  </a:lnTo>
                  <a:lnTo>
                    <a:pt x="445002" y="40768"/>
                  </a:lnTo>
                  <a:lnTo>
                    <a:pt x="415335" y="52812"/>
                  </a:lnTo>
                  <a:lnTo>
                    <a:pt x="385668" y="63806"/>
                  </a:lnTo>
                  <a:lnTo>
                    <a:pt x="356001" y="74235"/>
                  </a:lnTo>
                  <a:lnTo>
                    <a:pt x="326335" y="83785"/>
                  </a:lnTo>
                  <a:lnTo>
                    <a:pt x="296668" y="90973"/>
                  </a:lnTo>
                  <a:lnTo>
                    <a:pt x="267001" y="93701"/>
                  </a:lnTo>
                  <a:lnTo>
                    <a:pt x="237334" y="91239"/>
                  </a:lnTo>
                  <a:lnTo>
                    <a:pt x="207667" y="86117"/>
                  </a:lnTo>
                  <a:lnTo>
                    <a:pt x="178000" y="79980"/>
                  </a:lnTo>
                  <a:lnTo>
                    <a:pt x="148334" y="75213"/>
                  </a:lnTo>
                  <a:lnTo>
                    <a:pt x="118667" y="74151"/>
                  </a:lnTo>
                  <a:lnTo>
                    <a:pt x="89000" y="78515"/>
                  </a:lnTo>
                  <a:lnTo>
                    <a:pt x="59333" y="88251"/>
                  </a:lnTo>
                  <a:lnTo>
                    <a:pt x="29666" y="103944"/>
                  </a:lnTo>
                  <a:lnTo>
                    <a:pt x="0" y="1246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3489347" y="6539405"/>
              <a:ext cx="2343679" cy="604686"/>
            </a:xfrm>
            <a:custGeom>
              <a:avLst/>
              <a:pathLst>
                <a:path w="2343679" h="604686">
                  <a:moveTo>
                    <a:pt x="0" y="67499"/>
                  </a:moveTo>
                  <a:lnTo>
                    <a:pt x="29666" y="77560"/>
                  </a:lnTo>
                  <a:lnTo>
                    <a:pt x="59333" y="87431"/>
                  </a:lnTo>
                  <a:lnTo>
                    <a:pt x="89000" y="96919"/>
                  </a:lnTo>
                  <a:lnTo>
                    <a:pt x="118667" y="105832"/>
                  </a:lnTo>
                  <a:lnTo>
                    <a:pt x="148334" y="113833"/>
                  </a:lnTo>
                  <a:lnTo>
                    <a:pt x="178000" y="120240"/>
                  </a:lnTo>
                  <a:lnTo>
                    <a:pt x="207667" y="124043"/>
                  </a:lnTo>
                  <a:lnTo>
                    <a:pt x="237334" y="124444"/>
                  </a:lnTo>
                  <a:lnTo>
                    <a:pt x="267001" y="120676"/>
                  </a:lnTo>
                  <a:lnTo>
                    <a:pt x="296668" y="112594"/>
                  </a:lnTo>
                  <a:lnTo>
                    <a:pt x="326335" y="101108"/>
                  </a:lnTo>
                  <a:lnTo>
                    <a:pt x="356001" y="87226"/>
                  </a:lnTo>
                  <a:lnTo>
                    <a:pt x="385668" y="71958"/>
                  </a:lnTo>
                  <a:lnTo>
                    <a:pt x="415335" y="56312"/>
                  </a:lnTo>
                  <a:lnTo>
                    <a:pt x="445002" y="41291"/>
                  </a:lnTo>
                  <a:lnTo>
                    <a:pt x="474669" y="27731"/>
                  </a:lnTo>
                  <a:lnTo>
                    <a:pt x="504336" y="16234"/>
                  </a:lnTo>
                  <a:lnTo>
                    <a:pt x="534002" y="7389"/>
                  </a:lnTo>
                  <a:lnTo>
                    <a:pt x="563669" y="1781"/>
                  </a:lnTo>
                  <a:lnTo>
                    <a:pt x="593336" y="0"/>
                  </a:lnTo>
                  <a:lnTo>
                    <a:pt x="623003" y="2630"/>
                  </a:lnTo>
                  <a:lnTo>
                    <a:pt x="652670" y="10261"/>
                  </a:lnTo>
                  <a:lnTo>
                    <a:pt x="682336" y="23330"/>
                  </a:lnTo>
                  <a:lnTo>
                    <a:pt x="712003" y="41441"/>
                  </a:lnTo>
                  <a:lnTo>
                    <a:pt x="741670" y="63908"/>
                  </a:lnTo>
                  <a:lnTo>
                    <a:pt x="771337" y="90047"/>
                  </a:lnTo>
                  <a:lnTo>
                    <a:pt x="801004" y="119171"/>
                  </a:lnTo>
                  <a:lnTo>
                    <a:pt x="830671" y="150594"/>
                  </a:lnTo>
                  <a:lnTo>
                    <a:pt x="860337" y="183631"/>
                  </a:lnTo>
                  <a:lnTo>
                    <a:pt x="890004" y="217597"/>
                  </a:lnTo>
                  <a:lnTo>
                    <a:pt x="919671" y="251805"/>
                  </a:lnTo>
                  <a:lnTo>
                    <a:pt x="949338" y="285570"/>
                  </a:lnTo>
                  <a:lnTo>
                    <a:pt x="979005" y="318206"/>
                  </a:lnTo>
                  <a:lnTo>
                    <a:pt x="1008672" y="349064"/>
                  </a:lnTo>
                  <a:lnTo>
                    <a:pt x="1038338" y="377918"/>
                  </a:lnTo>
                  <a:lnTo>
                    <a:pt x="1068005" y="404808"/>
                  </a:lnTo>
                  <a:lnTo>
                    <a:pt x="1097672" y="429778"/>
                  </a:lnTo>
                  <a:lnTo>
                    <a:pt x="1127339" y="452874"/>
                  </a:lnTo>
                  <a:lnTo>
                    <a:pt x="1157006" y="474139"/>
                  </a:lnTo>
                  <a:lnTo>
                    <a:pt x="1186673" y="493619"/>
                  </a:lnTo>
                  <a:lnTo>
                    <a:pt x="1216339" y="511358"/>
                  </a:lnTo>
                  <a:lnTo>
                    <a:pt x="1246006" y="527401"/>
                  </a:lnTo>
                  <a:lnTo>
                    <a:pt x="1275673" y="541792"/>
                  </a:lnTo>
                  <a:lnTo>
                    <a:pt x="1305340" y="554577"/>
                  </a:lnTo>
                  <a:lnTo>
                    <a:pt x="1335007" y="565798"/>
                  </a:lnTo>
                  <a:lnTo>
                    <a:pt x="1364673" y="575503"/>
                  </a:lnTo>
                  <a:lnTo>
                    <a:pt x="1394340" y="583734"/>
                  </a:lnTo>
                  <a:lnTo>
                    <a:pt x="1424007" y="590536"/>
                  </a:lnTo>
                  <a:lnTo>
                    <a:pt x="1453674" y="595955"/>
                  </a:lnTo>
                  <a:lnTo>
                    <a:pt x="1483341" y="600035"/>
                  </a:lnTo>
                  <a:lnTo>
                    <a:pt x="1513008" y="602820"/>
                  </a:lnTo>
                  <a:lnTo>
                    <a:pt x="1542674" y="604356"/>
                  </a:lnTo>
                  <a:lnTo>
                    <a:pt x="1572341" y="604686"/>
                  </a:lnTo>
                  <a:lnTo>
                    <a:pt x="1602008" y="603855"/>
                  </a:lnTo>
                  <a:lnTo>
                    <a:pt x="1631675" y="601909"/>
                  </a:lnTo>
                  <a:lnTo>
                    <a:pt x="1661342" y="598891"/>
                  </a:lnTo>
                  <a:lnTo>
                    <a:pt x="1691009" y="594847"/>
                  </a:lnTo>
                  <a:lnTo>
                    <a:pt x="1720675" y="589820"/>
                  </a:lnTo>
                  <a:lnTo>
                    <a:pt x="1750342" y="583857"/>
                  </a:lnTo>
                  <a:lnTo>
                    <a:pt x="1780009" y="577000"/>
                  </a:lnTo>
                  <a:lnTo>
                    <a:pt x="1809676" y="569295"/>
                  </a:lnTo>
                  <a:lnTo>
                    <a:pt x="1839343" y="560787"/>
                  </a:lnTo>
                  <a:lnTo>
                    <a:pt x="1869010" y="551520"/>
                  </a:lnTo>
                  <a:lnTo>
                    <a:pt x="1898676" y="541539"/>
                  </a:lnTo>
                  <a:lnTo>
                    <a:pt x="1928343" y="530888"/>
                  </a:lnTo>
                  <a:lnTo>
                    <a:pt x="1958010" y="519612"/>
                  </a:lnTo>
                  <a:lnTo>
                    <a:pt x="1987677" y="507756"/>
                  </a:lnTo>
                  <a:lnTo>
                    <a:pt x="2017344" y="495364"/>
                  </a:lnTo>
                  <a:lnTo>
                    <a:pt x="2047010" y="482481"/>
                  </a:lnTo>
                  <a:lnTo>
                    <a:pt x="2076677" y="469152"/>
                  </a:lnTo>
                  <a:lnTo>
                    <a:pt x="2106344" y="455421"/>
                  </a:lnTo>
                  <a:lnTo>
                    <a:pt x="2136011" y="441333"/>
                  </a:lnTo>
                  <a:lnTo>
                    <a:pt x="2165678" y="426933"/>
                  </a:lnTo>
                  <a:lnTo>
                    <a:pt x="2195345" y="412265"/>
                  </a:lnTo>
                  <a:lnTo>
                    <a:pt x="2225011" y="397373"/>
                  </a:lnTo>
                  <a:lnTo>
                    <a:pt x="2254678" y="382303"/>
                  </a:lnTo>
                  <a:lnTo>
                    <a:pt x="2284345" y="367099"/>
                  </a:lnTo>
                  <a:lnTo>
                    <a:pt x="2314012" y="351806"/>
                  </a:lnTo>
                  <a:lnTo>
                    <a:pt x="2343679" y="336468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rc1658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tx1659"/>
            <p:cNvSpPr/>
            <p:nvPr/>
          </p:nvSpPr>
          <p:spPr>
            <a:xfrm>
              <a:off x="3210161" y="8501441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1660" name="tx1660"/>
            <p:cNvSpPr/>
            <p:nvPr/>
          </p:nvSpPr>
          <p:spPr>
            <a:xfrm>
              <a:off x="3210161" y="7880300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661" name="tx1661"/>
            <p:cNvSpPr/>
            <p:nvPr/>
          </p:nvSpPr>
          <p:spPr>
            <a:xfrm>
              <a:off x="3210161" y="725774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662" name="tx1662"/>
            <p:cNvSpPr/>
            <p:nvPr/>
          </p:nvSpPr>
          <p:spPr>
            <a:xfrm>
              <a:off x="3247378" y="663381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63" name="tx1663"/>
            <p:cNvSpPr/>
            <p:nvPr/>
          </p:nvSpPr>
          <p:spPr>
            <a:xfrm>
              <a:off x="3247378" y="601262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64" name="tx1664"/>
            <p:cNvSpPr/>
            <p:nvPr/>
          </p:nvSpPr>
          <p:spPr>
            <a:xfrm>
              <a:off x="3247378" y="539006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65" name="pl1665"/>
            <p:cNvSpPr/>
            <p:nvPr/>
          </p:nvSpPr>
          <p:spPr>
            <a:xfrm>
              <a:off x="3337369" y="85431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3337369" y="79206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3337369" y="72980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3337369" y="66755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3337369" y="60529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3337369" y="54303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365006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414030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4630540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512077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5611010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tx1676"/>
            <p:cNvSpPr/>
            <p:nvPr/>
          </p:nvSpPr>
          <p:spPr>
            <a:xfrm>
              <a:off x="3618991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77" name="tx1677"/>
            <p:cNvSpPr/>
            <p:nvPr/>
          </p:nvSpPr>
          <p:spPr>
            <a:xfrm>
              <a:off x="4109226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678" name="tx1678"/>
            <p:cNvSpPr/>
            <p:nvPr/>
          </p:nvSpPr>
          <p:spPr>
            <a:xfrm>
              <a:off x="4568384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79" name="tx1679"/>
            <p:cNvSpPr/>
            <p:nvPr/>
          </p:nvSpPr>
          <p:spPr>
            <a:xfrm>
              <a:off x="5058619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680" name="tx1680"/>
            <p:cNvSpPr/>
            <p:nvPr/>
          </p:nvSpPr>
          <p:spPr>
            <a:xfrm>
              <a:off x="5548855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81" name="tx1681"/>
            <p:cNvSpPr/>
            <p:nvPr/>
          </p:nvSpPr>
          <p:spPr>
            <a:xfrm>
              <a:off x="3830388" y="8777412"/>
              <a:ext cx="166159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CSF pTau181 (Z)</a:t>
              </a:r>
            </a:p>
          </p:txBody>
        </p:sp>
        <p:sp>
          <p:nvSpPr>
            <p:cNvPr id="1682" name="tx1682"/>
            <p:cNvSpPr/>
            <p:nvPr/>
          </p:nvSpPr>
          <p:spPr>
            <a:xfrm rot="-5400000">
              <a:off x="2210214" y="6942179"/>
              <a:ext cx="173124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CSF pTau181 (Z/year)</a:t>
              </a:r>
            </a:p>
          </p:txBody>
        </p:sp>
        <p:sp>
          <p:nvSpPr>
            <p:cNvPr id="1683" name="rc1683"/>
            <p:cNvSpPr/>
            <p:nvPr/>
          </p:nvSpPr>
          <p:spPr>
            <a:xfrm>
              <a:off x="6019800" y="5715794"/>
              <a:ext cx="3048000" cy="2924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40591"/>
                  </a:lnTo>
                  <a:lnTo>
                    <a:pt x="9109" y="2040591"/>
                  </a:lnTo>
                  <a:lnTo>
                    <a:pt x="18219" y="2040591"/>
                  </a:lnTo>
                  <a:lnTo>
                    <a:pt x="27329" y="2040591"/>
                  </a:lnTo>
                  <a:lnTo>
                    <a:pt x="36439" y="2040591"/>
                  </a:lnTo>
                  <a:lnTo>
                    <a:pt x="45548" y="2040591"/>
                  </a:lnTo>
                  <a:lnTo>
                    <a:pt x="54658" y="2040591"/>
                  </a:lnTo>
                  <a:lnTo>
                    <a:pt x="63768" y="2040591"/>
                  </a:lnTo>
                  <a:lnTo>
                    <a:pt x="72878" y="2040591"/>
                  </a:lnTo>
                  <a:lnTo>
                    <a:pt x="81988" y="2040591"/>
                  </a:lnTo>
                  <a:lnTo>
                    <a:pt x="91097" y="2040591"/>
                  </a:lnTo>
                  <a:lnTo>
                    <a:pt x="100207" y="2040591"/>
                  </a:lnTo>
                  <a:lnTo>
                    <a:pt x="109317" y="2040591"/>
                  </a:lnTo>
                  <a:lnTo>
                    <a:pt x="118427" y="2040591"/>
                  </a:lnTo>
                  <a:lnTo>
                    <a:pt x="127536" y="2040591"/>
                  </a:lnTo>
                  <a:lnTo>
                    <a:pt x="136646" y="2040591"/>
                  </a:lnTo>
                  <a:lnTo>
                    <a:pt x="145756" y="2040591"/>
                  </a:lnTo>
                  <a:lnTo>
                    <a:pt x="145756" y="1976823"/>
                  </a:lnTo>
                  <a:lnTo>
                    <a:pt x="145756" y="1913054"/>
                  </a:lnTo>
                  <a:lnTo>
                    <a:pt x="154866" y="1913054"/>
                  </a:lnTo>
                  <a:lnTo>
                    <a:pt x="154866" y="1849286"/>
                  </a:lnTo>
                  <a:lnTo>
                    <a:pt x="163976" y="1849286"/>
                  </a:lnTo>
                  <a:lnTo>
                    <a:pt x="173085" y="1849286"/>
                  </a:lnTo>
                  <a:lnTo>
                    <a:pt x="182195" y="1849286"/>
                  </a:lnTo>
                  <a:lnTo>
                    <a:pt x="191305" y="1849286"/>
                  </a:lnTo>
                  <a:lnTo>
                    <a:pt x="200415" y="1849286"/>
                  </a:lnTo>
                  <a:lnTo>
                    <a:pt x="209525" y="1849286"/>
                  </a:lnTo>
                  <a:lnTo>
                    <a:pt x="218634" y="1849286"/>
                  </a:lnTo>
                  <a:lnTo>
                    <a:pt x="227744" y="1849286"/>
                  </a:lnTo>
                  <a:lnTo>
                    <a:pt x="236854" y="1849286"/>
                  </a:lnTo>
                  <a:lnTo>
                    <a:pt x="245964" y="1849286"/>
                  </a:lnTo>
                  <a:lnTo>
                    <a:pt x="255073" y="1849286"/>
                  </a:lnTo>
                  <a:lnTo>
                    <a:pt x="264183" y="1849286"/>
                  </a:lnTo>
                  <a:lnTo>
                    <a:pt x="273293" y="1849286"/>
                  </a:lnTo>
                  <a:lnTo>
                    <a:pt x="282403" y="1849286"/>
                  </a:lnTo>
                  <a:lnTo>
                    <a:pt x="282403" y="1785517"/>
                  </a:lnTo>
                  <a:lnTo>
                    <a:pt x="291513" y="1785517"/>
                  </a:lnTo>
                  <a:lnTo>
                    <a:pt x="300622" y="1785517"/>
                  </a:lnTo>
                  <a:lnTo>
                    <a:pt x="300622" y="1721749"/>
                  </a:lnTo>
                  <a:lnTo>
                    <a:pt x="309732" y="1721749"/>
                  </a:lnTo>
                  <a:lnTo>
                    <a:pt x="318842" y="1721749"/>
                  </a:lnTo>
                  <a:lnTo>
                    <a:pt x="318842" y="1657980"/>
                  </a:lnTo>
                  <a:lnTo>
                    <a:pt x="327952" y="1657980"/>
                  </a:lnTo>
                  <a:lnTo>
                    <a:pt x="337062" y="1657980"/>
                  </a:lnTo>
                  <a:lnTo>
                    <a:pt x="346171" y="1657980"/>
                  </a:lnTo>
                  <a:lnTo>
                    <a:pt x="355281" y="1657980"/>
                  </a:lnTo>
                  <a:lnTo>
                    <a:pt x="364391" y="1657980"/>
                  </a:lnTo>
                  <a:lnTo>
                    <a:pt x="364391" y="1594212"/>
                  </a:lnTo>
                  <a:lnTo>
                    <a:pt x="373501" y="1594212"/>
                  </a:lnTo>
                  <a:lnTo>
                    <a:pt x="373501" y="1530443"/>
                  </a:lnTo>
                  <a:lnTo>
                    <a:pt x="382610" y="1530443"/>
                  </a:lnTo>
                  <a:lnTo>
                    <a:pt x="382610" y="1466675"/>
                  </a:lnTo>
                  <a:lnTo>
                    <a:pt x="391720" y="1466675"/>
                  </a:lnTo>
                  <a:lnTo>
                    <a:pt x="400830" y="1466675"/>
                  </a:lnTo>
                  <a:lnTo>
                    <a:pt x="400830" y="1402906"/>
                  </a:lnTo>
                  <a:lnTo>
                    <a:pt x="409940" y="1402906"/>
                  </a:lnTo>
                  <a:lnTo>
                    <a:pt x="419050" y="1402906"/>
                  </a:lnTo>
                  <a:lnTo>
                    <a:pt x="428159" y="1402906"/>
                  </a:lnTo>
                  <a:lnTo>
                    <a:pt x="428159" y="1339138"/>
                  </a:lnTo>
                  <a:lnTo>
                    <a:pt x="437269" y="1339138"/>
                  </a:lnTo>
                  <a:lnTo>
                    <a:pt x="446379" y="1339138"/>
                  </a:lnTo>
                  <a:lnTo>
                    <a:pt x="446379" y="1275369"/>
                  </a:lnTo>
                  <a:lnTo>
                    <a:pt x="455489" y="1275369"/>
                  </a:lnTo>
                  <a:lnTo>
                    <a:pt x="455489" y="1211601"/>
                  </a:lnTo>
                  <a:lnTo>
                    <a:pt x="464599" y="1211601"/>
                  </a:lnTo>
                  <a:lnTo>
                    <a:pt x="464599" y="1147832"/>
                  </a:lnTo>
                  <a:lnTo>
                    <a:pt x="473708" y="1147832"/>
                  </a:lnTo>
                  <a:lnTo>
                    <a:pt x="473708" y="1084064"/>
                  </a:lnTo>
                  <a:lnTo>
                    <a:pt x="482818" y="1084064"/>
                  </a:lnTo>
                  <a:lnTo>
                    <a:pt x="482818" y="1020295"/>
                  </a:lnTo>
                  <a:lnTo>
                    <a:pt x="482818" y="956527"/>
                  </a:lnTo>
                  <a:lnTo>
                    <a:pt x="491928" y="956527"/>
                  </a:lnTo>
                  <a:lnTo>
                    <a:pt x="491928" y="892758"/>
                  </a:lnTo>
                  <a:lnTo>
                    <a:pt x="501038" y="892758"/>
                  </a:lnTo>
                  <a:lnTo>
                    <a:pt x="510147" y="892758"/>
                  </a:lnTo>
                  <a:lnTo>
                    <a:pt x="510147" y="828990"/>
                  </a:lnTo>
                  <a:lnTo>
                    <a:pt x="510147" y="765221"/>
                  </a:lnTo>
                  <a:lnTo>
                    <a:pt x="510147" y="701453"/>
                  </a:lnTo>
                  <a:lnTo>
                    <a:pt x="519257" y="701453"/>
                  </a:lnTo>
                  <a:lnTo>
                    <a:pt x="528367" y="701453"/>
                  </a:lnTo>
                  <a:lnTo>
                    <a:pt x="537477" y="701453"/>
                  </a:lnTo>
                  <a:lnTo>
                    <a:pt x="537477" y="637684"/>
                  </a:lnTo>
                  <a:lnTo>
                    <a:pt x="537477" y="573916"/>
                  </a:lnTo>
                  <a:lnTo>
                    <a:pt x="537477" y="510147"/>
                  </a:lnTo>
                  <a:lnTo>
                    <a:pt x="546587" y="510147"/>
                  </a:lnTo>
                  <a:lnTo>
                    <a:pt x="546587" y="446379"/>
                  </a:lnTo>
                  <a:lnTo>
                    <a:pt x="546587" y="382610"/>
                  </a:lnTo>
                  <a:lnTo>
                    <a:pt x="555696" y="382610"/>
                  </a:lnTo>
                  <a:lnTo>
                    <a:pt x="564806" y="382610"/>
                  </a:lnTo>
                  <a:lnTo>
                    <a:pt x="573916" y="382610"/>
                  </a:lnTo>
                  <a:lnTo>
                    <a:pt x="583026" y="382610"/>
                  </a:lnTo>
                  <a:lnTo>
                    <a:pt x="592136" y="382610"/>
                  </a:lnTo>
                  <a:lnTo>
                    <a:pt x="601245" y="382610"/>
                  </a:lnTo>
                  <a:lnTo>
                    <a:pt x="610355" y="382610"/>
                  </a:lnTo>
                  <a:lnTo>
                    <a:pt x="619465" y="382610"/>
                  </a:lnTo>
                  <a:lnTo>
                    <a:pt x="628575" y="382610"/>
                  </a:lnTo>
                  <a:lnTo>
                    <a:pt x="637684" y="382610"/>
                  </a:lnTo>
                  <a:lnTo>
                    <a:pt x="646794" y="382610"/>
                  </a:lnTo>
                  <a:lnTo>
                    <a:pt x="655904" y="382610"/>
                  </a:lnTo>
                  <a:lnTo>
                    <a:pt x="665014" y="382610"/>
                  </a:lnTo>
                  <a:lnTo>
                    <a:pt x="674124" y="382610"/>
                  </a:lnTo>
                  <a:lnTo>
                    <a:pt x="683233" y="382610"/>
                  </a:lnTo>
                  <a:lnTo>
                    <a:pt x="692343" y="382610"/>
                  </a:lnTo>
                  <a:lnTo>
                    <a:pt x="701453" y="382610"/>
                  </a:lnTo>
                  <a:lnTo>
                    <a:pt x="710563" y="382610"/>
                  </a:lnTo>
                  <a:lnTo>
                    <a:pt x="719673" y="382610"/>
                  </a:lnTo>
                  <a:lnTo>
                    <a:pt x="728782" y="382610"/>
                  </a:lnTo>
                  <a:lnTo>
                    <a:pt x="737892" y="382610"/>
                  </a:lnTo>
                  <a:lnTo>
                    <a:pt x="747002" y="382610"/>
                  </a:lnTo>
                  <a:lnTo>
                    <a:pt x="756112" y="382610"/>
                  </a:lnTo>
                  <a:lnTo>
                    <a:pt x="765221" y="382610"/>
                  </a:lnTo>
                  <a:lnTo>
                    <a:pt x="774331" y="382610"/>
                  </a:lnTo>
                  <a:lnTo>
                    <a:pt x="783441" y="382610"/>
                  </a:lnTo>
                  <a:lnTo>
                    <a:pt x="792551" y="382610"/>
                  </a:lnTo>
                  <a:lnTo>
                    <a:pt x="801661" y="382610"/>
                  </a:lnTo>
                  <a:lnTo>
                    <a:pt x="810770" y="382610"/>
                  </a:lnTo>
                  <a:lnTo>
                    <a:pt x="819880" y="382610"/>
                  </a:lnTo>
                  <a:lnTo>
                    <a:pt x="828990" y="382610"/>
                  </a:lnTo>
                  <a:lnTo>
                    <a:pt x="838100" y="382610"/>
                  </a:lnTo>
                  <a:lnTo>
                    <a:pt x="847210" y="382610"/>
                  </a:lnTo>
                  <a:lnTo>
                    <a:pt x="856319" y="382610"/>
                  </a:lnTo>
                  <a:lnTo>
                    <a:pt x="865429" y="382610"/>
                  </a:lnTo>
                  <a:lnTo>
                    <a:pt x="874539" y="382610"/>
                  </a:lnTo>
                  <a:lnTo>
                    <a:pt x="883649" y="382610"/>
                  </a:lnTo>
                  <a:lnTo>
                    <a:pt x="892758" y="382610"/>
                  </a:lnTo>
                  <a:lnTo>
                    <a:pt x="901868" y="382610"/>
                  </a:lnTo>
                  <a:lnTo>
                    <a:pt x="910978" y="382610"/>
                  </a:lnTo>
                  <a:lnTo>
                    <a:pt x="920088" y="382610"/>
                  </a:lnTo>
                  <a:lnTo>
                    <a:pt x="929198" y="382610"/>
                  </a:lnTo>
                  <a:lnTo>
                    <a:pt x="938307" y="382610"/>
                  </a:lnTo>
                  <a:lnTo>
                    <a:pt x="947417" y="382610"/>
                  </a:lnTo>
                  <a:lnTo>
                    <a:pt x="956527" y="382610"/>
                  </a:lnTo>
                  <a:lnTo>
                    <a:pt x="965637" y="382610"/>
                  </a:lnTo>
                  <a:lnTo>
                    <a:pt x="974747" y="382610"/>
                  </a:lnTo>
                  <a:lnTo>
                    <a:pt x="983856" y="382610"/>
                  </a:lnTo>
                  <a:lnTo>
                    <a:pt x="992966" y="382610"/>
                  </a:lnTo>
                  <a:lnTo>
                    <a:pt x="1002076" y="382610"/>
                  </a:lnTo>
                  <a:lnTo>
                    <a:pt x="1011186" y="382610"/>
                  </a:lnTo>
                  <a:lnTo>
                    <a:pt x="1020295" y="382610"/>
                  </a:lnTo>
                  <a:lnTo>
                    <a:pt x="1029405" y="382610"/>
                  </a:lnTo>
                  <a:lnTo>
                    <a:pt x="1038515" y="382610"/>
                  </a:lnTo>
                  <a:lnTo>
                    <a:pt x="1047625" y="382610"/>
                  </a:lnTo>
                  <a:lnTo>
                    <a:pt x="1056735" y="382610"/>
                  </a:lnTo>
                  <a:lnTo>
                    <a:pt x="1065844" y="382610"/>
                  </a:lnTo>
                  <a:lnTo>
                    <a:pt x="1074954" y="382610"/>
                  </a:lnTo>
                  <a:lnTo>
                    <a:pt x="1084064" y="382610"/>
                  </a:lnTo>
                  <a:lnTo>
                    <a:pt x="1093174" y="382610"/>
                  </a:lnTo>
                  <a:lnTo>
                    <a:pt x="1102283" y="382610"/>
                  </a:lnTo>
                  <a:lnTo>
                    <a:pt x="1111393" y="382610"/>
                  </a:lnTo>
                  <a:lnTo>
                    <a:pt x="1120503" y="382610"/>
                  </a:lnTo>
                  <a:lnTo>
                    <a:pt x="1129613" y="382610"/>
                  </a:lnTo>
                  <a:lnTo>
                    <a:pt x="1138723" y="382610"/>
                  </a:lnTo>
                  <a:lnTo>
                    <a:pt x="1147832" y="382610"/>
                  </a:lnTo>
                  <a:lnTo>
                    <a:pt x="1156942" y="382610"/>
                  </a:lnTo>
                  <a:lnTo>
                    <a:pt x="1166052" y="382610"/>
                  </a:lnTo>
                  <a:lnTo>
                    <a:pt x="1175162" y="382610"/>
                  </a:lnTo>
                  <a:lnTo>
                    <a:pt x="1184272" y="382610"/>
                  </a:lnTo>
                  <a:lnTo>
                    <a:pt x="1184272" y="318842"/>
                  </a:lnTo>
                  <a:lnTo>
                    <a:pt x="1193381" y="318842"/>
                  </a:lnTo>
                  <a:lnTo>
                    <a:pt x="1202491" y="318842"/>
                  </a:lnTo>
                  <a:lnTo>
                    <a:pt x="1211601" y="318842"/>
                  </a:lnTo>
                  <a:lnTo>
                    <a:pt x="1220711" y="318842"/>
                  </a:lnTo>
                  <a:lnTo>
                    <a:pt x="1229820" y="318842"/>
                  </a:lnTo>
                  <a:lnTo>
                    <a:pt x="1238930" y="318842"/>
                  </a:lnTo>
                  <a:lnTo>
                    <a:pt x="1248040" y="318842"/>
                  </a:lnTo>
                  <a:lnTo>
                    <a:pt x="1257150" y="318842"/>
                  </a:lnTo>
                  <a:lnTo>
                    <a:pt x="1266260" y="318842"/>
                  </a:lnTo>
                  <a:lnTo>
                    <a:pt x="1275369" y="318842"/>
                  </a:lnTo>
                  <a:lnTo>
                    <a:pt x="1275369" y="255073"/>
                  </a:lnTo>
                  <a:lnTo>
                    <a:pt x="1284479" y="255073"/>
                  </a:lnTo>
                  <a:lnTo>
                    <a:pt x="1293589" y="255073"/>
                  </a:lnTo>
                  <a:lnTo>
                    <a:pt x="1302699" y="255073"/>
                  </a:lnTo>
                  <a:lnTo>
                    <a:pt x="1311809" y="255073"/>
                  </a:lnTo>
                  <a:lnTo>
                    <a:pt x="1320918" y="255073"/>
                  </a:lnTo>
                  <a:lnTo>
                    <a:pt x="1330028" y="255073"/>
                  </a:lnTo>
                  <a:lnTo>
                    <a:pt x="1339138" y="255073"/>
                  </a:lnTo>
                  <a:lnTo>
                    <a:pt x="1348248" y="255073"/>
                  </a:lnTo>
                  <a:lnTo>
                    <a:pt x="1357357" y="255073"/>
                  </a:lnTo>
                  <a:lnTo>
                    <a:pt x="1366467" y="255073"/>
                  </a:lnTo>
                  <a:lnTo>
                    <a:pt x="1375577" y="255073"/>
                  </a:lnTo>
                  <a:lnTo>
                    <a:pt x="1384687" y="255073"/>
                  </a:lnTo>
                  <a:lnTo>
                    <a:pt x="1393797" y="255073"/>
                  </a:lnTo>
                  <a:lnTo>
                    <a:pt x="1402906" y="255073"/>
                  </a:lnTo>
                  <a:lnTo>
                    <a:pt x="1412016" y="255073"/>
                  </a:lnTo>
                  <a:lnTo>
                    <a:pt x="1421126" y="255073"/>
                  </a:lnTo>
                  <a:lnTo>
                    <a:pt x="1430236" y="255073"/>
                  </a:lnTo>
                  <a:lnTo>
                    <a:pt x="1430236" y="191305"/>
                  </a:lnTo>
                  <a:lnTo>
                    <a:pt x="1439346" y="191305"/>
                  </a:lnTo>
                  <a:lnTo>
                    <a:pt x="1439346" y="127536"/>
                  </a:lnTo>
                  <a:lnTo>
                    <a:pt x="1448455" y="127536"/>
                  </a:lnTo>
                  <a:lnTo>
                    <a:pt x="1457565" y="127536"/>
                  </a:lnTo>
                  <a:lnTo>
                    <a:pt x="1466675" y="127536"/>
                  </a:lnTo>
                  <a:lnTo>
                    <a:pt x="1475785" y="127536"/>
                  </a:lnTo>
                  <a:lnTo>
                    <a:pt x="1484894" y="127536"/>
                  </a:lnTo>
                  <a:lnTo>
                    <a:pt x="1494004" y="127536"/>
                  </a:lnTo>
                  <a:lnTo>
                    <a:pt x="1503114" y="127536"/>
                  </a:lnTo>
                  <a:lnTo>
                    <a:pt x="1512224" y="127536"/>
                  </a:lnTo>
                  <a:lnTo>
                    <a:pt x="1521334" y="127536"/>
                  </a:lnTo>
                  <a:lnTo>
                    <a:pt x="1530443" y="127536"/>
                  </a:lnTo>
                  <a:lnTo>
                    <a:pt x="1539553" y="127536"/>
                  </a:lnTo>
                  <a:lnTo>
                    <a:pt x="1548663" y="127536"/>
                  </a:lnTo>
                  <a:lnTo>
                    <a:pt x="1557773" y="127536"/>
                  </a:lnTo>
                  <a:lnTo>
                    <a:pt x="1566883" y="127536"/>
                  </a:lnTo>
                  <a:lnTo>
                    <a:pt x="1575992" y="127536"/>
                  </a:lnTo>
                  <a:lnTo>
                    <a:pt x="1585102" y="127536"/>
                  </a:lnTo>
                  <a:lnTo>
                    <a:pt x="1594212" y="127536"/>
                  </a:lnTo>
                  <a:lnTo>
                    <a:pt x="1603322" y="127536"/>
                  </a:lnTo>
                  <a:lnTo>
                    <a:pt x="1612431" y="127536"/>
                  </a:lnTo>
                  <a:lnTo>
                    <a:pt x="1621541" y="127536"/>
                  </a:lnTo>
                  <a:lnTo>
                    <a:pt x="1630651" y="127536"/>
                  </a:lnTo>
                  <a:lnTo>
                    <a:pt x="1639761" y="127536"/>
                  </a:lnTo>
                  <a:lnTo>
                    <a:pt x="1648871" y="127536"/>
                  </a:lnTo>
                  <a:lnTo>
                    <a:pt x="1657980" y="127536"/>
                  </a:lnTo>
                  <a:lnTo>
                    <a:pt x="1667090" y="127536"/>
                  </a:lnTo>
                  <a:lnTo>
                    <a:pt x="1676200" y="127536"/>
                  </a:lnTo>
                  <a:lnTo>
                    <a:pt x="1685310" y="127536"/>
                  </a:lnTo>
                  <a:lnTo>
                    <a:pt x="1694420" y="127536"/>
                  </a:lnTo>
                  <a:lnTo>
                    <a:pt x="1703529" y="127536"/>
                  </a:lnTo>
                  <a:lnTo>
                    <a:pt x="1712639" y="127536"/>
                  </a:lnTo>
                  <a:lnTo>
                    <a:pt x="1721749" y="127536"/>
                  </a:lnTo>
                  <a:lnTo>
                    <a:pt x="1730859" y="127536"/>
                  </a:lnTo>
                  <a:lnTo>
                    <a:pt x="1739968" y="127536"/>
                  </a:lnTo>
                  <a:lnTo>
                    <a:pt x="1749078" y="127536"/>
                  </a:lnTo>
                  <a:lnTo>
                    <a:pt x="1758188" y="127536"/>
                  </a:lnTo>
                  <a:lnTo>
                    <a:pt x="1767298" y="127536"/>
                  </a:lnTo>
                  <a:lnTo>
                    <a:pt x="1767298" y="63768"/>
                  </a:lnTo>
                  <a:lnTo>
                    <a:pt x="1776408" y="63768"/>
                  </a:lnTo>
                  <a:lnTo>
                    <a:pt x="1785517" y="63768"/>
                  </a:lnTo>
                  <a:lnTo>
                    <a:pt x="1794627" y="63768"/>
                  </a:lnTo>
                  <a:lnTo>
                    <a:pt x="1803737" y="63768"/>
                  </a:lnTo>
                  <a:lnTo>
                    <a:pt x="1812847" y="63768"/>
                  </a:lnTo>
                  <a:lnTo>
                    <a:pt x="1821957" y="63768"/>
                  </a:lnTo>
                  <a:lnTo>
                    <a:pt x="1831066" y="63768"/>
                  </a:lnTo>
                  <a:lnTo>
                    <a:pt x="1840176" y="63768"/>
                  </a:lnTo>
                  <a:lnTo>
                    <a:pt x="1849286" y="63768"/>
                  </a:lnTo>
                  <a:lnTo>
                    <a:pt x="1858396" y="63768"/>
                  </a:lnTo>
                  <a:lnTo>
                    <a:pt x="1867505" y="63768"/>
                  </a:lnTo>
                  <a:lnTo>
                    <a:pt x="1876615" y="63768"/>
                  </a:lnTo>
                  <a:lnTo>
                    <a:pt x="1885725" y="63768"/>
                  </a:lnTo>
                  <a:lnTo>
                    <a:pt x="1894835" y="63768"/>
                  </a:lnTo>
                  <a:lnTo>
                    <a:pt x="1903945" y="63768"/>
                  </a:lnTo>
                  <a:lnTo>
                    <a:pt x="1913054" y="63768"/>
                  </a:lnTo>
                  <a:lnTo>
                    <a:pt x="1922164" y="63768"/>
                  </a:lnTo>
                  <a:lnTo>
                    <a:pt x="1931274" y="63768"/>
                  </a:lnTo>
                  <a:lnTo>
                    <a:pt x="1940384" y="63768"/>
                  </a:lnTo>
                  <a:lnTo>
                    <a:pt x="1949494" y="63768"/>
                  </a:lnTo>
                  <a:lnTo>
                    <a:pt x="1958603" y="63768"/>
                  </a:lnTo>
                  <a:lnTo>
                    <a:pt x="1967713" y="63768"/>
                  </a:lnTo>
                  <a:lnTo>
                    <a:pt x="1976823" y="63768"/>
                  </a:lnTo>
                  <a:lnTo>
                    <a:pt x="1985933" y="63768"/>
                  </a:lnTo>
                  <a:lnTo>
                    <a:pt x="1995042" y="63768"/>
                  </a:lnTo>
                  <a:lnTo>
                    <a:pt x="2004152" y="63768"/>
                  </a:lnTo>
                  <a:lnTo>
                    <a:pt x="2013262" y="63768"/>
                  </a:lnTo>
                  <a:lnTo>
                    <a:pt x="2022372" y="63768"/>
                  </a:lnTo>
                  <a:lnTo>
                    <a:pt x="2031482" y="63768"/>
                  </a:lnTo>
                  <a:lnTo>
                    <a:pt x="2040591" y="63768"/>
                  </a:lnTo>
                  <a:lnTo>
                    <a:pt x="2049701" y="63768"/>
                  </a:lnTo>
                  <a:lnTo>
                    <a:pt x="2058811" y="63768"/>
                  </a:lnTo>
                  <a:lnTo>
                    <a:pt x="2067921" y="63768"/>
                  </a:lnTo>
                  <a:lnTo>
                    <a:pt x="2067921" y="0"/>
                  </a:lnTo>
                  <a:lnTo>
                    <a:pt x="2077030" y="0"/>
                  </a:lnTo>
                  <a:lnTo>
                    <a:pt x="2086140" y="0"/>
                  </a:lnTo>
                  <a:lnTo>
                    <a:pt x="2095250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04" name="pg1704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tx1705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2.88 [2.876, 3.117]</a:t>
              </a:r>
            </a:p>
          </p:txBody>
        </p:sp>
        <p:sp>
          <p:nvSpPr>
            <p:cNvPr id="1706" name="tx1706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0.712</a:t>
              </a:r>
            </a:p>
          </p:txBody>
        </p:sp>
        <p:sp>
          <p:nvSpPr>
            <p:cNvPr id="1707" name="tx1707"/>
            <p:cNvSpPr/>
            <p:nvPr/>
          </p:nvSpPr>
          <p:spPr>
            <a:xfrm>
              <a:off x="7341273" y="7645650"/>
              <a:ext cx="1176935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0.310</a:t>
              </a:r>
            </a:p>
          </p:txBody>
        </p:sp>
        <p:sp>
          <p:nvSpPr>
            <p:cNvPr id="1708" name="tx1708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0.818</a:t>
              </a:r>
            </a:p>
          </p:txBody>
        </p:sp>
        <p:sp>
          <p:nvSpPr>
            <p:cNvPr id="1709" name="tx1709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710" name="tx1710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711" name="tx1711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712" name="tx1712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713" name="tx1713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714" name="tx1714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715" name="tx1715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716" name="tx1716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717" name="tx1717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718" name="tx1718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719" name="tx1719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1720" name="tx1720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1721" name="rc1721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rc1722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9468163" y="823190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9468163" y="760934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9468163" y="698678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9468163" y="636422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9468163" y="574166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948156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968200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988243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1008287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1028330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1048374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9468163" y="854318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9468163" y="792062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9468163" y="729806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9468163" y="667550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9468163" y="605294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9468163" y="543039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958178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978222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998265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1018309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1038352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9597744" y="6807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9583287" y="65047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9547072" y="6694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9666753" y="68594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9857049" y="66098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9579700" y="65435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9583823" y="64414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9537502" y="64960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9556543" y="6532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9543150" y="63974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10042828" y="6940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9512642" y="6616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9697706" y="59232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9683704" y="65646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9643559" y="6417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9555963" y="67273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9600878" y="6451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9567194" y="63141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9580139" y="6539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9627988" y="67167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9607078" y="6713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10449473" y="57094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9999441" y="77168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9869877" y="68355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9576528" y="70993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9602352" y="67438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9580702" y="64871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9562624" y="6681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9590752" y="6787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9874063" y="8114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9621003" y="6485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9562804" y="6652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9527825" y="6531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9491724" y="6483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9566038" y="6667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9593159" y="66215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9563699" y="72340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9609441" y="7011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9546237" y="64504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9939371" y="7717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10314971" y="67396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9574373" y="67394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9539145" y="62918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9551617" y="65183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9552273" y="6685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9970845" y="69180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9892905" y="7194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9843973" y="609988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9849522" y="6379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9746894" y="59033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9741528" y="61825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9577132" y="6577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9969072" y="55540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9664563" y="7166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9555740" y="67329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9692486" y="78009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9529062" y="6702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9556585" y="65525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9758415" y="75827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9591701" y="64472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9758639" y="65353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9915005" y="70191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9526009" y="6652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9726520" y="61376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9501721" y="64829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9697872" y="62664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10219882" y="81641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9658702" y="68556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9572934" y="61716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9558566" y="67030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9547471" y="6659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9534571" y="6568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9549336" y="66278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9539908" y="6509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9756822" y="6736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9571846" y="65983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9536642" y="63885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9843316" y="67665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9908143" y="75112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9589137" y="66671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9557180" y="6648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9545150" y="66821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9556269" y="6706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9757255" y="62047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9611142" y="68434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9596590" y="70276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9680119" y="61580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9534872" y="68296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9585021" y="6787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9672252" y="61258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9991949" y="68581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9533020" y="6651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9578352" y="65507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10121407" y="69520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9511978" y="6409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9630528" y="6739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9531173" y="6553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9642752" y="6477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9896222" y="6939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9543635" y="6532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9566162" y="67811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9580134" y="6808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9972743" y="61004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9968795" y="7058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9595842" y="67711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10021755" y="65794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9760078" y="61605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9561453" y="64218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9563602" y="65504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9672048" y="6428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9702113" y="67877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9712302" y="68940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9718872" y="6366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9579509" y="72455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9544218" y="66157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9572133" y="66181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9576030" y="67170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9751119" y="7161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9577621" y="66486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9576791" y="6910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9567319" y="67278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9553142" y="7072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9565101" y="67258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9787008" y="67455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9535783" y="6759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10218746" y="71920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9772492" y="6796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9566714" y="6642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9583131" y="67829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9584719" y="66020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9537530" y="67906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9565891" y="66715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9507988" y="65775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9535350" y="67011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10173179" y="7282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9830589" y="68098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9756520" y="59916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9496074" y="66354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9545368" y="6542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9491249" y="66132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9856262" y="7419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9580154" y="6706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9520906" y="6560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9682801" y="61340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9508411" y="66911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9811668" y="599011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9573246" y="6767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9630881" y="6451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9524397" y="66818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9557687" y="6727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9546767" y="65640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9551278" y="6374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9682895" y="62669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9568702" y="6756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9593777" y="68503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9585020" y="68708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9730853" y="65679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9556113" y="66993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9589990" y="6634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9847668" y="76336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9544298" y="66923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9616192" y="63841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9542323" y="67880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10262599" y="81770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9573944" y="67647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9515119" y="65913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9597597" y="64778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9868499" y="6455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9701911" y="628921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9560317" y="6670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9766288" y="6498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9824555" y="69823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10155971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9681874" y="61306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10124627" y="6791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9573291" y="66204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9585930" y="69112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9623090" y="68569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9789999" y="6675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9567691" y="7206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9591346" y="65598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9563118" y="65663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9984461" y="70125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9652040" y="67126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9614051" y="6942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9507785" y="63294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9597083" y="66882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9564672" y="66510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9591706" y="66300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9573626" y="66970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9525278" y="66383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9935937" y="6614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9804528" y="64513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9552269" y="66744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9524956" y="66189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9836028" y="7311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10001687" y="7400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9858102" y="62149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9898199" y="6821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9573516" y="66722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9685055" y="67574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9548829" y="64719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9619222" y="6757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9826339" y="60801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9962836" y="6548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9849966" y="61841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9527019" y="6568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9658592" y="63936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9533267" y="66291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9722535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9545205" y="6762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9548738" y="6562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9602325" y="65710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9744272" y="6834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9973301" y="60100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9873390" y="70228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9545895" y="64730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9569180" y="66872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9561919" y="67801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9513470" y="6704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9534539" y="66140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9579709" y="6513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9595439" y="63828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9514334" y="64636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9578807" y="6575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9510966" y="66031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9557741" y="61508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9772634" y="61755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9582354" y="6568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10020128" y="63529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9713399" y="632375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9571318" y="63369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9559565" y="57689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9561334" y="63410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9659674" y="6720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9947367" y="6600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9681691" y="66996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9568984" y="6682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9579164" y="63492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9518712" y="64914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9544460" y="6640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9564332" y="66300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9998585" y="75136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9571182" y="66888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9839277" y="68802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9611380" y="67067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9843092" y="73166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9598035" y="6750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9561967" y="6791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9548648" y="64662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9557009" y="6438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9521438" y="6457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9534878" y="66914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9539184" y="64679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9663505" y="6371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9517118" y="6488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9569527" y="68043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9514242" y="67560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9550546" y="66762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9803740" y="566723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9605460" y="6760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9544574" y="6639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9765625" y="6691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9532691" y="6902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9468163" y="636177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g2010"/>
            <p:cNvSpPr/>
            <p:nvPr/>
          </p:nvSpPr>
          <p:spPr>
            <a:xfrm>
              <a:off x="9516075" y="6393344"/>
              <a:ext cx="958224" cy="965059"/>
            </a:xfrm>
            <a:custGeom>
              <a:avLst/>
              <a:pathLst>
                <a:path w="958224" h="965059">
                  <a:moveTo>
                    <a:pt x="0" y="58201"/>
                  </a:moveTo>
                  <a:lnTo>
                    <a:pt x="12129" y="99025"/>
                  </a:lnTo>
                  <a:lnTo>
                    <a:pt x="24258" y="134459"/>
                  </a:lnTo>
                  <a:lnTo>
                    <a:pt x="36388" y="163172"/>
                  </a:lnTo>
                  <a:lnTo>
                    <a:pt x="48517" y="185361"/>
                  </a:lnTo>
                  <a:lnTo>
                    <a:pt x="60647" y="200303"/>
                  </a:lnTo>
                  <a:lnTo>
                    <a:pt x="72776" y="208348"/>
                  </a:lnTo>
                  <a:lnTo>
                    <a:pt x="84905" y="209818"/>
                  </a:lnTo>
                  <a:lnTo>
                    <a:pt x="97035" y="205498"/>
                  </a:lnTo>
                  <a:lnTo>
                    <a:pt x="109164" y="195500"/>
                  </a:lnTo>
                  <a:lnTo>
                    <a:pt x="121294" y="182064"/>
                  </a:lnTo>
                  <a:lnTo>
                    <a:pt x="133423" y="166280"/>
                  </a:lnTo>
                  <a:lnTo>
                    <a:pt x="145553" y="148066"/>
                  </a:lnTo>
                  <a:lnTo>
                    <a:pt x="157682" y="127959"/>
                  </a:lnTo>
                  <a:lnTo>
                    <a:pt x="169811" y="107660"/>
                  </a:lnTo>
                  <a:lnTo>
                    <a:pt x="181941" y="89663"/>
                  </a:lnTo>
                  <a:lnTo>
                    <a:pt x="194070" y="75523"/>
                  </a:lnTo>
                  <a:lnTo>
                    <a:pt x="206200" y="64911"/>
                  </a:lnTo>
                  <a:lnTo>
                    <a:pt x="218329" y="57061"/>
                  </a:lnTo>
                  <a:lnTo>
                    <a:pt x="230459" y="51369"/>
                  </a:lnTo>
                  <a:lnTo>
                    <a:pt x="242588" y="47848"/>
                  </a:lnTo>
                  <a:lnTo>
                    <a:pt x="254717" y="47370"/>
                  </a:lnTo>
                  <a:lnTo>
                    <a:pt x="266847" y="51545"/>
                  </a:lnTo>
                  <a:lnTo>
                    <a:pt x="278976" y="62100"/>
                  </a:lnTo>
                  <a:lnTo>
                    <a:pt x="291106" y="79225"/>
                  </a:lnTo>
                  <a:lnTo>
                    <a:pt x="303235" y="102229"/>
                  </a:lnTo>
                  <a:lnTo>
                    <a:pt x="315365" y="130141"/>
                  </a:lnTo>
                  <a:lnTo>
                    <a:pt x="327494" y="161819"/>
                  </a:lnTo>
                  <a:lnTo>
                    <a:pt x="339623" y="196016"/>
                  </a:lnTo>
                  <a:lnTo>
                    <a:pt x="351753" y="231451"/>
                  </a:lnTo>
                  <a:lnTo>
                    <a:pt x="363882" y="266891"/>
                  </a:lnTo>
                  <a:lnTo>
                    <a:pt x="376012" y="301258"/>
                  </a:lnTo>
                  <a:lnTo>
                    <a:pt x="388141" y="333719"/>
                  </a:lnTo>
                  <a:lnTo>
                    <a:pt x="400271" y="363722"/>
                  </a:lnTo>
                  <a:lnTo>
                    <a:pt x="412400" y="390983"/>
                  </a:lnTo>
                  <a:lnTo>
                    <a:pt x="424529" y="415697"/>
                  </a:lnTo>
                  <a:lnTo>
                    <a:pt x="436659" y="438234"/>
                  </a:lnTo>
                  <a:lnTo>
                    <a:pt x="448788" y="458874"/>
                  </a:lnTo>
                  <a:lnTo>
                    <a:pt x="460918" y="477825"/>
                  </a:lnTo>
                  <a:lnTo>
                    <a:pt x="473047" y="495238"/>
                  </a:lnTo>
                  <a:lnTo>
                    <a:pt x="485177" y="511217"/>
                  </a:lnTo>
                  <a:lnTo>
                    <a:pt x="497306" y="525833"/>
                  </a:lnTo>
                  <a:lnTo>
                    <a:pt x="509435" y="539130"/>
                  </a:lnTo>
                  <a:lnTo>
                    <a:pt x="521565" y="551132"/>
                  </a:lnTo>
                  <a:lnTo>
                    <a:pt x="533694" y="561841"/>
                  </a:lnTo>
                  <a:lnTo>
                    <a:pt x="545824" y="571247"/>
                  </a:lnTo>
                  <a:lnTo>
                    <a:pt x="557953" y="579325"/>
                  </a:lnTo>
                  <a:lnTo>
                    <a:pt x="570083" y="586038"/>
                  </a:lnTo>
                  <a:lnTo>
                    <a:pt x="582212" y="591338"/>
                  </a:lnTo>
                  <a:lnTo>
                    <a:pt x="594341" y="595170"/>
                  </a:lnTo>
                  <a:lnTo>
                    <a:pt x="606471" y="597471"/>
                  </a:lnTo>
                  <a:lnTo>
                    <a:pt x="618600" y="598175"/>
                  </a:lnTo>
                  <a:lnTo>
                    <a:pt x="630730" y="597217"/>
                  </a:lnTo>
                  <a:lnTo>
                    <a:pt x="642859" y="594535"/>
                  </a:lnTo>
                  <a:lnTo>
                    <a:pt x="654989" y="590075"/>
                  </a:lnTo>
                  <a:lnTo>
                    <a:pt x="667118" y="583796"/>
                  </a:lnTo>
                  <a:lnTo>
                    <a:pt x="679247" y="575669"/>
                  </a:lnTo>
                  <a:lnTo>
                    <a:pt x="691377" y="565686"/>
                  </a:lnTo>
                  <a:lnTo>
                    <a:pt x="703506" y="553854"/>
                  </a:lnTo>
                  <a:lnTo>
                    <a:pt x="715636" y="540201"/>
                  </a:lnTo>
                  <a:lnTo>
                    <a:pt x="727765" y="524768"/>
                  </a:lnTo>
                  <a:lnTo>
                    <a:pt x="739895" y="507613"/>
                  </a:lnTo>
                  <a:lnTo>
                    <a:pt x="752024" y="488804"/>
                  </a:lnTo>
                  <a:lnTo>
                    <a:pt x="764153" y="468417"/>
                  </a:lnTo>
                  <a:lnTo>
                    <a:pt x="776283" y="446537"/>
                  </a:lnTo>
                  <a:lnTo>
                    <a:pt x="788412" y="423252"/>
                  </a:lnTo>
                  <a:lnTo>
                    <a:pt x="800542" y="398652"/>
                  </a:lnTo>
                  <a:lnTo>
                    <a:pt x="812671" y="372828"/>
                  </a:lnTo>
                  <a:lnTo>
                    <a:pt x="824801" y="345873"/>
                  </a:lnTo>
                  <a:lnTo>
                    <a:pt x="836930" y="317878"/>
                  </a:lnTo>
                  <a:lnTo>
                    <a:pt x="849059" y="288934"/>
                  </a:lnTo>
                  <a:lnTo>
                    <a:pt x="861189" y="259130"/>
                  </a:lnTo>
                  <a:lnTo>
                    <a:pt x="873318" y="228553"/>
                  </a:lnTo>
                  <a:lnTo>
                    <a:pt x="885448" y="197291"/>
                  </a:lnTo>
                  <a:lnTo>
                    <a:pt x="897577" y="165428"/>
                  </a:lnTo>
                  <a:lnTo>
                    <a:pt x="909706" y="133048"/>
                  </a:lnTo>
                  <a:lnTo>
                    <a:pt x="921836" y="100235"/>
                  </a:lnTo>
                  <a:lnTo>
                    <a:pt x="933965" y="67069"/>
                  </a:lnTo>
                  <a:lnTo>
                    <a:pt x="946095" y="33630"/>
                  </a:lnTo>
                  <a:lnTo>
                    <a:pt x="958224" y="0"/>
                  </a:lnTo>
                  <a:lnTo>
                    <a:pt x="958224" y="965059"/>
                  </a:lnTo>
                  <a:lnTo>
                    <a:pt x="946095" y="962104"/>
                  </a:lnTo>
                  <a:lnTo>
                    <a:pt x="933965" y="959252"/>
                  </a:lnTo>
                  <a:lnTo>
                    <a:pt x="921836" y="956494"/>
                  </a:lnTo>
                  <a:lnTo>
                    <a:pt x="909706" y="953821"/>
                  </a:lnTo>
                  <a:lnTo>
                    <a:pt x="897577" y="951224"/>
                  </a:lnTo>
                  <a:lnTo>
                    <a:pt x="885448" y="948698"/>
                  </a:lnTo>
                  <a:lnTo>
                    <a:pt x="873318" y="946236"/>
                  </a:lnTo>
                  <a:lnTo>
                    <a:pt x="861189" y="943836"/>
                  </a:lnTo>
                  <a:lnTo>
                    <a:pt x="849059" y="941493"/>
                  </a:lnTo>
                  <a:lnTo>
                    <a:pt x="836930" y="939207"/>
                  </a:lnTo>
                  <a:lnTo>
                    <a:pt x="824801" y="936978"/>
                  </a:lnTo>
                  <a:lnTo>
                    <a:pt x="812671" y="934806"/>
                  </a:lnTo>
                  <a:lnTo>
                    <a:pt x="800542" y="932695"/>
                  </a:lnTo>
                  <a:lnTo>
                    <a:pt x="788412" y="930646"/>
                  </a:lnTo>
                  <a:lnTo>
                    <a:pt x="776283" y="928663"/>
                  </a:lnTo>
                  <a:lnTo>
                    <a:pt x="764153" y="926745"/>
                  </a:lnTo>
                  <a:lnTo>
                    <a:pt x="752024" y="924893"/>
                  </a:lnTo>
                  <a:lnTo>
                    <a:pt x="739895" y="923100"/>
                  </a:lnTo>
                  <a:lnTo>
                    <a:pt x="727765" y="921354"/>
                  </a:lnTo>
                  <a:lnTo>
                    <a:pt x="715636" y="919634"/>
                  </a:lnTo>
                  <a:lnTo>
                    <a:pt x="703506" y="917909"/>
                  </a:lnTo>
                  <a:lnTo>
                    <a:pt x="691377" y="916130"/>
                  </a:lnTo>
                  <a:lnTo>
                    <a:pt x="679247" y="914236"/>
                  </a:lnTo>
                  <a:lnTo>
                    <a:pt x="667118" y="912145"/>
                  </a:lnTo>
                  <a:lnTo>
                    <a:pt x="654989" y="909758"/>
                  </a:lnTo>
                  <a:lnTo>
                    <a:pt x="642859" y="906959"/>
                  </a:lnTo>
                  <a:lnTo>
                    <a:pt x="630730" y="903617"/>
                  </a:lnTo>
                  <a:lnTo>
                    <a:pt x="618600" y="899588"/>
                  </a:lnTo>
                  <a:lnTo>
                    <a:pt x="606471" y="894722"/>
                  </a:lnTo>
                  <a:lnTo>
                    <a:pt x="594341" y="888863"/>
                  </a:lnTo>
                  <a:lnTo>
                    <a:pt x="582212" y="881857"/>
                  </a:lnTo>
                  <a:lnTo>
                    <a:pt x="570083" y="873552"/>
                  </a:lnTo>
                  <a:lnTo>
                    <a:pt x="557953" y="863802"/>
                  </a:lnTo>
                  <a:lnTo>
                    <a:pt x="545824" y="852472"/>
                  </a:lnTo>
                  <a:lnTo>
                    <a:pt x="533694" y="839434"/>
                  </a:lnTo>
                  <a:lnTo>
                    <a:pt x="521565" y="824575"/>
                  </a:lnTo>
                  <a:lnTo>
                    <a:pt x="509435" y="807794"/>
                  </a:lnTo>
                  <a:lnTo>
                    <a:pt x="497306" y="789006"/>
                  </a:lnTo>
                  <a:lnTo>
                    <a:pt x="485177" y="768144"/>
                  </a:lnTo>
                  <a:lnTo>
                    <a:pt x="473047" y="745163"/>
                  </a:lnTo>
                  <a:lnTo>
                    <a:pt x="460918" y="720045"/>
                  </a:lnTo>
                  <a:lnTo>
                    <a:pt x="448788" y="692805"/>
                  </a:lnTo>
                  <a:lnTo>
                    <a:pt x="436659" y="663505"/>
                  </a:lnTo>
                  <a:lnTo>
                    <a:pt x="424529" y="632262"/>
                  </a:lnTo>
                  <a:lnTo>
                    <a:pt x="412400" y="599268"/>
                  </a:lnTo>
                  <a:lnTo>
                    <a:pt x="400271" y="564812"/>
                  </a:lnTo>
                  <a:lnTo>
                    <a:pt x="388141" y="529543"/>
                  </a:lnTo>
                  <a:lnTo>
                    <a:pt x="376012" y="494474"/>
                  </a:lnTo>
                  <a:lnTo>
                    <a:pt x="363882" y="460426"/>
                  </a:lnTo>
                  <a:lnTo>
                    <a:pt x="351753" y="427935"/>
                  </a:lnTo>
                  <a:lnTo>
                    <a:pt x="339623" y="397294"/>
                  </a:lnTo>
                  <a:lnTo>
                    <a:pt x="327494" y="368645"/>
                  </a:lnTo>
                  <a:lnTo>
                    <a:pt x="315365" y="342075"/>
                  </a:lnTo>
                  <a:lnTo>
                    <a:pt x="303235" y="317710"/>
                  </a:lnTo>
                  <a:lnTo>
                    <a:pt x="291106" y="295779"/>
                  </a:lnTo>
                  <a:lnTo>
                    <a:pt x="278976" y="276682"/>
                  </a:lnTo>
                  <a:lnTo>
                    <a:pt x="266847" y="261100"/>
                  </a:lnTo>
                  <a:lnTo>
                    <a:pt x="254717" y="250013"/>
                  </a:lnTo>
                  <a:lnTo>
                    <a:pt x="242588" y="244273"/>
                  </a:lnTo>
                  <a:lnTo>
                    <a:pt x="230459" y="244316"/>
                  </a:lnTo>
                  <a:lnTo>
                    <a:pt x="218329" y="249839"/>
                  </a:lnTo>
                  <a:lnTo>
                    <a:pt x="206200" y="259680"/>
                  </a:lnTo>
                  <a:lnTo>
                    <a:pt x="194070" y="272061"/>
                  </a:lnTo>
                  <a:lnTo>
                    <a:pt x="181941" y="285042"/>
                  </a:lnTo>
                  <a:lnTo>
                    <a:pt x="169811" y="297085"/>
                  </a:lnTo>
                  <a:lnTo>
                    <a:pt x="157682" y="308079"/>
                  </a:lnTo>
                  <a:lnTo>
                    <a:pt x="145553" y="318509"/>
                  </a:lnTo>
                  <a:lnTo>
                    <a:pt x="133423" y="328058"/>
                  </a:lnTo>
                  <a:lnTo>
                    <a:pt x="121294" y="335246"/>
                  </a:lnTo>
                  <a:lnTo>
                    <a:pt x="109164" y="337975"/>
                  </a:lnTo>
                  <a:lnTo>
                    <a:pt x="97035" y="335513"/>
                  </a:lnTo>
                  <a:lnTo>
                    <a:pt x="84905" y="330390"/>
                  </a:lnTo>
                  <a:lnTo>
                    <a:pt x="72776" y="324254"/>
                  </a:lnTo>
                  <a:lnTo>
                    <a:pt x="60647" y="319487"/>
                  </a:lnTo>
                  <a:lnTo>
                    <a:pt x="48517" y="318425"/>
                  </a:lnTo>
                  <a:lnTo>
                    <a:pt x="36388" y="322789"/>
                  </a:lnTo>
                  <a:lnTo>
                    <a:pt x="24258" y="332525"/>
                  </a:lnTo>
                  <a:lnTo>
                    <a:pt x="12129" y="348218"/>
                  </a:lnTo>
                  <a:lnTo>
                    <a:pt x="0" y="36892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9516075" y="6393344"/>
              <a:ext cx="958224" cy="598175"/>
            </a:xfrm>
            <a:custGeom>
              <a:avLst/>
              <a:pathLst>
                <a:path w="958224" h="598175">
                  <a:moveTo>
                    <a:pt x="0" y="58201"/>
                  </a:moveTo>
                  <a:lnTo>
                    <a:pt x="12129" y="99025"/>
                  </a:lnTo>
                  <a:lnTo>
                    <a:pt x="24258" y="134459"/>
                  </a:lnTo>
                  <a:lnTo>
                    <a:pt x="36388" y="163172"/>
                  </a:lnTo>
                  <a:lnTo>
                    <a:pt x="48517" y="185361"/>
                  </a:lnTo>
                  <a:lnTo>
                    <a:pt x="60647" y="200303"/>
                  </a:lnTo>
                  <a:lnTo>
                    <a:pt x="72776" y="208348"/>
                  </a:lnTo>
                  <a:lnTo>
                    <a:pt x="84905" y="209818"/>
                  </a:lnTo>
                  <a:lnTo>
                    <a:pt x="97035" y="205498"/>
                  </a:lnTo>
                  <a:lnTo>
                    <a:pt x="109164" y="195500"/>
                  </a:lnTo>
                  <a:lnTo>
                    <a:pt x="121294" y="182064"/>
                  </a:lnTo>
                  <a:lnTo>
                    <a:pt x="133423" y="166280"/>
                  </a:lnTo>
                  <a:lnTo>
                    <a:pt x="145553" y="148066"/>
                  </a:lnTo>
                  <a:lnTo>
                    <a:pt x="157682" y="127959"/>
                  </a:lnTo>
                  <a:lnTo>
                    <a:pt x="169811" y="107660"/>
                  </a:lnTo>
                  <a:lnTo>
                    <a:pt x="181941" y="89663"/>
                  </a:lnTo>
                  <a:lnTo>
                    <a:pt x="194070" y="75523"/>
                  </a:lnTo>
                  <a:lnTo>
                    <a:pt x="206200" y="64911"/>
                  </a:lnTo>
                  <a:lnTo>
                    <a:pt x="218329" y="57061"/>
                  </a:lnTo>
                  <a:lnTo>
                    <a:pt x="230459" y="51369"/>
                  </a:lnTo>
                  <a:lnTo>
                    <a:pt x="242588" y="47848"/>
                  </a:lnTo>
                  <a:lnTo>
                    <a:pt x="254717" y="47370"/>
                  </a:lnTo>
                  <a:lnTo>
                    <a:pt x="266847" y="51545"/>
                  </a:lnTo>
                  <a:lnTo>
                    <a:pt x="278976" y="62100"/>
                  </a:lnTo>
                  <a:lnTo>
                    <a:pt x="291106" y="79225"/>
                  </a:lnTo>
                  <a:lnTo>
                    <a:pt x="303235" y="102229"/>
                  </a:lnTo>
                  <a:lnTo>
                    <a:pt x="315365" y="130141"/>
                  </a:lnTo>
                  <a:lnTo>
                    <a:pt x="327494" y="161819"/>
                  </a:lnTo>
                  <a:lnTo>
                    <a:pt x="339623" y="196016"/>
                  </a:lnTo>
                  <a:lnTo>
                    <a:pt x="351753" y="231451"/>
                  </a:lnTo>
                  <a:lnTo>
                    <a:pt x="363882" y="266891"/>
                  </a:lnTo>
                  <a:lnTo>
                    <a:pt x="376012" y="301258"/>
                  </a:lnTo>
                  <a:lnTo>
                    <a:pt x="388141" y="333719"/>
                  </a:lnTo>
                  <a:lnTo>
                    <a:pt x="400271" y="363722"/>
                  </a:lnTo>
                  <a:lnTo>
                    <a:pt x="412400" y="390983"/>
                  </a:lnTo>
                  <a:lnTo>
                    <a:pt x="424529" y="415697"/>
                  </a:lnTo>
                  <a:lnTo>
                    <a:pt x="436659" y="438234"/>
                  </a:lnTo>
                  <a:lnTo>
                    <a:pt x="448788" y="458874"/>
                  </a:lnTo>
                  <a:lnTo>
                    <a:pt x="460918" y="477825"/>
                  </a:lnTo>
                  <a:lnTo>
                    <a:pt x="473047" y="495238"/>
                  </a:lnTo>
                  <a:lnTo>
                    <a:pt x="485177" y="511217"/>
                  </a:lnTo>
                  <a:lnTo>
                    <a:pt x="497306" y="525833"/>
                  </a:lnTo>
                  <a:lnTo>
                    <a:pt x="509435" y="539130"/>
                  </a:lnTo>
                  <a:lnTo>
                    <a:pt x="521565" y="551132"/>
                  </a:lnTo>
                  <a:lnTo>
                    <a:pt x="533694" y="561841"/>
                  </a:lnTo>
                  <a:lnTo>
                    <a:pt x="545824" y="571247"/>
                  </a:lnTo>
                  <a:lnTo>
                    <a:pt x="557953" y="579325"/>
                  </a:lnTo>
                  <a:lnTo>
                    <a:pt x="570083" y="586038"/>
                  </a:lnTo>
                  <a:lnTo>
                    <a:pt x="582212" y="591338"/>
                  </a:lnTo>
                  <a:lnTo>
                    <a:pt x="594341" y="595170"/>
                  </a:lnTo>
                  <a:lnTo>
                    <a:pt x="606471" y="597471"/>
                  </a:lnTo>
                  <a:lnTo>
                    <a:pt x="618600" y="598175"/>
                  </a:lnTo>
                  <a:lnTo>
                    <a:pt x="630730" y="597217"/>
                  </a:lnTo>
                  <a:lnTo>
                    <a:pt x="642859" y="594535"/>
                  </a:lnTo>
                  <a:lnTo>
                    <a:pt x="654989" y="590075"/>
                  </a:lnTo>
                  <a:lnTo>
                    <a:pt x="667118" y="583796"/>
                  </a:lnTo>
                  <a:lnTo>
                    <a:pt x="679247" y="575669"/>
                  </a:lnTo>
                  <a:lnTo>
                    <a:pt x="691377" y="565686"/>
                  </a:lnTo>
                  <a:lnTo>
                    <a:pt x="703506" y="553854"/>
                  </a:lnTo>
                  <a:lnTo>
                    <a:pt x="715636" y="540201"/>
                  </a:lnTo>
                  <a:lnTo>
                    <a:pt x="727765" y="524768"/>
                  </a:lnTo>
                  <a:lnTo>
                    <a:pt x="739895" y="507613"/>
                  </a:lnTo>
                  <a:lnTo>
                    <a:pt x="752024" y="488804"/>
                  </a:lnTo>
                  <a:lnTo>
                    <a:pt x="764153" y="468417"/>
                  </a:lnTo>
                  <a:lnTo>
                    <a:pt x="776283" y="446537"/>
                  </a:lnTo>
                  <a:lnTo>
                    <a:pt x="788412" y="423252"/>
                  </a:lnTo>
                  <a:lnTo>
                    <a:pt x="800542" y="398652"/>
                  </a:lnTo>
                  <a:lnTo>
                    <a:pt x="812671" y="372828"/>
                  </a:lnTo>
                  <a:lnTo>
                    <a:pt x="824801" y="345873"/>
                  </a:lnTo>
                  <a:lnTo>
                    <a:pt x="836930" y="317878"/>
                  </a:lnTo>
                  <a:lnTo>
                    <a:pt x="849059" y="288934"/>
                  </a:lnTo>
                  <a:lnTo>
                    <a:pt x="861189" y="259130"/>
                  </a:lnTo>
                  <a:lnTo>
                    <a:pt x="873318" y="228553"/>
                  </a:lnTo>
                  <a:lnTo>
                    <a:pt x="885448" y="197291"/>
                  </a:lnTo>
                  <a:lnTo>
                    <a:pt x="897577" y="165428"/>
                  </a:lnTo>
                  <a:lnTo>
                    <a:pt x="909706" y="133048"/>
                  </a:lnTo>
                  <a:lnTo>
                    <a:pt x="921836" y="100235"/>
                  </a:lnTo>
                  <a:lnTo>
                    <a:pt x="933965" y="67069"/>
                  </a:lnTo>
                  <a:lnTo>
                    <a:pt x="946095" y="33630"/>
                  </a:lnTo>
                  <a:lnTo>
                    <a:pt x="958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9516075" y="6637618"/>
              <a:ext cx="958224" cy="720786"/>
            </a:xfrm>
            <a:custGeom>
              <a:avLst/>
              <a:pathLst>
                <a:path w="958224" h="720786">
                  <a:moveTo>
                    <a:pt x="958224" y="720786"/>
                  </a:moveTo>
                  <a:lnTo>
                    <a:pt x="946095" y="717830"/>
                  </a:lnTo>
                  <a:lnTo>
                    <a:pt x="933965" y="714979"/>
                  </a:lnTo>
                  <a:lnTo>
                    <a:pt x="921836" y="712220"/>
                  </a:lnTo>
                  <a:lnTo>
                    <a:pt x="909706" y="709547"/>
                  </a:lnTo>
                  <a:lnTo>
                    <a:pt x="897577" y="706950"/>
                  </a:lnTo>
                  <a:lnTo>
                    <a:pt x="885448" y="704424"/>
                  </a:lnTo>
                  <a:lnTo>
                    <a:pt x="873318" y="701963"/>
                  </a:lnTo>
                  <a:lnTo>
                    <a:pt x="861189" y="699562"/>
                  </a:lnTo>
                  <a:lnTo>
                    <a:pt x="849059" y="697219"/>
                  </a:lnTo>
                  <a:lnTo>
                    <a:pt x="836930" y="694933"/>
                  </a:lnTo>
                  <a:lnTo>
                    <a:pt x="824801" y="692704"/>
                  </a:lnTo>
                  <a:lnTo>
                    <a:pt x="812671" y="690532"/>
                  </a:lnTo>
                  <a:lnTo>
                    <a:pt x="800542" y="688421"/>
                  </a:lnTo>
                  <a:lnTo>
                    <a:pt x="788412" y="686372"/>
                  </a:lnTo>
                  <a:lnTo>
                    <a:pt x="776283" y="684389"/>
                  </a:lnTo>
                  <a:lnTo>
                    <a:pt x="764153" y="682471"/>
                  </a:lnTo>
                  <a:lnTo>
                    <a:pt x="752024" y="680619"/>
                  </a:lnTo>
                  <a:lnTo>
                    <a:pt x="739895" y="678826"/>
                  </a:lnTo>
                  <a:lnTo>
                    <a:pt x="727765" y="677080"/>
                  </a:lnTo>
                  <a:lnTo>
                    <a:pt x="715636" y="675361"/>
                  </a:lnTo>
                  <a:lnTo>
                    <a:pt x="703506" y="673635"/>
                  </a:lnTo>
                  <a:lnTo>
                    <a:pt x="691377" y="671856"/>
                  </a:lnTo>
                  <a:lnTo>
                    <a:pt x="679247" y="669962"/>
                  </a:lnTo>
                  <a:lnTo>
                    <a:pt x="667118" y="667871"/>
                  </a:lnTo>
                  <a:lnTo>
                    <a:pt x="654989" y="665484"/>
                  </a:lnTo>
                  <a:lnTo>
                    <a:pt x="642859" y="662685"/>
                  </a:lnTo>
                  <a:lnTo>
                    <a:pt x="630730" y="659343"/>
                  </a:lnTo>
                  <a:lnTo>
                    <a:pt x="618600" y="655314"/>
                  </a:lnTo>
                  <a:lnTo>
                    <a:pt x="606471" y="650448"/>
                  </a:lnTo>
                  <a:lnTo>
                    <a:pt x="594341" y="644589"/>
                  </a:lnTo>
                  <a:lnTo>
                    <a:pt x="582212" y="637583"/>
                  </a:lnTo>
                  <a:lnTo>
                    <a:pt x="570083" y="629278"/>
                  </a:lnTo>
                  <a:lnTo>
                    <a:pt x="557953" y="619529"/>
                  </a:lnTo>
                  <a:lnTo>
                    <a:pt x="545824" y="608198"/>
                  </a:lnTo>
                  <a:lnTo>
                    <a:pt x="533694" y="595160"/>
                  </a:lnTo>
                  <a:lnTo>
                    <a:pt x="521565" y="580301"/>
                  </a:lnTo>
                  <a:lnTo>
                    <a:pt x="509435" y="563520"/>
                  </a:lnTo>
                  <a:lnTo>
                    <a:pt x="497306" y="544732"/>
                  </a:lnTo>
                  <a:lnTo>
                    <a:pt x="485177" y="523870"/>
                  </a:lnTo>
                  <a:lnTo>
                    <a:pt x="473047" y="500890"/>
                  </a:lnTo>
                  <a:lnTo>
                    <a:pt x="460918" y="475771"/>
                  </a:lnTo>
                  <a:lnTo>
                    <a:pt x="448788" y="448532"/>
                  </a:lnTo>
                  <a:lnTo>
                    <a:pt x="436659" y="419231"/>
                  </a:lnTo>
                  <a:lnTo>
                    <a:pt x="424529" y="387988"/>
                  </a:lnTo>
                  <a:lnTo>
                    <a:pt x="412400" y="354994"/>
                  </a:lnTo>
                  <a:lnTo>
                    <a:pt x="400271" y="320538"/>
                  </a:lnTo>
                  <a:lnTo>
                    <a:pt x="388141" y="285269"/>
                  </a:lnTo>
                  <a:lnTo>
                    <a:pt x="376012" y="250201"/>
                  </a:lnTo>
                  <a:lnTo>
                    <a:pt x="363882" y="216152"/>
                  </a:lnTo>
                  <a:lnTo>
                    <a:pt x="351753" y="183661"/>
                  </a:lnTo>
                  <a:lnTo>
                    <a:pt x="339623" y="153020"/>
                  </a:lnTo>
                  <a:lnTo>
                    <a:pt x="327494" y="124371"/>
                  </a:lnTo>
                  <a:lnTo>
                    <a:pt x="315365" y="97801"/>
                  </a:lnTo>
                  <a:lnTo>
                    <a:pt x="303235" y="73436"/>
                  </a:lnTo>
                  <a:lnTo>
                    <a:pt x="291106" y="51505"/>
                  </a:lnTo>
                  <a:lnTo>
                    <a:pt x="278976" y="32409"/>
                  </a:lnTo>
                  <a:lnTo>
                    <a:pt x="266847" y="16826"/>
                  </a:lnTo>
                  <a:lnTo>
                    <a:pt x="254717" y="5739"/>
                  </a:lnTo>
                  <a:lnTo>
                    <a:pt x="242588" y="0"/>
                  </a:lnTo>
                  <a:lnTo>
                    <a:pt x="230459" y="42"/>
                  </a:lnTo>
                  <a:lnTo>
                    <a:pt x="218329" y="5565"/>
                  </a:lnTo>
                  <a:lnTo>
                    <a:pt x="206200" y="15406"/>
                  </a:lnTo>
                  <a:lnTo>
                    <a:pt x="194070" y="27787"/>
                  </a:lnTo>
                  <a:lnTo>
                    <a:pt x="181941" y="40768"/>
                  </a:lnTo>
                  <a:lnTo>
                    <a:pt x="169811" y="52812"/>
                  </a:lnTo>
                  <a:lnTo>
                    <a:pt x="157682" y="63806"/>
                  </a:lnTo>
                  <a:lnTo>
                    <a:pt x="145553" y="74235"/>
                  </a:lnTo>
                  <a:lnTo>
                    <a:pt x="133423" y="83785"/>
                  </a:lnTo>
                  <a:lnTo>
                    <a:pt x="121294" y="90973"/>
                  </a:lnTo>
                  <a:lnTo>
                    <a:pt x="109164" y="93701"/>
                  </a:lnTo>
                  <a:lnTo>
                    <a:pt x="97035" y="91239"/>
                  </a:lnTo>
                  <a:lnTo>
                    <a:pt x="84905" y="86117"/>
                  </a:lnTo>
                  <a:lnTo>
                    <a:pt x="72776" y="79980"/>
                  </a:lnTo>
                  <a:lnTo>
                    <a:pt x="60647" y="75213"/>
                  </a:lnTo>
                  <a:lnTo>
                    <a:pt x="48517" y="74151"/>
                  </a:lnTo>
                  <a:lnTo>
                    <a:pt x="36388" y="78515"/>
                  </a:lnTo>
                  <a:lnTo>
                    <a:pt x="24258" y="88251"/>
                  </a:lnTo>
                  <a:lnTo>
                    <a:pt x="12129" y="103944"/>
                  </a:lnTo>
                  <a:lnTo>
                    <a:pt x="0" y="1246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9516075" y="6539405"/>
              <a:ext cx="958224" cy="604686"/>
            </a:xfrm>
            <a:custGeom>
              <a:avLst/>
              <a:pathLst>
                <a:path w="958224" h="604686">
                  <a:moveTo>
                    <a:pt x="0" y="67499"/>
                  </a:moveTo>
                  <a:lnTo>
                    <a:pt x="12129" y="77560"/>
                  </a:lnTo>
                  <a:lnTo>
                    <a:pt x="24258" y="87431"/>
                  </a:lnTo>
                  <a:lnTo>
                    <a:pt x="36388" y="96919"/>
                  </a:lnTo>
                  <a:lnTo>
                    <a:pt x="48517" y="105832"/>
                  </a:lnTo>
                  <a:lnTo>
                    <a:pt x="60647" y="113833"/>
                  </a:lnTo>
                  <a:lnTo>
                    <a:pt x="72776" y="120240"/>
                  </a:lnTo>
                  <a:lnTo>
                    <a:pt x="84905" y="124043"/>
                  </a:lnTo>
                  <a:lnTo>
                    <a:pt x="97035" y="124444"/>
                  </a:lnTo>
                  <a:lnTo>
                    <a:pt x="109164" y="120676"/>
                  </a:lnTo>
                  <a:lnTo>
                    <a:pt x="121294" y="112594"/>
                  </a:lnTo>
                  <a:lnTo>
                    <a:pt x="133423" y="101108"/>
                  </a:lnTo>
                  <a:lnTo>
                    <a:pt x="145553" y="87226"/>
                  </a:lnTo>
                  <a:lnTo>
                    <a:pt x="157682" y="71958"/>
                  </a:lnTo>
                  <a:lnTo>
                    <a:pt x="169811" y="56312"/>
                  </a:lnTo>
                  <a:lnTo>
                    <a:pt x="181941" y="41291"/>
                  </a:lnTo>
                  <a:lnTo>
                    <a:pt x="194070" y="27731"/>
                  </a:lnTo>
                  <a:lnTo>
                    <a:pt x="206200" y="16234"/>
                  </a:lnTo>
                  <a:lnTo>
                    <a:pt x="218329" y="7389"/>
                  </a:lnTo>
                  <a:lnTo>
                    <a:pt x="230459" y="1781"/>
                  </a:lnTo>
                  <a:lnTo>
                    <a:pt x="242588" y="0"/>
                  </a:lnTo>
                  <a:lnTo>
                    <a:pt x="254717" y="2630"/>
                  </a:lnTo>
                  <a:lnTo>
                    <a:pt x="266847" y="10261"/>
                  </a:lnTo>
                  <a:lnTo>
                    <a:pt x="278976" y="23330"/>
                  </a:lnTo>
                  <a:lnTo>
                    <a:pt x="291106" y="41441"/>
                  </a:lnTo>
                  <a:lnTo>
                    <a:pt x="303235" y="63908"/>
                  </a:lnTo>
                  <a:lnTo>
                    <a:pt x="315365" y="90047"/>
                  </a:lnTo>
                  <a:lnTo>
                    <a:pt x="327494" y="119171"/>
                  </a:lnTo>
                  <a:lnTo>
                    <a:pt x="339623" y="150594"/>
                  </a:lnTo>
                  <a:lnTo>
                    <a:pt x="351753" y="183631"/>
                  </a:lnTo>
                  <a:lnTo>
                    <a:pt x="363882" y="217597"/>
                  </a:lnTo>
                  <a:lnTo>
                    <a:pt x="376012" y="251805"/>
                  </a:lnTo>
                  <a:lnTo>
                    <a:pt x="388141" y="285570"/>
                  </a:lnTo>
                  <a:lnTo>
                    <a:pt x="400271" y="318206"/>
                  </a:lnTo>
                  <a:lnTo>
                    <a:pt x="412400" y="349064"/>
                  </a:lnTo>
                  <a:lnTo>
                    <a:pt x="424529" y="377918"/>
                  </a:lnTo>
                  <a:lnTo>
                    <a:pt x="436659" y="404808"/>
                  </a:lnTo>
                  <a:lnTo>
                    <a:pt x="448788" y="429778"/>
                  </a:lnTo>
                  <a:lnTo>
                    <a:pt x="460918" y="452874"/>
                  </a:lnTo>
                  <a:lnTo>
                    <a:pt x="473047" y="474139"/>
                  </a:lnTo>
                  <a:lnTo>
                    <a:pt x="485177" y="493619"/>
                  </a:lnTo>
                  <a:lnTo>
                    <a:pt x="497306" y="511358"/>
                  </a:lnTo>
                  <a:lnTo>
                    <a:pt x="509435" y="527401"/>
                  </a:lnTo>
                  <a:lnTo>
                    <a:pt x="521565" y="541792"/>
                  </a:lnTo>
                  <a:lnTo>
                    <a:pt x="533694" y="554577"/>
                  </a:lnTo>
                  <a:lnTo>
                    <a:pt x="545824" y="565798"/>
                  </a:lnTo>
                  <a:lnTo>
                    <a:pt x="557953" y="575503"/>
                  </a:lnTo>
                  <a:lnTo>
                    <a:pt x="570083" y="583734"/>
                  </a:lnTo>
                  <a:lnTo>
                    <a:pt x="582212" y="590536"/>
                  </a:lnTo>
                  <a:lnTo>
                    <a:pt x="594341" y="595955"/>
                  </a:lnTo>
                  <a:lnTo>
                    <a:pt x="606471" y="600035"/>
                  </a:lnTo>
                  <a:lnTo>
                    <a:pt x="618600" y="602820"/>
                  </a:lnTo>
                  <a:lnTo>
                    <a:pt x="630730" y="604356"/>
                  </a:lnTo>
                  <a:lnTo>
                    <a:pt x="642859" y="604686"/>
                  </a:lnTo>
                  <a:lnTo>
                    <a:pt x="654989" y="603855"/>
                  </a:lnTo>
                  <a:lnTo>
                    <a:pt x="667118" y="601909"/>
                  </a:lnTo>
                  <a:lnTo>
                    <a:pt x="679247" y="598891"/>
                  </a:lnTo>
                  <a:lnTo>
                    <a:pt x="691377" y="594847"/>
                  </a:lnTo>
                  <a:lnTo>
                    <a:pt x="703506" y="589820"/>
                  </a:lnTo>
                  <a:lnTo>
                    <a:pt x="715636" y="583857"/>
                  </a:lnTo>
                  <a:lnTo>
                    <a:pt x="727765" y="577000"/>
                  </a:lnTo>
                  <a:lnTo>
                    <a:pt x="739895" y="569295"/>
                  </a:lnTo>
                  <a:lnTo>
                    <a:pt x="752024" y="560787"/>
                  </a:lnTo>
                  <a:lnTo>
                    <a:pt x="764153" y="551520"/>
                  </a:lnTo>
                  <a:lnTo>
                    <a:pt x="776283" y="541539"/>
                  </a:lnTo>
                  <a:lnTo>
                    <a:pt x="788412" y="530888"/>
                  </a:lnTo>
                  <a:lnTo>
                    <a:pt x="800542" y="519612"/>
                  </a:lnTo>
                  <a:lnTo>
                    <a:pt x="812671" y="507756"/>
                  </a:lnTo>
                  <a:lnTo>
                    <a:pt x="824801" y="495364"/>
                  </a:lnTo>
                  <a:lnTo>
                    <a:pt x="836930" y="482481"/>
                  </a:lnTo>
                  <a:lnTo>
                    <a:pt x="849059" y="469152"/>
                  </a:lnTo>
                  <a:lnTo>
                    <a:pt x="861189" y="455421"/>
                  </a:lnTo>
                  <a:lnTo>
                    <a:pt x="873318" y="441333"/>
                  </a:lnTo>
                  <a:lnTo>
                    <a:pt x="885448" y="426933"/>
                  </a:lnTo>
                  <a:lnTo>
                    <a:pt x="897577" y="412265"/>
                  </a:lnTo>
                  <a:lnTo>
                    <a:pt x="909706" y="397373"/>
                  </a:lnTo>
                  <a:lnTo>
                    <a:pt x="921836" y="382303"/>
                  </a:lnTo>
                  <a:lnTo>
                    <a:pt x="933965" y="367099"/>
                  </a:lnTo>
                  <a:lnTo>
                    <a:pt x="946095" y="351806"/>
                  </a:lnTo>
                  <a:lnTo>
                    <a:pt x="958224" y="336468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963765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15" name="rc2015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tx2016"/>
            <p:cNvSpPr/>
            <p:nvPr/>
          </p:nvSpPr>
          <p:spPr>
            <a:xfrm>
              <a:off x="9306161" y="8501441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2017" name="tx2017"/>
            <p:cNvSpPr/>
            <p:nvPr/>
          </p:nvSpPr>
          <p:spPr>
            <a:xfrm>
              <a:off x="9306161" y="7880300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018" name="tx2018"/>
            <p:cNvSpPr/>
            <p:nvPr/>
          </p:nvSpPr>
          <p:spPr>
            <a:xfrm>
              <a:off x="9306161" y="725774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019" name="tx2019"/>
            <p:cNvSpPr/>
            <p:nvPr/>
          </p:nvSpPr>
          <p:spPr>
            <a:xfrm>
              <a:off x="9343378" y="663381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20" name="tx2020"/>
            <p:cNvSpPr/>
            <p:nvPr/>
          </p:nvSpPr>
          <p:spPr>
            <a:xfrm>
              <a:off x="9343378" y="601262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021" name="tx2021"/>
            <p:cNvSpPr/>
            <p:nvPr/>
          </p:nvSpPr>
          <p:spPr>
            <a:xfrm>
              <a:off x="9343378" y="539006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22" name="pl2022"/>
            <p:cNvSpPr/>
            <p:nvPr/>
          </p:nvSpPr>
          <p:spPr>
            <a:xfrm>
              <a:off x="9433369" y="85431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9433369" y="79206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9433369" y="72980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9433369" y="66755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9433369" y="60529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9433369" y="54303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958178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978222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998265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1018309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1038352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tx2033"/>
            <p:cNvSpPr/>
            <p:nvPr/>
          </p:nvSpPr>
          <p:spPr>
            <a:xfrm>
              <a:off x="9550708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34" name="tx2034"/>
            <p:cNvSpPr/>
            <p:nvPr/>
          </p:nvSpPr>
          <p:spPr>
            <a:xfrm>
              <a:off x="9751144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035" name="tx2035"/>
            <p:cNvSpPr/>
            <p:nvPr/>
          </p:nvSpPr>
          <p:spPr>
            <a:xfrm>
              <a:off x="9920501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36" name="tx2036"/>
            <p:cNvSpPr/>
            <p:nvPr/>
          </p:nvSpPr>
          <p:spPr>
            <a:xfrm>
              <a:off x="10120936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37" name="tx2037"/>
            <p:cNvSpPr/>
            <p:nvPr/>
          </p:nvSpPr>
          <p:spPr>
            <a:xfrm>
              <a:off x="10321371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38" name="tx2038"/>
            <p:cNvSpPr/>
            <p:nvPr/>
          </p:nvSpPr>
          <p:spPr>
            <a:xfrm>
              <a:off x="9397335" y="8779049"/>
              <a:ext cx="119570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CSFpT181_Nico_Z</a:t>
              </a:r>
            </a:p>
          </p:txBody>
        </p:sp>
        <p:sp>
          <p:nvSpPr>
            <p:cNvPr id="2039" name="tx2039"/>
            <p:cNvSpPr/>
            <p:nvPr/>
          </p:nvSpPr>
          <p:spPr>
            <a:xfrm rot="-5400000">
              <a:off x="8376815" y="6942997"/>
              <a:ext cx="1591679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RofC_CSFpT181_Nico_Z</a:t>
              </a:r>
            </a:p>
          </p:txBody>
        </p:sp>
        <p:sp>
          <p:nvSpPr>
            <p:cNvPr id="2040" name="rc2040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rc2041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11020738" y="668607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11020738" y="645602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11020738" y="622598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11020738" y="599594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11020738" y="576590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11020738" y="5535864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1123265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115632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1189389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11020738" y="6571049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11020738" y="634100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11020738" y="611096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11020738" y="588092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11020738" y="5650884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11020738" y="542084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1106735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1139796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1172858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11042525" y="6619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11042525" y="6499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11219880" y="6530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11042525" y="6562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11042525" y="6516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11240170" y="6483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11042525" y="6572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11042525" y="6557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11376221" y="6501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11557380" y="6595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11643612" y="6570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11110850" y="6420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11183105" y="6437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11042525" y="652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11221057" y="6545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11307199" y="6489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11441619" y="6480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11042525" y="651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11184295" y="6482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11042525" y="6568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11170171" y="6546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11042525" y="6521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11042525" y="6546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11183286" y="6528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11042525" y="6562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11116442" y="6515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11182022" y="6523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11042525" y="6520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11042525" y="650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11042525" y="6594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11042525" y="6446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11241893" y="6597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11509096" y="6586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11042525" y="658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11042525" y="6538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11266076" y="6511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11042525" y="644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11376101" y="6359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11042525" y="6547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11202670" y="6561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11042525" y="6495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11255387" y="6448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11042525" y="653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11259373" y="645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11042525" y="6559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11042525" y="6468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11042525" y="651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11241863" y="6461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11374834" y="647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11505450" y="6457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11178938" y="6439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11042525" y="6567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11187027" y="6543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11042525" y="6464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11112177" y="6512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11183467" y="6533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11371070" y="6537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11505388" y="650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11195800" y="6488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11273503" y="6546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11519156" y="6575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11644699" y="6554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11777489" y="653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11042525" y="653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11042525" y="6523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11178032" y="6591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11378164" y="6566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11042525" y="6494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11184430" y="6509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11355444" y="6526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11239041" y="6542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11042525" y="6518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11182001" y="649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11042525" y="6539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11176583" y="654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11042525" y="6582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11042525" y="6507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11273141" y="6542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11042525" y="6472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11373285" y="6384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11505025" y="6387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11714989" y="6345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11187227" y="6565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11042525" y="6539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11254300" y="6539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11042525" y="6526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11042525" y="6579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11184538" y="6565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11320061" y="6542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11252980" y="6565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11042525" y="6621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11400759" y="6554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11042525" y="6534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11241532" y="6575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11042525" y="6535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11310992" y="652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11717391" y="654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11042525" y="659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11042525" y="6504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11245685" y="6518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11376120" y="643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11513076" y="6514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11638077" y="6483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11042525" y="6538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11180500" y="6628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11042525" y="6485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11115988" y="6515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11042525" y="6544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11042525" y="6558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11177194" y="6528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11042525" y="6544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11042525" y="6520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11241438" y="6493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11042525" y="6526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11241598" y="65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11373301" y="6557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11505185" y="6568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11042525" y="6547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11042525" y="6566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11152670" y="6522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11042525" y="6552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11170592" y="653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11189540" y="6498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11042525" y="6532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11042525" y="6525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11042525" y="6553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11042525" y="6520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11042525" y="655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11241575" y="6550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11379256" y="6576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11511140" y="6582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11675814" y="656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11181006" y="6533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11042525" y="6530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11042525" y="6594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11042525" y="660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11042525" y="6523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11108342" y="6524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11176764" y="6551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11240532" y="6473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11379700" y="6519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11511366" y="6485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11042525" y="6463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11042525" y="6422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11132380" y="6474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11042525" y="654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11316257" y="6572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11042525" y="6566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11042525" y="6578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11185262" y="6586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11042525" y="6546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11176740" y="653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11042525" y="6506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11197960" y="6471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11042525" y="6581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11175496" y="6619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11322570" y="6592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11451402" y="6592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11042525" y="6550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11186755" y="66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11314626" y="6606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11446370" y="6561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11042525" y="6603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11042525" y="6569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11042525" y="6550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11042525" y="6429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11376221" y="649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11511728" y="656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11660098" y="6556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11042525" y="6527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11244880" y="6419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11042525" y="658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11259192" y="6466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11042525" y="6544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11110097" y="6548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11042525" y="6500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11042525" y="655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11174228" y="6586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11306112" y="6562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11473322" y="657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11042525" y="655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11042525" y="6506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11042525" y="6592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11042525" y="6571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11265351" y="6551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11042525" y="6554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11186728" y="653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11313902" y="6538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11451583" y="6543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11042525" y="6565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11181507" y="6543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11042525" y="6520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11042525" y="652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11313540" y="6513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11042525" y="6569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11183286" y="6531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11314626" y="6489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11042525" y="6553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11241619" y="654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11042525" y="6511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11109154" y="6491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11042525" y="6509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11249047" y="650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11377851" y="6516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11042525" y="654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11202489" y="6584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11316438" y="653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11456837" y="655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11042525" y="6612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11042525" y="6559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11203394" y="6565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11042525" y="6547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11177670" y="6555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11042525" y="6484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11236366" y="64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11379588" y="6536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11577308" y="658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11042525" y="6638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11042525" y="6586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11042525" y="650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11175790" y="6556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11042525" y="657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11181836" y="6599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11042525" y="651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11188539" y="6514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11314083" y="6549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11444337" y="6571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11042525" y="6573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11198411" y="661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11422324" y="6578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11042525" y="6521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11114296" y="6435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11171692" y="6513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11042525" y="65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11178676" y="6561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11042525" y="6461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11266076" y="6484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11042525" y="6575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11133445" y="6565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11042525" y="6533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11042525" y="6447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11330513" y="6391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11042525" y="649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11042525" y="6561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11185709" y="6530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11311547" y="6526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11042525" y="6535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11190725" y="6551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11307379" y="6581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11450689" y="6591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11042525" y="6557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11042525" y="6519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11120061" y="6579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11188612" y="6556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11277308" y="6572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11042525" y="6573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11042525" y="6505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11042525" y="650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11322555" y="6539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11042525" y="6574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11042525" y="6550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11337634" y="6541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11455569" y="6510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11042525" y="6525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11042525" y="653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11119880" y="6517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11211003" y="6519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11042525" y="6551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11042525" y="6414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11122390" y="6394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11042525" y="6519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11042525" y="6495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11042525" y="652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11176221" y="6609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11042525" y="6560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11244155" y="6552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11042525" y="6528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11170516" y="6556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11330143" y="6520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11042525" y="6565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11042525" y="6524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11241881" y="6522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11392605" y="6544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11504200" y="6577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11676120" y="6556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11042525" y="6522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11170558" y="6587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11345014" y="6528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11042525" y="6523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11175315" y="6562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11042525" y="6534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11187008" y="6503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11346610" y="6559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11042525" y="6550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11179291" y="6615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11042525" y="6541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11042525" y="6415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11042525" y="6559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11042525" y="6536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11181500" y="6548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11254119" y="6570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11548141" y="6606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11042525" y="6576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11241893" y="6535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11509096" y="653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11042525" y="6484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11042525" y="6591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11042525" y="651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11246578" y="6546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11382098" y="6514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11505105" y="6507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11042525" y="6535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11042525" y="6573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11042525" y="6568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11181112" y="6590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11042525" y="6535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11175571" y="6612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11376658" y="6553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11042525" y="6602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11307561" y="6538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11513721" y="6567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11042525" y="6571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11236440" y="6549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11501295" y="6639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11630100" y="6567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11042525" y="6589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11042525" y="650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11042525" y="6475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11242525" y="6616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11381902" y="6597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11516257" y="6611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11195967" y="6559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11311184" y="6511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11469683" y="6563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11573504" y="6483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11042525" y="6605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11042525" y="662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11242806" y="6613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11042525" y="6519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11268068" y="6553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11386909" y="6549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11514989" y="6548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11042525" y="660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11042525" y="6587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11241503" y="6567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11042525" y="6552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11042525" y="6601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11122416" y="6553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11254405" y="655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11385822" y="6610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11042525" y="6467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11042525" y="6526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11042525" y="6421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11042525" y="6527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11268068" y="6552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11522054" y="6590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11042525" y="6461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11252883" y="6414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11042525" y="6583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11175762" y="6621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11308644" y="6592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11042525" y="6545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11179434" y="6572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11338674" y="657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11042525" y="6557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11121329" y="6522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11278442" y="6529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11631294" y="6552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11715533" y="6526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11285641" y="6556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11042525" y="6544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11042525" y="6532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11258123" y="6496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11378956" y="651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11515188" y="6621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11686384" y="6571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11042525" y="6503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11185641" y="6535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11042525" y="6514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11192163" y="6550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11265895" y="6558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11245424" y="6509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11042525" y="6490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11178213" y="654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11307199" y="6554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11042525" y="6474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11042525" y="6508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11193401" y="6494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11307380" y="6537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11440532" y="6487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11042525" y="6560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11275496" y="6571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11042525" y="659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11042525" y="6478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11221238" y="6435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11309916" y="6364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11441801" y="6397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11568431" y="630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11042525" y="6620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11042525" y="6563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11258957" y="6596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11042525" y="6574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11042525" y="655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11042525" y="6577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11042525" y="6526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11176821" y="6544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11312438" y="6539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11441676" y="6585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11042525" y="6594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11241800" y="6605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11373557" y="652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11705207" y="6560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11254119" y="6543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11042525" y="6499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11184340" y="6500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11312271" y="6473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11439077" y="6422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11265532" y="6469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11042525" y="6542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11182923" y="654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11241438" y="6522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11042525" y="6527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11247416" y="6520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11042525" y="6512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11129984" y="6538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11042525" y="6470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11111849" y="6583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11182923" y="6545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11251583" y="6536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11042525" y="6533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11114166" y="6578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11042525" y="6506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11193401" y="6491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11297235" y="6518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11440532" y="6456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11042525" y="6539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11242743" y="6539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11365388" y="6504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11511221" y="6480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11652707" y="6497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11121148" y="6546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11042525" y="6437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11341794" y="6443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11445424" y="6470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11042525" y="6480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11170150" y="6522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11042525" y="6534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11042525" y="6602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11174305" y="6555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11042525" y="6500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11205931" y="6507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11639265" y="6563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11635090" y="6524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11042525" y="6537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11400134" y="6537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11042525" y="6506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11241438" y="6501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11042525" y="6466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11042525" y="6527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11170171" y="6533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11042525" y="642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11042525" y="658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11205931" y="6588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11459392" y="6577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11042525" y="659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11509011" y="6551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11643355" y="6555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11042525" y="6582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11310279" y="6561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11441801" y="6567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11573685" y="6562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11042525" y="6572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11243793" y="6416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11182824" y="659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11042525" y="6527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11176764" y="6530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11042525" y="6543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11444880" y="6523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11190783" y="6555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11245242" y="6523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11320424" y="6506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11435403" y="6502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11042525" y="6474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11241619" y="6498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11042525" y="6535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11042525" y="6540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11042525" y="6580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11108729" y="654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11178757" y="6567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11042525" y="6591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11042525" y="6429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11197072" y="6385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11042525" y="6563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11042525" y="6567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11709554" y="6573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11841076" y="6570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11042525" y="6559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11188177" y="6577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11184378" y="6555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11314967" y="654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11042525" y="6494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11247825" y="6445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11502536" y="6451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11042525" y="6549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11042525" y="6558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11192439" y="6638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11306474" y="6496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11042525" y="6532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11351561" y="6544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11042525" y="6555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11042525" y="6588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11042525" y="6519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11042525" y="6540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11188539" y="6554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11381019" y="6588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11180793" y="6596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11316076" y="6568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11448899" y="6612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11042525" y="6571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11277308" y="656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11042525" y="6563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11208574" y="6520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11307380" y="6476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11450664" y="6479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11042525" y="6576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11042525" y="6454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11042525" y="650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11209554" y="6502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11318793" y="6419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11578214" y="6355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11042525" y="6595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11188358" y="6564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11042525" y="6521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11388532" y="6492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11042525" y="6577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11240688" y="6577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11042525" y="6599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11179316" y="6582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11351642" y="6566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11454316" y="6581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11042525" y="6570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11042525" y="6545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11109700" y="650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11042525" y="6517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11221238" y="6532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11307380" y="6495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11454476" y="6459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11584917" y="6489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11175473" y="6548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11042525" y="6529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11185641" y="6479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11042525" y="6543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11270605" y="6318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11042525" y="6473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11042525" y="6541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11174260" y="6495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11235036" y="6428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11371992" y="6546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11501340" y="643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11633949" y="6500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11512996" y="6521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11113902" y="6437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11256655" y="655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11042525" y="6567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11639627" y="6543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11042525" y="6532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11124952" y="6541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11426764" y="6547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11042525" y="6520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11373322" y="6432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11529134" y="6350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11042525" y="6590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11241619" y="6554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11042525" y="6560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11255206" y="6577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11427821" y="6554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11042525" y="653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11317525" y="6531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11268068" y="6529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11385420" y="6505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11515351" y="6539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11042525" y="6483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11179300" y="6599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11308648" y="6526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11445061" y="6534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11239041" y="660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11042525" y="6488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11042525" y="6570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11042525" y="6499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11177194" y="6529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11299771" y="6527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11244120" y="6535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11042525" y="6540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11317163" y="6583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11042525" y="6555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11178975" y="6527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11257380" y="6546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11461728" y="649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11042525" y="6550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11042525" y="660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11042525" y="6586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11187047" y="655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11042525" y="6571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11394447" y="6587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11042525" y="6566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11182923" y="6537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11042525" y="6423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11181112" y="6403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11320242" y="6337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11042525" y="6591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11180692" y="6566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11042525" y="6561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11042525" y="6531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11175383" y="6507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11313358" y="6577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11042525" y="6534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11042525" y="6584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11042525" y="659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11239041" y="658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11374911" y="658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11506795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11640672" y="6636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11042525" y="6553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11185641" y="6590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11388358" y="6567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11042525" y="6490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11188539" y="6527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11320061" y="6542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11472054" y="6543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11042525" y="6560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11245786" y="6501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11384574" y="6508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11498685" y="6556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11670967" y="6531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11042525" y="6416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11309916" y="6574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11442887" y="661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11042525" y="6672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11042525" y="6574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11042525" y="6511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11042525" y="657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11067351" y="6524241"/>
              <a:ext cx="177355" cy="31139"/>
            </a:xfrm>
            <a:custGeom>
              <a:avLst/>
              <a:pathLst>
                <a:path w="177355" h="31139">
                  <a:moveTo>
                    <a:pt x="0" y="0"/>
                  </a:moveTo>
                  <a:lnTo>
                    <a:pt x="177355" y="311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11067351" y="6508595"/>
              <a:ext cx="197645" cy="32238"/>
            </a:xfrm>
            <a:custGeom>
              <a:avLst/>
              <a:pathLst>
                <a:path w="197645" h="32238">
                  <a:moveTo>
                    <a:pt x="0" y="32238"/>
                  </a:moveTo>
                  <a:lnTo>
                    <a:pt x="19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11067351" y="6526684"/>
              <a:ext cx="601087" cy="93476"/>
            </a:xfrm>
            <a:custGeom>
              <a:avLst/>
              <a:pathLst>
                <a:path w="601087" h="93476">
                  <a:moveTo>
                    <a:pt x="0" y="55714"/>
                  </a:moveTo>
                  <a:lnTo>
                    <a:pt x="333696" y="0"/>
                  </a:lnTo>
                  <a:lnTo>
                    <a:pt x="514855" y="93476"/>
                  </a:lnTo>
                  <a:lnTo>
                    <a:pt x="601087" y="688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11135676" y="6445039"/>
              <a:ext cx="72254" cy="16858"/>
            </a:xfrm>
            <a:custGeom>
              <a:avLst/>
              <a:pathLst>
                <a:path w="72254" h="16858">
                  <a:moveTo>
                    <a:pt x="0" y="0"/>
                  </a:moveTo>
                  <a:lnTo>
                    <a:pt x="72254" y="168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11067351" y="6504866"/>
              <a:ext cx="399094" cy="65503"/>
            </a:xfrm>
            <a:custGeom>
              <a:avLst/>
              <a:pathLst>
                <a:path w="399094" h="65503">
                  <a:moveTo>
                    <a:pt x="0" y="40084"/>
                  </a:moveTo>
                  <a:lnTo>
                    <a:pt x="178531" y="65503"/>
                  </a:lnTo>
                  <a:lnTo>
                    <a:pt x="264674" y="9302"/>
                  </a:lnTo>
                  <a:lnTo>
                    <a:pt x="39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11067351" y="6507070"/>
              <a:ext cx="141769" cy="33148"/>
            </a:xfrm>
            <a:custGeom>
              <a:avLst/>
              <a:pathLst>
                <a:path w="141769" h="33148">
                  <a:moveTo>
                    <a:pt x="0" y="33148"/>
                  </a:moveTo>
                  <a:lnTo>
                    <a:pt x="141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11067351" y="6571318"/>
              <a:ext cx="127646" cy="22063"/>
            </a:xfrm>
            <a:custGeom>
              <a:avLst/>
              <a:pathLst>
                <a:path w="127646" h="22063">
                  <a:moveTo>
                    <a:pt x="0" y="22063"/>
                  </a:moveTo>
                  <a:lnTo>
                    <a:pt x="1276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11067351" y="6552981"/>
              <a:ext cx="140761" cy="18547"/>
            </a:xfrm>
            <a:custGeom>
              <a:avLst/>
              <a:pathLst>
                <a:path w="140761" h="18547">
                  <a:moveTo>
                    <a:pt x="0" y="18547"/>
                  </a:moveTo>
                  <a:lnTo>
                    <a:pt x="1407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11067351" y="6540147"/>
              <a:ext cx="139496" cy="46751"/>
            </a:xfrm>
            <a:custGeom>
              <a:avLst/>
              <a:pathLst>
                <a:path w="139496" h="46751">
                  <a:moveTo>
                    <a:pt x="0" y="46751"/>
                  </a:moveTo>
                  <a:lnTo>
                    <a:pt x="73917" y="0"/>
                  </a:lnTo>
                  <a:lnTo>
                    <a:pt x="139496" y="83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11266719" y="6611749"/>
              <a:ext cx="267203" cy="10165"/>
            </a:xfrm>
            <a:custGeom>
              <a:avLst/>
              <a:pathLst>
                <a:path w="267203" h="10165">
                  <a:moveTo>
                    <a:pt x="0" y="10165"/>
                  </a:moveTo>
                  <a:lnTo>
                    <a:pt x="2672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11067351" y="6572193"/>
              <a:ext cx="160145" cy="13721"/>
            </a:xfrm>
            <a:custGeom>
              <a:avLst/>
              <a:pathLst>
                <a:path w="160145" h="13721">
                  <a:moveTo>
                    <a:pt x="0" y="0"/>
                  </a:moveTo>
                  <a:lnTo>
                    <a:pt x="160145" y="137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11067351" y="6473147"/>
              <a:ext cx="212862" cy="47497"/>
            </a:xfrm>
            <a:custGeom>
              <a:avLst/>
              <a:pathLst>
                <a:path w="212862" h="47497">
                  <a:moveTo>
                    <a:pt x="0" y="47497"/>
                  </a:moveTo>
                  <a:lnTo>
                    <a:pt x="2128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11067351" y="6477748"/>
              <a:ext cx="216848" cy="81556"/>
            </a:xfrm>
            <a:custGeom>
              <a:avLst/>
              <a:pathLst>
                <a:path w="216848" h="81556">
                  <a:moveTo>
                    <a:pt x="0" y="81556"/>
                  </a:moveTo>
                  <a:lnTo>
                    <a:pt x="2168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11067351" y="6482226"/>
              <a:ext cx="462925" cy="62220"/>
            </a:xfrm>
            <a:custGeom>
              <a:avLst/>
              <a:pathLst>
                <a:path w="462925" h="62220">
                  <a:moveTo>
                    <a:pt x="0" y="62220"/>
                  </a:moveTo>
                  <a:lnTo>
                    <a:pt x="199338" y="4054"/>
                  </a:lnTo>
                  <a:lnTo>
                    <a:pt x="332309" y="13648"/>
                  </a:lnTo>
                  <a:lnTo>
                    <a:pt x="462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11067351" y="6489530"/>
              <a:ext cx="140942" cy="69200"/>
            </a:xfrm>
            <a:custGeom>
              <a:avLst/>
              <a:pathLst>
                <a:path w="140942" h="69200">
                  <a:moveTo>
                    <a:pt x="0" y="0"/>
                  </a:moveTo>
                  <a:lnTo>
                    <a:pt x="69652" y="47931"/>
                  </a:lnTo>
                  <a:lnTo>
                    <a:pt x="140942" y="692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11395896" y="6534593"/>
              <a:ext cx="134317" cy="27806"/>
            </a:xfrm>
            <a:custGeom>
              <a:avLst/>
              <a:pathLst>
                <a:path w="134317" h="27806">
                  <a:moveTo>
                    <a:pt x="0" y="27806"/>
                  </a:moveTo>
                  <a:lnTo>
                    <a:pt x="1343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11220626" y="6513528"/>
              <a:ext cx="77703" cy="57860"/>
            </a:xfrm>
            <a:custGeom>
              <a:avLst/>
              <a:pathLst>
                <a:path w="77703" h="57860">
                  <a:moveTo>
                    <a:pt x="0" y="0"/>
                  </a:moveTo>
                  <a:lnTo>
                    <a:pt x="77703" y="578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11543982" y="6564447"/>
              <a:ext cx="258333" cy="36108"/>
            </a:xfrm>
            <a:custGeom>
              <a:avLst/>
              <a:pathLst>
                <a:path w="258333" h="36108">
                  <a:moveTo>
                    <a:pt x="0" y="36108"/>
                  </a:moveTo>
                  <a:lnTo>
                    <a:pt x="125543" y="14824"/>
                  </a:lnTo>
                  <a:lnTo>
                    <a:pt x="2583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11067351" y="6548591"/>
              <a:ext cx="135507" cy="67949"/>
            </a:xfrm>
            <a:custGeom>
              <a:avLst/>
              <a:pathLst>
                <a:path w="135507" h="67949">
                  <a:moveTo>
                    <a:pt x="0" y="0"/>
                  </a:moveTo>
                  <a:lnTo>
                    <a:pt x="135507" y="679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11067351" y="6518952"/>
              <a:ext cx="312919" cy="32628"/>
            </a:xfrm>
            <a:custGeom>
              <a:avLst/>
              <a:pathLst>
                <a:path w="312919" h="32628">
                  <a:moveTo>
                    <a:pt x="0" y="0"/>
                  </a:moveTo>
                  <a:lnTo>
                    <a:pt x="141904" y="15476"/>
                  </a:lnTo>
                  <a:lnTo>
                    <a:pt x="312919" y="326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11067351" y="6518312"/>
              <a:ext cx="139476" cy="25487"/>
            </a:xfrm>
            <a:custGeom>
              <a:avLst/>
              <a:pathLst>
                <a:path w="139476" h="25487">
                  <a:moveTo>
                    <a:pt x="0" y="25487"/>
                  </a:moveTo>
                  <a:lnTo>
                    <a:pt x="1394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11067351" y="6564549"/>
              <a:ext cx="134058" cy="4547"/>
            </a:xfrm>
            <a:custGeom>
              <a:avLst/>
              <a:pathLst>
                <a:path w="134058" h="4547">
                  <a:moveTo>
                    <a:pt x="0" y="0"/>
                  </a:moveTo>
                  <a:lnTo>
                    <a:pt x="134058" y="45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11067351" y="6532266"/>
              <a:ext cx="230616" cy="35326"/>
            </a:xfrm>
            <a:custGeom>
              <a:avLst/>
              <a:pathLst>
                <a:path w="230616" h="35326">
                  <a:moveTo>
                    <a:pt x="0" y="0"/>
                  </a:moveTo>
                  <a:lnTo>
                    <a:pt x="230616" y="353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11398111" y="6370282"/>
              <a:ext cx="341704" cy="41854"/>
            </a:xfrm>
            <a:custGeom>
              <a:avLst/>
              <a:pathLst>
                <a:path w="341704" h="41854">
                  <a:moveTo>
                    <a:pt x="0" y="39301"/>
                  </a:moveTo>
                  <a:lnTo>
                    <a:pt x="131740" y="41854"/>
                  </a:lnTo>
                  <a:lnTo>
                    <a:pt x="341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11067351" y="6564342"/>
              <a:ext cx="211775" cy="466"/>
            </a:xfrm>
            <a:custGeom>
              <a:avLst/>
              <a:pathLst>
                <a:path w="211775" h="466">
                  <a:moveTo>
                    <a:pt x="0" y="0"/>
                  </a:moveTo>
                  <a:lnTo>
                    <a:pt x="211775" y="4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11067351" y="6567408"/>
              <a:ext cx="277536" cy="37080"/>
            </a:xfrm>
            <a:custGeom>
              <a:avLst/>
              <a:pathLst>
                <a:path w="277536" h="37080">
                  <a:moveTo>
                    <a:pt x="0" y="37080"/>
                  </a:moveTo>
                  <a:lnTo>
                    <a:pt x="142012" y="22671"/>
                  </a:lnTo>
                  <a:lnTo>
                    <a:pt x="2775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11067351" y="6578879"/>
              <a:ext cx="358234" cy="67042"/>
            </a:xfrm>
            <a:custGeom>
              <a:avLst/>
              <a:pathLst>
                <a:path w="358234" h="67042">
                  <a:moveTo>
                    <a:pt x="0" y="67042"/>
                  </a:moveTo>
                  <a:lnTo>
                    <a:pt x="3582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11067351" y="6551263"/>
              <a:ext cx="268467" cy="9366"/>
            </a:xfrm>
            <a:custGeom>
              <a:avLst/>
              <a:pathLst>
                <a:path w="268467" h="9366">
                  <a:moveTo>
                    <a:pt x="0" y="9366"/>
                  </a:moveTo>
                  <a:lnTo>
                    <a:pt x="2684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11067351" y="6462620"/>
              <a:ext cx="595551" cy="80459"/>
            </a:xfrm>
            <a:custGeom>
              <a:avLst/>
              <a:pathLst>
                <a:path w="595551" h="80459">
                  <a:moveTo>
                    <a:pt x="0" y="66883"/>
                  </a:moveTo>
                  <a:lnTo>
                    <a:pt x="203160" y="80459"/>
                  </a:lnTo>
                  <a:lnTo>
                    <a:pt x="333595" y="0"/>
                  </a:lnTo>
                  <a:lnTo>
                    <a:pt x="470551" y="76226"/>
                  </a:lnTo>
                  <a:lnTo>
                    <a:pt x="595551" y="453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11067351" y="6563314"/>
              <a:ext cx="137975" cy="89962"/>
            </a:xfrm>
            <a:custGeom>
              <a:avLst/>
              <a:pathLst>
                <a:path w="137975" h="89962">
                  <a:moveTo>
                    <a:pt x="0" y="0"/>
                  </a:moveTo>
                  <a:lnTo>
                    <a:pt x="137975" y="899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11067351" y="6510816"/>
              <a:ext cx="73463" cy="29615"/>
            </a:xfrm>
            <a:custGeom>
              <a:avLst/>
              <a:pathLst>
                <a:path w="73463" h="29615">
                  <a:moveTo>
                    <a:pt x="0" y="0"/>
                  </a:moveTo>
                  <a:lnTo>
                    <a:pt x="73463" y="296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11067351" y="6553217"/>
              <a:ext cx="134669" cy="30139"/>
            </a:xfrm>
            <a:custGeom>
              <a:avLst/>
              <a:pathLst>
                <a:path w="134669" h="30139">
                  <a:moveTo>
                    <a:pt x="0" y="30139"/>
                  </a:moveTo>
                  <a:lnTo>
                    <a:pt x="1346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11067351" y="6550350"/>
              <a:ext cx="462660" cy="42688"/>
            </a:xfrm>
            <a:custGeom>
              <a:avLst/>
              <a:pathLst>
                <a:path w="462660" h="42688">
                  <a:moveTo>
                    <a:pt x="0" y="713"/>
                  </a:moveTo>
                  <a:lnTo>
                    <a:pt x="199073" y="0"/>
                  </a:lnTo>
                  <a:lnTo>
                    <a:pt x="330776" y="31545"/>
                  </a:lnTo>
                  <a:lnTo>
                    <a:pt x="462660" y="426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11067351" y="6547328"/>
              <a:ext cx="110145" cy="44167"/>
            </a:xfrm>
            <a:custGeom>
              <a:avLst/>
              <a:pathLst>
                <a:path w="110145" h="44167">
                  <a:moveTo>
                    <a:pt x="0" y="44167"/>
                  </a:moveTo>
                  <a:lnTo>
                    <a:pt x="1101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11067351" y="6558237"/>
              <a:ext cx="128067" cy="18945"/>
            </a:xfrm>
            <a:custGeom>
              <a:avLst/>
              <a:pathLst>
                <a:path w="128067" h="18945">
                  <a:moveTo>
                    <a:pt x="0" y="18945"/>
                  </a:moveTo>
                  <a:lnTo>
                    <a:pt x="1280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11067351" y="6574885"/>
              <a:ext cx="633289" cy="32869"/>
            </a:xfrm>
            <a:custGeom>
              <a:avLst/>
              <a:pathLst>
                <a:path w="633289" h="32869">
                  <a:moveTo>
                    <a:pt x="0" y="1542"/>
                  </a:moveTo>
                  <a:lnTo>
                    <a:pt x="199049" y="0"/>
                  </a:lnTo>
                  <a:lnTo>
                    <a:pt x="336731" y="26341"/>
                  </a:lnTo>
                  <a:lnTo>
                    <a:pt x="468615" y="32869"/>
                  </a:lnTo>
                  <a:lnTo>
                    <a:pt x="633289" y="155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11067351" y="6498014"/>
              <a:ext cx="468841" cy="78299"/>
            </a:xfrm>
            <a:custGeom>
              <a:avLst/>
              <a:pathLst>
                <a:path w="468841" h="78299">
                  <a:moveTo>
                    <a:pt x="0" y="49883"/>
                  </a:moveTo>
                  <a:lnTo>
                    <a:pt x="65816" y="51187"/>
                  </a:lnTo>
                  <a:lnTo>
                    <a:pt x="134239" y="78299"/>
                  </a:lnTo>
                  <a:lnTo>
                    <a:pt x="198007" y="0"/>
                  </a:lnTo>
                  <a:lnTo>
                    <a:pt x="337175" y="46186"/>
                  </a:lnTo>
                  <a:lnTo>
                    <a:pt x="468841" y="124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11067351" y="6447553"/>
              <a:ext cx="89855" cy="51825"/>
            </a:xfrm>
            <a:custGeom>
              <a:avLst/>
              <a:pathLst>
                <a:path w="89855" h="51825">
                  <a:moveTo>
                    <a:pt x="0" y="0"/>
                  </a:moveTo>
                  <a:lnTo>
                    <a:pt x="89855" y="518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11067351" y="6603068"/>
              <a:ext cx="142737" cy="8333"/>
            </a:xfrm>
            <a:custGeom>
              <a:avLst/>
              <a:pathLst>
                <a:path w="142737" h="8333">
                  <a:moveTo>
                    <a:pt x="0" y="0"/>
                  </a:moveTo>
                  <a:lnTo>
                    <a:pt x="142737" y="83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11067351" y="6556759"/>
              <a:ext cx="134215" cy="14721"/>
            </a:xfrm>
            <a:custGeom>
              <a:avLst/>
              <a:pathLst>
                <a:path w="134215" h="14721">
                  <a:moveTo>
                    <a:pt x="0" y="14721"/>
                  </a:moveTo>
                  <a:lnTo>
                    <a:pt x="1342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11067351" y="6495834"/>
              <a:ext cx="155434" cy="35342"/>
            </a:xfrm>
            <a:custGeom>
              <a:avLst/>
              <a:pathLst>
                <a:path w="155434" h="35342">
                  <a:moveTo>
                    <a:pt x="0" y="35342"/>
                  </a:moveTo>
                  <a:lnTo>
                    <a:pt x="1554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11067351" y="6606572"/>
              <a:ext cx="408877" cy="37559"/>
            </a:xfrm>
            <a:custGeom>
              <a:avLst/>
              <a:pathLst>
                <a:path w="408877" h="37559">
                  <a:moveTo>
                    <a:pt x="0" y="0"/>
                  </a:moveTo>
                  <a:lnTo>
                    <a:pt x="132971" y="37559"/>
                  </a:lnTo>
                  <a:lnTo>
                    <a:pt x="280045" y="10644"/>
                  </a:lnTo>
                  <a:lnTo>
                    <a:pt x="408877" y="105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11211580" y="6585971"/>
              <a:ext cx="259615" cy="48476"/>
            </a:xfrm>
            <a:custGeom>
              <a:avLst/>
              <a:pathLst>
                <a:path w="259615" h="48476">
                  <a:moveTo>
                    <a:pt x="0" y="48476"/>
                  </a:moveTo>
                  <a:lnTo>
                    <a:pt x="127871" y="45196"/>
                  </a:lnTo>
                  <a:lnTo>
                    <a:pt x="2596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11067351" y="6454279"/>
              <a:ext cx="617573" cy="139941"/>
            </a:xfrm>
            <a:custGeom>
              <a:avLst/>
              <a:pathLst>
                <a:path w="617573" h="139941">
                  <a:moveTo>
                    <a:pt x="0" y="0"/>
                  </a:moveTo>
                  <a:lnTo>
                    <a:pt x="333696" y="68293"/>
                  </a:lnTo>
                  <a:lnTo>
                    <a:pt x="469203" y="139941"/>
                  </a:lnTo>
                  <a:lnTo>
                    <a:pt x="617573" y="1267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11067351" y="6444379"/>
              <a:ext cx="202355" cy="108336"/>
            </a:xfrm>
            <a:custGeom>
              <a:avLst/>
              <a:pathLst>
                <a:path w="202355" h="108336">
                  <a:moveTo>
                    <a:pt x="0" y="108336"/>
                  </a:moveTo>
                  <a:lnTo>
                    <a:pt x="2023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11067351" y="6569207"/>
              <a:ext cx="67572" cy="3954"/>
            </a:xfrm>
            <a:custGeom>
              <a:avLst/>
              <a:pathLst>
                <a:path w="67572" h="3954">
                  <a:moveTo>
                    <a:pt x="0" y="0"/>
                  </a:moveTo>
                  <a:lnTo>
                    <a:pt x="67572" y="39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11067351" y="6581940"/>
              <a:ext cx="430797" cy="29341"/>
            </a:xfrm>
            <a:custGeom>
              <a:avLst/>
              <a:pathLst>
                <a:path w="430797" h="29341">
                  <a:moveTo>
                    <a:pt x="0" y="0"/>
                  </a:moveTo>
                  <a:lnTo>
                    <a:pt x="131703" y="29341"/>
                  </a:lnTo>
                  <a:lnTo>
                    <a:pt x="263587" y="5476"/>
                  </a:lnTo>
                  <a:lnTo>
                    <a:pt x="430797" y="130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11067351" y="6576253"/>
              <a:ext cx="222826" cy="20492"/>
            </a:xfrm>
            <a:custGeom>
              <a:avLst/>
              <a:pathLst>
                <a:path w="222826" h="20492">
                  <a:moveTo>
                    <a:pt x="0" y="20492"/>
                  </a:moveTo>
                  <a:lnTo>
                    <a:pt x="2228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11067351" y="6562996"/>
              <a:ext cx="409058" cy="16802"/>
            </a:xfrm>
            <a:custGeom>
              <a:avLst/>
              <a:pathLst>
                <a:path w="409058" h="16802">
                  <a:moveTo>
                    <a:pt x="0" y="16802"/>
                  </a:moveTo>
                  <a:lnTo>
                    <a:pt x="144203" y="0"/>
                  </a:lnTo>
                  <a:lnTo>
                    <a:pt x="271377" y="531"/>
                  </a:lnTo>
                  <a:lnTo>
                    <a:pt x="409058" y="53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11067351" y="6568754"/>
              <a:ext cx="138982" cy="21866"/>
            </a:xfrm>
            <a:custGeom>
              <a:avLst/>
              <a:pathLst>
                <a:path w="138982" h="21866">
                  <a:moveTo>
                    <a:pt x="0" y="21866"/>
                  </a:moveTo>
                  <a:lnTo>
                    <a:pt x="1389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l2751"/>
            <p:cNvSpPr/>
            <p:nvPr/>
          </p:nvSpPr>
          <p:spPr>
            <a:xfrm>
              <a:off x="11067351" y="6538115"/>
              <a:ext cx="271014" cy="15850"/>
            </a:xfrm>
            <a:custGeom>
              <a:avLst/>
              <a:pathLst>
                <a:path w="271014" h="15850">
                  <a:moveTo>
                    <a:pt x="0" y="15850"/>
                  </a:moveTo>
                  <a:lnTo>
                    <a:pt x="2710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l2752"/>
            <p:cNvSpPr/>
            <p:nvPr/>
          </p:nvSpPr>
          <p:spPr>
            <a:xfrm>
              <a:off x="11067351" y="6514591"/>
              <a:ext cx="272101" cy="79777"/>
            </a:xfrm>
            <a:custGeom>
              <a:avLst/>
              <a:pathLst>
                <a:path w="272101" h="79777">
                  <a:moveTo>
                    <a:pt x="0" y="79777"/>
                  </a:moveTo>
                  <a:lnTo>
                    <a:pt x="140761" y="41243"/>
                  </a:lnTo>
                  <a:lnTo>
                    <a:pt x="272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l2753"/>
            <p:cNvSpPr/>
            <p:nvPr/>
          </p:nvSpPr>
          <p:spPr>
            <a:xfrm>
              <a:off x="11067351" y="6530762"/>
              <a:ext cx="335326" cy="10740"/>
            </a:xfrm>
            <a:custGeom>
              <a:avLst/>
              <a:pathLst>
                <a:path w="335326" h="10740">
                  <a:moveTo>
                    <a:pt x="0" y="3358"/>
                  </a:moveTo>
                  <a:lnTo>
                    <a:pt x="206521" y="0"/>
                  </a:lnTo>
                  <a:lnTo>
                    <a:pt x="335326" y="107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l2754"/>
            <p:cNvSpPr/>
            <p:nvPr/>
          </p:nvSpPr>
          <p:spPr>
            <a:xfrm>
              <a:off x="11067351" y="6557290"/>
              <a:ext cx="414312" cy="51711"/>
            </a:xfrm>
            <a:custGeom>
              <a:avLst/>
              <a:pathLst>
                <a:path w="414312" h="51711">
                  <a:moveTo>
                    <a:pt x="0" y="13506"/>
                  </a:moveTo>
                  <a:lnTo>
                    <a:pt x="159963" y="51711"/>
                  </a:lnTo>
                  <a:lnTo>
                    <a:pt x="273913" y="0"/>
                  </a:lnTo>
                  <a:lnTo>
                    <a:pt x="414312" y="265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l2755"/>
            <p:cNvSpPr/>
            <p:nvPr/>
          </p:nvSpPr>
          <p:spPr>
            <a:xfrm>
              <a:off x="11067351" y="6584604"/>
              <a:ext cx="160869" cy="5660"/>
            </a:xfrm>
            <a:custGeom>
              <a:avLst/>
              <a:pathLst>
                <a:path w="160869" h="5660">
                  <a:moveTo>
                    <a:pt x="0" y="0"/>
                  </a:moveTo>
                  <a:lnTo>
                    <a:pt x="160869" y="56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l2756"/>
            <p:cNvSpPr/>
            <p:nvPr/>
          </p:nvSpPr>
          <p:spPr>
            <a:xfrm>
              <a:off x="11067351" y="6571842"/>
              <a:ext cx="135145" cy="8431"/>
            </a:xfrm>
            <a:custGeom>
              <a:avLst/>
              <a:pathLst>
                <a:path w="135145" h="8431">
                  <a:moveTo>
                    <a:pt x="0" y="0"/>
                  </a:moveTo>
                  <a:lnTo>
                    <a:pt x="135145" y="84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l2757"/>
            <p:cNvSpPr/>
            <p:nvPr/>
          </p:nvSpPr>
          <p:spPr>
            <a:xfrm>
              <a:off x="11067351" y="6470935"/>
              <a:ext cx="534783" cy="136787"/>
            </a:xfrm>
            <a:custGeom>
              <a:avLst/>
              <a:pathLst>
                <a:path w="534783" h="136787">
                  <a:moveTo>
                    <a:pt x="0" y="37929"/>
                  </a:moveTo>
                  <a:lnTo>
                    <a:pt x="193840" y="0"/>
                  </a:lnTo>
                  <a:lnTo>
                    <a:pt x="337062" y="90761"/>
                  </a:lnTo>
                  <a:lnTo>
                    <a:pt x="534783" y="1367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11067351" y="6525565"/>
              <a:ext cx="133265" cy="56152"/>
            </a:xfrm>
            <a:custGeom>
              <a:avLst/>
              <a:pathLst>
                <a:path w="133265" h="56152">
                  <a:moveTo>
                    <a:pt x="0" y="0"/>
                  </a:moveTo>
                  <a:lnTo>
                    <a:pt x="133265" y="561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11067351" y="6538843"/>
              <a:ext cx="401812" cy="57083"/>
            </a:xfrm>
            <a:custGeom>
              <a:avLst/>
              <a:pathLst>
                <a:path w="401812" h="57083">
                  <a:moveTo>
                    <a:pt x="0" y="0"/>
                  </a:moveTo>
                  <a:lnTo>
                    <a:pt x="146014" y="571"/>
                  </a:lnTo>
                  <a:lnTo>
                    <a:pt x="271558" y="35552"/>
                  </a:lnTo>
                  <a:lnTo>
                    <a:pt x="401812" y="570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11067351" y="6598525"/>
              <a:ext cx="379799" cy="39973"/>
            </a:xfrm>
            <a:custGeom>
              <a:avLst/>
              <a:pathLst>
                <a:path w="379799" h="39973">
                  <a:moveTo>
                    <a:pt x="0" y="0"/>
                  </a:moveTo>
                  <a:lnTo>
                    <a:pt x="155886" y="39973"/>
                  </a:lnTo>
                  <a:lnTo>
                    <a:pt x="379799" y="48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11067351" y="6460184"/>
              <a:ext cx="129166" cy="86313"/>
            </a:xfrm>
            <a:custGeom>
              <a:avLst/>
              <a:pathLst>
                <a:path w="129166" h="86313">
                  <a:moveTo>
                    <a:pt x="0" y="86313"/>
                  </a:moveTo>
                  <a:lnTo>
                    <a:pt x="71770" y="0"/>
                  </a:lnTo>
                  <a:lnTo>
                    <a:pt x="129166" y="779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11067351" y="6585910"/>
              <a:ext cx="136151" cy="36765"/>
            </a:xfrm>
            <a:custGeom>
              <a:avLst/>
              <a:pathLst>
                <a:path w="136151" h="36765">
                  <a:moveTo>
                    <a:pt x="0" y="36765"/>
                  </a:moveTo>
                  <a:lnTo>
                    <a:pt x="1361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11067351" y="6486614"/>
              <a:ext cx="223550" cy="22302"/>
            </a:xfrm>
            <a:custGeom>
              <a:avLst/>
              <a:pathLst>
                <a:path w="223550" h="22302">
                  <a:moveTo>
                    <a:pt x="0" y="0"/>
                  </a:moveTo>
                  <a:lnTo>
                    <a:pt x="223550" y="223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l2764"/>
            <p:cNvSpPr/>
            <p:nvPr/>
          </p:nvSpPr>
          <p:spPr>
            <a:xfrm>
              <a:off x="11067351" y="6590767"/>
              <a:ext cx="90920" cy="9878"/>
            </a:xfrm>
            <a:custGeom>
              <a:avLst/>
              <a:pathLst>
                <a:path w="90920" h="9878">
                  <a:moveTo>
                    <a:pt x="0" y="9878"/>
                  </a:moveTo>
                  <a:lnTo>
                    <a:pt x="909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l2765"/>
            <p:cNvSpPr/>
            <p:nvPr/>
          </p:nvSpPr>
          <p:spPr>
            <a:xfrm>
              <a:off x="11067351" y="6416711"/>
              <a:ext cx="287987" cy="55873"/>
            </a:xfrm>
            <a:custGeom>
              <a:avLst/>
              <a:pathLst>
                <a:path w="287987" h="55873">
                  <a:moveTo>
                    <a:pt x="0" y="55873"/>
                  </a:moveTo>
                  <a:lnTo>
                    <a:pt x="2879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l2766"/>
            <p:cNvSpPr/>
            <p:nvPr/>
          </p:nvSpPr>
          <p:spPr>
            <a:xfrm>
              <a:off x="11067351" y="6551270"/>
              <a:ext cx="269022" cy="35072"/>
            </a:xfrm>
            <a:custGeom>
              <a:avLst/>
              <a:pathLst>
                <a:path w="269022" h="35072">
                  <a:moveTo>
                    <a:pt x="0" y="35072"/>
                  </a:moveTo>
                  <a:lnTo>
                    <a:pt x="143184" y="4434"/>
                  </a:lnTo>
                  <a:lnTo>
                    <a:pt x="2690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l2767"/>
            <p:cNvSpPr/>
            <p:nvPr/>
          </p:nvSpPr>
          <p:spPr>
            <a:xfrm>
              <a:off x="11067351" y="6560488"/>
              <a:ext cx="408164" cy="55806"/>
            </a:xfrm>
            <a:custGeom>
              <a:avLst/>
              <a:pathLst>
                <a:path w="408164" h="55806">
                  <a:moveTo>
                    <a:pt x="0" y="0"/>
                  </a:moveTo>
                  <a:lnTo>
                    <a:pt x="148200" y="15570"/>
                  </a:lnTo>
                  <a:lnTo>
                    <a:pt x="264854" y="45500"/>
                  </a:lnTo>
                  <a:lnTo>
                    <a:pt x="408164" y="558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l2768"/>
            <p:cNvSpPr/>
            <p:nvPr/>
          </p:nvSpPr>
          <p:spPr>
            <a:xfrm>
              <a:off x="11067351" y="6544452"/>
              <a:ext cx="234782" cy="59861"/>
            </a:xfrm>
            <a:custGeom>
              <a:avLst/>
              <a:pathLst>
                <a:path w="234782" h="59861">
                  <a:moveTo>
                    <a:pt x="0" y="0"/>
                  </a:moveTo>
                  <a:lnTo>
                    <a:pt x="77536" y="59861"/>
                  </a:lnTo>
                  <a:lnTo>
                    <a:pt x="146086" y="37325"/>
                  </a:lnTo>
                  <a:lnTo>
                    <a:pt x="234782" y="524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l2769"/>
            <p:cNvSpPr/>
            <p:nvPr/>
          </p:nvSpPr>
          <p:spPr>
            <a:xfrm>
              <a:off x="11067351" y="6526424"/>
              <a:ext cx="280030" cy="37702"/>
            </a:xfrm>
            <a:custGeom>
              <a:avLst/>
              <a:pathLst>
                <a:path w="280030" h="37702">
                  <a:moveTo>
                    <a:pt x="0" y="0"/>
                  </a:moveTo>
                  <a:lnTo>
                    <a:pt x="280030" y="377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l2770"/>
            <p:cNvSpPr/>
            <p:nvPr/>
          </p:nvSpPr>
          <p:spPr>
            <a:xfrm>
              <a:off x="11362460" y="6535730"/>
              <a:ext cx="117934" cy="30162"/>
            </a:xfrm>
            <a:custGeom>
              <a:avLst/>
              <a:pathLst>
                <a:path w="117934" h="30162">
                  <a:moveTo>
                    <a:pt x="0" y="30162"/>
                  </a:moveTo>
                  <a:lnTo>
                    <a:pt x="1179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l2771"/>
            <p:cNvSpPr/>
            <p:nvPr/>
          </p:nvSpPr>
          <p:spPr>
            <a:xfrm>
              <a:off x="11067351" y="6541948"/>
              <a:ext cx="168478" cy="21477"/>
            </a:xfrm>
            <a:custGeom>
              <a:avLst/>
              <a:pathLst>
                <a:path w="168478" h="21477">
                  <a:moveTo>
                    <a:pt x="0" y="21477"/>
                  </a:moveTo>
                  <a:lnTo>
                    <a:pt x="77355" y="0"/>
                  </a:lnTo>
                  <a:lnTo>
                    <a:pt x="168478" y="19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l2772"/>
            <p:cNvSpPr/>
            <p:nvPr/>
          </p:nvSpPr>
          <p:spPr>
            <a:xfrm>
              <a:off x="11067351" y="6419086"/>
              <a:ext cx="79865" cy="19875"/>
            </a:xfrm>
            <a:custGeom>
              <a:avLst/>
              <a:pathLst>
                <a:path w="79865" h="19875">
                  <a:moveTo>
                    <a:pt x="0" y="19875"/>
                  </a:moveTo>
                  <a:lnTo>
                    <a:pt x="798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l2773"/>
            <p:cNvSpPr/>
            <p:nvPr/>
          </p:nvSpPr>
          <p:spPr>
            <a:xfrm>
              <a:off x="11067351" y="6545170"/>
              <a:ext cx="133695" cy="88885"/>
            </a:xfrm>
            <a:custGeom>
              <a:avLst/>
              <a:pathLst>
                <a:path w="133695" h="88885">
                  <a:moveTo>
                    <a:pt x="0" y="0"/>
                  </a:moveTo>
                  <a:lnTo>
                    <a:pt x="133695" y="888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l2774"/>
            <p:cNvSpPr/>
            <p:nvPr/>
          </p:nvSpPr>
          <p:spPr>
            <a:xfrm>
              <a:off x="11067351" y="6577791"/>
              <a:ext cx="201630" cy="7881"/>
            </a:xfrm>
            <a:custGeom>
              <a:avLst/>
              <a:pathLst>
                <a:path w="201630" h="7881">
                  <a:moveTo>
                    <a:pt x="0" y="7881"/>
                  </a:moveTo>
                  <a:lnTo>
                    <a:pt x="2016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l2775"/>
            <p:cNvSpPr/>
            <p:nvPr/>
          </p:nvSpPr>
          <p:spPr>
            <a:xfrm>
              <a:off x="11067351" y="6545477"/>
              <a:ext cx="287618" cy="35895"/>
            </a:xfrm>
            <a:custGeom>
              <a:avLst/>
              <a:pathLst>
                <a:path w="287618" h="35895">
                  <a:moveTo>
                    <a:pt x="0" y="8158"/>
                  </a:moveTo>
                  <a:lnTo>
                    <a:pt x="127991" y="35895"/>
                  </a:lnTo>
                  <a:lnTo>
                    <a:pt x="2876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l2776"/>
            <p:cNvSpPr/>
            <p:nvPr/>
          </p:nvSpPr>
          <p:spPr>
            <a:xfrm>
              <a:off x="11067351" y="6547729"/>
              <a:ext cx="633595" cy="54473"/>
            </a:xfrm>
            <a:custGeom>
              <a:avLst/>
              <a:pathLst>
                <a:path w="633595" h="54473">
                  <a:moveTo>
                    <a:pt x="0" y="1433"/>
                  </a:moveTo>
                  <a:lnTo>
                    <a:pt x="199355" y="0"/>
                  </a:lnTo>
                  <a:lnTo>
                    <a:pt x="350080" y="21461"/>
                  </a:lnTo>
                  <a:lnTo>
                    <a:pt x="461674" y="54473"/>
                  </a:lnTo>
                  <a:lnTo>
                    <a:pt x="633595" y="337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l2777"/>
            <p:cNvSpPr/>
            <p:nvPr/>
          </p:nvSpPr>
          <p:spPr>
            <a:xfrm>
              <a:off x="11067351" y="6547336"/>
              <a:ext cx="302489" cy="65189"/>
            </a:xfrm>
            <a:custGeom>
              <a:avLst/>
              <a:pathLst>
                <a:path w="302489" h="65189">
                  <a:moveTo>
                    <a:pt x="0" y="0"/>
                  </a:moveTo>
                  <a:lnTo>
                    <a:pt x="128032" y="65189"/>
                  </a:lnTo>
                  <a:lnTo>
                    <a:pt x="302489" y="56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l2778"/>
            <p:cNvSpPr/>
            <p:nvPr/>
          </p:nvSpPr>
          <p:spPr>
            <a:xfrm>
              <a:off x="11067351" y="6548289"/>
              <a:ext cx="132790" cy="38580"/>
            </a:xfrm>
            <a:custGeom>
              <a:avLst/>
              <a:pathLst>
                <a:path w="132790" h="38580">
                  <a:moveTo>
                    <a:pt x="0" y="0"/>
                  </a:moveTo>
                  <a:lnTo>
                    <a:pt x="132790" y="385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l2779"/>
            <p:cNvSpPr/>
            <p:nvPr/>
          </p:nvSpPr>
          <p:spPr>
            <a:xfrm>
              <a:off x="11067351" y="6528765"/>
              <a:ext cx="304084" cy="55232"/>
            </a:xfrm>
            <a:custGeom>
              <a:avLst/>
              <a:pathLst>
                <a:path w="304084" h="55232">
                  <a:moveTo>
                    <a:pt x="0" y="30395"/>
                  </a:moveTo>
                  <a:lnTo>
                    <a:pt x="144483" y="0"/>
                  </a:lnTo>
                  <a:lnTo>
                    <a:pt x="304084" y="552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l2780"/>
            <p:cNvSpPr/>
            <p:nvPr/>
          </p:nvSpPr>
          <p:spPr>
            <a:xfrm>
              <a:off x="11067351" y="6575431"/>
              <a:ext cx="136766" cy="64478"/>
            </a:xfrm>
            <a:custGeom>
              <a:avLst/>
              <a:pathLst>
                <a:path w="136766" h="64478">
                  <a:moveTo>
                    <a:pt x="0" y="0"/>
                  </a:moveTo>
                  <a:lnTo>
                    <a:pt x="136766" y="644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l2781"/>
            <p:cNvSpPr/>
            <p:nvPr/>
          </p:nvSpPr>
          <p:spPr>
            <a:xfrm>
              <a:off x="11067351" y="6561706"/>
              <a:ext cx="138975" cy="11681"/>
            </a:xfrm>
            <a:custGeom>
              <a:avLst/>
              <a:pathLst>
                <a:path w="138975" h="11681">
                  <a:moveTo>
                    <a:pt x="0" y="0"/>
                  </a:moveTo>
                  <a:lnTo>
                    <a:pt x="138975" y="116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l2782"/>
            <p:cNvSpPr/>
            <p:nvPr/>
          </p:nvSpPr>
          <p:spPr>
            <a:xfrm>
              <a:off x="11278945" y="6595355"/>
              <a:ext cx="294022" cy="35658"/>
            </a:xfrm>
            <a:custGeom>
              <a:avLst/>
              <a:pathLst>
                <a:path w="294022" h="35658">
                  <a:moveTo>
                    <a:pt x="0" y="0"/>
                  </a:moveTo>
                  <a:lnTo>
                    <a:pt x="294022" y="356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l2783"/>
            <p:cNvSpPr/>
            <p:nvPr/>
          </p:nvSpPr>
          <p:spPr>
            <a:xfrm>
              <a:off x="11266719" y="6557555"/>
              <a:ext cx="267203" cy="2299"/>
            </a:xfrm>
            <a:custGeom>
              <a:avLst/>
              <a:pathLst>
                <a:path w="267203" h="2299">
                  <a:moveTo>
                    <a:pt x="0" y="2299"/>
                  </a:moveTo>
                  <a:lnTo>
                    <a:pt x="2672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l2784"/>
            <p:cNvSpPr/>
            <p:nvPr/>
          </p:nvSpPr>
          <p:spPr>
            <a:xfrm>
              <a:off x="11067351" y="6541013"/>
              <a:ext cx="204053" cy="30161"/>
            </a:xfrm>
            <a:custGeom>
              <a:avLst/>
              <a:pathLst>
                <a:path w="204053" h="30161">
                  <a:moveTo>
                    <a:pt x="0" y="0"/>
                  </a:moveTo>
                  <a:lnTo>
                    <a:pt x="204053" y="301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l2785"/>
            <p:cNvSpPr/>
            <p:nvPr/>
          </p:nvSpPr>
          <p:spPr>
            <a:xfrm>
              <a:off x="11406924" y="6532498"/>
              <a:ext cx="123007" cy="6691"/>
            </a:xfrm>
            <a:custGeom>
              <a:avLst/>
              <a:pathLst>
                <a:path w="123007" h="6691">
                  <a:moveTo>
                    <a:pt x="0" y="6691"/>
                  </a:moveTo>
                  <a:lnTo>
                    <a:pt x="123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l2786"/>
            <p:cNvSpPr/>
            <p:nvPr/>
          </p:nvSpPr>
          <p:spPr>
            <a:xfrm>
              <a:off x="11067351" y="6593349"/>
              <a:ext cx="138587" cy="21683"/>
            </a:xfrm>
            <a:custGeom>
              <a:avLst/>
              <a:pathLst>
                <a:path w="138587" h="21683">
                  <a:moveTo>
                    <a:pt x="0" y="0"/>
                  </a:moveTo>
                  <a:lnTo>
                    <a:pt x="138587" y="216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l2787"/>
            <p:cNvSpPr/>
            <p:nvPr/>
          </p:nvSpPr>
          <p:spPr>
            <a:xfrm>
              <a:off x="11067351" y="6560799"/>
              <a:ext cx="334133" cy="76230"/>
            </a:xfrm>
            <a:custGeom>
              <a:avLst/>
              <a:pathLst>
                <a:path w="334133" h="76230">
                  <a:moveTo>
                    <a:pt x="0" y="0"/>
                  </a:moveTo>
                  <a:lnTo>
                    <a:pt x="133046" y="76230"/>
                  </a:lnTo>
                  <a:lnTo>
                    <a:pt x="334133" y="170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l2788"/>
            <p:cNvSpPr/>
            <p:nvPr/>
          </p:nvSpPr>
          <p:spPr>
            <a:xfrm>
              <a:off x="11067351" y="6563416"/>
              <a:ext cx="471196" cy="63838"/>
            </a:xfrm>
            <a:custGeom>
              <a:avLst/>
              <a:pathLst>
                <a:path w="471196" h="63838">
                  <a:moveTo>
                    <a:pt x="0" y="63838"/>
                  </a:moveTo>
                  <a:lnTo>
                    <a:pt x="265036" y="0"/>
                  </a:lnTo>
                  <a:lnTo>
                    <a:pt x="471196" y="289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l2789"/>
            <p:cNvSpPr/>
            <p:nvPr/>
          </p:nvSpPr>
          <p:spPr>
            <a:xfrm>
              <a:off x="11067351" y="6574249"/>
              <a:ext cx="193915" cy="21602"/>
            </a:xfrm>
            <a:custGeom>
              <a:avLst/>
              <a:pathLst>
                <a:path w="193915" h="21602">
                  <a:moveTo>
                    <a:pt x="0" y="21602"/>
                  </a:moveTo>
                  <a:lnTo>
                    <a:pt x="1939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l2790"/>
            <p:cNvSpPr/>
            <p:nvPr/>
          </p:nvSpPr>
          <p:spPr>
            <a:xfrm>
              <a:off x="11526121" y="6592521"/>
              <a:ext cx="128804" cy="71861"/>
            </a:xfrm>
            <a:custGeom>
              <a:avLst/>
              <a:pathLst>
                <a:path w="128804" h="71861">
                  <a:moveTo>
                    <a:pt x="0" y="71861"/>
                  </a:moveTo>
                  <a:lnTo>
                    <a:pt x="1288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l2791"/>
            <p:cNvSpPr/>
            <p:nvPr/>
          </p:nvSpPr>
          <p:spPr>
            <a:xfrm>
              <a:off x="11267351" y="6622469"/>
              <a:ext cx="273732" cy="18459"/>
            </a:xfrm>
            <a:custGeom>
              <a:avLst/>
              <a:pathLst>
                <a:path w="273732" h="18459">
                  <a:moveTo>
                    <a:pt x="0" y="18459"/>
                  </a:moveTo>
                  <a:lnTo>
                    <a:pt x="139377" y="0"/>
                  </a:lnTo>
                  <a:lnTo>
                    <a:pt x="273732" y="139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l2792"/>
            <p:cNvSpPr/>
            <p:nvPr/>
          </p:nvSpPr>
          <p:spPr>
            <a:xfrm>
              <a:off x="11220793" y="6508241"/>
              <a:ext cx="377536" cy="80304"/>
            </a:xfrm>
            <a:custGeom>
              <a:avLst/>
              <a:pathLst>
                <a:path w="377536" h="80304">
                  <a:moveTo>
                    <a:pt x="0" y="76111"/>
                  </a:moveTo>
                  <a:lnTo>
                    <a:pt x="115217" y="27781"/>
                  </a:lnTo>
                  <a:lnTo>
                    <a:pt x="273715" y="80304"/>
                  </a:lnTo>
                  <a:lnTo>
                    <a:pt x="3775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l2793"/>
            <p:cNvSpPr/>
            <p:nvPr/>
          </p:nvSpPr>
          <p:spPr>
            <a:xfrm>
              <a:off x="11067351" y="6638082"/>
              <a:ext cx="200281" cy="8384"/>
            </a:xfrm>
            <a:custGeom>
              <a:avLst/>
              <a:pathLst>
                <a:path w="200281" h="8384">
                  <a:moveTo>
                    <a:pt x="0" y="8384"/>
                  </a:moveTo>
                  <a:lnTo>
                    <a:pt x="2002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l2794"/>
            <p:cNvSpPr/>
            <p:nvPr/>
          </p:nvSpPr>
          <p:spPr>
            <a:xfrm>
              <a:off x="11067351" y="6544429"/>
              <a:ext cx="472464" cy="33604"/>
            </a:xfrm>
            <a:custGeom>
              <a:avLst/>
              <a:pathLst>
                <a:path w="472464" h="33604">
                  <a:moveTo>
                    <a:pt x="0" y="0"/>
                  </a:moveTo>
                  <a:lnTo>
                    <a:pt x="225543" y="33604"/>
                  </a:lnTo>
                  <a:lnTo>
                    <a:pt x="344384" y="30147"/>
                  </a:lnTo>
                  <a:lnTo>
                    <a:pt x="472464" y="289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l2795"/>
            <p:cNvSpPr/>
            <p:nvPr/>
          </p:nvSpPr>
          <p:spPr>
            <a:xfrm>
              <a:off x="11067351" y="6592446"/>
              <a:ext cx="198978" cy="19982"/>
            </a:xfrm>
            <a:custGeom>
              <a:avLst/>
              <a:pathLst>
                <a:path w="198978" h="19982">
                  <a:moveTo>
                    <a:pt x="0" y="19982"/>
                  </a:moveTo>
                  <a:lnTo>
                    <a:pt x="198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l2796"/>
            <p:cNvSpPr/>
            <p:nvPr/>
          </p:nvSpPr>
          <p:spPr>
            <a:xfrm>
              <a:off x="11067351" y="6578200"/>
              <a:ext cx="343297" cy="57466"/>
            </a:xfrm>
            <a:custGeom>
              <a:avLst/>
              <a:pathLst>
                <a:path w="343297" h="57466">
                  <a:moveTo>
                    <a:pt x="0" y="48570"/>
                  </a:moveTo>
                  <a:lnTo>
                    <a:pt x="79891" y="0"/>
                  </a:lnTo>
                  <a:lnTo>
                    <a:pt x="211880" y="3677"/>
                  </a:lnTo>
                  <a:lnTo>
                    <a:pt x="343297" y="574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l2797"/>
            <p:cNvSpPr/>
            <p:nvPr/>
          </p:nvSpPr>
          <p:spPr>
            <a:xfrm>
              <a:off x="11067351" y="6552357"/>
              <a:ext cx="479529" cy="62639"/>
            </a:xfrm>
            <a:custGeom>
              <a:avLst/>
              <a:pathLst>
                <a:path w="479529" h="62639">
                  <a:moveTo>
                    <a:pt x="0" y="0"/>
                  </a:moveTo>
                  <a:lnTo>
                    <a:pt x="225543" y="25085"/>
                  </a:lnTo>
                  <a:lnTo>
                    <a:pt x="479529" y="626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l2798"/>
            <p:cNvSpPr/>
            <p:nvPr/>
          </p:nvSpPr>
          <p:spPr>
            <a:xfrm>
              <a:off x="11067351" y="6439383"/>
              <a:ext cx="210358" cy="46826"/>
            </a:xfrm>
            <a:custGeom>
              <a:avLst/>
              <a:pathLst>
                <a:path w="210358" h="46826">
                  <a:moveTo>
                    <a:pt x="0" y="46826"/>
                  </a:moveTo>
                  <a:lnTo>
                    <a:pt x="2103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l2799"/>
            <p:cNvSpPr/>
            <p:nvPr/>
          </p:nvSpPr>
          <p:spPr>
            <a:xfrm>
              <a:off x="11067351" y="6608423"/>
              <a:ext cx="266119" cy="37456"/>
            </a:xfrm>
            <a:custGeom>
              <a:avLst/>
              <a:pathLst>
                <a:path w="266119" h="37456">
                  <a:moveTo>
                    <a:pt x="0" y="0"/>
                  </a:moveTo>
                  <a:lnTo>
                    <a:pt x="133237" y="37456"/>
                  </a:lnTo>
                  <a:lnTo>
                    <a:pt x="266119" y="92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l2800"/>
            <p:cNvSpPr/>
            <p:nvPr/>
          </p:nvSpPr>
          <p:spPr>
            <a:xfrm>
              <a:off x="11067351" y="6570214"/>
              <a:ext cx="296148" cy="26684"/>
            </a:xfrm>
            <a:custGeom>
              <a:avLst/>
              <a:pathLst>
                <a:path w="296148" h="26684">
                  <a:moveTo>
                    <a:pt x="0" y="0"/>
                  </a:moveTo>
                  <a:lnTo>
                    <a:pt x="136909" y="26684"/>
                  </a:lnTo>
                  <a:lnTo>
                    <a:pt x="296148" y="261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l2801"/>
            <p:cNvSpPr/>
            <p:nvPr/>
          </p:nvSpPr>
          <p:spPr>
            <a:xfrm>
              <a:off x="11067351" y="6547638"/>
              <a:ext cx="235917" cy="35109"/>
            </a:xfrm>
            <a:custGeom>
              <a:avLst/>
              <a:pathLst>
                <a:path w="235917" h="35109">
                  <a:moveTo>
                    <a:pt x="0" y="35109"/>
                  </a:moveTo>
                  <a:lnTo>
                    <a:pt x="78804" y="0"/>
                  </a:lnTo>
                  <a:lnTo>
                    <a:pt x="235917" y="67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l2802"/>
            <p:cNvSpPr/>
            <p:nvPr/>
          </p:nvSpPr>
          <p:spPr>
            <a:xfrm>
              <a:off x="11656119" y="6551548"/>
              <a:ext cx="84239" cy="26023"/>
            </a:xfrm>
            <a:custGeom>
              <a:avLst/>
              <a:pathLst>
                <a:path w="84239" h="26023">
                  <a:moveTo>
                    <a:pt x="0" y="26023"/>
                  </a:moveTo>
                  <a:lnTo>
                    <a:pt x="84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l2803"/>
            <p:cNvSpPr/>
            <p:nvPr/>
          </p:nvSpPr>
          <p:spPr>
            <a:xfrm>
              <a:off x="11067351" y="6520850"/>
              <a:ext cx="643859" cy="125363"/>
            </a:xfrm>
            <a:custGeom>
              <a:avLst/>
              <a:pathLst>
                <a:path w="643859" h="125363">
                  <a:moveTo>
                    <a:pt x="0" y="36722"/>
                  </a:moveTo>
                  <a:lnTo>
                    <a:pt x="215597" y="0"/>
                  </a:lnTo>
                  <a:lnTo>
                    <a:pt x="336431" y="22164"/>
                  </a:lnTo>
                  <a:lnTo>
                    <a:pt x="472663" y="125363"/>
                  </a:lnTo>
                  <a:lnTo>
                    <a:pt x="643859" y="750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l2804"/>
            <p:cNvSpPr/>
            <p:nvPr/>
          </p:nvSpPr>
          <p:spPr>
            <a:xfrm>
              <a:off x="11067351" y="6528795"/>
              <a:ext cx="143116" cy="31932"/>
            </a:xfrm>
            <a:custGeom>
              <a:avLst/>
              <a:pathLst>
                <a:path w="143116" h="31932">
                  <a:moveTo>
                    <a:pt x="0" y="0"/>
                  </a:moveTo>
                  <a:lnTo>
                    <a:pt x="143116" y="31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l2805"/>
            <p:cNvSpPr/>
            <p:nvPr/>
          </p:nvSpPr>
          <p:spPr>
            <a:xfrm>
              <a:off x="11067351" y="6538844"/>
              <a:ext cx="149637" cy="36825"/>
            </a:xfrm>
            <a:custGeom>
              <a:avLst/>
              <a:pathLst>
                <a:path w="149637" h="36825">
                  <a:moveTo>
                    <a:pt x="0" y="0"/>
                  </a:moveTo>
                  <a:lnTo>
                    <a:pt x="149637" y="368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l2806"/>
            <p:cNvSpPr/>
            <p:nvPr/>
          </p:nvSpPr>
          <p:spPr>
            <a:xfrm>
              <a:off x="11203039" y="6572021"/>
              <a:ext cx="128985" cy="7019"/>
            </a:xfrm>
            <a:custGeom>
              <a:avLst/>
              <a:pathLst>
                <a:path w="128985" h="7019">
                  <a:moveTo>
                    <a:pt x="0" y="0"/>
                  </a:moveTo>
                  <a:lnTo>
                    <a:pt x="128985" y="70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l2807"/>
            <p:cNvSpPr/>
            <p:nvPr/>
          </p:nvSpPr>
          <p:spPr>
            <a:xfrm>
              <a:off x="11067351" y="6512077"/>
              <a:ext cx="398007" cy="50618"/>
            </a:xfrm>
            <a:custGeom>
              <a:avLst/>
              <a:pathLst>
                <a:path w="398007" h="50618">
                  <a:moveTo>
                    <a:pt x="0" y="21063"/>
                  </a:moveTo>
                  <a:lnTo>
                    <a:pt x="150876" y="7686"/>
                  </a:lnTo>
                  <a:lnTo>
                    <a:pt x="264855" y="50618"/>
                  </a:lnTo>
                  <a:lnTo>
                    <a:pt x="398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l2808"/>
            <p:cNvSpPr/>
            <p:nvPr/>
          </p:nvSpPr>
          <p:spPr>
            <a:xfrm>
              <a:off x="11067351" y="6585581"/>
              <a:ext cx="232971" cy="10861"/>
            </a:xfrm>
            <a:custGeom>
              <a:avLst/>
              <a:pathLst>
                <a:path w="232971" h="10861">
                  <a:moveTo>
                    <a:pt x="0" y="0"/>
                  </a:moveTo>
                  <a:lnTo>
                    <a:pt x="232971" y="108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l2809"/>
            <p:cNvSpPr/>
            <p:nvPr/>
          </p:nvSpPr>
          <p:spPr>
            <a:xfrm>
              <a:off x="11067351" y="6330315"/>
              <a:ext cx="525906" cy="172753"/>
            </a:xfrm>
            <a:custGeom>
              <a:avLst/>
              <a:pathLst>
                <a:path w="525906" h="172753">
                  <a:moveTo>
                    <a:pt x="0" y="172753"/>
                  </a:moveTo>
                  <a:lnTo>
                    <a:pt x="178712" y="129989"/>
                  </a:lnTo>
                  <a:lnTo>
                    <a:pt x="267391" y="58823"/>
                  </a:lnTo>
                  <a:lnTo>
                    <a:pt x="399275" y="92338"/>
                  </a:lnTo>
                  <a:lnTo>
                    <a:pt x="5259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l2810"/>
            <p:cNvSpPr/>
            <p:nvPr/>
          </p:nvSpPr>
          <p:spPr>
            <a:xfrm>
              <a:off x="11067351" y="6587848"/>
              <a:ext cx="216431" cy="33235"/>
            </a:xfrm>
            <a:custGeom>
              <a:avLst/>
              <a:pathLst>
                <a:path w="216431" h="33235">
                  <a:moveTo>
                    <a:pt x="0" y="0"/>
                  </a:moveTo>
                  <a:lnTo>
                    <a:pt x="216431" y="332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l2811"/>
            <p:cNvSpPr/>
            <p:nvPr/>
          </p:nvSpPr>
          <p:spPr>
            <a:xfrm>
              <a:off x="11067351" y="6551557"/>
              <a:ext cx="399151" cy="58839"/>
            </a:xfrm>
            <a:custGeom>
              <a:avLst/>
              <a:pathLst>
                <a:path w="399151" h="58839">
                  <a:moveTo>
                    <a:pt x="0" y="0"/>
                  </a:moveTo>
                  <a:lnTo>
                    <a:pt x="134296" y="18240"/>
                  </a:lnTo>
                  <a:lnTo>
                    <a:pt x="269912" y="12607"/>
                  </a:lnTo>
                  <a:lnTo>
                    <a:pt x="399151" y="588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l2812"/>
            <p:cNvSpPr/>
            <p:nvPr/>
          </p:nvSpPr>
          <p:spPr>
            <a:xfrm>
              <a:off x="11067351" y="6552906"/>
              <a:ext cx="331032" cy="77114"/>
            </a:xfrm>
            <a:custGeom>
              <a:avLst/>
              <a:pathLst>
                <a:path w="331032" h="77114">
                  <a:moveTo>
                    <a:pt x="0" y="66164"/>
                  </a:moveTo>
                  <a:lnTo>
                    <a:pt x="199275" y="77114"/>
                  </a:lnTo>
                  <a:lnTo>
                    <a:pt x="3310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l2813"/>
            <p:cNvSpPr/>
            <p:nvPr/>
          </p:nvSpPr>
          <p:spPr>
            <a:xfrm>
              <a:off x="11067351" y="6447556"/>
              <a:ext cx="396552" cy="77924"/>
            </a:xfrm>
            <a:custGeom>
              <a:avLst/>
              <a:pathLst>
                <a:path w="396552" h="77924">
                  <a:moveTo>
                    <a:pt x="0" y="76854"/>
                  </a:moveTo>
                  <a:lnTo>
                    <a:pt x="141815" y="77924"/>
                  </a:lnTo>
                  <a:lnTo>
                    <a:pt x="269746" y="50809"/>
                  </a:lnTo>
                  <a:lnTo>
                    <a:pt x="3965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l2814"/>
            <p:cNvSpPr/>
            <p:nvPr/>
          </p:nvSpPr>
          <p:spPr>
            <a:xfrm>
              <a:off x="11067351" y="6567197"/>
              <a:ext cx="140398" cy="3038"/>
            </a:xfrm>
            <a:custGeom>
              <a:avLst/>
              <a:pathLst>
                <a:path w="140398" h="3038">
                  <a:moveTo>
                    <a:pt x="0" y="0"/>
                  </a:moveTo>
                  <a:lnTo>
                    <a:pt x="140398" y="30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l2815"/>
            <p:cNvSpPr/>
            <p:nvPr/>
          </p:nvSpPr>
          <p:spPr>
            <a:xfrm>
              <a:off x="11067351" y="6545378"/>
              <a:ext cx="204891" cy="6928"/>
            </a:xfrm>
            <a:custGeom>
              <a:avLst/>
              <a:pathLst>
                <a:path w="204891" h="6928">
                  <a:moveTo>
                    <a:pt x="0" y="6928"/>
                  </a:moveTo>
                  <a:lnTo>
                    <a:pt x="2048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l2816"/>
            <p:cNvSpPr/>
            <p:nvPr/>
          </p:nvSpPr>
          <p:spPr>
            <a:xfrm>
              <a:off x="11067351" y="6537800"/>
              <a:ext cx="87459" cy="25474"/>
            </a:xfrm>
            <a:custGeom>
              <a:avLst/>
              <a:pathLst>
                <a:path w="87459" h="25474">
                  <a:moveTo>
                    <a:pt x="0" y="0"/>
                  </a:moveTo>
                  <a:lnTo>
                    <a:pt x="87459" y="254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l2817"/>
            <p:cNvSpPr/>
            <p:nvPr/>
          </p:nvSpPr>
          <p:spPr>
            <a:xfrm>
              <a:off x="11067351" y="6495152"/>
              <a:ext cx="209058" cy="112820"/>
            </a:xfrm>
            <a:custGeom>
              <a:avLst/>
              <a:pathLst>
                <a:path w="209058" h="112820">
                  <a:moveTo>
                    <a:pt x="0" y="0"/>
                  </a:moveTo>
                  <a:lnTo>
                    <a:pt x="69324" y="112820"/>
                  </a:lnTo>
                  <a:lnTo>
                    <a:pt x="140398" y="75168"/>
                  </a:lnTo>
                  <a:lnTo>
                    <a:pt x="209058" y="663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l2818"/>
            <p:cNvSpPr/>
            <p:nvPr/>
          </p:nvSpPr>
          <p:spPr>
            <a:xfrm>
              <a:off x="11067351" y="6558733"/>
              <a:ext cx="71641" cy="44492"/>
            </a:xfrm>
            <a:custGeom>
              <a:avLst/>
              <a:pathLst>
                <a:path w="71641" h="44492">
                  <a:moveTo>
                    <a:pt x="0" y="0"/>
                  </a:moveTo>
                  <a:lnTo>
                    <a:pt x="71641" y="444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l2819"/>
            <p:cNvSpPr/>
            <p:nvPr/>
          </p:nvSpPr>
          <p:spPr>
            <a:xfrm>
              <a:off x="11067351" y="6481024"/>
              <a:ext cx="398007" cy="61994"/>
            </a:xfrm>
            <a:custGeom>
              <a:avLst/>
              <a:pathLst>
                <a:path w="398007" h="61994">
                  <a:moveTo>
                    <a:pt x="0" y="50560"/>
                  </a:moveTo>
                  <a:lnTo>
                    <a:pt x="150876" y="35390"/>
                  </a:lnTo>
                  <a:lnTo>
                    <a:pt x="254710" y="61994"/>
                  </a:lnTo>
                  <a:lnTo>
                    <a:pt x="398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l2820"/>
            <p:cNvSpPr/>
            <p:nvPr/>
          </p:nvSpPr>
          <p:spPr>
            <a:xfrm>
              <a:off x="11067351" y="6505606"/>
              <a:ext cx="610182" cy="59078"/>
            </a:xfrm>
            <a:custGeom>
              <a:avLst/>
              <a:pathLst>
                <a:path w="610182" h="59078">
                  <a:moveTo>
                    <a:pt x="0" y="58375"/>
                  </a:moveTo>
                  <a:lnTo>
                    <a:pt x="200218" y="59078"/>
                  </a:lnTo>
                  <a:lnTo>
                    <a:pt x="322863" y="23442"/>
                  </a:lnTo>
                  <a:lnTo>
                    <a:pt x="468696" y="0"/>
                  </a:lnTo>
                  <a:lnTo>
                    <a:pt x="610182" y="163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l2821"/>
            <p:cNvSpPr/>
            <p:nvPr/>
          </p:nvSpPr>
          <p:spPr>
            <a:xfrm>
              <a:off x="11067351" y="6461925"/>
              <a:ext cx="402899" cy="33465"/>
            </a:xfrm>
            <a:custGeom>
              <a:avLst/>
              <a:pathLst>
                <a:path w="402899" h="33465">
                  <a:moveTo>
                    <a:pt x="0" y="0"/>
                  </a:moveTo>
                  <a:lnTo>
                    <a:pt x="299269" y="6326"/>
                  </a:lnTo>
                  <a:lnTo>
                    <a:pt x="402899" y="334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l2822"/>
            <p:cNvSpPr/>
            <p:nvPr/>
          </p:nvSpPr>
          <p:spPr>
            <a:xfrm>
              <a:off x="11067351" y="6505526"/>
              <a:ext cx="127625" cy="41684"/>
            </a:xfrm>
            <a:custGeom>
              <a:avLst/>
              <a:pathLst>
                <a:path w="127625" h="41684">
                  <a:moveTo>
                    <a:pt x="0" y="0"/>
                  </a:moveTo>
                  <a:lnTo>
                    <a:pt x="127625" y="416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l2823"/>
            <p:cNvSpPr/>
            <p:nvPr/>
          </p:nvSpPr>
          <p:spPr>
            <a:xfrm>
              <a:off x="11067351" y="6580179"/>
              <a:ext cx="131780" cy="47309"/>
            </a:xfrm>
            <a:custGeom>
              <a:avLst/>
              <a:pathLst>
                <a:path w="131780" h="47309">
                  <a:moveTo>
                    <a:pt x="0" y="47309"/>
                  </a:moveTo>
                  <a:lnTo>
                    <a:pt x="1317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l2824"/>
            <p:cNvSpPr/>
            <p:nvPr/>
          </p:nvSpPr>
          <p:spPr>
            <a:xfrm>
              <a:off x="11067351" y="6525000"/>
              <a:ext cx="163405" cy="6851"/>
            </a:xfrm>
            <a:custGeom>
              <a:avLst/>
              <a:pathLst>
                <a:path w="163405" h="6851">
                  <a:moveTo>
                    <a:pt x="0" y="0"/>
                  </a:moveTo>
                  <a:lnTo>
                    <a:pt x="163405" y="68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l2825"/>
            <p:cNvSpPr/>
            <p:nvPr/>
          </p:nvSpPr>
          <p:spPr>
            <a:xfrm>
              <a:off x="11067351" y="6562199"/>
              <a:ext cx="357609" cy="130"/>
            </a:xfrm>
            <a:custGeom>
              <a:avLst/>
              <a:pathLst>
                <a:path w="357609" h="130">
                  <a:moveTo>
                    <a:pt x="0" y="0"/>
                  </a:moveTo>
                  <a:lnTo>
                    <a:pt x="357609" y="1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l2826"/>
            <p:cNvSpPr/>
            <p:nvPr/>
          </p:nvSpPr>
          <p:spPr>
            <a:xfrm>
              <a:off x="11067351" y="6526592"/>
              <a:ext cx="198913" cy="4578"/>
            </a:xfrm>
            <a:custGeom>
              <a:avLst/>
              <a:pathLst>
                <a:path w="198913" h="4578">
                  <a:moveTo>
                    <a:pt x="0" y="4578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l2827"/>
            <p:cNvSpPr/>
            <p:nvPr/>
          </p:nvSpPr>
          <p:spPr>
            <a:xfrm>
              <a:off x="11067351" y="6551922"/>
              <a:ext cx="127646" cy="6620"/>
            </a:xfrm>
            <a:custGeom>
              <a:avLst/>
              <a:pathLst>
                <a:path w="127646" h="6620">
                  <a:moveTo>
                    <a:pt x="0" y="0"/>
                  </a:moveTo>
                  <a:lnTo>
                    <a:pt x="127646" y="66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l2828"/>
            <p:cNvSpPr/>
            <p:nvPr/>
          </p:nvSpPr>
          <p:spPr>
            <a:xfrm>
              <a:off x="11067351" y="6607412"/>
              <a:ext cx="163405" cy="6307"/>
            </a:xfrm>
            <a:custGeom>
              <a:avLst/>
              <a:pathLst>
                <a:path w="163405" h="6307">
                  <a:moveTo>
                    <a:pt x="0" y="0"/>
                  </a:moveTo>
                  <a:lnTo>
                    <a:pt x="163405" y="63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l2829"/>
            <p:cNvSpPr/>
            <p:nvPr/>
          </p:nvSpPr>
          <p:spPr>
            <a:xfrm>
              <a:off x="11533837" y="6576434"/>
              <a:ext cx="134344" cy="3562"/>
            </a:xfrm>
            <a:custGeom>
              <a:avLst/>
              <a:pathLst>
                <a:path w="134344" h="3562">
                  <a:moveTo>
                    <a:pt x="0" y="0"/>
                  </a:moveTo>
                  <a:lnTo>
                    <a:pt x="134344" y="35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l2830"/>
            <p:cNvSpPr/>
            <p:nvPr/>
          </p:nvSpPr>
          <p:spPr>
            <a:xfrm>
              <a:off x="11335105" y="6585910"/>
              <a:ext cx="263406" cy="6602"/>
            </a:xfrm>
            <a:custGeom>
              <a:avLst/>
              <a:pathLst>
                <a:path w="263406" h="6602">
                  <a:moveTo>
                    <a:pt x="0" y="0"/>
                  </a:moveTo>
                  <a:lnTo>
                    <a:pt x="131521" y="6602"/>
                  </a:lnTo>
                  <a:lnTo>
                    <a:pt x="263406" y="18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l2831"/>
            <p:cNvSpPr/>
            <p:nvPr/>
          </p:nvSpPr>
          <p:spPr>
            <a:xfrm>
              <a:off x="11067351" y="6552047"/>
              <a:ext cx="134239" cy="3232"/>
            </a:xfrm>
            <a:custGeom>
              <a:avLst/>
              <a:pathLst>
                <a:path w="134239" h="3232">
                  <a:moveTo>
                    <a:pt x="0" y="0"/>
                  </a:moveTo>
                  <a:lnTo>
                    <a:pt x="134239" y="32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l2832"/>
            <p:cNvSpPr/>
            <p:nvPr/>
          </p:nvSpPr>
          <p:spPr>
            <a:xfrm>
              <a:off x="11215609" y="6527318"/>
              <a:ext cx="244619" cy="53062"/>
            </a:xfrm>
            <a:custGeom>
              <a:avLst/>
              <a:pathLst>
                <a:path w="244619" h="53062">
                  <a:moveTo>
                    <a:pt x="0" y="53062"/>
                  </a:moveTo>
                  <a:lnTo>
                    <a:pt x="54459" y="21328"/>
                  </a:lnTo>
                  <a:lnTo>
                    <a:pt x="129640" y="3883"/>
                  </a:lnTo>
                  <a:lnTo>
                    <a:pt x="2446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l2833"/>
            <p:cNvSpPr/>
            <p:nvPr/>
          </p:nvSpPr>
          <p:spPr>
            <a:xfrm>
              <a:off x="11067351" y="6499591"/>
              <a:ext cx="199094" cy="23713"/>
            </a:xfrm>
            <a:custGeom>
              <a:avLst/>
              <a:pathLst>
                <a:path w="199094" h="23713">
                  <a:moveTo>
                    <a:pt x="0" y="0"/>
                  </a:moveTo>
                  <a:lnTo>
                    <a:pt x="199094" y="237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l2834"/>
            <p:cNvSpPr/>
            <p:nvPr/>
          </p:nvSpPr>
          <p:spPr>
            <a:xfrm>
              <a:off x="11067351" y="6566671"/>
              <a:ext cx="136232" cy="38742"/>
            </a:xfrm>
            <a:custGeom>
              <a:avLst/>
              <a:pathLst>
                <a:path w="136232" h="38742">
                  <a:moveTo>
                    <a:pt x="0" y="38742"/>
                  </a:moveTo>
                  <a:lnTo>
                    <a:pt x="66203" y="0"/>
                  </a:lnTo>
                  <a:lnTo>
                    <a:pt x="136232" y="255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l2835"/>
            <p:cNvSpPr/>
            <p:nvPr/>
          </p:nvSpPr>
          <p:spPr>
            <a:xfrm>
              <a:off x="11067351" y="6410002"/>
              <a:ext cx="154546" cy="44403"/>
            </a:xfrm>
            <a:custGeom>
              <a:avLst/>
              <a:pathLst>
                <a:path w="154546" h="44403">
                  <a:moveTo>
                    <a:pt x="0" y="44403"/>
                  </a:moveTo>
                  <a:lnTo>
                    <a:pt x="154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l2836"/>
            <p:cNvSpPr/>
            <p:nvPr/>
          </p:nvSpPr>
          <p:spPr>
            <a:xfrm>
              <a:off x="11734380" y="6595073"/>
              <a:ext cx="131521" cy="3169"/>
            </a:xfrm>
            <a:custGeom>
              <a:avLst/>
              <a:pathLst>
                <a:path w="131521" h="3169">
                  <a:moveTo>
                    <a:pt x="0" y="3169"/>
                  </a:moveTo>
                  <a:lnTo>
                    <a:pt x="1315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l2837"/>
            <p:cNvSpPr/>
            <p:nvPr/>
          </p:nvSpPr>
          <p:spPr>
            <a:xfrm>
              <a:off x="11067351" y="6584541"/>
              <a:ext cx="145652" cy="18243"/>
            </a:xfrm>
            <a:custGeom>
              <a:avLst/>
              <a:pathLst>
                <a:path w="145652" h="18243">
                  <a:moveTo>
                    <a:pt x="0" y="0"/>
                  </a:moveTo>
                  <a:lnTo>
                    <a:pt x="145652" y="182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l2838"/>
            <p:cNvSpPr/>
            <p:nvPr/>
          </p:nvSpPr>
          <p:spPr>
            <a:xfrm>
              <a:off x="11209204" y="6567627"/>
              <a:ext cx="130589" cy="12858"/>
            </a:xfrm>
            <a:custGeom>
              <a:avLst/>
              <a:pathLst>
                <a:path w="130589" h="12858">
                  <a:moveTo>
                    <a:pt x="0" y="12858"/>
                  </a:moveTo>
                  <a:lnTo>
                    <a:pt x="1305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l2839"/>
            <p:cNvSpPr/>
            <p:nvPr/>
          </p:nvSpPr>
          <p:spPr>
            <a:xfrm>
              <a:off x="11067351" y="6469972"/>
              <a:ext cx="205300" cy="49011"/>
            </a:xfrm>
            <a:custGeom>
              <a:avLst/>
              <a:pathLst>
                <a:path w="205300" h="49011">
                  <a:moveTo>
                    <a:pt x="0" y="49011"/>
                  </a:moveTo>
                  <a:lnTo>
                    <a:pt x="2053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l2840"/>
            <p:cNvSpPr/>
            <p:nvPr/>
          </p:nvSpPr>
          <p:spPr>
            <a:xfrm>
              <a:off x="11067351" y="6521022"/>
              <a:ext cx="263949" cy="141831"/>
            </a:xfrm>
            <a:custGeom>
              <a:avLst/>
              <a:pathLst>
                <a:path w="263949" h="141831">
                  <a:moveTo>
                    <a:pt x="0" y="62726"/>
                  </a:moveTo>
                  <a:lnTo>
                    <a:pt x="149914" y="141831"/>
                  </a:lnTo>
                  <a:lnTo>
                    <a:pt x="2639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l2841"/>
            <p:cNvSpPr/>
            <p:nvPr/>
          </p:nvSpPr>
          <p:spPr>
            <a:xfrm>
              <a:off x="11067351" y="6557024"/>
              <a:ext cx="309036" cy="12624"/>
            </a:xfrm>
            <a:custGeom>
              <a:avLst/>
              <a:pathLst>
                <a:path w="309036" h="12624">
                  <a:moveTo>
                    <a:pt x="0" y="0"/>
                  </a:moveTo>
                  <a:lnTo>
                    <a:pt x="309036" y="126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l2842"/>
            <p:cNvSpPr/>
            <p:nvPr/>
          </p:nvSpPr>
          <p:spPr>
            <a:xfrm>
              <a:off x="11067351" y="6565357"/>
              <a:ext cx="338494" cy="48321"/>
            </a:xfrm>
            <a:custGeom>
              <a:avLst/>
              <a:pathLst>
                <a:path w="338494" h="48321">
                  <a:moveTo>
                    <a:pt x="0" y="0"/>
                  </a:moveTo>
                  <a:lnTo>
                    <a:pt x="146014" y="13539"/>
                  </a:lnTo>
                  <a:lnTo>
                    <a:pt x="338494" y="483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l2843"/>
            <p:cNvSpPr/>
            <p:nvPr/>
          </p:nvSpPr>
          <p:spPr>
            <a:xfrm>
              <a:off x="11205619" y="6592918"/>
              <a:ext cx="268106" cy="44382"/>
            </a:xfrm>
            <a:custGeom>
              <a:avLst/>
              <a:pathLst>
                <a:path w="268106" h="44382">
                  <a:moveTo>
                    <a:pt x="0" y="28044"/>
                  </a:moveTo>
                  <a:lnTo>
                    <a:pt x="135283" y="0"/>
                  </a:lnTo>
                  <a:lnTo>
                    <a:pt x="268106" y="443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l2844"/>
            <p:cNvSpPr/>
            <p:nvPr/>
          </p:nvSpPr>
          <p:spPr>
            <a:xfrm>
              <a:off x="11067351" y="6587165"/>
              <a:ext cx="234782" cy="9617"/>
            </a:xfrm>
            <a:custGeom>
              <a:avLst/>
              <a:pathLst>
                <a:path w="234782" h="9617">
                  <a:moveTo>
                    <a:pt x="0" y="9617"/>
                  </a:moveTo>
                  <a:lnTo>
                    <a:pt x="2347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l2845"/>
            <p:cNvSpPr/>
            <p:nvPr/>
          </p:nvSpPr>
          <p:spPr>
            <a:xfrm>
              <a:off x="11233400" y="6500832"/>
              <a:ext cx="242090" cy="44107"/>
            </a:xfrm>
            <a:custGeom>
              <a:avLst/>
              <a:pathLst>
                <a:path w="242090" h="44107">
                  <a:moveTo>
                    <a:pt x="0" y="44107"/>
                  </a:moveTo>
                  <a:lnTo>
                    <a:pt x="98806" y="0"/>
                  </a:lnTo>
                  <a:lnTo>
                    <a:pt x="242090" y="36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l2846"/>
            <p:cNvSpPr/>
            <p:nvPr/>
          </p:nvSpPr>
          <p:spPr>
            <a:xfrm>
              <a:off x="11067351" y="6444756"/>
              <a:ext cx="276268" cy="82259"/>
            </a:xfrm>
            <a:custGeom>
              <a:avLst/>
              <a:pathLst>
                <a:path w="276268" h="82259">
                  <a:moveTo>
                    <a:pt x="0" y="82130"/>
                  </a:moveTo>
                  <a:lnTo>
                    <a:pt x="167029" y="82259"/>
                  </a:lnTo>
                  <a:lnTo>
                    <a:pt x="2762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l2847"/>
            <p:cNvSpPr/>
            <p:nvPr/>
          </p:nvSpPr>
          <p:spPr>
            <a:xfrm>
              <a:off x="11067351" y="6589490"/>
              <a:ext cx="145833" cy="30481"/>
            </a:xfrm>
            <a:custGeom>
              <a:avLst/>
              <a:pathLst>
                <a:path w="145833" h="30481">
                  <a:moveTo>
                    <a:pt x="0" y="30481"/>
                  </a:moveTo>
                  <a:lnTo>
                    <a:pt x="145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l2848"/>
            <p:cNvSpPr/>
            <p:nvPr/>
          </p:nvSpPr>
          <p:spPr>
            <a:xfrm>
              <a:off x="11067351" y="6516856"/>
              <a:ext cx="346007" cy="29119"/>
            </a:xfrm>
            <a:custGeom>
              <a:avLst/>
              <a:pathLst>
                <a:path w="346007" h="29119">
                  <a:moveTo>
                    <a:pt x="0" y="29119"/>
                  </a:moveTo>
                  <a:lnTo>
                    <a:pt x="346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l2849"/>
            <p:cNvSpPr/>
            <p:nvPr/>
          </p:nvSpPr>
          <p:spPr>
            <a:xfrm>
              <a:off x="11067351" y="6591131"/>
              <a:ext cx="411791" cy="32705"/>
            </a:xfrm>
            <a:custGeom>
              <a:avLst/>
              <a:pathLst>
                <a:path w="411791" h="32705">
                  <a:moveTo>
                    <a:pt x="0" y="32705"/>
                  </a:moveTo>
                  <a:lnTo>
                    <a:pt x="136790" y="16312"/>
                  </a:lnTo>
                  <a:lnTo>
                    <a:pt x="309117" y="0"/>
                  </a:lnTo>
                  <a:lnTo>
                    <a:pt x="411791" y="150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l2850"/>
            <p:cNvSpPr/>
            <p:nvPr/>
          </p:nvSpPr>
          <p:spPr>
            <a:xfrm>
              <a:off x="11067351" y="6532625"/>
              <a:ext cx="67175" cy="37527"/>
            </a:xfrm>
            <a:custGeom>
              <a:avLst/>
              <a:pathLst>
                <a:path w="67175" h="37527">
                  <a:moveTo>
                    <a:pt x="0" y="37527"/>
                  </a:moveTo>
                  <a:lnTo>
                    <a:pt x="671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l2851"/>
            <p:cNvSpPr/>
            <p:nvPr/>
          </p:nvSpPr>
          <p:spPr>
            <a:xfrm>
              <a:off x="11067351" y="6484553"/>
              <a:ext cx="542391" cy="72381"/>
            </a:xfrm>
            <a:custGeom>
              <a:avLst/>
              <a:pathLst>
                <a:path w="542391" h="72381">
                  <a:moveTo>
                    <a:pt x="0" y="57352"/>
                  </a:moveTo>
                  <a:lnTo>
                    <a:pt x="178712" y="72381"/>
                  </a:lnTo>
                  <a:lnTo>
                    <a:pt x="264855" y="36237"/>
                  </a:lnTo>
                  <a:lnTo>
                    <a:pt x="411951" y="0"/>
                  </a:lnTo>
                  <a:lnTo>
                    <a:pt x="542391" y="294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l2852"/>
            <p:cNvSpPr/>
            <p:nvPr/>
          </p:nvSpPr>
          <p:spPr>
            <a:xfrm>
              <a:off x="11067351" y="6343303"/>
              <a:ext cx="228079" cy="224757"/>
            </a:xfrm>
            <a:custGeom>
              <a:avLst/>
              <a:pathLst>
                <a:path w="228079" h="224757">
                  <a:moveTo>
                    <a:pt x="0" y="224757"/>
                  </a:moveTo>
                  <a:lnTo>
                    <a:pt x="2280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l2853"/>
            <p:cNvSpPr/>
            <p:nvPr/>
          </p:nvSpPr>
          <p:spPr>
            <a:xfrm>
              <a:off x="11067351" y="6520442"/>
              <a:ext cx="131735" cy="45588"/>
            </a:xfrm>
            <a:custGeom>
              <a:avLst/>
              <a:pathLst>
                <a:path w="131735" h="45588">
                  <a:moveTo>
                    <a:pt x="0" y="45588"/>
                  </a:moveTo>
                  <a:lnTo>
                    <a:pt x="1317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l2854"/>
            <p:cNvSpPr/>
            <p:nvPr/>
          </p:nvSpPr>
          <p:spPr>
            <a:xfrm>
              <a:off x="11259861" y="6453164"/>
              <a:ext cx="398913" cy="118484"/>
            </a:xfrm>
            <a:custGeom>
              <a:avLst/>
              <a:pathLst>
                <a:path w="398913" h="118484">
                  <a:moveTo>
                    <a:pt x="0" y="0"/>
                  </a:moveTo>
                  <a:lnTo>
                    <a:pt x="136956" y="118484"/>
                  </a:lnTo>
                  <a:lnTo>
                    <a:pt x="266304" y="2324"/>
                  </a:lnTo>
                  <a:lnTo>
                    <a:pt x="398913" y="719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l2855"/>
            <p:cNvSpPr/>
            <p:nvPr/>
          </p:nvSpPr>
          <p:spPr>
            <a:xfrm>
              <a:off x="11067351" y="6557250"/>
              <a:ext cx="384239" cy="15572"/>
            </a:xfrm>
            <a:custGeom>
              <a:avLst/>
              <a:pathLst>
                <a:path w="384239" h="15572">
                  <a:moveTo>
                    <a:pt x="0" y="0"/>
                  </a:moveTo>
                  <a:lnTo>
                    <a:pt x="82427" y="8722"/>
                  </a:lnTo>
                  <a:lnTo>
                    <a:pt x="384239" y="155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l2856"/>
            <p:cNvSpPr/>
            <p:nvPr/>
          </p:nvSpPr>
          <p:spPr>
            <a:xfrm>
              <a:off x="11398148" y="6375432"/>
              <a:ext cx="155812" cy="81413"/>
            </a:xfrm>
            <a:custGeom>
              <a:avLst/>
              <a:pathLst>
                <a:path w="155812" h="81413">
                  <a:moveTo>
                    <a:pt x="0" y="81413"/>
                  </a:moveTo>
                  <a:lnTo>
                    <a:pt x="155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l2857"/>
            <p:cNvSpPr/>
            <p:nvPr/>
          </p:nvSpPr>
          <p:spPr>
            <a:xfrm>
              <a:off x="11067351" y="6579521"/>
              <a:ext cx="199094" cy="35426"/>
            </a:xfrm>
            <a:custGeom>
              <a:avLst/>
              <a:pathLst>
                <a:path w="199094" h="35426">
                  <a:moveTo>
                    <a:pt x="0" y="35426"/>
                  </a:moveTo>
                  <a:lnTo>
                    <a:pt x="19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11067351" y="6579689"/>
              <a:ext cx="385296" cy="22988"/>
            </a:xfrm>
            <a:custGeom>
              <a:avLst/>
              <a:pathLst>
                <a:path w="385296" h="22988">
                  <a:moveTo>
                    <a:pt x="0" y="5706"/>
                  </a:moveTo>
                  <a:lnTo>
                    <a:pt x="212681" y="22988"/>
                  </a:lnTo>
                  <a:lnTo>
                    <a:pt x="3852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11292894" y="6530704"/>
              <a:ext cx="247282" cy="33590"/>
            </a:xfrm>
            <a:custGeom>
              <a:avLst/>
              <a:pathLst>
                <a:path w="247282" h="33590">
                  <a:moveTo>
                    <a:pt x="0" y="24022"/>
                  </a:moveTo>
                  <a:lnTo>
                    <a:pt x="117351" y="0"/>
                  </a:lnTo>
                  <a:lnTo>
                    <a:pt x="247282" y="335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11067351" y="6508591"/>
              <a:ext cx="402536" cy="116152"/>
            </a:xfrm>
            <a:custGeom>
              <a:avLst/>
              <a:pathLst>
                <a:path w="402536" h="116152">
                  <a:moveTo>
                    <a:pt x="0" y="0"/>
                  </a:moveTo>
                  <a:lnTo>
                    <a:pt x="136775" y="116152"/>
                  </a:lnTo>
                  <a:lnTo>
                    <a:pt x="266123" y="43231"/>
                  </a:lnTo>
                  <a:lnTo>
                    <a:pt x="402536" y="512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11067351" y="6523908"/>
              <a:ext cx="257246" cy="30811"/>
            </a:xfrm>
            <a:custGeom>
              <a:avLst/>
              <a:pathLst>
                <a:path w="257246" h="30811">
                  <a:moveTo>
                    <a:pt x="0" y="0"/>
                  </a:moveTo>
                  <a:lnTo>
                    <a:pt x="134669" y="30811"/>
                  </a:lnTo>
                  <a:lnTo>
                    <a:pt x="257246" y="281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11067351" y="6565303"/>
              <a:ext cx="274637" cy="43097"/>
            </a:xfrm>
            <a:custGeom>
              <a:avLst/>
              <a:pathLst>
                <a:path w="274637" h="43097">
                  <a:moveTo>
                    <a:pt x="0" y="0"/>
                  </a:moveTo>
                  <a:lnTo>
                    <a:pt x="274637" y="430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11067351" y="6552460"/>
              <a:ext cx="136449" cy="28129"/>
            </a:xfrm>
            <a:custGeom>
              <a:avLst/>
              <a:pathLst>
                <a:path w="136449" h="28129">
                  <a:moveTo>
                    <a:pt x="0" y="28129"/>
                  </a:moveTo>
                  <a:lnTo>
                    <a:pt x="1364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11282206" y="6522625"/>
              <a:ext cx="204348" cy="48368"/>
            </a:xfrm>
            <a:custGeom>
              <a:avLst/>
              <a:pathLst>
                <a:path w="204348" h="48368">
                  <a:moveTo>
                    <a:pt x="0" y="48368"/>
                  </a:moveTo>
                  <a:lnTo>
                    <a:pt x="2043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11067351" y="6580649"/>
              <a:ext cx="144521" cy="31168"/>
            </a:xfrm>
            <a:custGeom>
              <a:avLst/>
              <a:pathLst>
                <a:path w="144521" h="31168">
                  <a:moveTo>
                    <a:pt x="0" y="31168"/>
                  </a:moveTo>
                  <a:lnTo>
                    <a:pt x="1445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11067351" y="6596393"/>
              <a:ext cx="351921" cy="16040"/>
            </a:xfrm>
            <a:custGeom>
              <a:avLst/>
              <a:pathLst>
                <a:path w="351921" h="16040">
                  <a:moveTo>
                    <a:pt x="0" y="0"/>
                  </a:moveTo>
                  <a:lnTo>
                    <a:pt x="351921" y="160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11067351" y="6562770"/>
              <a:ext cx="140398" cy="28681"/>
            </a:xfrm>
            <a:custGeom>
              <a:avLst/>
              <a:pathLst>
                <a:path w="140398" h="28681">
                  <a:moveTo>
                    <a:pt x="0" y="28681"/>
                  </a:moveTo>
                  <a:lnTo>
                    <a:pt x="14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11067351" y="6362287"/>
              <a:ext cx="277717" cy="86479"/>
            </a:xfrm>
            <a:custGeom>
              <a:avLst/>
              <a:pathLst>
                <a:path w="277717" h="86479">
                  <a:moveTo>
                    <a:pt x="0" y="86479"/>
                  </a:moveTo>
                  <a:lnTo>
                    <a:pt x="138587" y="66229"/>
                  </a:lnTo>
                  <a:lnTo>
                    <a:pt x="2777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11067351" y="6591758"/>
              <a:ext cx="138167" cy="25018"/>
            </a:xfrm>
            <a:custGeom>
              <a:avLst/>
              <a:pathLst>
                <a:path w="138167" h="25018">
                  <a:moveTo>
                    <a:pt x="0" y="25018"/>
                  </a:moveTo>
                  <a:lnTo>
                    <a:pt x="1381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11067351" y="6532040"/>
              <a:ext cx="270833" cy="70508"/>
            </a:xfrm>
            <a:custGeom>
              <a:avLst/>
              <a:pathLst>
                <a:path w="270833" h="70508">
                  <a:moveTo>
                    <a:pt x="0" y="24585"/>
                  </a:moveTo>
                  <a:lnTo>
                    <a:pt x="132858" y="0"/>
                  </a:lnTo>
                  <a:lnTo>
                    <a:pt x="270833" y="705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11067351" y="6609204"/>
              <a:ext cx="598147" cy="97455"/>
            </a:xfrm>
            <a:custGeom>
              <a:avLst/>
              <a:pathLst>
                <a:path w="598147" h="97455">
                  <a:moveTo>
                    <a:pt x="0" y="10873"/>
                  </a:moveTo>
                  <a:lnTo>
                    <a:pt x="196516" y="0"/>
                  </a:lnTo>
                  <a:lnTo>
                    <a:pt x="332385" y="3226"/>
                  </a:lnTo>
                  <a:lnTo>
                    <a:pt x="464270" y="97455"/>
                  </a:lnTo>
                  <a:lnTo>
                    <a:pt x="598147" y="522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11067351" y="6578411"/>
              <a:ext cx="345833" cy="37203"/>
            </a:xfrm>
            <a:custGeom>
              <a:avLst/>
              <a:pathLst>
                <a:path w="345833" h="37203">
                  <a:moveTo>
                    <a:pt x="0" y="0"/>
                  </a:moveTo>
                  <a:lnTo>
                    <a:pt x="143116" y="37203"/>
                  </a:lnTo>
                  <a:lnTo>
                    <a:pt x="345833" y="134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11067351" y="6515385"/>
              <a:ext cx="429529" cy="53289"/>
            </a:xfrm>
            <a:custGeom>
              <a:avLst/>
              <a:pathLst>
                <a:path w="429529" h="53289">
                  <a:moveTo>
                    <a:pt x="0" y="0"/>
                  </a:moveTo>
                  <a:lnTo>
                    <a:pt x="146014" y="36553"/>
                  </a:lnTo>
                  <a:lnTo>
                    <a:pt x="277536" y="52349"/>
                  </a:lnTo>
                  <a:lnTo>
                    <a:pt x="429529" y="532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11067351" y="6526491"/>
              <a:ext cx="628442" cy="58773"/>
            </a:xfrm>
            <a:custGeom>
              <a:avLst/>
              <a:pathLst>
                <a:path w="628442" h="58773">
                  <a:moveTo>
                    <a:pt x="0" y="58773"/>
                  </a:moveTo>
                  <a:lnTo>
                    <a:pt x="203261" y="0"/>
                  </a:lnTo>
                  <a:lnTo>
                    <a:pt x="342049" y="6634"/>
                  </a:lnTo>
                  <a:lnTo>
                    <a:pt x="456159" y="55126"/>
                  </a:lnTo>
                  <a:lnTo>
                    <a:pt x="628442" y="29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11334742" y="6598903"/>
              <a:ext cx="132971" cy="37351"/>
            </a:xfrm>
            <a:custGeom>
              <a:avLst/>
              <a:pathLst>
                <a:path w="132971" h="37351">
                  <a:moveTo>
                    <a:pt x="0" y="0"/>
                  </a:moveTo>
                  <a:lnTo>
                    <a:pt x="132971" y="373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11067351" y="6550332"/>
              <a:ext cx="932247" cy="12496"/>
            </a:xfrm>
            <a:custGeom>
              <a:avLst/>
              <a:pathLst>
                <a:path w="932247" h="12496">
                  <a:moveTo>
                    <a:pt x="0" y="12496"/>
                  </a:moveTo>
                  <a:lnTo>
                    <a:pt x="9416" y="12370"/>
                  </a:lnTo>
                  <a:lnTo>
                    <a:pt x="18833" y="12244"/>
                  </a:lnTo>
                  <a:lnTo>
                    <a:pt x="28249" y="12118"/>
                  </a:lnTo>
                  <a:lnTo>
                    <a:pt x="37666" y="11992"/>
                  </a:lnTo>
                  <a:lnTo>
                    <a:pt x="47083" y="11865"/>
                  </a:lnTo>
                  <a:lnTo>
                    <a:pt x="56499" y="11739"/>
                  </a:lnTo>
                  <a:lnTo>
                    <a:pt x="65916" y="11613"/>
                  </a:lnTo>
                  <a:lnTo>
                    <a:pt x="75333" y="11487"/>
                  </a:lnTo>
                  <a:lnTo>
                    <a:pt x="84749" y="11360"/>
                  </a:lnTo>
                  <a:lnTo>
                    <a:pt x="94166" y="11234"/>
                  </a:lnTo>
                  <a:lnTo>
                    <a:pt x="103583" y="11108"/>
                  </a:lnTo>
                  <a:lnTo>
                    <a:pt x="112999" y="10982"/>
                  </a:lnTo>
                  <a:lnTo>
                    <a:pt x="122416" y="10855"/>
                  </a:lnTo>
                  <a:lnTo>
                    <a:pt x="131832" y="10729"/>
                  </a:lnTo>
                  <a:lnTo>
                    <a:pt x="141249" y="10603"/>
                  </a:lnTo>
                  <a:lnTo>
                    <a:pt x="150666" y="10477"/>
                  </a:lnTo>
                  <a:lnTo>
                    <a:pt x="160082" y="10351"/>
                  </a:lnTo>
                  <a:lnTo>
                    <a:pt x="169499" y="10224"/>
                  </a:lnTo>
                  <a:lnTo>
                    <a:pt x="178916" y="10098"/>
                  </a:lnTo>
                  <a:lnTo>
                    <a:pt x="188332" y="9972"/>
                  </a:lnTo>
                  <a:lnTo>
                    <a:pt x="197749" y="9846"/>
                  </a:lnTo>
                  <a:lnTo>
                    <a:pt x="207166" y="9719"/>
                  </a:lnTo>
                  <a:lnTo>
                    <a:pt x="216582" y="9593"/>
                  </a:lnTo>
                  <a:lnTo>
                    <a:pt x="225999" y="9467"/>
                  </a:lnTo>
                  <a:lnTo>
                    <a:pt x="235416" y="9341"/>
                  </a:lnTo>
                  <a:lnTo>
                    <a:pt x="244832" y="9214"/>
                  </a:lnTo>
                  <a:lnTo>
                    <a:pt x="254249" y="9088"/>
                  </a:lnTo>
                  <a:lnTo>
                    <a:pt x="263665" y="8962"/>
                  </a:lnTo>
                  <a:lnTo>
                    <a:pt x="273082" y="8836"/>
                  </a:lnTo>
                  <a:lnTo>
                    <a:pt x="282499" y="8710"/>
                  </a:lnTo>
                  <a:lnTo>
                    <a:pt x="291915" y="8583"/>
                  </a:lnTo>
                  <a:lnTo>
                    <a:pt x="301332" y="8457"/>
                  </a:lnTo>
                  <a:lnTo>
                    <a:pt x="310749" y="8331"/>
                  </a:lnTo>
                  <a:lnTo>
                    <a:pt x="320165" y="8205"/>
                  </a:lnTo>
                  <a:lnTo>
                    <a:pt x="329582" y="8078"/>
                  </a:lnTo>
                  <a:lnTo>
                    <a:pt x="338999" y="7952"/>
                  </a:lnTo>
                  <a:lnTo>
                    <a:pt x="348415" y="7826"/>
                  </a:lnTo>
                  <a:lnTo>
                    <a:pt x="357832" y="7700"/>
                  </a:lnTo>
                  <a:lnTo>
                    <a:pt x="367248" y="7573"/>
                  </a:lnTo>
                  <a:lnTo>
                    <a:pt x="376665" y="7447"/>
                  </a:lnTo>
                  <a:lnTo>
                    <a:pt x="386082" y="7321"/>
                  </a:lnTo>
                  <a:lnTo>
                    <a:pt x="395498" y="7195"/>
                  </a:lnTo>
                  <a:lnTo>
                    <a:pt x="404915" y="7068"/>
                  </a:lnTo>
                  <a:lnTo>
                    <a:pt x="414332" y="6942"/>
                  </a:lnTo>
                  <a:lnTo>
                    <a:pt x="423748" y="6816"/>
                  </a:lnTo>
                  <a:lnTo>
                    <a:pt x="433165" y="6690"/>
                  </a:lnTo>
                  <a:lnTo>
                    <a:pt x="442582" y="6564"/>
                  </a:lnTo>
                  <a:lnTo>
                    <a:pt x="451998" y="6437"/>
                  </a:lnTo>
                  <a:lnTo>
                    <a:pt x="461415" y="6311"/>
                  </a:lnTo>
                  <a:lnTo>
                    <a:pt x="470832" y="6185"/>
                  </a:lnTo>
                  <a:lnTo>
                    <a:pt x="480248" y="6059"/>
                  </a:lnTo>
                  <a:lnTo>
                    <a:pt x="489665" y="5932"/>
                  </a:lnTo>
                  <a:lnTo>
                    <a:pt x="499081" y="5806"/>
                  </a:lnTo>
                  <a:lnTo>
                    <a:pt x="508498" y="5680"/>
                  </a:lnTo>
                  <a:lnTo>
                    <a:pt x="517915" y="5554"/>
                  </a:lnTo>
                  <a:lnTo>
                    <a:pt x="527331" y="5427"/>
                  </a:lnTo>
                  <a:lnTo>
                    <a:pt x="536748" y="5301"/>
                  </a:lnTo>
                  <a:lnTo>
                    <a:pt x="546165" y="5175"/>
                  </a:lnTo>
                  <a:lnTo>
                    <a:pt x="555581" y="5049"/>
                  </a:lnTo>
                  <a:lnTo>
                    <a:pt x="564998" y="4923"/>
                  </a:lnTo>
                  <a:lnTo>
                    <a:pt x="574415" y="4796"/>
                  </a:lnTo>
                  <a:lnTo>
                    <a:pt x="583831" y="4670"/>
                  </a:lnTo>
                  <a:lnTo>
                    <a:pt x="593248" y="4544"/>
                  </a:lnTo>
                  <a:lnTo>
                    <a:pt x="602664" y="4418"/>
                  </a:lnTo>
                  <a:lnTo>
                    <a:pt x="612081" y="4291"/>
                  </a:lnTo>
                  <a:lnTo>
                    <a:pt x="621498" y="4165"/>
                  </a:lnTo>
                  <a:lnTo>
                    <a:pt x="630914" y="4039"/>
                  </a:lnTo>
                  <a:lnTo>
                    <a:pt x="640331" y="3913"/>
                  </a:lnTo>
                  <a:lnTo>
                    <a:pt x="649748" y="3786"/>
                  </a:lnTo>
                  <a:lnTo>
                    <a:pt x="659164" y="3660"/>
                  </a:lnTo>
                  <a:lnTo>
                    <a:pt x="668581" y="3534"/>
                  </a:lnTo>
                  <a:lnTo>
                    <a:pt x="677998" y="3408"/>
                  </a:lnTo>
                  <a:lnTo>
                    <a:pt x="687414" y="3282"/>
                  </a:lnTo>
                  <a:lnTo>
                    <a:pt x="696831" y="3155"/>
                  </a:lnTo>
                  <a:lnTo>
                    <a:pt x="706248" y="3029"/>
                  </a:lnTo>
                  <a:lnTo>
                    <a:pt x="715664" y="2903"/>
                  </a:lnTo>
                  <a:lnTo>
                    <a:pt x="725081" y="2777"/>
                  </a:lnTo>
                  <a:lnTo>
                    <a:pt x="734497" y="2650"/>
                  </a:lnTo>
                  <a:lnTo>
                    <a:pt x="743914" y="2524"/>
                  </a:lnTo>
                  <a:lnTo>
                    <a:pt x="753331" y="2398"/>
                  </a:lnTo>
                  <a:lnTo>
                    <a:pt x="762747" y="2272"/>
                  </a:lnTo>
                  <a:lnTo>
                    <a:pt x="772164" y="2145"/>
                  </a:lnTo>
                  <a:lnTo>
                    <a:pt x="781581" y="2019"/>
                  </a:lnTo>
                  <a:lnTo>
                    <a:pt x="790997" y="1893"/>
                  </a:lnTo>
                  <a:lnTo>
                    <a:pt x="800414" y="1767"/>
                  </a:lnTo>
                  <a:lnTo>
                    <a:pt x="809831" y="1641"/>
                  </a:lnTo>
                  <a:lnTo>
                    <a:pt x="819247" y="1514"/>
                  </a:lnTo>
                  <a:lnTo>
                    <a:pt x="828664" y="1388"/>
                  </a:lnTo>
                  <a:lnTo>
                    <a:pt x="838081" y="1262"/>
                  </a:lnTo>
                  <a:lnTo>
                    <a:pt x="847497" y="1136"/>
                  </a:lnTo>
                  <a:lnTo>
                    <a:pt x="856914" y="1009"/>
                  </a:lnTo>
                  <a:lnTo>
                    <a:pt x="866330" y="883"/>
                  </a:lnTo>
                  <a:lnTo>
                    <a:pt x="875747" y="757"/>
                  </a:lnTo>
                  <a:lnTo>
                    <a:pt x="885164" y="631"/>
                  </a:lnTo>
                  <a:lnTo>
                    <a:pt x="894580" y="504"/>
                  </a:lnTo>
                  <a:lnTo>
                    <a:pt x="903997" y="378"/>
                  </a:lnTo>
                  <a:lnTo>
                    <a:pt x="913414" y="252"/>
                  </a:lnTo>
                  <a:lnTo>
                    <a:pt x="922830" y="126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77" name="tx2877"/>
            <p:cNvSpPr/>
            <p:nvPr/>
          </p:nvSpPr>
          <p:spPr>
            <a:xfrm>
              <a:off x="10985242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0.019 Z/year</a:t>
              </a:r>
            </a:p>
          </p:txBody>
        </p:sp>
        <p:sp>
          <p:nvSpPr>
            <p:cNvPr id="2878" name="rc2878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tx2879"/>
            <p:cNvSpPr/>
            <p:nvPr/>
          </p:nvSpPr>
          <p:spPr>
            <a:xfrm>
              <a:off x="10895953" y="652935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80" name="tx2880"/>
            <p:cNvSpPr/>
            <p:nvPr/>
          </p:nvSpPr>
          <p:spPr>
            <a:xfrm>
              <a:off x="10895953" y="630073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881" name="tx2881"/>
            <p:cNvSpPr/>
            <p:nvPr/>
          </p:nvSpPr>
          <p:spPr>
            <a:xfrm>
              <a:off x="10833797" y="606927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82" name="tx2882"/>
            <p:cNvSpPr/>
            <p:nvPr/>
          </p:nvSpPr>
          <p:spPr>
            <a:xfrm>
              <a:off x="10833797" y="583923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83" name="tx2883"/>
            <p:cNvSpPr/>
            <p:nvPr/>
          </p:nvSpPr>
          <p:spPr>
            <a:xfrm>
              <a:off x="10833797" y="56091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84" name="tx2884"/>
            <p:cNvSpPr/>
            <p:nvPr/>
          </p:nvSpPr>
          <p:spPr>
            <a:xfrm>
              <a:off x="10833797" y="537915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885" name="pl2885"/>
            <p:cNvSpPr/>
            <p:nvPr/>
          </p:nvSpPr>
          <p:spPr>
            <a:xfrm>
              <a:off x="10985944" y="65710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10985944" y="63410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10985944" y="61109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10985944" y="58809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10985944" y="56508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10985944" y="54208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11067351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11397967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l2893"/>
            <p:cNvSpPr/>
            <p:nvPr/>
          </p:nvSpPr>
          <p:spPr>
            <a:xfrm>
              <a:off x="1172858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tx2894"/>
            <p:cNvSpPr/>
            <p:nvPr/>
          </p:nvSpPr>
          <p:spPr>
            <a:xfrm>
              <a:off x="11036273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95" name="tx2895"/>
            <p:cNvSpPr/>
            <p:nvPr/>
          </p:nvSpPr>
          <p:spPr>
            <a:xfrm>
              <a:off x="11366889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896" name="tx2896"/>
            <p:cNvSpPr/>
            <p:nvPr/>
          </p:nvSpPr>
          <p:spPr>
            <a:xfrm>
              <a:off x="11666428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97" name="tx2897"/>
            <p:cNvSpPr/>
            <p:nvPr/>
          </p:nvSpPr>
          <p:spPr>
            <a:xfrm>
              <a:off x="10912294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2898" name="tx2898"/>
            <p:cNvSpPr/>
            <p:nvPr/>
          </p:nvSpPr>
          <p:spPr>
            <a:xfrm rot="-5400000">
              <a:off x="10152384" y="60277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(Z)</a:t>
              </a:r>
            </a:p>
          </p:txBody>
        </p:sp>
        <p:sp>
          <p:nvSpPr>
            <p:cNvPr id="2899" name="rc2899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rc2900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11020738" y="845523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11020738" y="818502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11020738" y="791482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11020738" y="7644619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11020738" y="737441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1123265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l2907"/>
            <p:cNvSpPr/>
            <p:nvPr/>
          </p:nvSpPr>
          <p:spPr>
            <a:xfrm>
              <a:off x="115632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l2908"/>
            <p:cNvSpPr/>
            <p:nvPr/>
          </p:nvSpPr>
          <p:spPr>
            <a:xfrm>
              <a:off x="1189389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l2909"/>
            <p:cNvSpPr/>
            <p:nvPr/>
          </p:nvSpPr>
          <p:spPr>
            <a:xfrm>
              <a:off x="11020738" y="859033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l2910"/>
            <p:cNvSpPr/>
            <p:nvPr/>
          </p:nvSpPr>
          <p:spPr>
            <a:xfrm>
              <a:off x="11020738" y="832012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l2911"/>
            <p:cNvSpPr/>
            <p:nvPr/>
          </p:nvSpPr>
          <p:spPr>
            <a:xfrm>
              <a:off x="11020738" y="804992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l2912"/>
            <p:cNvSpPr/>
            <p:nvPr/>
          </p:nvSpPr>
          <p:spPr>
            <a:xfrm>
              <a:off x="11020738" y="777972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l2913"/>
            <p:cNvSpPr/>
            <p:nvPr/>
          </p:nvSpPr>
          <p:spPr>
            <a:xfrm>
              <a:off x="11020738" y="750951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l2914"/>
            <p:cNvSpPr/>
            <p:nvPr/>
          </p:nvSpPr>
          <p:spPr>
            <a:xfrm>
              <a:off x="1106735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l2915"/>
            <p:cNvSpPr/>
            <p:nvPr/>
          </p:nvSpPr>
          <p:spPr>
            <a:xfrm>
              <a:off x="1139796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l2916"/>
            <p:cNvSpPr/>
            <p:nvPr/>
          </p:nvSpPr>
          <p:spPr>
            <a:xfrm>
              <a:off x="1172858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11042525" y="816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11118515" y="8163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11176583" y="8153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11042525" y="835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11042525" y="8147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11042525" y="7910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11121148" y="7842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11278442" y="7980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11042525" y="8325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11261851" y="8375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11443250" y="8108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11592163" y="8066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11042525" y="8057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11042525" y="8347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11042525" y="8313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11042525" y="7846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11042525" y="7803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11042525" y="8394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11182137" y="8380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11245362" y="8371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11042525" y="736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11105931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11118560" y="7969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11189937" y="8068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11115988" y="7938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11042525" y="8143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11128728" y="7993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11264445" y="7971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11413998" y="8140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11491438" y="8202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11042525" y="8015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11042525" y="819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11042525" y="7799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11042525" y="8138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11113429" y="8274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11042525" y="7759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11042525" y="8275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11108467" y="8049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11175850" y="8144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11042525" y="7543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11112578" y="7551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11179558" y="8309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11042525" y="8007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11121510" y="8035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11042525" y="8112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11125611" y="8235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11186728" y="8208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11042525" y="8178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11104074" y="7878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11187227" y="792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11248096" y="7986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11042525" y="8171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11109589" y="8147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11042525" y="8309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11118612" y="823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11042525" y="8316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11179153" y="8232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11042525" y="8328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11042525" y="8009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11176671" y="7816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11042525" y="8382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11109735" y="848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11042525" y="8293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11113539" y="8380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11042525" y="8293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11108689" y="8268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11176764" y="8289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11374447" y="821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11437815" y="8262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11499953" y="8230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11570967" y="8286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11636772" y="8183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11709011" y="8156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11042525" y="8082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11169336" y="8109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11306112" y="8169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11373322" y="8176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11439264" y="8305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11042525" y="8006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11108648" y="8197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11242706" y="8361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11042525" y="8336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11124952" y="8314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11241438" y="8206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11042525" y="8375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11167163" y="8312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11042525" y="7671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11111547" y="7899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11176140" y="7935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11042525" y="803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11042525" y="8377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11042525" y="8296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11114626" y="8149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11182871" y="8274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11250134" y="825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11317163" y="8284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11042525" y="8091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11042525" y="8179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11169211" y="8248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11241438" y="8199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11042525" y="8298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11105931" y="8092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11171510" y="8166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11042525" y="8350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11042525" y="8295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11119922" y="8250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11118497" y="8345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11122778" y="8264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11042525" y="7655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11042525" y="8399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11176773" y="8427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11314967" y="8337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11451411" y="8135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11042525" y="8410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11111003" y="8234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11178463" y="8194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11244337" y="8181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11330569" y="8186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11042525" y="7979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11274771" y="8042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11042525" y="780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11109673" y="7831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11187149" y="8217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11042525" y="8108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11256655" y="8169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11327670" y="8186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11373244" y="8253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11042525" y="8338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11042525" y="8004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11266884" y="7737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11380653" y="7799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11512537" y="7634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11042525" y="8010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11121929" y="8068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11175315" y="8079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11042525" y="7938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11111184" y="7960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11192163" y="7926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11249771" y="8291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11395424" y="8197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11042525" y="8195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11119757" y="836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11181836" y="8381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11042525" y="835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11109373" y="8403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11177774" y="8463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11234735" y="8441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11308648" y="8441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11042525" y="8347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11113720" y="8337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11179520" y="8295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11042525" y="8303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11112254" y="8255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11184537" y="8387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11255528" y="8417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11042525" y="7858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11142553" y="8255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11187452" y="8260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11042525" y="7673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11181854" y="7630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11247779" y="7705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11410395" y="7922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11042525" y="8274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11119872" y="8289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11042525" y="7779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11118310" y="8025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11042525" y="8278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11042525" y="8107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11445035" y="8346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11109877" y="7734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11176221" y="7751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11412490" y="7973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11042525" y="8133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11042525" y="8213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11042525" y="8196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11231293" y="8244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11312453" y="8255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11373322" y="8264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11251402" y="8296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11465895" y="8110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11042525" y="8162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11118569" y="8238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11114626" y="7781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11182979" y="801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11042525" y="8395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11190978" y="8282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11388804" y="8143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11517971" y="8076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11042525" y="8222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11175858" y="8106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11042525" y="8395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11335641" y="8248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11042525" y="8366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11042525" y="8331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11176402" y="8316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11042525" y="8385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11042525" y="8173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11125677" y="8280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11248237" y="8036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11199771" y="7614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11307380" y="7829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11180759" y="814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11242706" y="8129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11042525" y="8370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11313721" y="8229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11454482" y="8197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11599772" y="8094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11042525" y="828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11192163" y="8253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11114960" y="8204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11183286" y="8234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11184554" y="8049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11042525" y="7591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11042525" y="8385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11108467" y="775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11176851" y="797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11245424" y="7973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11321329" y="8304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11115532" y="8397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11174409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11253576" y="8372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11317344" y="8321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11506125" y="8102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11633105" y="8032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11714250" y="8149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11111003" y="7800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11197092" y="7828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11263177" y="789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11331474" y="7819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11110460" y="8251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11245242" y="8231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11308467" y="8264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11042525" y="7793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11042525" y="7989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11110947" y="8021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11110773" y="7993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11042525" y="8054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11111135" y="8051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11042525" y="8231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11109916" y="8236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11185812" y="8195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11042525" y="8189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11122031" y="8258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11042525" y="7965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11111365" y="8073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11178576" y="8099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11042525" y="8392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11042525" y="8159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11102628" y="8166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11185236" y="8082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11529119" y="8331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11198503" y="8105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11318793" y="8174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11387271" y="8139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11042525" y="8324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11042525" y="8392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11200909" y="8415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11042525" y="8312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11042525" y="8202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11117344" y="8146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11042525" y="8018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11184286" y="7952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11309728" y="7916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11384649" y="7992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11042525" y="8170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11112146" y="8127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11121141" y="8360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11042525" y="8342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11117010" y="8233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11042525" y="831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11117244" y="833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11042525" y="800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11122416" y="7937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11042525" y="8175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11042525" y="813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11120911" y="8130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11195967" y="8248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11324047" y="8255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11042525" y="810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11042525" y="8373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11176071" y="8215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11042525" y="8274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11109561" y="8298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11175503" y="8191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11042525" y="8394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11042525" y="7941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11109321" y="7915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11042525" y="8131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11042525" y="8354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11167986" y="8300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11042525" y="8039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11175985" y="8002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11243068" y="8028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11313721" y="7997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11373685" y="8020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11042525" y="8397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11175629" y="8382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11313702" y="8414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11042525" y="7970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11107199" y="808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11179397" y="8123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11241257" y="8177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11318612" y="8312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11175496" y="8184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11242706" y="8205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11042525" y="817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11121139" y="8202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11203394" y="831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11042525" y="822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11042525" y="8145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11042525" y="8232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11175654" y="8038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11328915" y="7862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11042525" y="8130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11042525" y="8284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11107151" y="8216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11180702" y="8174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11262213" y="8209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11351897" y="8297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11067351" y="8177963"/>
              <a:ext cx="134058" cy="10616"/>
            </a:xfrm>
            <a:custGeom>
              <a:avLst/>
              <a:pathLst>
                <a:path w="134058" h="10616">
                  <a:moveTo>
                    <a:pt x="0" y="7823"/>
                  </a:moveTo>
                  <a:lnTo>
                    <a:pt x="75990" y="10616"/>
                  </a:lnTo>
                  <a:lnTo>
                    <a:pt x="134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11067351" y="7867016"/>
              <a:ext cx="235917" cy="138534"/>
            </a:xfrm>
            <a:custGeom>
              <a:avLst/>
              <a:pathLst>
                <a:path w="235917" h="138534">
                  <a:moveTo>
                    <a:pt x="0" y="68325"/>
                  </a:moveTo>
                  <a:lnTo>
                    <a:pt x="78623" y="0"/>
                  </a:lnTo>
                  <a:lnTo>
                    <a:pt x="235917" y="1385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11286677" y="8091537"/>
              <a:ext cx="330311" cy="309057"/>
            </a:xfrm>
            <a:custGeom>
              <a:avLst/>
              <a:pathLst>
                <a:path w="330311" h="309057">
                  <a:moveTo>
                    <a:pt x="0" y="309057"/>
                  </a:moveTo>
                  <a:lnTo>
                    <a:pt x="181398" y="41709"/>
                  </a:lnTo>
                  <a:lnTo>
                    <a:pt x="330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11067351" y="8396024"/>
              <a:ext cx="202836" cy="23445"/>
            </a:xfrm>
            <a:custGeom>
              <a:avLst/>
              <a:pathLst>
                <a:path w="202836" h="23445">
                  <a:moveTo>
                    <a:pt x="0" y="23445"/>
                  </a:moveTo>
                  <a:lnTo>
                    <a:pt x="139612" y="9555"/>
                  </a:lnTo>
                  <a:lnTo>
                    <a:pt x="2028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11067351" y="7308803"/>
              <a:ext cx="63405" cy="78346"/>
            </a:xfrm>
            <a:custGeom>
              <a:avLst/>
              <a:pathLst>
                <a:path w="63405" h="78346">
                  <a:moveTo>
                    <a:pt x="0" y="78346"/>
                  </a:moveTo>
                  <a:lnTo>
                    <a:pt x="634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11143386" y="7993830"/>
              <a:ext cx="71376" cy="99902"/>
            </a:xfrm>
            <a:custGeom>
              <a:avLst/>
              <a:pathLst>
                <a:path w="71376" h="99902">
                  <a:moveTo>
                    <a:pt x="0" y="0"/>
                  </a:moveTo>
                  <a:lnTo>
                    <a:pt x="71376" y="999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11067351" y="7996002"/>
              <a:ext cx="448913" cy="231481"/>
            </a:xfrm>
            <a:custGeom>
              <a:avLst/>
              <a:pathLst>
                <a:path w="448913" h="231481">
                  <a:moveTo>
                    <a:pt x="0" y="172491"/>
                  </a:moveTo>
                  <a:lnTo>
                    <a:pt x="86203" y="22266"/>
                  </a:lnTo>
                  <a:lnTo>
                    <a:pt x="221920" y="0"/>
                  </a:lnTo>
                  <a:lnTo>
                    <a:pt x="371473" y="169489"/>
                  </a:lnTo>
                  <a:lnTo>
                    <a:pt x="448913" y="2314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11067351" y="8162850"/>
              <a:ext cx="70904" cy="136254"/>
            </a:xfrm>
            <a:custGeom>
              <a:avLst/>
              <a:pathLst>
                <a:path w="70904" h="136254">
                  <a:moveTo>
                    <a:pt x="0" y="0"/>
                  </a:moveTo>
                  <a:lnTo>
                    <a:pt x="70904" y="1362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11133293" y="8074809"/>
              <a:ext cx="67383" cy="94345"/>
            </a:xfrm>
            <a:custGeom>
              <a:avLst/>
              <a:pathLst>
                <a:path w="67383" h="94345">
                  <a:moveTo>
                    <a:pt x="0" y="0"/>
                  </a:moveTo>
                  <a:lnTo>
                    <a:pt x="67383" y="943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11067351" y="7568470"/>
              <a:ext cx="70052" cy="8184"/>
            </a:xfrm>
            <a:custGeom>
              <a:avLst/>
              <a:pathLst>
                <a:path w="70052" h="8184">
                  <a:moveTo>
                    <a:pt x="0" y="0"/>
                  </a:moveTo>
                  <a:lnTo>
                    <a:pt x="70052" y="81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11067351" y="8032380"/>
              <a:ext cx="78985" cy="27718"/>
            </a:xfrm>
            <a:custGeom>
              <a:avLst/>
              <a:pathLst>
                <a:path w="78985" h="27718">
                  <a:moveTo>
                    <a:pt x="0" y="0"/>
                  </a:moveTo>
                  <a:lnTo>
                    <a:pt x="78985" y="277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11067351" y="8137450"/>
              <a:ext cx="144203" cy="122398"/>
            </a:xfrm>
            <a:custGeom>
              <a:avLst/>
              <a:pathLst>
                <a:path w="144203" h="122398">
                  <a:moveTo>
                    <a:pt x="0" y="0"/>
                  </a:moveTo>
                  <a:lnTo>
                    <a:pt x="83085" y="122398"/>
                  </a:lnTo>
                  <a:lnTo>
                    <a:pt x="144203" y="962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11067351" y="7903589"/>
              <a:ext cx="205571" cy="299824"/>
            </a:xfrm>
            <a:custGeom>
              <a:avLst/>
              <a:pathLst>
                <a:path w="205571" h="299824">
                  <a:moveTo>
                    <a:pt x="0" y="299824"/>
                  </a:moveTo>
                  <a:lnTo>
                    <a:pt x="61549" y="0"/>
                  </a:lnTo>
                  <a:lnTo>
                    <a:pt x="144701" y="49003"/>
                  </a:lnTo>
                  <a:lnTo>
                    <a:pt x="205571" y="1076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11067351" y="8172052"/>
              <a:ext cx="67064" cy="23882"/>
            </a:xfrm>
            <a:custGeom>
              <a:avLst/>
              <a:pathLst>
                <a:path w="67064" h="23882">
                  <a:moveTo>
                    <a:pt x="0" y="23882"/>
                  </a:moveTo>
                  <a:lnTo>
                    <a:pt x="670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11067351" y="8259635"/>
              <a:ext cx="76087" cy="74649"/>
            </a:xfrm>
            <a:custGeom>
              <a:avLst/>
              <a:pathLst>
                <a:path w="76087" h="74649">
                  <a:moveTo>
                    <a:pt x="0" y="74649"/>
                  </a:moveTo>
                  <a:lnTo>
                    <a:pt x="76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11067351" y="8257548"/>
              <a:ext cx="136628" cy="83969"/>
            </a:xfrm>
            <a:custGeom>
              <a:avLst/>
              <a:pathLst>
                <a:path w="136628" h="83969">
                  <a:moveTo>
                    <a:pt x="0" y="83969"/>
                  </a:moveTo>
                  <a:lnTo>
                    <a:pt x="1366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11067351" y="8407631"/>
              <a:ext cx="67210" cy="101493"/>
            </a:xfrm>
            <a:custGeom>
              <a:avLst/>
              <a:pathLst>
                <a:path w="67210" h="101493">
                  <a:moveTo>
                    <a:pt x="0" y="0"/>
                  </a:moveTo>
                  <a:lnTo>
                    <a:pt x="67210" y="1014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11067351" y="8318754"/>
              <a:ext cx="71014" cy="86889"/>
            </a:xfrm>
            <a:custGeom>
              <a:avLst/>
              <a:pathLst>
                <a:path w="71014" h="86889">
                  <a:moveTo>
                    <a:pt x="0" y="0"/>
                  </a:moveTo>
                  <a:lnTo>
                    <a:pt x="71014" y="868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11067351" y="8181452"/>
              <a:ext cx="666486" cy="136999"/>
            </a:xfrm>
            <a:custGeom>
              <a:avLst/>
              <a:pathLst>
                <a:path w="666486" h="136999">
                  <a:moveTo>
                    <a:pt x="0" y="136999"/>
                  </a:moveTo>
                  <a:lnTo>
                    <a:pt x="66164" y="111849"/>
                  </a:lnTo>
                  <a:lnTo>
                    <a:pt x="134239" y="132867"/>
                  </a:lnTo>
                  <a:lnTo>
                    <a:pt x="331922" y="61327"/>
                  </a:lnTo>
                  <a:lnTo>
                    <a:pt x="395290" y="106014"/>
                  </a:lnTo>
                  <a:lnTo>
                    <a:pt x="457428" y="74336"/>
                  </a:lnTo>
                  <a:lnTo>
                    <a:pt x="528442" y="130122"/>
                  </a:lnTo>
                  <a:lnTo>
                    <a:pt x="594247" y="27306"/>
                  </a:lnTo>
                  <a:lnTo>
                    <a:pt x="6664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11067351" y="8107656"/>
              <a:ext cx="396739" cy="223075"/>
            </a:xfrm>
            <a:custGeom>
              <a:avLst/>
              <a:pathLst>
                <a:path w="396739" h="223075">
                  <a:moveTo>
                    <a:pt x="0" y="0"/>
                  </a:moveTo>
                  <a:lnTo>
                    <a:pt x="126811" y="26867"/>
                  </a:lnTo>
                  <a:lnTo>
                    <a:pt x="263587" y="86366"/>
                  </a:lnTo>
                  <a:lnTo>
                    <a:pt x="330797" y="93946"/>
                  </a:lnTo>
                  <a:lnTo>
                    <a:pt x="396739" y="2230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11067351" y="8339061"/>
              <a:ext cx="82427" cy="22689"/>
            </a:xfrm>
            <a:custGeom>
              <a:avLst/>
              <a:pathLst>
                <a:path w="82427" h="22689">
                  <a:moveTo>
                    <a:pt x="0" y="22689"/>
                  </a:moveTo>
                  <a:lnTo>
                    <a:pt x="824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11067351" y="8337504"/>
              <a:ext cx="124637" cy="62866"/>
            </a:xfrm>
            <a:custGeom>
              <a:avLst/>
              <a:pathLst>
                <a:path w="124637" h="62866">
                  <a:moveTo>
                    <a:pt x="0" y="62866"/>
                  </a:moveTo>
                  <a:lnTo>
                    <a:pt x="124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11067351" y="7696658"/>
              <a:ext cx="133615" cy="263457"/>
            </a:xfrm>
            <a:custGeom>
              <a:avLst/>
              <a:pathLst>
                <a:path w="133615" h="263457">
                  <a:moveTo>
                    <a:pt x="0" y="0"/>
                  </a:moveTo>
                  <a:lnTo>
                    <a:pt x="69021" y="227537"/>
                  </a:lnTo>
                  <a:lnTo>
                    <a:pt x="133615" y="2634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11067351" y="8174515"/>
              <a:ext cx="274637" cy="146385"/>
            </a:xfrm>
            <a:custGeom>
              <a:avLst/>
              <a:pathLst>
                <a:path w="274637" h="146385">
                  <a:moveTo>
                    <a:pt x="0" y="146385"/>
                  </a:moveTo>
                  <a:lnTo>
                    <a:pt x="72101" y="0"/>
                  </a:lnTo>
                  <a:lnTo>
                    <a:pt x="140346" y="124978"/>
                  </a:lnTo>
                  <a:lnTo>
                    <a:pt x="207608" y="104744"/>
                  </a:lnTo>
                  <a:lnTo>
                    <a:pt x="274637" y="1343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11067351" y="8204300"/>
              <a:ext cx="198913" cy="69174"/>
            </a:xfrm>
            <a:custGeom>
              <a:avLst/>
              <a:pathLst>
                <a:path w="198913" h="69174">
                  <a:moveTo>
                    <a:pt x="0" y="0"/>
                  </a:moveTo>
                  <a:lnTo>
                    <a:pt x="126686" y="69174"/>
                  </a:lnTo>
                  <a:lnTo>
                    <a:pt x="198913" y="202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11130757" y="8116908"/>
              <a:ext cx="65579" cy="74089"/>
            </a:xfrm>
            <a:custGeom>
              <a:avLst/>
              <a:pathLst>
                <a:path w="65579" h="74089">
                  <a:moveTo>
                    <a:pt x="0" y="0"/>
                  </a:moveTo>
                  <a:lnTo>
                    <a:pt x="65579" y="740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11067351" y="8275014"/>
              <a:ext cx="77397" cy="45303"/>
            </a:xfrm>
            <a:custGeom>
              <a:avLst/>
              <a:pathLst>
                <a:path w="77397" h="45303">
                  <a:moveTo>
                    <a:pt x="0" y="45303"/>
                  </a:moveTo>
                  <a:lnTo>
                    <a:pt x="773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11067351" y="8160591"/>
              <a:ext cx="408886" cy="291860"/>
            </a:xfrm>
            <a:custGeom>
              <a:avLst/>
              <a:pathLst>
                <a:path w="408886" h="291860">
                  <a:moveTo>
                    <a:pt x="0" y="263712"/>
                  </a:moveTo>
                  <a:lnTo>
                    <a:pt x="134248" y="291860"/>
                  </a:lnTo>
                  <a:lnTo>
                    <a:pt x="272442" y="202150"/>
                  </a:lnTo>
                  <a:lnTo>
                    <a:pt x="4088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11067351" y="8206471"/>
              <a:ext cx="288043" cy="228437"/>
            </a:xfrm>
            <a:custGeom>
              <a:avLst/>
              <a:pathLst>
                <a:path w="288043" h="228437">
                  <a:moveTo>
                    <a:pt x="0" y="228437"/>
                  </a:moveTo>
                  <a:lnTo>
                    <a:pt x="68478" y="52866"/>
                  </a:lnTo>
                  <a:lnTo>
                    <a:pt x="135938" y="12626"/>
                  </a:lnTo>
                  <a:lnTo>
                    <a:pt x="201811" y="0"/>
                  </a:lnTo>
                  <a:lnTo>
                    <a:pt x="288043" y="47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11067351" y="8003931"/>
              <a:ext cx="232246" cy="63246"/>
            </a:xfrm>
            <a:custGeom>
              <a:avLst/>
              <a:pathLst>
                <a:path w="232246" h="63246">
                  <a:moveTo>
                    <a:pt x="0" y="0"/>
                  </a:moveTo>
                  <a:lnTo>
                    <a:pt x="232246" y="632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11067351" y="7829410"/>
              <a:ext cx="67148" cy="26568"/>
            </a:xfrm>
            <a:custGeom>
              <a:avLst/>
              <a:pathLst>
                <a:path w="67148" h="26568">
                  <a:moveTo>
                    <a:pt x="0" y="0"/>
                  </a:moveTo>
                  <a:lnTo>
                    <a:pt x="67148" y="265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11067351" y="8132979"/>
              <a:ext cx="330718" cy="144999"/>
            </a:xfrm>
            <a:custGeom>
              <a:avLst/>
              <a:pathLst>
                <a:path w="330718" h="144999">
                  <a:moveTo>
                    <a:pt x="0" y="0"/>
                  </a:moveTo>
                  <a:lnTo>
                    <a:pt x="214130" y="61747"/>
                  </a:lnTo>
                  <a:lnTo>
                    <a:pt x="285145" y="78748"/>
                  </a:lnTo>
                  <a:lnTo>
                    <a:pt x="330718" y="1449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11067351" y="7658869"/>
              <a:ext cx="470012" cy="370952"/>
            </a:xfrm>
            <a:custGeom>
              <a:avLst/>
              <a:pathLst>
                <a:path w="470012" h="370952">
                  <a:moveTo>
                    <a:pt x="0" y="370952"/>
                  </a:moveTo>
                  <a:lnTo>
                    <a:pt x="224359" y="103488"/>
                  </a:lnTo>
                  <a:lnTo>
                    <a:pt x="338128" y="165614"/>
                  </a:lnTo>
                  <a:lnTo>
                    <a:pt x="470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11067351" y="8035143"/>
              <a:ext cx="132790" cy="68924"/>
            </a:xfrm>
            <a:custGeom>
              <a:avLst/>
              <a:pathLst>
                <a:path w="132790" h="68924">
                  <a:moveTo>
                    <a:pt x="0" y="0"/>
                  </a:moveTo>
                  <a:lnTo>
                    <a:pt x="79403" y="57802"/>
                  </a:lnTo>
                  <a:lnTo>
                    <a:pt x="132790" y="689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11067351" y="7951266"/>
              <a:ext cx="149637" cy="34228"/>
            </a:xfrm>
            <a:custGeom>
              <a:avLst/>
              <a:pathLst>
                <a:path w="149637" h="34228">
                  <a:moveTo>
                    <a:pt x="0" y="12483"/>
                  </a:moveTo>
                  <a:lnTo>
                    <a:pt x="68659" y="34228"/>
                  </a:ln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11274597" y="8222796"/>
              <a:ext cx="145652" cy="93715"/>
            </a:xfrm>
            <a:custGeom>
              <a:avLst/>
              <a:pathLst>
                <a:path w="145652" h="93715">
                  <a:moveTo>
                    <a:pt x="0" y="93715"/>
                  </a:moveTo>
                  <a:lnTo>
                    <a:pt x="1456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11144583" y="8394654"/>
              <a:ext cx="62079" cy="11172"/>
            </a:xfrm>
            <a:custGeom>
              <a:avLst/>
              <a:pathLst>
                <a:path w="62079" h="11172">
                  <a:moveTo>
                    <a:pt x="0" y="0"/>
                  </a:moveTo>
                  <a:lnTo>
                    <a:pt x="62079" y="111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11067351" y="8380918"/>
              <a:ext cx="266123" cy="106947"/>
            </a:xfrm>
            <a:custGeom>
              <a:avLst/>
              <a:pathLst>
                <a:path w="266123" h="106947">
                  <a:moveTo>
                    <a:pt x="0" y="0"/>
                  </a:moveTo>
                  <a:lnTo>
                    <a:pt x="66847" y="47794"/>
                  </a:lnTo>
                  <a:lnTo>
                    <a:pt x="135249" y="106947"/>
                  </a:lnTo>
                  <a:lnTo>
                    <a:pt x="192210" y="85773"/>
                  </a:lnTo>
                  <a:lnTo>
                    <a:pt x="266123" y="854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11067351" y="8320512"/>
              <a:ext cx="136994" cy="51548"/>
            </a:xfrm>
            <a:custGeom>
              <a:avLst/>
              <a:pathLst>
                <a:path w="136994" h="51548">
                  <a:moveTo>
                    <a:pt x="0" y="51548"/>
                  </a:moveTo>
                  <a:lnTo>
                    <a:pt x="71195" y="41469"/>
                  </a:lnTo>
                  <a:lnTo>
                    <a:pt x="1369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11067351" y="8280330"/>
              <a:ext cx="213003" cy="162277"/>
            </a:xfrm>
            <a:custGeom>
              <a:avLst/>
              <a:pathLst>
                <a:path w="213003" h="162277">
                  <a:moveTo>
                    <a:pt x="0" y="48258"/>
                  </a:moveTo>
                  <a:lnTo>
                    <a:pt x="69729" y="0"/>
                  </a:lnTo>
                  <a:lnTo>
                    <a:pt x="142012" y="132284"/>
                  </a:lnTo>
                  <a:lnTo>
                    <a:pt x="213003" y="1622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11167379" y="8280207"/>
              <a:ext cx="44899" cy="5593"/>
            </a:xfrm>
            <a:custGeom>
              <a:avLst/>
              <a:pathLst>
                <a:path w="44899" h="5593">
                  <a:moveTo>
                    <a:pt x="0" y="0"/>
                  </a:moveTo>
                  <a:lnTo>
                    <a:pt x="44899" y="55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11067351" y="7655561"/>
              <a:ext cx="367870" cy="291326"/>
            </a:xfrm>
            <a:custGeom>
              <a:avLst/>
              <a:pathLst>
                <a:path w="367870" h="291326">
                  <a:moveTo>
                    <a:pt x="0" y="42627"/>
                  </a:moveTo>
                  <a:lnTo>
                    <a:pt x="139329" y="0"/>
                  </a:lnTo>
                  <a:lnTo>
                    <a:pt x="205253" y="75174"/>
                  </a:lnTo>
                  <a:lnTo>
                    <a:pt x="367870" y="2913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11067351" y="8299777"/>
              <a:ext cx="77347" cy="14834"/>
            </a:xfrm>
            <a:custGeom>
              <a:avLst/>
              <a:pathLst>
                <a:path w="77347" h="14834">
                  <a:moveTo>
                    <a:pt x="0" y="0"/>
                  </a:moveTo>
                  <a:lnTo>
                    <a:pt x="77347" y="148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11067351" y="7804279"/>
              <a:ext cx="75785" cy="246246"/>
            </a:xfrm>
            <a:custGeom>
              <a:avLst/>
              <a:pathLst>
                <a:path w="75785" h="246246">
                  <a:moveTo>
                    <a:pt x="0" y="0"/>
                  </a:moveTo>
                  <a:lnTo>
                    <a:pt x="75785" y="2462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11134703" y="7759616"/>
              <a:ext cx="302613" cy="238809"/>
            </a:xfrm>
            <a:custGeom>
              <a:avLst/>
              <a:pathLst>
                <a:path w="302613" h="238809">
                  <a:moveTo>
                    <a:pt x="0" y="0"/>
                  </a:moveTo>
                  <a:lnTo>
                    <a:pt x="66343" y="16295"/>
                  </a:lnTo>
                  <a:lnTo>
                    <a:pt x="302613" y="2388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11256119" y="8269701"/>
              <a:ext cx="142029" cy="19834"/>
            </a:xfrm>
            <a:custGeom>
              <a:avLst/>
              <a:pathLst>
                <a:path w="142029" h="19834">
                  <a:moveTo>
                    <a:pt x="0" y="0"/>
                  </a:moveTo>
                  <a:lnTo>
                    <a:pt x="81159" y="11067"/>
                  </a:lnTo>
                  <a:lnTo>
                    <a:pt x="142029" y="198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11276228" y="8135747"/>
              <a:ext cx="214492" cy="185560"/>
            </a:xfrm>
            <a:custGeom>
              <a:avLst/>
              <a:pathLst>
                <a:path w="214492" h="185560">
                  <a:moveTo>
                    <a:pt x="0" y="185560"/>
                  </a:moveTo>
                  <a:lnTo>
                    <a:pt x="2144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11067351" y="8186847"/>
              <a:ext cx="76043" cy="76789"/>
            </a:xfrm>
            <a:custGeom>
              <a:avLst/>
              <a:pathLst>
                <a:path w="76043" h="76789">
                  <a:moveTo>
                    <a:pt x="0" y="0"/>
                  </a:moveTo>
                  <a:lnTo>
                    <a:pt x="76043" y="767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11139452" y="7806591"/>
              <a:ext cx="68352" cy="237216"/>
            </a:xfrm>
            <a:custGeom>
              <a:avLst/>
              <a:pathLst>
                <a:path w="68352" h="237216">
                  <a:moveTo>
                    <a:pt x="0" y="0"/>
                  </a:moveTo>
                  <a:lnTo>
                    <a:pt x="68352" y="237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11215804" y="8100929"/>
              <a:ext cx="326993" cy="206113"/>
            </a:xfrm>
            <a:custGeom>
              <a:avLst/>
              <a:pathLst>
                <a:path w="326993" h="206113">
                  <a:moveTo>
                    <a:pt x="0" y="206113"/>
                  </a:moveTo>
                  <a:lnTo>
                    <a:pt x="197826" y="67024"/>
                  </a:lnTo>
                  <a:lnTo>
                    <a:pt x="3269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11067351" y="8131340"/>
              <a:ext cx="133333" cy="115623"/>
            </a:xfrm>
            <a:custGeom>
              <a:avLst/>
              <a:pathLst>
                <a:path w="133333" h="115623">
                  <a:moveTo>
                    <a:pt x="0" y="115623"/>
                  </a:moveTo>
                  <a:lnTo>
                    <a:pt x="1333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11067351" y="8272884"/>
              <a:ext cx="293116" cy="147675"/>
            </a:xfrm>
            <a:custGeom>
              <a:avLst/>
              <a:pathLst>
                <a:path w="293116" h="147675">
                  <a:moveTo>
                    <a:pt x="0" y="147675"/>
                  </a:moveTo>
                  <a:lnTo>
                    <a:pt x="29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11067351" y="8341361"/>
              <a:ext cx="133876" cy="14548"/>
            </a:xfrm>
            <a:custGeom>
              <a:avLst/>
              <a:pathLst>
                <a:path w="133876" h="14548">
                  <a:moveTo>
                    <a:pt x="0" y="14548"/>
                  </a:moveTo>
                  <a:lnTo>
                    <a:pt x="1338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11067351" y="8198432"/>
              <a:ext cx="83152" cy="107296"/>
            </a:xfrm>
            <a:custGeom>
              <a:avLst/>
              <a:pathLst>
                <a:path w="83152" h="107296">
                  <a:moveTo>
                    <a:pt x="0" y="0"/>
                  </a:moveTo>
                  <a:lnTo>
                    <a:pt x="83152" y="1072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11224597" y="7639071"/>
              <a:ext cx="107608" cy="215627"/>
            </a:xfrm>
            <a:custGeom>
              <a:avLst/>
              <a:pathLst>
                <a:path w="107608" h="215627">
                  <a:moveTo>
                    <a:pt x="0" y="0"/>
                  </a:moveTo>
                  <a:lnTo>
                    <a:pt x="107608" y="2156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11205585" y="8154498"/>
              <a:ext cx="61946" cy="15853"/>
            </a:xfrm>
            <a:custGeom>
              <a:avLst/>
              <a:pathLst>
                <a:path w="61946" h="15853">
                  <a:moveTo>
                    <a:pt x="0" y="15853"/>
                  </a:moveTo>
                  <a:lnTo>
                    <a:pt x="619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11067351" y="8119183"/>
              <a:ext cx="557247" cy="275742"/>
            </a:xfrm>
            <a:custGeom>
              <a:avLst/>
              <a:pathLst>
                <a:path w="557247" h="275742">
                  <a:moveTo>
                    <a:pt x="0" y="275742"/>
                  </a:moveTo>
                  <a:lnTo>
                    <a:pt x="271195" y="135182"/>
                  </a:lnTo>
                  <a:lnTo>
                    <a:pt x="411956" y="103175"/>
                  </a:lnTo>
                  <a:lnTo>
                    <a:pt x="55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11067351" y="8278275"/>
              <a:ext cx="149637" cy="29864"/>
            </a:xfrm>
            <a:custGeom>
              <a:avLst/>
              <a:pathLst>
                <a:path w="149637" h="29864">
                  <a:moveTo>
                    <a:pt x="0" y="29864"/>
                  </a:move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11139786" y="8229591"/>
              <a:ext cx="68325" cy="29744"/>
            </a:xfrm>
            <a:custGeom>
              <a:avLst/>
              <a:pathLst>
                <a:path w="68325" h="29744">
                  <a:moveTo>
                    <a:pt x="0" y="0"/>
                  </a:moveTo>
                  <a:lnTo>
                    <a:pt x="68325" y="297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11133293" y="7782815"/>
              <a:ext cx="212862" cy="546144"/>
            </a:xfrm>
            <a:custGeom>
              <a:avLst/>
              <a:pathLst>
                <a:path w="212862" h="546144">
                  <a:moveTo>
                    <a:pt x="0" y="0"/>
                  </a:moveTo>
                  <a:lnTo>
                    <a:pt x="68384" y="214681"/>
                  </a:lnTo>
                  <a:lnTo>
                    <a:pt x="136956" y="215139"/>
                  </a:lnTo>
                  <a:lnTo>
                    <a:pt x="212862" y="5461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11140358" y="8057205"/>
              <a:ext cx="598718" cy="478254"/>
            </a:xfrm>
            <a:custGeom>
              <a:avLst/>
              <a:pathLst>
                <a:path w="598718" h="478254">
                  <a:moveTo>
                    <a:pt x="0" y="364732"/>
                  </a:moveTo>
                  <a:lnTo>
                    <a:pt x="58876" y="478254"/>
                  </a:lnTo>
                  <a:lnTo>
                    <a:pt x="138043" y="340522"/>
                  </a:lnTo>
                  <a:lnTo>
                    <a:pt x="201811" y="288820"/>
                  </a:lnTo>
                  <a:lnTo>
                    <a:pt x="390592" y="69894"/>
                  </a:lnTo>
                  <a:lnTo>
                    <a:pt x="517573" y="0"/>
                  </a:lnTo>
                  <a:lnTo>
                    <a:pt x="598718" y="1173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11135829" y="7825069"/>
              <a:ext cx="220471" cy="98583"/>
            </a:xfrm>
            <a:custGeom>
              <a:avLst/>
              <a:pathLst>
                <a:path w="220471" h="98583">
                  <a:moveTo>
                    <a:pt x="0" y="0"/>
                  </a:moveTo>
                  <a:lnTo>
                    <a:pt x="86089" y="28523"/>
                  </a:lnTo>
                  <a:lnTo>
                    <a:pt x="152174" y="98583"/>
                  </a:lnTo>
                  <a:lnTo>
                    <a:pt x="220471" y="193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11270068" y="8256706"/>
              <a:ext cx="63224" cy="32499"/>
            </a:xfrm>
            <a:custGeom>
              <a:avLst/>
              <a:pathLst>
                <a:path w="63224" h="32499">
                  <a:moveTo>
                    <a:pt x="0" y="0"/>
                  </a:moveTo>
                  <a:lnTo>
                    <a:pt x="63224" y="324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11067351" y="8014025"/>
              <a:ext cx="68422" cy="32507"/>
            </a:xfrm>
            <a:custGeom>
              <a:avLst/>
              <a:pathLst>
                <a:path w="68422" h="32507">
                  <a:moveTo>
                    <a:pt x="0" y="0"/>
                  </a:moveTo>
                  <a:lnTo>
                    <a:pt x="68422" y="325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11067351" y="8076194"/>
              <a:ext cx="68610" cy="3245"/>
            </a:xfrm>
            <a:custGeom>
              <a:avLst/>
              <a:pathLst>
                <a:path w="68610" h="3245">
                  <a:moveTo>
                    <a:pt x="0" y="3245"/>
                  </a:moveTo>
                  <a:lnTo>
                    <a:pt x="686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11067351" y="8219970"/>
              <a:ext cx="143287" cy="41571"/>
            </a:xfrm>
            <a:custGeom>
              <a:avLst/>
              <a:pathLst>
                <a:path w="143287" h="41571">
                  <a:moveTo>
                    <a:pt x="0" y="36619"/>
                  </a:moveTo>
                  <a:lnTo>
                    <a:pt x="67391" y="41571"/>
                  </a:lnTo>
                  <a:lnTo>
                    <a:pt x="1432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11067351" y="8214125"/>
              <a:ext cx="79506" cy="68954"/>
            </a:xfrm>
            <a:custGeom>
              <a:avLst/>
              <a:pathLst>
                <a:path w="79506" h="68954">
                  <a:moveTo>
                    <a:pt x="0" y="0"/>
                  </a:moveTo>
                  <a:lnTo>
                    <a:pt x="79506" y="689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11067351" y="7990803"/>
              <a:ext cx="136050" cy="133602"/>
            </a:xfrm>
            <a:custGeom>
              <a:avLst/>
              <a:pathLst>
                <a:path w="136050" h="133602">
                  <a:moveTo>
                    <a:pt x="0" y="0"/>
                  </a:moveTo>
                  <a:lnTo>
                    <a:pt x="68840" y="107435"/>
                  </a:lnTo>
                  <a:lnTo>
                    <a:pt x="136050" y="1336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11067351" y="8106847"/>
              <a:ext cx="142711" cy="84290"/>
            </a:xfrm>
            <a:custGeom>
              <a:avLst/>
              <a:pathLst>
                <a:path w="142711" h="84290">
                  <a:moveTo>
                    <a:pt x="0" y="77519"/>
                  </a:moveTo>
                  <a:lnTo>
                    <a:pt x="60102" y="84290"/>
                  </a:lnTo>
                  <a:lnTo>
                    <a:pt x="1427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11223329" y="8130314"/>
              <a:ext cx="188768" cy="68982"/>
            </a:xfrm>
            <a:custGeom>
              <a:avLst/>
              <a:pathLst>
                <a:path w="188768" h="68982">
                  <a:moveTo>
                    <a:pt x="0" y="0"/>
                  </a:moveTo>
                  <a:lnTo>
                    <a:pt x="120289" y="68982"/>
                  </a:lnTo>
                  <a:lnTo>
                    <a:pt x="188768" y="337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11067351" y="8417649"/>
              <a:ext cx="158384" cy="22197"/>
            </a:xfrm>
            <a:custGeom>
              <a:avLst/>
              <a:pathLst>
                <a:path w="158384" h="22197">
                  <a:moveTo>
                    <a:pt x="0" y="0"/>
                  </a:moveTo>
                  <a:lnTo>
                    <a:pt x="158384" y="221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11067351" y="8171145"/>
              <a:ext cx="74818" cy="56041"/>
            </a:xfrm>
            <a:custGeom>
              <a:avLst/>
              <a:pathLst>
                <a:path w="74818" h="56041">
                  <a:moveTo>
                    <a:pt x="0" y="56041"/>
                  </a:moveTo>
                  <a:lnTo>
                    <a:pt x="748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11209112" y="7941151"/>
              <a:ext cx="200362" cy="76489"/>
            </a:xfrm>
            <a:custGeom>
              <a:avLst/>
              <a:pathLst>
                <a:path w="200362" h="76489">
                  <a:moveTo>
                    <a:pt x="0" y="36492"/>
                  </a:moveTo>
                  <a:lnTo>
                    <a:pt x="125441" y="0"/>
                  </a:lnTo>
                  <a:lnTo>
                    <a:pt x="200362" y="764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11067351" y="8152693"/>
              <a:ext cx="69621" cy="42642"/>
            </a:xfrm>
            <a:custGeom>
              <a:avLst/>
              <a:pathLst>
                <a:path w="69621" h="42642">
                  <a:moveTo>
                    <a:pt x="0" y="42642"/>
                  </a:moveTo>
                  <a:lnTo>
                    <a:pt x="696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11067351" y="8258353"/>
              <a:ext cx="74485" cy="108769"/>
            </a:xfrm>
            <a:custGeom>
              <a:avLst/>
              <a:pathLst>
                <a:path w="74485" h="108769">
                  <a:moveTo>
                    <a:pt x="0" y="108769"/>
                  </a:moveTo>
                  <a:lnTo>
                    <a:pt x="744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11067351" y="8337819"/>
              <a:ext cx="74719" cy="18054"/>
            </a:xfrm>
            <a:custGeom>
              <a:avLst/>
              <a:pathLst>
                <a:path w="74719" h="18054">
                  <a:moveTo>
                    <a:pt x="0" y="0"/>
                  </a:moveTo>
                  <a:lnTo>
                    <a:pt x="74719" y="18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11067351" y="7961885"/>
              <a:ext cx="79891" cy="67184"/>
            </a:xfrm>
            <a:custGeom>
              <a:avLst/>
              <a:pathLst>
                <a:path w="79891" h="67184">
                  <a:moveTo>
                    <a:pt x="0" y="67184"/>
                  </a:moveTo>
                  <a:lnTo>
                    <a:pt x="798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11067351" y="8155047"/>
              <a:ext cx="281522" cy="125255"/>
            </a:xfrm>
            <a:custGeom>
              <a:avLst/>
              <a:pathLst>
                <a:path w="281522" h="125255">
                  <a:moveTo>
                    <a:pt x="0" y="8710"/>
                  </a:moveTo>
                  <a:lnTo>
                    <a:pt x="78386" y="0"/>
                  </a:lnTo>
                  <a:lnTo>
                    <a:pt x="153442" y="118242"/>
                  </a:lnTo>
                  <a:lnTo>
                    <a:pt x="281522" y="1252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11067351" y="8216292"/>
              <a:ext cx="132978" cy="106593"/>
            </a:xfrm>
            <a:custGeom>
              <a:avLst/>
              <a:pathLst>
                <a:path w="132978" h="106593">
                  <a:moveTo>
                    <a:pt x="0" y="83293"/>
                  </a:moveTo>
                  <a:lnTo>
                    <a:pt x="67036" y="106593"/>
                  </a:lnTo>
                  <a:lnTo>
                    <a:pt x="132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11067351" y="7939832"/>
              <a:ext cx="66796" cy="26109"/>
            </a:xfrm>
            <a:custGeom>
              <a:avLst/>
              <a:pathLst>
                <a:path w="66796" h="26109">
                  <a:moveTo>
                    <a:pt x="0" y="26109"/>
                  </a:moveTo>
                  <a:lnTo>
                    <a:pt x="667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11067351" y="8325594"/>
              <a:ext cx="125461" cy="53845"/>
            </a:xfrm>
            <a:custGeom>
              <a:avLst/>
              <a:pathLst>
                <a:path w="125461" h="53845">
                  <a:moveTo>
                    <a:pt x="0" y="53845"/>
                  </a:moveTo>
                  <a:lnTo>
                    <a:pt x="1254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11067351" y="8022310"/>
              <a:ext cx="331159" cy="41719"/>
            </a:xfrm>
            <a:custGeom>
              <a:avLst/>
              <a:pathLst>
                <a:path w="331159" h="41719">
                  <a:moveTo>
                    <a:pt x="0" y="41719"/>
                  </a:moveTo>
                  <a:lnTo>
                    <a:pt x="133460" y="4849"/>
                  </a:lnTo>
                  <a:lnTo>
                    <a:pt x="200543" y="31395"/>
                  </a:lnTo>
                  <a:lnTo>
                    <a:pt x="271195" y="0"/>
                  </a:lnTo>
                  <a:lnTo>
                    <a:pt x="331159" y="232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11067351" y="8407671"/>
              <a:ext cx="271177" cy="31668"/>
            </a:xfrm>
            <a:custGeom>
              <a:avLst/>
              <a:pathLst>
                <a:path w="271177" h="31668">
                  <a:moveTo>
                    <a:pt x="0" y="14513"/>
                  </a:moveTo>
                  <a:lnTo>
                    <a:pt x="133104" y="0"/>
                  </a:lnTo>
                  <a:lnTo>
                    <a:pt x="271177" y="316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11067351" y="7994984"/>
              <a:ext cx="276087" cy="342173"/>
            </a:xfrm>
            <a:custGeom>
              <a:avLst/>
              <a:pathLst>
                <a:path w="276087" h="342173">
                  <a:moveTo>
                    <a:pt x="0" y="0"/>
                  </a:moveTo>
                  <a:lnTo>
                    <a:pt x="64673" y="115872"/>
                  </a:lnTo>
                  <a:lnTo>
                    <a:pt x="136872" y="153597"/>
                  </a:lnTo>
                  <a:lnTo>
                    <a:pt x="198732" y="207358"/>
                  </a:lnTo>
                  <a:lnTo>
                    <a:pt x="276087" y="3421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11200322" y="8209744"/>
              <a:ext cx="67210" cy="20258"/>
            </a:xfrm>
            <a:custGeom>
              <a:avLst/>
              <a:pathLst>
                <a:path w="67210" h="20258">
                  <a:moveTo>
                    <a:pt x="0" y="0"/>
                  </a:moveTo>
                  <a:lnTo>
                    <a:pt x="67210" y="202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11067351" y="8204602"/>
              <a:ext cx="160869" cy="139953"/>
            </a:xfrm>
            <a:custGeom>
              <a:avLst/>
              <a:pathLst>
                <a:path w="160869" h="139953">
                  <a:moveTo>
                    <a:pt x="0" y="0"/>
                  </a:moveTo>
                  <a:lnTo>
                    <a:pt x="78613" y="22920"/>
                  </a:lnTo>
                  <a:lnTo>
                    <a:pt x="160869" y="139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11067351" y="7886898"/>
              <a:ext cx="286390" cy="370753"/>
            </a:xfrm>
            <a:custGeom>
              <a:avLst/>
              <a:pathLst>
                <a:path w="286390" h="370753">
                  <a:moveTo>
                    <a:pt x="0" y="370753"/>
                  </a:moveTo>
                  <a:lnTo>
                    <a:pt x="133129" y="176699"/>
                  </a:lnTo>
                  <a:lnTo>
                    <a:pt x="2863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11067351" y="8199446"/>
              <a:ext cx="309372" cy="122828"/>
            </a:xfrm>
            <a:custGeom>
              <a:avLst/>
              <a:pathLst>
                <a:path w="309372" h="122828">
                  <a:moveTo>
                    <a:pt x="0" y="109587"/>
                  </a:moveTo>
                  <a:lnTo>
                    <a:pt x="64625" y="41409"/>
                  </a:lnTo>
                  <a:lnTo>
                    <a:pt x="138176" y="0"/>
                  </a:lnTo>
                  <a:lnTo>
                    <a:pt x="219688" y="35318"/>
                  </a:lnTo>
                  <a:lnTo>
                    <a:pt x="309372" y="1228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11067351" y="8080888"/>
              <a:ext cx="932247" cy="101600"/>
            </a:xfrm>
            <a:custGeom>
              <a:avLst/>
              <a:pathLst>
                <a:path w="932247" h="101600">
                  <a:moveTo>
                    <a:pt x="0" y="101600"/>
                  </a:moveTo>
                  <a:lnTo>
                    <a:pt x="9416" y="100573"/>
                  </a:lnTo>
                  <a:lnTo>
                    <a:pt x="18833" y="99547"/>
                  </a:lnTo>
                  <a:lnTo>
                    <a:pt x="28249" y="98521"/>
                  </a:lnTo>
                  <a:lnTo>
                    <a:pt x="37666" y="97495"/>
                  </a:lnTo>
                  <a:lnTo>
                    <a:pt x="47083" y="96468"/>
                  </a:lnTo>
                  <a:lnTo>
                    <a:pt x="56499" y="95442"/>
                  </a:lnTo>
                  <a:lnTo>
                    <a:pt x="65916" y="94416"/>
                  </a:lnTo>
                  <a:lnTo>
                    <a:pt x="75333" y="93389"/>
                  </a:lnTo>
                  <a:lnTo>
                    <a:pt x="84749" y="92363"/>
                  </a:lnTo>
                  <a:lnTo>
                    <a:pt x="94166" y="91337"/>
                  </a:lnTo>
                  <a:lnTo>
                    <a:pt x="103583" y="90311"/>
                  </a:lnTo>
                  <a:lnTo>
                    <a:pt x="112999" y="89284"/>
                  </a:lnTo>
                  <a:lnTo>
                    <a:pt x="122416" y="88258"/>
                  </a:lnTo>
                  <a:lnTo>
                    <a:pt x="131832" y="87232"/>
                  </a:lnTo>
                  <a:lnTo>
                    <a:pt x="141249" y="86206"/>
                  </a:lnTo>
                  <a:lnTo>
                    <a:pt x="150666" y="85179"/>
                  </a:lnTo>
                  <a:lnTo>
                    <a:pt x="160082" y="84153"/>
                  </a:lnTo>
                  <a:lnTo>
                    <a:pt x="169499" y="83127"/>
                  </a:lnTo>
                  <a:lnTo>
                    <a:pt x="178916" y="82101"/>
                  </a:lnTo>
                  <a:lnTo>
                    <a:pt x="188332" y="81074"/>
                  </a:lnTo>
                  <a:lnTo>
                    <a:pt x="197749" y="80048"/>
                  </a:lnTo>
                  <a:lnTo>
                    <a:pt x="207166" y="79022"/>
                  </a:lnTo>
                  <a:lnTo>
                    <a:pt x="216582" y="77996"/>
                  </a:lnTo>
                  <a:lnTo>
                    <a:pt x="225999" y="76969"/>
                  </a:lnTo>
                  <a:lnTo>
                    <a:pt x="235416" y="75943"/>
                  </a:lnTo>
                  <a:lnTo>
                    <a:pt x="244832" y="74917"/>
                  </a:lnTo>
                  <a:lnTo>
                    <a:pt x="254249" y="73890"/>
                  </a:lnTo>
                  <a:lnTo>
                    <a:pt x="263665" y="72864"/>
                  </a:lnTo>
                  <a:lnTo>
                    <a:pt x="273082" y="71838"/>
                  </a:lnTo>
                  <a:lnTo>
                    <a:pt x="282499" y="70812"/>
                  </a:lnTo>
                  <a:lnTo>
                    <a:pt x="291915" y="69785"/>
                  </a:lnTo>
                  <a:lnTo>
                    <a:pt x="301332" y="68759"/>
                  </a:lnTo>
                  <a:lnTo>
                    <a:pt x="310749" y="67733"/>
                  </a:lnTo>
                  <a:lnTo>
                    <a:pt x="320165" y="66707"/>
                  </a:lnTo>
                  <a:lnTo>
                    <a:pt x="329582" y="65680"/>
                  </a:lnTo>
                  <a:lnTo>
                    <a:pt x="338999" y="64654"/>
                  </a:lnTo>
                  <a:lnTo>
                    <a:pt x="348415" y="63628"/>
                  </a:lnTo>
                  <a:lnTo>
                    <a:pt x="357832" y="62602"/>
                  </a:lnTo>
                  <a:lnTo>
                    <a:pt x="367248" y="61575"/>
                  </a:lnTo>
                  <a:lnTo>
                    <a:pt x="376665" y="60549"/>
                  </a:lnTo>
                  <a:lnTo>
                    <a:pt x="386082" y="59523"/>
                  </a:lnTo>
                  <a:lnTo>
                    <a:pt x="395498" y="58497"/>
                  </a:lnTo>
                  <a:lnTo>
                    <a:pt x="404915" y="57470"/>
                  </a:lnTo>
                  <a:lnTo>
                    <a:pt x="414332" y="56444"/>
                  </a:lnTo>
                  <a:lnTo>
                    <a:pt x="423748" y="55418"/>
                  </a:lnTo>
                  <a:lnTo>
                    <a:pt x="433165" y="54391"/>
                  </a:lnTo>
                  <a:lnTo>
                    <a:pt x="442582" y="53365"/>
                  </a:lnTo>
                  <a:lnTo>
                    <a:pt x="451998" y="52339"/>
                  </a:lnTo>
                  <a:lnTo>
                    <a:pt x="461415" y="51313"/>
                  </a:lnTo>
                  <a:lnTo>
                    <a:pt x="470832" y="50286"/>
                  </a:lnTo>
                  <a:lnTo>
                    <a:pt x="480248" y="49260"/>
                  </a:lnTo>
                  <a:lnTo>
                    <a:pt x="489665" y="48234"/>
                  </a:lnTo>
                  <a:lnTo>
                    <a:pt x="499081" y="47208"/>
                  </a:lnTo>
                  <a:lnTo>
                    <a:pt x="508498" y="46181"/>
                  </a:lnTo>
                  <a:lnTo>
                    <a:pt x="517915" y="45155"/>
                  </a:lnTo>
                  <a:lnTo>
                    <a:pt x="527331" y="44129"/>
                  </a:lnTo>
                  <a:lnTo>
                    <a:pt x="536748" y="43103"/>
                  </a:lnTo>
                  <a:lnTo>
                    <a:pt x="546165" y="42076"/>
                  </a:lnTo>
                  <a:lnTo>
                    <a:pt x="555581" y="41050"/>
                  </a:lnTo>
                  <a:lnTo>
                    <a:pt x="564998" y="40024"/>
                  </a:lnTo>
                  <a:lnTo>
                    <a:pt x="574415" y="38998"/>
                  </a:lnTo>
                  <a:lnTo>
                    <a:pt x="583831" y="37971"/>
                  </a:lnTo>
                  <a:lnTo>
                    <a:pt x="593248" y="36945"/>
                  </a:lnTo>
                  <a:lnTo>
                    <a:pt x="602664" y="35919"/>
                  </a:lnTo>
                  <a:lnTo>
                    <a:pt x="612081" y="34892"/>
                  </a:lnTo>
                  <a:lnTo>
                    <a:pt x="621498" y="33866"/>
                  </a:lnTo>
                  <a:lnTo>
                    <a:pt x="630914" y="32840"/>
                  </a:lnTo>
                  <a:lnTo>
                    <a:pt x="640331" y="31814"/>
                  </a:lnTo>
                  <a:lnTo>
                    <a:pt x="649748" y="30787"/>
                  </a:lnTo>
                  <a:lnTo>
                    <a:pt x="659164" y="29761"/>
                  </a:lnTo>
                  <a:lnTo>
                    <a:pt x="668581" y="28735"/>
                  </a:lnTo>
                  <a:lnTo>
                    <a:pt x="677998" y="27709"/>
                  </a:lnTo>
                  <a:lnTo>
                    <a:pt x="687414" y="26682"/>
                  </a:lnTo>
                  <a:lnTo>
                    <a:pt x="696831" y="25656"/>
                  </a:lnTo>
                  <a:lnTo>
                    <a:pt x="706248" y="24630"/>
                  </a:lnTo>
                  <a:lnTo>
                    <a:pt x="715664" y="23604"/>
                  </a:lnTo>
                  <a:lnTo>
                    <a:pt x="725081" y="22577"/>
                  </a:lnTo>
                  <a:lnTo>
                    <a:pt x="734497" y="21551"/>
                  </a:lnTo>
                  <a:lnTo>
                    <a:pt x="743914" y="20525"/>
                  </a:lnTo>
                  <a:lnTo>
                    <a:pt x="753331" y="19499"/>
                  </a:lnTo>
                  <a:lnTo>
                    <a:pt x="762747" y="18472"/>
                  </a:lnTo>
                  <a:lnTo>
                    <a:pt x="772164" y="17446"/>
                  </a:lnTo>
                  <a:lnTo>
                    <a:pt x="781581" y="16420"/>
                  </a:lnTo>
                  <a:lnTo>
                    <a:pt x="790997" y="15393"/>
                  </a:lnTo>
                  <a:lnTo>
                    <a:pt x="800414" y="14367"/>
                  </a:lnTo>
                  <a:lnTo>
                    <a:pt x="809831" y="13341"/>
                  </a:lnTo>
                  <a:lnTo>
                    <a:pt x="819247" y="12315"/>
                  </a:lnTo>
                  <a:lnTo>
                    <a:pt x="828664" y="11288"/>
                  </a:lnTo>
                  <a:lnTo>
                    <a:pt x="838081" y="10262"/>
                  </a:lnTo>
                  <a:lnTo>
                    <a:pt x="847497" y="9236"/>
                  </a:lnTo>
                  <a:lnTo>
                    <a:pt x="856914" y="8210"/>
                  </a:lnTo>
                  <a:lnTo>
                    <a:pt x="866330" y="7183"/>
                  </a:lnTo>
                  <a:lnTo>
                    <a:pt x="875747" y="6157"/>
                  </a:lnTo>
                  <a:lnTo>
                    <a:pt x="885164" y="5131"/>
                  </a:lnTo>
                  <a:lnTo>
                    <a:pt x="894580" y="4105"/>
                  </a:lnTo>
                  <a:lnTo>
                    <a:pt x="903997" y="3078"/>
                  </a:lnTo>
                  <a:lnTo>
                    <a:pt x="913414" y="2052"/>
                  </a:lnTo>
                  <a:lnTo>
                    <a:pt x="922830" y="1026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25" name="tx3325"/>
            <p:cNvSpPr/>
            <p:nvPr/>
          </p:nvSpPr>
          <p:spPr>
            <a:xfrm>
              <a:off x="10985242" y="72685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0.133 Z/year</a:t>
              </a:r>
            </a:p>
          </p:txBody>
        </p:sp>
        <p:sp>
          <p:nvSpPr>
            <p:cNvPr id="3326" name="rc3326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tx3327"/>
            <p:cNvSpPr/>
            <p:nvPr/>
          </p:nvSpPr>
          <p:spPr>
            <a:xfrm>
              <a:off x="10895953" y="854864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28" name="tx3328"/>
            <p:cNvSpPr/>
            <p:nvPr/>
          </p:nvSpPr>
          <p:spPr>
            <a:xfrm>
              <a:off x="10895953" y="8279855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329" name="tx3329"/>
            <p:cNvSpPr/>
            <p:nvPr/>
          </p:nvSpPr>
          <p:spPr>
            <a:xfrm>
              <a:off x="10833797" y="800823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330" name="tx3330"/>
            <p:cNvSpPr/>
            <p:nvPr/>
          </p:nvSpPr>
          <p:spPr>
            <a:xfrm>
              <a:off x="10833797" y="773802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331" name="tx3331"/>
            <p:cNvSpPr/>
            <p:nvPr/>
          </p:nvSpPr>
          <p:spPr>
            <a:xfrm>
              <a:off x="10833797" y="746782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332" name="pl3332"/>
            <p:cNvSpPr/>
            <p:nvPr/>
          </p:nvSpPr>
          <p:spPr>
            <a:xfrm>
              <a:off x="10985944" y="85903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10985944" y="83201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10985944" y="80499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10985944" y="77797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10985944" y="7509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1106735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1139796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1172858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tx3340"/>
            <p:cNvSpPr/>
            <p:nvPr/>
          </p:nvSpPr>
          <p:spPr>
            <a:xfrm>
              <a:off x="1103627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41" name="tx3341"/>
            <p:cNvSpPr/>
            <p:nvPr/>
          </p:nvSpPr>
          <p:spPr>
            <a:xfrm>
              <a:off x="11366889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342" name="tx3342"/>
            <p:cNvSpPr/>
            <p:nvPr/>
          </p:nvSpPr>
          <p:spPr>
            <a:xfrm>
              <a:off x="11666428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343" name="tx3343"/>
            <p:cNvSpPr/>
            <p:nvPr/>
          </p:nvSpPr>
          <p:spPr>
            <a:xfrm>
              <a:off x="10912294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344" name="tx3344"/>
            <p:cNvSpPr/>
            <p:nvPr/>
          </p:nvSpPr>
          <p:spPr>
            <a:xfrm rot="-5400000">
              <a:off x="10152384" y="78565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2026-04-29T09:07:20Z</dcterms:modified>
</cp:coreProperties>
</file>